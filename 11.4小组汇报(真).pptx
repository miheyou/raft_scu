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53" r:id="rId2"/>
  </p:sldMasterIdLst>
  <p:notesMasterIdLst>
    <p:notesMasterId r:id="rId23"/>
  </p:notesMasterIdLst>
  <p:handoutMasterIdLst>
    <p:handoutMasterId r:id="rId24"/>
  </p:handoutMasterIdLst>
  <p:sldIdLst>
    <p:sldId id="380" r:id="rId3"/>
    <p:sldId id="481" r:id="rId4"/>
    <p:sldId id="382" r:id="rId5"/>
    <p:sldId id="460" r:id="rId6"/>
    <p:sldId id="482" r:id="rId7"/>
    <p:sldId id="476" r:id="rId8"/>
    <p:sldId id="480" r:id="rId9"/>
    <p:sldId id="459" r:id="rId10"/>
    <p:sldId id="475" r:id="rId11"/>
    <p:sldId id="483" r:id="rId12"/>
    <p:sldId id="389" r:id="rId13"/>
    <p:sldId id="463" r:id="rId14"/>
    <p:sldId id="466" r:id="rId15"/>
    <p:sldId id="467" r:id="rId16"/>
    <p:sldId id="468" r:id="rId17"/>
    <p:sldId id="484" r:id="rId18"/>
    <p:sldId id="485" r:id="rId19"/>
    <p:sldId id="486" r:id="rId20"/>
    <p:sldId id="487" r:id="rId21"/>
    <p:sldId id="488" r:id="rId22"/>
  </p:sldIdLst>
  <p:sldSz cx="12192000" cy="6858000"/>
  <p:notesSz cx="6858000" cy="9144000"/>
  <p:custDataLst>
    <p:tags r:id="rId25"/>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4078"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wxy" initials="wxy"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63031"/>
    <a:srgbClr val="D77373"/>
    <a:srgbClr val="C53939"/>
    <a:srgbClr val="74191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E54F1F6-2D05-400C-95BA-E9D881FE69A2}" v="70" dt="2025-10-30T13:46:09.218"/>
  </p1510:revLst>
</p1510:revInfo>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42" autoAdjust="0"/>
    <p:restoredTop sz="90049" autoAdjust="0"/>
  </p:normalViewPr>
  <p:slideViewPr>
    <p:cSldViewPr snapToGrid="0" snapToObjects="1" showGuides="1">
      <p:cViewPr varScale="1">
        <p:scale>
          <a:sx n="71" d="100"/>
          <a:sy n="71" d="100"/>
        </p:scale>
        <p:origin x="348" y="60"/>
      </p:cViewPr>
      <p:guideLst>
        <p:guide orient="horz" pos="4078"/>
        <p:guide pos="3840"/>
      </p:guideLst>
    </p:cSldViewPr>
  </p:slideViewPr>
  <p:outlineViewPr>
    <p:cViewPr>
      <p:scale>
        <a:sx n="33" d="100"/>
        <a:sy n="33" d="100"/>
      </p:scale>
      <p:origin x="0" y="0"/>
    </p:cViewPr>
  </p:outlineViewPr>
  <p:notesTextViewPr>
    <p:cViewPr>
      <p:scale>
        <a:sx n="1" d="1"/>
        <a:sy n="1" d="1"/>
      </p:scale>
      <p:origin x="0" y="0"/>
    </p:cViewPr>
  </p:notesTextViewPr>
  <p:sorterViewPr>
    <p:cViewPr>
      <p:scale>
        <a:sx n="50" d="100"/>
        <a:sy n="50" d="100"/>
      </p:scale>
      <p:origin x="0" y="0"/>
    </p:cViewPr>
  </p:sorterViewPr>
  <p:notesViewPr>
    <p:cSldViewPr snapToGrid="0" snapToObjects="1">
      <p:cViewPr varScale="1">
        <p:scale>
          <a:sx n="95" d="100"/>
          <a:sy n="95" d="100"/>
        </p:scale>
        <p:origin x="2504" y="19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commentAuthors" Target="commentAuthor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tags" Target="tags/tag1.xml"/><Relationship Id="rId2" Type="http://schemas.openxmlformats.org/officeDocument/2006/relationships/slideMaster" Target="slideMasters/slideMaster1.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handoutMaster" Target="handoutMasters/handoutMaster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notesMaster" Target="notesMasters/notesMaster1.xml"/><Relationship Id="rId28"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31" Type="http://schemas.microsoft.com/office/2015/10/relationships/revisionInfo" Target="revisionInfo.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presProps" Target="presProps.xml"/><Relationship Id="rId30"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84B3C7D-7ED1-A34F-BCFC-1C01389AE58C}" type="datetimeFigureOut">
              <a:rPr kumimoji="1" lang="zh-CN" altLang="en-US" smtClean="0"/>
              <a:t>2025/10/31</a:t>
            </a:fld>
            <a:endParaRPr kumimoji="1"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5" name="幻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8CED8CE-3D9F-CA47-A17E-9AD879C3B1C0}" type="slidenum">
              <a:rPr kumimoji="1" lang="zh-CN" altLang="en-US" smtClean="0"/>
              <a:t>‹#›</a:t>
            </a:fld>
            <a:endParaRPr kumimoji="1"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0ACF2CF-5EF1-D24F-8F8B-C67282AA038A}" type="datetimeFigureOut">
              <a:rPr kumimoji="1" lang="zh-CN" altLang="en-US" smtClean="0"/>
              <a:t>2025/10/31</a:t>
            </a:fld>
            <a:endParaRPr kumimoji="1"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7" name="幻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8F70782-008B-5B48-B01C-A994AC4AA046}" type="slidenum">
              <a:rPr kumimoji="1" lang="zh-CN" altLang="en-US" smtClean="0"/>
              <a:t>‹#›</a:t>
            </a:fld>
            <a:endParaRPr kumimoji="1"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78F70782-008B-5B48-B01C-A994AC4AA046}" type="slidenum">
              <a:rPr kumimoji="1" lang="zh-CN" altLang="en-US" smtClean="0"/>
              <a:t>1</a:t>
            </a:fld>
            <a:endParaRPr kumimoji="1"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EF711DA-82CB-44C8-99EC-9CE596A896FB}" type="slidenum">
              <a:rPr lang="zh-CN" altLang="en-US" smtClean="0"/>
              <a:t>3</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F0BBF4-5D8A-5FBB-B75E-A279E070888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27769D9-5F81-3A0A-7C4A-45B5187F3216}"/>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9063386D-4388-6458-D252-0389652CA73C}"/>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F02AD2F1-2AB4-8AE9-7E8F-990FB5627378}"/>
              </a:ext>
            </a:extLst>
          </p:cNvPr>
          <p:cNvSpPr>
            <a:spLocks noGrp="1"/>
          </p:cNvSpPr>
          <p:nvPr>
            <p:ph type="sldNum" sz="quarter" idx="10"/>
          </p:nvPr>
        </p:nvSpPr>
        <p:spPr/>
        <p:txBody>
          <a:bodyPr/>
          <a:lstStyle/>
          <a:p>
            <a:fld id="{5EF711DA-82CB-44C8-99EC-9CE596A896FB}" type="slidenum">
              <a:rPr lang="zh-CN" altLang="en-US" smtClean="0"/>
              <a:t>4</a:t>
            </a:fld>
            <a:endParaRPr lang="zh-CN" altLang="en-US"/>
          </a:p>
        </p:txBody>
      </p:sp>
    </p:spTree>
    <p:extLst>
      <p:ext uri="{BB962C8B-B14F-4D97-AF65-F5344CB8AC3E}">
        <p14:creationId xmlns:p14="http://schemas.microsoft.com/office/powerpoint/2010/main" val="17380703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E7FCD2-284C-DEF5-6A84-E692FF60CAF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9E7DDB50-215D-7A83-A5F5-F05159BA81BE}"/>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CEE7D16A-DE74-C843-BABA-51F6FA7C7A92}"/>
              </a:ext>
            </a:extLst>
          </p:cNvPr>
          <p:cNvSpPr>
            <a:spLocks noGrp="1"/>
          </p:cNvSpPr>
          <p:nvPr>
            <p:ph type="body" idx="1"/>
          </p:nvPr>
        </p:nvSpPr>
        <p:spPr/>
        <p:txBody>
          <a:bodyPr/>
          <a:lstStyle/>
          <a:p>
            <a:pPr marL="0" marR="0" indent="0" algn="l" defTabSz="914400" rtl="0" eaLnBrk="1" fontAlgn="auto" latinLnBrk="0" hangingPunct="1">
              <a:lnSpc>
                <a:spcPct val="130000"/>
              </a:lnSpc>
              <a:spcBef>
                <a:spcPts val="0"/>
              </a:spcBef>
              <a:spcAft>
                <a:spcPts val="0"/>
              </a:spcAft>
              <a:buClrTx/>
              <a:buSzTx/>
              <a:buFontTx/>
              <a:buNone/>
              <a:defRPr/>
            </a:pPr>
            <a:endParaRPr lang="zh-CN" altLang="zh-CN" sz="1200" kern="100" dirty="0">
              <a:solidFill>
                <a:schemeClr val="tx1"/>
              </a:solidFill>
              <a:latin typeface="微软雅黑" panose="020B0503020204020204" pitchFamily="34" charset="-122"/>
              <a:ea typeface="微软雅黑" panose="020B0503020204020204" pitchFamily="34" charset="-122"/>
              <a:cs typeface="Times New Roman" panose="02020603050405020304"/>
            </a:endParaRPr>
          </a:p>
        </p:txBody>
      </p:sp>
      <p:sp>
        <p:nvSpPr>
          <p:cNvPr id="4" name="灯片编号占位符 3">
            <a:extLst>
              <a:ext uri="{FF2B5EF4-FFF2-40B4-BE49-F238E27FC236}">
                <a16:creationId xmlns:a16="http://schemas.microsoft.com/office/drawing/2014/main" id="{33A3C126-4C9D-0EF5-60E0-65345672D7DF}"/>
              </a:ext>
            </a:extLst>
          </p:cNvPr>
          <p:cNvSpPr>
            <a:spLocks noGrp="1"/>
          </p:cNvSpPr>
          <p:nvPr>
            <p:ph type="sldNum" sz="quarter" idx="10"/>
          </p:nvPr>
        </p:nvSpPr>
        <p:spPr/>
        <p:txBody>
          <a:bodyPr/>
          <a:lstStyle/>
          <a:p>
            <a:fld id="{5EF711DA-82CB-44C8-99EC-9CE596A896FB}" type="slidenum">
              <a:rPr lang="zh-CN" altLang="en-US" smtClean="0"/>
              <a:t>6</a:t>
            </a:fld>
            <a:endParaRPr lang="zh-CN" altLang="en-US"/>
          </a:p>
        </p:txBody>
      </p:sp>
    </p:spTree>
    <p:extLst>
      <p:ext uri="{BB962C8B-B14F-4D97-AF65-F5344CB8AC3E}">
        <p14:creationId xmlns:p14="http://schemas.microsoft.com/office/powerpoint/2010/main" val="3774766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FC2C2B-586B-7DE9-B10A-F5167817BD2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CC47F1A-6261-EF32-6BDB-6A5A9534AAE5}"/>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5E3D0A07-A880-751C-D108-606F6EA5BCA2}"/>
              </a:ext>
            </a:extLst>
          </p:cNvPr>
          <p:cNvSpPr>
            <a:spLocks noGrp="1"/>
          </p:cNvSpPr>
          <p:nvPr>
            <p:ph type="body" idx="1"/>
          </p:nvPr>
        </p:nvSpPr>
        <p:spPr/>
        <p:txBody>
          <a:bodyPr/>
          <a:lstStyle/>
          <a:p>
            <a:pPr marL="0" marR="0" indent="0" algn="l" defTabSz="914400" rtl="0" eaLnBrk="1" fontAlgn="auto" latinLnBrk="0" hangingPunct="1">
              <a:lnSpc>
                <a:spcPct val="130000"/>
              </a:lnSpc>
              <a:spcBef>
                <a:spcPts val="0"/>
              </a:spcBef>
              <a:spcAft>
                <a:spcPts val="0"/>
              </a:spcAft>
              <a:buClrTx/>
              <a:buSzTx/>
              <a:buFontTx/>
              <a:buNone/>
              <a:defRPr/>
            </a:pPr>
            <a:endParaRPr lang="zh-CN" altLang="zh-CN" sz="1200" kern="100" dirty="0">
              <a:solidFill>
                <a:schemeClr val="tx1"/>
              </a:solidFill>
              <a:latin typeface="微软雅黑" panose="020B0503020204020204" pitchFamily="34" charset="-122"/>
              <a:ea typeface="微软雅黑" panose="020B0503020204020204" pitchFamily="34" charset="-122"/>
              <a:cs typeface="Times New Roman" panose="02020603050405020304"/>
            </a:endParaRPr>
          </a:p>
        </p:txBody>
      </p:sp>
      <p:sp>
        <p:nvSpPr>
          <p:cNvPr id="4" name="灯片编号占位符 3">
            <a:extLst>
              <a:ext uri="{FF2B5EF4-FFF2-40B4-BE49-F238E27FC236}">
                <a16:creationId xmlns:a16="http://schemas.microsoft.com/office/drawing/2014/main" id="{E3A0678D-EA0B-E890-C7FD-3A683822FFE4}"/>
              </a:ext>
            </a:extLst>
          </p:cNvPr>
          <p:cNvSpPr>
            <a:spLocks noGrp="1"/>
          </p:cNvSpPr>
          <p:nvPr>
            <p:ph type="sldNum" sz="quarter" idx="10"/>
          </p:nvPr>
        </p:nvSpPr>
        <p:spPr/>
        <p:txBody>
          <a:bodyPr/>
          <a:lstStyle/>
          <a:p>
            <a:fld id="{5EF711DA-82CB-44C8-99EC-9CE596A896FB}" type="slidenum">
              <a:rPr lang="zh-CN" altLang="en-US" smtClean="0"/>
              <a:t>7</a:t>
            </a:fld>
            <a:endParaRPr lang="zh-CN" altLang="en-US"/>
          </a:p>
        </p:txBody>
      </p:sp>
    </p:spTree>
    <p:extLst>
      <p:ext uri="{BB962C8B-B14F-4D97-AF65-F5344CB8AC3E}">
        <p14:creationId xmlns:p14="http://schemas.microsoft.com/office/powerpoint/2010/main" val="220553535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30000"/>
              </a:lnSpc>
              <a:spcBef>
                <a:spcPts val="0"/>
              </a:spcBef>
              <a:spcAft>
                <a:spcPts val="0"/>
              </a:spcAft>
              <a:buClrTx/>
              <a:buSzTx/>
              <a:buFontTx/>
              <a:buNone/>
              <a:defRPr/>
            </a:pPr>
            <a:endParaRPr lang="zh-CN" altLang="zh-CN" sz="1200" kern="100" dirty="0">
              <a:solidFill>
                <a:schemeClr val="tx1"/>
              </a:solidFill>
              <a:latin typeface="微软雅黑" panose="020B0503020204020204" pitchFamily="34" charset="-122"/>
              <a:ea typeface="微软雅黑" panose="020B0503020204020204" pitchFamily="34" charset="-122"/>
              <a:cs typeface="Times New Roman" panose="02020603050405020304"/>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8</a:t>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EF2AF5-7023-4AD3-FB9B-17B051AADEE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F13DA44-CC31-8650-047F-1CD52B56551A}"/>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C67A8AAA-DB3B-795C-8B97-841047E83818}"/>
              </a:ext>
            </a:extLst>
          </p:cNvPr>
          <p:cNvSpPr>
            <a:spLocks noGrp="1"/>
          </p:cNvSpPr>
          <p:nvPr>
            <p:ph type="body" idx="1"/>
          </p:nvPr>
        </p:nvSpPr>
        <p:spPr/>
        <p:txBody>
          <a:bodyPr/>
          <a:lstStyle/>
          <a:p>
            <a:pPr marL="0" marR="0" indent="0" algn="l" defTabSz="914400" rtl="0" eaLnBrk="1" fontAlgn="auto" latinLnBrk="0" hangingPunct="1">
              <a:lnSpc>
                <a:spcPct val="130000"/>
              </a:lnSpc>
              <a:spcBef>
                <a:spcPts val="0"/>
              </a:spcBef>
              <a:spcAft>
                <a:spcPts val="0"/>
              </a:spcAft>
              <a:buClrTx/>
              <a:buSzTx/>
              <a:buFontTx/>
              <a:buNone/>
              <a:defRPr/>
            </a:pPr>
            <a:endParaRPr lang="zh-CN" altLang="zh-CN" sz="1200" kern="100" dirty="0">
              <a:solidFill>
                <a:schemeClr val="tx1"/>
              </a:solidFill>
              <a:latin typeface="微软雅黑" panose="020B0503020204020204" pitchFamily="34" charset="-122"/>
              <a:ea typeface="微软雅黑" panose="020B0503020204020204" pitchFamily="34" charset="-122"/>
              <a:cs typeface="Times New Roman" panose="02020603050405020304"/>
            </a:endParaRPr>
          </a:p>
        </p:txBody>
      </p:sp>
      <p:sp>
        <p:nvSpPr>
          <p:cNvPr id="4" name="灯片编号占位符 3">
            <a:extLst>
              <a:ext uri="{FF2B5EF4-FFF2-40B4-BE49-F238E27FC236}">
                <a16:creationId xmlns:a16="http://schemas.microsoft.com/office/drawing/2014/main" id="{9FCA6115-309D-893D-37EC-8DDFE1982BB6}"/>
              </a:ext>
            </a:extLst>
          </p:cNvPr>
          <p:cNvSpPr>
            <a:spLocks noGrp="1"/>
          </p:cNvSpPr>
          <p:nvPr>
            <p:ph type="sldNum" sz="quarter" idx="10"/>
          </p:nvPr>
        </p:nvSpPr>
        <p:spPr/>
        <p:txBody>
          <a:bodyPr/>
          <a:lstStyle/>
          <a:p>
            <a:fld id="{5EF711DA-82CB-44C8-99EC-9CE596A896FB}" type="slidenum">
              <a:rPr lang="zh-CN" altLang="en-US" smtClean="0"/>
              <a:t>9</a:t>
            </a:fld>
            <a:endParaRPr lang="zh-CN" altLang="en-US"/>
          </a:p>
        </p:txBody>
      </p:sp>
    </p:spTree>
    <p:extLst>
      <p:ext uri="{BB962C8B-B14F-4D97-AF65-F5344CB8AC3E}">
        <p14:creationId xmlns:p14="http://schemas.microsoft.com/office/powerpoint/2010/main" val="276799049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EF711DA-82CB-44C8-99EC-9CE596A896FB}" type="slidenum">
              <a:rPr lang="zh-CN" altLang="en-US" smtClean="0"/>
              <a:t>11</a:t>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387C0C-16AB-E614-1886-4A31320D2BD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990CE16E-3211-1B60-10C7-F53B05FB2CBA}"/>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478064A-85FF-26BA-8873-9811E626D7C9}"/>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E09AC5A9-EDF8-7497-BDAA-650823B9F083}"/>
              </a:ext>
            </a:extLst>
          </p:cNvPr>
          <p:cNvSpPr>
            <a:spLocks noGrp="1"/>
          </p:cNvSpPr>
          <p:nvPr>
            <p:ph type="sldNum" sz="quarter" idx="10"/>
          </p:nvPr>
        </p:nvSpPr>
        <p:spPr/>
        <p:txBody>
          <a:bodyPr/>
          <a:lstStyle/>
          <a:p>
            <a:fld id="{5EF711DA-82CB-44C8-99EC-9CE596A896FB}" type="slidenum">
              <a:rPr lang="zh-CN" altLang="en-US" smtClean="0"/>
              <a:t>12</a:t>
            </a:fld>
            <a:endParaRPr lang="zh-CN" altLang="en-US"/>
          </a:p>
        </p:txBody>
      </p:sp>
    </p:spTree>
    <p:extLst>
      <p:ext uri="{BB962C8B-B14F-4D97-AF65-F5344CB8AC3E}">
        <p14:creationId xmlns:p14="http://schemas.microsoft.com/office/powerpoint/2010/main" val="44280199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2955E3-D386-B90C-0405-6175015F7B8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9B9B10B7-1CE8-C319-29BC-E813386FFE2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1B72B584-7BC1-AC06-D017-10F688632AE0}"/>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5D3046FF-707D-3CC9-535E-B966CEEC768D}"/>
              </a:ext>
            </a:extLst>
          </p:cNvPr>
          <p:cNvSpPr>
            <a:spLocks noGrp="1"/>
          </p:cNvSpPr>
          <p:nvPr>
            <p:ph type="sldNum" sz="quarter" idx="10"/>
          </p:nvPr>
        </p:nvSpPr>
        <p:spPr/>
        <p:txBody>
          <a:bodyPr/>
          <a:lstStyle/>
          <a:p>
            <a:fld id="{5EF711DA-82CB-44C8-99EC-9CE596A896FB}" type="slidenum">
              <a:rPr lang="zh-CN" altLang="en-US" smtClean="0"/>
              <a:t>13</a:t>
            </a:fld>
            <a:endParaRPr lang="zh-CN" altLang="en-US"/>
          </a:p>
        </p:txBody>
      </p:sp>
    </p:spTree>
    <p:extLst>
      <p:ext uri="{BB962C8B-B14F-4D97-AF65-F5344CB8AC3E}">
        <p14:creationId xmlns:p14="http://schemas.microsoft.com/office/powerpoint/2010/main" val="212068285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8FA9D7-BAE6-BDB1-7016-7EB01BA717A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1A318EC-C197-CAA9-5909-FEC55F1A9155}"/>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D1D1E34-5A3C-0DCF-542B-65D39821C213}"/>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E99A1AB7-E262-BD75-28E1-D7C9CC71B6A8}"/>
              </a:ext>
            </a:extLst>
          </p:cNvPr>
          <p:cNvSpPr>
            <a:spLocks noGrp="1"/>
          </p:cNvSpPr>
          <p:nvPr>
            <p:ph type="sldNum" sz="quarter" idx="10"/>
          </p:nvPr>
        </p:nvSpPr>
        <p:spPr/>
        <p:txBody>
          <a:bodyPr/>
          <a:lstStyle/>
          <a:p>
            <a:fld id="{5EF711DA-82CB-44C8-99EC-9CE596A896FB}" type="slidenum">
              <a:rPr lang="zh-CN" altLang="en-US" smtClean="0"/>
              <a:t>14</a:t>
            </a:fld>
            <a:endParaRPr lang="zh-CN" altLang="en-US"/>
          </a:p>
        </p:txBody>
      </p:sp>
    </p:spTree>
    <p:extLst>
      <p:ext uri="{BB962C8B-B14F-4D97-AF65-F5344CB8AC3E}">
        <p14:creationId xmlns:p14="http://schemas.microsoft.com/office/powerpoint/2010/main" val="277756497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04D8F2-8106-DEBC-4C7D-347D1CB730A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4415369-C415-E036-FC6C-088DBA98BFA6}"/>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AFBF1B19-4AF1-D1A4-6FBD-CCC1ACFB03C3}"/>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457CF132-4112-2704-1A59-BEEDB969702F}"/>
              </a:ext>
            </a:extLst>
          </p:cNvPr>
          <p:cNvSpPr>
            <a:spLocks noGrp="1"/>
          </p:cNvSpPr>
          <p:nvPr>
            <p:ph type="sldNum" sz="quarter" idx="10"/>
          </p:nvPr>
        </p:nvSpPr>
        <p:spPr/>
        <p:txBody>
          <a:bodyPr/>
          <a:lstStyle/>
          <a:p>
            <a:fld id="{5EF711DA-82CB-44C8-99EC-9CE596A896FB}" type="slidenum">
              <a:rPr lang="zh-CN" altLang="en-US" smtClean="0"/>
              <a:t>15</a:t>
            </a:fld>
            <a:endParaRPr lang="zh-CN" altLang="en-US"/>
          </a:p>
        </p:txBody>
      </p:sp>
    </p:spTree>
    <p:extLst>
      <p:ext uri="{BB962C8B-B14F-4D97-AF65-F5344CB8AC3E}">
        <p14:creationId xmlns:p14="http://schemas.microsoft.com/office/powerpoint/2010/main" val="162934673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10D07A-210F-0F94-2C16-42A40D1D887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9A539DB9-01A4-F10F-48EC-CDB1038F4BB6}"/>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8F63A427-AE0C-AFC2-A549-BE60866CC622}"/>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D684750A-F31A-59DC-CD43-40C2A5E4D9D6}"/>
              </a:ext>
            </a:extLst>
          </p:cNvPr>
          <p:cNvSpPr>
            <a:spLocks noGrp="1"/>
          </p:cNvSpPr>
          <p:nvPr>
            <p:ph type="sldNum" sz="quarter" idx="10"/>
          </p:nvPr>
        </p:nvSpPr>
        <p:spPr/>
        <p:txBody>
          <a:bodyPr/>
          <a:lstStyle/>
          <a:p>
            <a:fld id="{5EF711DA-82CB-44C8-99EC-9CE596A896FB}" type="slidenum">
              <a:rPr lang="zh-CN" altLang="en-US" smtClean="0"/>
              <a:t>17</a:t>
            </a:fld>
            <a:endParaRPr lang="zh-CN" altLang="en-US"/>
          </a:p>
        </p:txBody>
      </p:sp>
    </p:spTree>
    <p:extLst>
      <p:ext uri="{BB962C8B-B14F-4D97-AF65-F5344CB8AC3E}">
        <p14:creationId xmlns:p14="http://schemas.microsoft.com/office/powerpoint/2010/main" val="131087894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8B5DF6-75EA-0291-15AE-2987771B14C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EEBF35F-7D85-0DDB-872A-3247E6C53C69}"/>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51ED4A20-7396-C852-0B52-95AE6A723FCE}"/>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203B9BF2-1C21-D8AA-99A3-82D1B64E79F0}"/>
              </a:ext>
            </a:extLst>
          </p:cNvPr>
          <p:cNvSpPr>
            <a:spLocks noGrp="1"/>
          </p:cNvSpPr>
          <p:nvPr>
            <p:ph type="sldNum" sz="quarter" idx="10"/>
          </p:nvPr>
        </p:nvSpPr>
        <p:spPr/>
        <p:txBody>
          <a:bodyPr/>
          <a:lstStyle/>
          <a:p>
            <a:fld id="{5EF711DA-82CB-44C8-99EC-9CE596A896FB}" type="slidenum">
              <a:rPr lang="zh-CN" altLang="en-US" smtClean="0"/>
              <a:t>18</a:t>
            </a:fld>
            <a:endParaRPr lang="zh-CN" altLang="en-US"/>
          </a:p>
        </p:txBody>
      </p:sp>
    </p:spTree>
    <p:extLst>
      <p:ext uri="{BB962C8B-B14F-4D97-AF65-F5344CB8AC3E}">
        <p14:creationId xmlns:p14="http://schemas.microsoft.com/office/powerpoint/2010/main" val="368296721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59FAD7-F23E-9099-D47E-28931611635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8EDA4C1-6956-0910-039E-98A82EBC75C8}"/>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2564536B-A5EB-79D3-B56D-52014561C4C4}"/>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157BBA6B-EAAF-8C52-61F0-010588F8540A}"/>
              </a:ext>
            </a:extLst>
          </p:cNvPr>
          <p:cNvSpPr>
            <a:spLocks noGrp="1"/>
          </p:cNvSpPr>
          <p:nvPr>
            <p:ph type="sldNum" sz="quarter" idx="10"/>
          </p:nvPr>
        </p:nvSpPr>
        <p:spPr/>
        <p:txBody>
          <a:bodyPr/>
          <a:lstStyle/>
          <a:p>
            <a:fld id="{5EF711DA-82CB-44C8-99EC-9CE596A896FB}" type="slidenum">
              <a:rPr lang="zh-CN" altLang="en-US" smtClean="0"/>
              <a:t>20</a:t>
            </a:fld>
            <a:endParaRPr lang="zh-CN" altLang="en-US"/>
          </a:p>
        </p:txBody>
      </p:sp>
    </p:spTree>
    <p:extLst>
      <p:ext uri="{BB962C8B-B14F-4D97-AF65-F5344CB8AC3E}">
        <p14:creationId xmlns:p14="http://schemas.microsoft.com/office/powerpoint/2010/main" val="393500282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microsoft.com/office/2007/relationships/hdphoto" Target="../media/hdphoto1.wdp"/></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microsoft.com/office/2007/relationships/hdphoto" Target="../media/hdphoto1.wdp"/></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microsoft.com/office/2007/relationships/hdphoto" Target="../media/hdphoto1.wdp"/></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microsoft.com/office/2007/relationships/hdphoto" Target="../media/hdphoto1.wdp"/></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microsoft.com/office/2007/relationships/hdphoto" Target="../media/hdphoto1.wdp"/></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microsoft.com/office/2007/relationships/hdphoto" Target="../media/hdphoto1.wdp"/></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microsoft.com/office/2007/relationships/hdphoto" Target="../media/hdphoto1.wdp"/></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microsoft.com/office/2007/relationships/hdphoto" Target="../media/hdphoto1.wdp"/></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封面">
    <p:spTree>
      <p:nvGrpSpPr>
        <p:cNvPr id="1" name=""/>
        <p:cNvGrpSpPr/>
        <p:nvPr/>
      </p:nvGrpSpPr>
      <p:grpSpPr>
        <a:xfrm>
          <a:off x="0" y="0"/>
          <a:ext cx="0" cy="0"/>
          <a:chOff x="0" y="0"/>
          <a:chExt cx="0" cy="0"/>
        </a:xfrm>
      </p:grpSpPr>
      <p:sp>
        <p:nvSpPr>
          <p:cNvPr id="70" name="图片占位符 69"/>
          <p:cNvSpPr>
            <a:spLocks noGrp="1"/>
          </p:cNvSpPr>
          <p:nvPr>
            <p:ph type="pic" sz="quarter" idx="12"/>
          </p:nvPr>
        </p:nvSpPr>
        <p:spPr>
          <a:xfrm>
            <a:off x="5764211" y="2590167"/>
            <a:ext cx="6427787" cy="4237037"/>
          </a:xfrm>
          <a:noFill/>
        </p:spPr>
        <p:txBody>
          <a:bodyPr/>
          <a:lstStyle/>
          <a:p>
            <a:endParaRPr lang="zh-CN" altLang="en-US"/>
          </a:p>
        </p:txBody>
      </p:sp>
      <p:sp>
        <p:nvSpPr>
          <p:cNvPr id="24" name="图片占位符 23"/>
          <p:cNvSpPr>
            <a:spLocks noGrp="1"/>
          </p:cNvSpPr>
          <p:nvPr>
            <p:ph type="pic" sz="quarter" idx="11"/>
          </p:nvPr>
        </p:nvSpPr>
        <p:spPr>
          <a:xfrm>
            <a:off x="0" y="2495268"/>
            <a:ext cx="5764212" cy="4331936"/>
          </a:xfrm>
          <a:noFill/>
        </p:spPr>
        <p:txBody>
          <a:bodyPr/>
          <a:lstStyle/>
          <a:p>
            <a:endParaRPr lang="zh-CN" altLang="en-US"/>
          </a:p>
        </p:txBody>
      </p:sp>
      <p:sp>
        <p:nvSpPr>
          <p:cNvPr id="67" name="图片占位符 66"/>
          <p:cNvSpPr>
            <a:spLocks noGrp="1"/>
          </p:cNvSpPr>
          <p:nvPr>
            <p:ph type="pic" sz="quarter" idx="10"/>
          </p:nvPr>
        </p:nvSpPr>
        <p:spPr>
          <a:xfrm>
            <a:off x="-1" y="1"/>
            <a:ext cx="12191999" cy="4064780"/>
          </a:xfrm>
          <a:custGeom>
            <a:avLst/>
            <a:gdLst>
              <a:gd name="connsiteX0" fmla="*/ 0 w 12179402"/>
              <a:gd name="connsiteY0" fmla="*/ 0 h 4062881"/>
              <a:gd name="connsiteX1" fmla="*/ 12179402 w 12179402"/>
              <a:gd name="connsiteY1" fmla="*/ 0 h 4062881"/>
              <a:gd name="connsiteX2" fmla="*/ 12179402 w 12179402"/>
              <a:gd name="connsiteY2" fmla="*/ 2622353 h 4062881"/>
              <a:gd name="connsiteX3" fmla="*/ 6086489 w 12179402"/>
              <a:gd name="connsiteY3" fmla="*/ 4062881 h 4062881"/>
              <a:gd name="connsiteX4" fmla="*/ 7922 w 12179402"/>
              <a:gd name="connsiteY4" fmla="*/ 2621254 h 4062881"/>
              <a:gd name="connsiteX5" fmla="*/ 0 w 12179402"/>
              <a:gd name="connsiteY5" fmla="*/ 2621254 h 4062881"/>
              <a:gd name="connsiteX6" fmla="*/ 0 w 12179402"/>
              <a:gd name="connsiteY6" fmla="*/ 2619375 h 40628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79402" h="4062881">
                <a:moveTo>
                  <a:pt x="0" y="0"/>
                </a:moveTo>
                <a:lnTo>
                  <a:pt x="12179402" y="0"/>
                </a:lnTo>
                <a:lnTo>
                  <a:pt x="12179402" y="2622353"/>
                </a:lnTo>
                <a:lnTo>
                  <a:pt x="6086489" y="4062881"/>
                </a:lnTo>
                <a:lnTo>
                  <a:pt x="7922" y="2621254"/>
                </a:lnTo>
                <a:lnTo>
                  <a:pt x="0" y="2621254"/>
                </a:lnTo>
                <a:lnTo>
                  <a:pt x="0" y="2619375"/>
                </a:lnTo>
                <a:close/>
              </a:path>
            </a:pathLst>
          </a:custGeom>
          <a:noFill/>
        </p:spPr>
        <p:txBody>
          <a:bodyPr wrap="square">
            <a:noAutofit/>
          </a:bodyPr>
          <a:lstStyle/>
          <a:p>
            <a:endParaRPr lang="zh-CN" altLang="en-US" dirty="0"/>
          </a:p>
        </p:txBody>
      </p:sp>
      <p:sp>
        <p:nvSpPr>
          <p:cNvPr id="2" name="文本占位符 1"/>
          <p:cNvSpPr>
            <a:spLocks noGrp="1"/>
          </p:cNvSpPr>
          <p:nvPr>
            <p:ph type="body" sz="quarter" idx="13" hasCustomPrompt="1"/>
          </p:nvPr>
        </p:nvSpPr>
        <p:spPr>
          <a:xfrm>
            <a:off x="2351589" y="4243469"/>
            <a:ext cx="7488822" cy="830997"/>
          </a:xfrm>
          <a:prstGeom prst="rect">
            <a:avLst/>
          </a:prstGeom>
        </p:spPr>
        <p:txBody>
          <a:bodyPr vert="horz" wrap="square" lIns="91440" tIns="45720" rIns="91440" bIns="45720" anchor="t" anchorCtr="0">
            <a:spAutoFit/>
          </a:bodyPr>
          <a:lstStyle>
            <a:lvl1pPr marL="0" indent="0" algn="l" defTabSz="914400" rtl="0" eaLnBrk="1" fontAlgn="auto" latinLnBrk="0" hangingPunct="1">
              <a:lnSpc>
                <a:spcPct val="100000"/>
              </a:lnSpc>
              <a:spcBef>
                <a:spcPts val="0"/>
              </a:spcBef>
              <a:spcAft>
                <a:spcPts val="0"/>
              </a:spcAft>
              <a:buFont typeface="Arial" panose="020B0604020202020204" pitchFamily="34" charset="0"/>
              <a:buNone/>
              <a:defRPr sz="4800" b="1" spc="0">
                <a:solidFill>
                  <a:srgbClr val="000000"/>
                </a:solidFill>
                <a:latin typeface="微软雅黑" panose="020B0503020204020204" pitchFamily="34" charset="-122"/>
                <a:ea typeface="微软雅黑" panose="020B0503020204020204" pitchFamily="34" charset="-122"/>
                <a:sym typeface="微软雅黑" panose="020B0503020204020204" pitchFamily="34" charset="-122"/>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dirty="0"/>
              <a:t>四川大学毕业答辩</a:t>
            </a:r>
            <a:r>
              <a:rPr lang="en-US" altLang="zh-CN" dirty="0"/>
              <a:t>PPT</a:t>
            </a:r>
            <a:r>
              <a:rPr lang="zh-CN" altLang="en-US" dirty="0"/>
              <a:t>模板</a:t>
            </a:r>
          </a:p>
        </p:txBody>
      </p:sp>
      <p:sp>
        <p:nvSpPr>
          <p:cNvPr id="3" name="文本占位符 2"/>
          <p:cNvSpPr>
            <a:spLocks noGrp="1"/>
          </p:cNvSpPr>
          <p:nvPr>
            <p:ph type="body" sz="quarter" idx="14" hasCustomPrompt="1"/>
          </p:nvPr>
        </p:nvSpPr>
        <p:spPr>
          <a:xfrm>
            <a:off x="2351590" y="4926278"/>
            <a:ext cx="7846510" cy="676944"/>
          </a:xfrm>
          <a:prstGeom prst="rect">
            <a:avLst/>
          </a:prstGeom>
        </p:spPr>
        <p:txBody>
          <a:bodyPr vert="horz" wrap="square" lIns="91440" tIns="45720" rIns="91440" bIns="45720" anchor="ctr" anchorCtr="0">
            <a:noAutofit/>
          </a:bodyPr>
          <a:lstStyle>
            <a:lvl1pPr marL="0" indent="0" algn="ctr" defTabSz="914400" rtl="0" eaLnBrk="1" fontAlgn="auto" latinLnBrk="0" hangingPunct="1">
              <a:lnSpc>
                <a:spcPct val="100000"/>
              </a:lnSpc>
              <a:spcBef>
                <a:spcPts val="0"/>
              </a:spcBef>
              <a:spcAft>
                <a:spcPts val="0"/>
              </a:spcAft>
              <a:buFont typeface="Arial" panose="020B0604020202020204" pitchFamily="34" charset="0"/>
              <a:buNone/>
              <a:defRPr sz="2000" spc="0">
                <a:solidFill>
                  <a:srgbClr val="717371"/>
                </a:solidFill>
                <a:latin typeface="Arial" panose="020B0604020202020204" pitchFamily="34" charset="0"/>
                <a:ea typeface="微软雅黑" panose="020B0503020204020204" pitchFamily="34" charset="-122"/>
                <a:sym typeface="Arial" panose="020B0604020202020204" pitchFamily="34" charset="0"/>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ctr" defTabSz="914400" rtl="0" eaLnBrk="1" fontAlgn="auto" latinLnBrk="0" hangingPunct="1">
              <a:lnSpc>
                <a:spcPct val="90000"/>
              </a:lnSpc>
              <a:buFont typeface="Arial" panose="020B0604020202020204" pitchFamily="34" charset="0"/>
              <a:buNone/>
              <a:defRPr sz="2000" spc="0">
                <a:solidFill>
                  <a:srgbClr val="717371"/>
                </a:solidFill>
                <a:latin typeface="Arial" panose="020B0604020202020204" pitchFamily="34" charset="0"/>
                <a:ea typeface="微软雅黑" panose="020B0503020204020204" pitchFamily="34" charset="-122"/>
                <a:sym typeface="Arial" panose="020B0604020202020204" pitchFamily="34" charset="0"/>
              </a:defRPr>
            </a:lvl5pPr>
          </a:lstStyle>
          <a:p>
            <a:pPr lvl="0"/>
            <a:r>
              <a:rPr lang="en-US" altLang="zh-CN"/>
              <a:t>PPT Template for Sichuan University graduates</a:t>
            </a:r>
          </a:p>
          <a:p>
            <a:pPr lvl="0"/>
            <a:endParaRPr lang="zh-CN" altLang="en-US"/>
          </a:p>
        </p:txBody>
      </p:sp>
    </p:spTree>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目录页">
    <p:spTree>
      <p:nvGrpSpPr>
        <p:cNvPr id="1" name=""/>
        <p:cNvGrpSpPr/>
        <p:nvPr/>
      </p:nvGrpSpPr>
      <p:grpSpPr>
        <a:xfrm>
          <a:off x="0" y="0"/>
          <a:ext cx="0" cy="0"/>
          <a:chOff x="0" y="0"/>
          <a:chExt cx="0" cy="0"/>
        </a:xfrm>
      </p:grpSpPr>
      <p:sp>
        <p:nvSpPr>
          <p:cNvPr id="3" name="图片占位符 2"/>
          <p:cNvSpPr>
            <a:spLocks noGrp="1"/>
          </p:cNvSpPr>
          <p:nvPr>
            <p:ph type="pic" idx="10"/>
          </p:nvPr>
        </p:nvSpPr>
        <p:spPr>
          <a:xfrm>
            <a:off x="6" y="10473"/>
            <a:ext cx="12191994" cy="3429000"/>
          </a:xfrm>
        </p:spPr>
        <p:txBody>
          <a:bodyPr/>
          <a:lstStyle/>
          <a:p>
            <a:endParaRPr lang="zh-CN" altLang="en-US"/>
          </a:p>
        </p:txBody>
      </p:sp>
    </p:spTree>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grpSp>
        <p:nvGrpSpPr>
          <p:cNvPr id="2" name="ísḷïḋé"/>
          <p:cNvGrpSpPr/>
          <p:nvPr userDrawn="1"/>
        </p:nvGrpSpPr>
        <p:grpSpPr>
          <a:xfrm>
            <a:off x="2018769" y="-653080"/>
            <a:ext cx="8154462" cy="8164160"/>
            <a:chOff x="1735138" y="2095500"/>
            <a:chExt cx="2667000" cy="2670175"/>
          </a:xfrm>
          <a:solidFill>
            <a:schemeClr val="accent5">
              <a:alpha val="5000"/>
            </a:schemeClr>
          </a:solidFill>
        </p:grpSpPr>
        <p:sp>
          <p:nvSpPr>
            <p:cNvPr id="8" name="iṣ1íḋê"/>
            <p:cNvSpPr/>
            <p:nvPr/>
          </p:nvSpPr>
          <p:spPr bwMode="auto">
            <a:xfrm>
              <a:off x="2913063" y="3238500"/>
              <a:ext cx="319088" cy="762000"/>
            </a:xfrm>
            <a:custGeom>
              <a:avLst/>
              <a:gdLst>
                <a:gd name="T0" fmla="*/ 56 w 97"/>
                <a:gd name="T1" fmla="*/ 193 h 231"/>
                <a:gd name="T2" fmla="*/ 41 w 97"/>
                <a:gd name="T3" fmla="*/ 193 h 231"/>
                <a:gd name="T4" fmla="*/ 41 w 97"/>
                <a:gd name="T5" fmla="*/ 22 h 231"/>
                <a:gd name="T6" fmla="*/ 23 w 97"/>
                <a:gd name="T7" fmla="*/ 0 h 231"/>
                <a:gd name="T8" fmla="*/ 4 w 97"/>
                <a:gd name="T9" fmla="*/ 22 h 231"/>
                <a:gd name="T10" fmla="*/ 1 w 97"/>
                <a:gd name="T11" fmla="*/ 175 h 231"/>
                <a:gd name="T12" fmla="*/ 48 w 97"/>
                <a:gd name="T13" fmla="*/ 231 h 231"/>
                <a:gd name="T14" fmla="*/ 96 w 97"/>
                <a:gd name="T15" fmla="*/ 175 h 231"/>
                <a:gd name="T16" fmla="*/ 92 w 97"/>
                <a:gd name="T17" fmla="*/ 22 h 231"/>
                <a:gd name="T18" fmla="*/ 73 w 97"/>
                <a:gd name="T19" fmla="*/ 0 h 231"/>
                <a:gd name="T20" fmla="*/ 56 w 97"/>
                <a:gd name="T21" fmla="*/ 22 h 231"/>
                <a:gd name="T22" fmla="*/ 56 w 97"/>
                <a:gd name="T23" fmla="*/ 193 h 2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97" h="231">
                  <a:moveTo>
                    <a:pt x="56" y="193"/>
                  </a:moveTo>
                  <a:cubicBezTo>
                    <a:pt x="41" y="193"/>
                    <a:pt x="41" y="193"/>
                    <a:pt x="41" y="193"/>
                  </a:cubicBezTo>
                  <a:cubicBezTo>
                    <a:pt x="41" y="136"/>
                    <a:pt x="41" y="79"/>
                    <a:pt x="41" y="22"/>
                  </a:cubicBezTo>
                  <a:cubicBezTo>
                    <a:pt x="40" y="11"/>
                    <a:pt x="38" y="1"/>
                    <a:pt x="23" y="0"/>
                  </a:cubicBezTo>
                  <a:cubicBezTo>
                    <a:pt x="13" y="0"/>
                    <a:pt x="4" y="7"/>
                    <a:pt x="4" y="22"/>
                  </a:cubicBezTo>
                  <a:cubicBezTo>
                    <a:pt x="3" y="73"/>
                    <a:pt x="2" y="124"/>
                    <a:pt x="1" y="175"/>
                  </a:cubicBezTo>
                  <a:cubicBezTo>
                    <a:pt x="0" y="206"/>
                    <a:pt x="15" y="231"/>
                    <a:pt x="48" y="231"/>
                  </a:cubicBezTo>
                  <a:cubicBezTo>
                    <a:pt x="82" y="231"/>
                    <a:pt x="97" y="206"/>
                    <a:pt x="96" y="175"/>
                  </a:cubicBezTo>
                  <a:cubicBezTo>
                    <a:pt x="95" y="124"/>
                    <a:pt x="94" y="73"/>
                    <a:pt x="92" y="22"/>
                  </a:cubicBezTo>
                  <a:cubicBezTo>
                    <a:pt x="92" y="7"/>
                    <a:pt x="84" y="0"/>
                    <a:pt x="73" y="0"/>
                  </a:cubicBezTo>
                  <a:cubicBezTo>
                    <a:pt x="58" y="1"/>
                    <a:pt x="56" y="11"/>
                    <a:pt x="56" y="22"/>
                  </a:cubicBezTo>
                  <a:cubicBezTo>
                    <a:pt x="56" y="79"/>
                    <a:pt x="56" y="136"/>
                    <a:pt x="56" y="19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solidFill>
                  <a:srgbClr val="000000"/>
                </a:solidFill>
              </a:endParaRPr>
            </a:p>
          </p:txBody>
        </p:sp>
        <p:sp>
          <p:nvSpPr>
            <p:cNvPr id="9" name="i$ḻïďê"/>
            <p:cNvSpPr/>
            <p:nvPr/>
          </p:nvSpPr>
          <p:spPr bwMode="auto">
            <a:xfrm>
              <a:off x="2008188" y="2713038"/>
              <a:ext cx="257175" cy="342900"/>
            </a:xfrm>
            <a:custGeom>
              <a:avLst/>
              <a:gdLst>
                <a:gd name="T0" fmla="*/ 13 w 78"/>
                <a:gd name="T1" fmla="*/ 80 h 104"/>
                <a:gd name="T2" fmla="*/ 6 w 78"/>
                <a:gd name="T3" fmla="*/ 80 h 104"/>
                <a:gd name="T4" fmla="*/ 1 w 78"/>
                <a:gd name="T5" fmla="*/ 85 h 104"/>
                <a:gd name="T6" fmla="*/ 7 w 78"/>
                <a:gd name="T7" fmla="*/ 96 h 104"/>
                <a:gd name="T8" fmla="*/ 36 w 78"/>
                <a:gd name="T9" fmla="*/ 103 h 104"/>
                <a:gd name="T10" fmla="*/ 40 w 78"/>
                <a:gd name="T11" fmla="*/ 94 h 104"/>
                <a:gd name="T12" fmla="*/ 26 w 78"/>
                <a:gd name="T13" fmla="*/ 87 h 104"/>
                <a:gd name="T14" fmla="*/ 20 w 78"/>
                <a:gd name="T15" fmla="*/ 62 h 104"/>
                <a:gd name="T16" fmla="*/ 27 w 78"/>
                <a:gd name="T17" fmla="*/ 38 h 104"/>
                <a:gd name="T18" fmla="*/ 32 w 78"/>
                <a:gd name="T19" fmla="*/ 40 h 104"/>
                <a:gd name="T20" fmla="*/ 38 w 78"/>
                <a:gd name="T21" fmla="*/ 54 h 104"/>
                <a:gd name="T22" fmla="*/ 35 w 78"/>
                <a:gd name="T23" fmla="*/ 56 h 104"/>
                <a:gd name="T24" fmla="*/ 28 w 78"/>
                <a:gd name="T25" fmla="*/ 56 h 104"/>
                <a:gd name="T26" fmla="*/ 26 w 78"/>
                <a:gd name="T27" fmla="*/ 63 h 104"/>
                <a:gd name="T28" fmla="*/ 34 w 78"/>
                <a:gd name="T29" fmla="*/ 65 h 104"/>
                <a:gd name="T30" fmla="*/ 38 w 78"/>
                <a:gd name="T31" fmla="*/ 65 h 104"/>
                <a:gd name="T32" fmla="*/ 37 w 78"/>
                <a:gd name="T33" fmla="*/ 74 h 104"/>
                <a:gd name="T34" fmla="*/ 37 w 78"/>
                <a:gd name="T35" fmla="*/ 80 h 104"/>
                <a:gd name="T36" fmla="*/ 45 w 78"/>
                <a:gd name="T37" fmla="*/ 80 h 104"/>
                <a:gd name="T38" fmla="*/ 45 w 78"/>
                <a:gd name="T39" fmla="*/ 68 h 104"/>
                <a:gd name="T40" fmla="*/ 49 w 78"/>
                <a:gd name="T41" fmla="*/ 57 h 104"/>
                <a:gd name="T42" fmla="*/ 58 w 78"/>
                <a:gd name="T43" fmla="*/ 55 h 104"/>
                <a:gd name="T44" fmla="*/ 66 w 78"/>
                <a:gd name="T45" fmla="*/ 42 h 104"/>
                <a:gd name="T46" fmla="*/ 71 w 78"/>
                <a:gd name="T47" fmla="*/ 17 h 104"/>
                <a:gd name="T48" fmla="*/ 73 w 78"/>
                <a:gd name="T49" fmla="*/ 7 h 104"/>
                <a:gd name="T50" fmla="*/ 38 w 78"/>
                <a:gd name="T51" fmla="*/ 8 h 104"/>
                <a:gd name="T52" fmla="*/ 16 w 78"/>
                <a:gd name="T53" fmla="*/ 40 h 104"/>
                <a:gd name="T54" fmla="*/ 12 w 78"/>
                <a:gd name="T55" fmla="*/ 69 h 104"/>
                <a:gd name="T56" fmla="*/ 13 w 78"/>
                <a:gd name="T57" fmla="*/ 80 h 104"/>
                <a:gd name="T58" fmla="*/ 13 w 78"/>
                <a:gd name="T59" fmla="*/ 80 h 104"/>
                <a:gd name="T60" fmla="*/ 44 w 78"/>
                <a:gd name="T61" fmla="*/ 54 h 104"/>
                <a:gd name="T62" fmla="*/ 42 w 78"/>
                <a:gd name="T63" fmla="*/ 56 h 104"/>
                <a:gd name="T64" fmla="*/ 42 w 78"/>
                <a:gd name="T65" fmla="*/ 39 h 104"/>
                <a:gd name="T66" fmla="*/ 35 w 78"/>
                <a:gd name="T67" fmla="*/ 35 h 104"/>
                <a:gd name="T68" fmla="*/ 29 w 78"/>
                <a:gd name="T69" fmla="*/ 35 h 104"/>
                <a:gd name="T70" fmla="*/ 36 w 78"/>
                <a:gd name="T71" fmla="*/ 23 h 104"/>
                <a:gd name="T72" fmla="*/ 54 w 78"/>
                <a:gd name="T73" fmla="*/ 11 h 104"/>
                <a:gd name="T74" fmla="*/ 55 w 78"/>
                <a:gd name="T75" fmla="*/ 28 h 104"/>
                <a:gd name="T76" fmla="*/ 54 w 78"/>
                <a:gd name="T77" fmla="*/ 45 h 104"/>
                <a:gd name="T78" fmla="*/ 48 w 78"/>
                <a:gd name="T79" fmla="*/ 48 h 104"/>
                <a:gd name="T80" fmla="*/ 44 w 78"/>
                <a:gd name="T81" fmla="*/ 54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78" h="104">
                  <a:moveTo>
                    <a:pt x="13" y="80"/>
                  </a:moveTo>
                  <a:cubicBezTo>
                    <a:pt x="12" y="81"/>
                    <a:pt x="9" y="79"/>
                    <a:pt x="6" y="80"/>
                  </a:cubicBezTo>
                  <a:cubicBezTo>
                    <a:pt x="3" y="82"/>
                    <a:pt x="2" y="84"/>
                    <a:pt x="1" y="85"/>
                  </a:cubicBezTo>
                  <a:cubicBezTo>
                    <a:pt x="0" y="87"/>
                    <a:pt x="1" y="92"/>
                    <a:pt x="7" y="96"/>
                  </a:cubicBezTo>
                  <a:cubicBezTo>
                    <a:pt x="12" y="100"/>
                    <a:pt x="32" y="104"/>
                    <a:pt x="36" y="103"/>
                  </a:cubicBezTo>
                  <a:cubicBezTo>
                    <a:pt x="40" y="102"/>
                    <a:pt x="43" y="94"/>
                    <a:pt x="40" y="94"/>
                  </a:cubicBezTo>
                  <a:cubicBezTo>
                    <a:pt x="36" y="93"/>
                    <a:pt x="28" y="91"/>
                    <a:pt x="26" y="87"/>
                  </a:cubicBezTo>
                  <a:cubicBezTo>
                    <a:pt x="23" y="83"/>
                    <a:pt x="19" y="76"/>
                    <a:pt x="20" y="62"/>
                  </a:cubicBezTo>
                  <a:cubicBezTo>
                    <a:pt x="20" y="48"/>
                    <a:pt x="25" y="40"/>
                    <a:pt x="27" y="38"/>
                  </a:cubicBezTo>
                  <a:cubicBezTo>
                    <a:pt x="29" y="37"/>
                    <a:pt x="32" y="39"/>
                    <a:pt x="32" y="40"/>
                  </a:cubicBezTo>
                  <a:cubicBezTo>
                    <a:pt x="33" y="41"/>
                    <a:pt x="37" y="53"/>
                    <a:pt x="38" y="54"/>
                  </a:cubicBezTo>
                  <a:cubicBezTo>
                    <a:pt x="38" y="54"/>
                    <a:pt x="38" y="58"/>
                    <a:pt x="35" y="56"/>
                  </a:cubicBezTo>
                  <a:cubicBezTo>
                    <a:pt x="33" y="55"/>
                    <a:pt x="30" y="54"/>
                    <a:pt x="28" y="56"/>
                  </a:cubicBezTo>
                  <a:cubicBezTo>
                    <a:pt x="25" y="57"/>
                    <a:pt x="23" y="60"/>
                    <a:pt x="26" y="63"/>
                  </a:cubicBezTo>
                  <a:cubicBezTo>
                    <a:pt x="29" y="66"/>
                    <a:pt x="32" y="65"/>
                    <a:pt x="34" y="65"/>
                  </a:cubicBezTo>
                  <a:cubicBezTo>
                    <a:pt x="35" y="64"/>
                    <a:pt x="39" y="63"/>
                    <a:pt x="38" y="65"/>
                  </a:cubicBezTo>
                  <a:cubicBezTo>
                    <a:pt x="37" y="67"/>
                    <a:pt x="37" y="74"/>
                    <a:pt x="37" y="74"/>
                  </a:cubicBezTo>
                  <a:cubicBezTo>
                    <a:pt x="37" y="74"/>
                    <a:pt x="34" y="78"/>
                    <a:pt x="37" y="80"/>
                  </a:cubicBezTo>
                  <a:cubicBezTo>
                    <a:pt x="40" y="82"/>
                    <a:pt x="45" y="82"/>
                    <a:pt x="45" y="80"/>
                  </a:cubicBezTo>
                  <a:cubicBezTo>
                    <a:pt x="45" y="78"/>
                    <a:pt x="45" y="72"/>
                    <a:pt x="45" y="68"/>
                  </a:cubicBezTo>
                  <a:cubicBezTo>
                    <a:pt x="46" y="65"/>
                    <a:pt x="47" y="59"/>
                    <a:pt x="49" y="57"/>
                  </a:cubicBezTo>
                  <a:cubicBezTo>
                    <a:pt x="52" y="56"/>
                    <a:pt x="54" y="57"/>
                    <a:pt x="58" y="55"/>
                  </a:cubicBezTo>
                  <a:cubicBezTo>
                    <a:pt x="61" y="52"/>
                    <a:pt x="66" y="46"/>
                    <a:pt x="66" y="42"/>
                  </a:cubicBezTo>
                  <a:cubicBezTo>
                    <a:pt x="66" y="39"/>
                    <a:pt x="69" y="20"/>
                    <a:pt x="71" y="17"/>
                  </a:cubicBezTo>
                  <a:cubicBezTo>
                    <a:pt x="73" y="14"/>
                    <a:pt x="78" y="12"/>
                    <a:pt x="73" y="7"/>
                  </a:cubicBezTo>
                  <a:cubicBezTo>
                    <a:pt x="68" y="2"/>
                    <a:pt x="48" y="0"/>
                    <a:pt x="38" y="8"/>
                  </a:cubicBezTo>
                  <a:cubicBezTo>
                    <a:pt x="29" y="15"/>
                    <a:pt x="21" y="26"/>
                    <a:pt x="16" y="40"/>
                  </a:cubicBezTo>
                  <a:cubicBezTo>
                    <a:pt x="11" y="54"/>
                    <a:pt x="10" y="62"/>
                    <a:pt x="12" y="69"/>
                  </a:cubicBezTo>
                  <a:cubicBezTo>
                    <a:pt x="14" y="77"/>
                    <a:pt x="15" y="79"/>
                    <a:pt x="13" y="80"/>
                  </a:cubicBezTo>
                  <a:cubicBezTo>
                    <a:pt x="13" y="80"/>
                    <a:pt x="13" y="80"/>
                    <a:pt x="13" y="80"/>
                  </a:cubicBezTo>
                  <a:close/>
                  <a:moveTo>
                    <a:pt x="44" y="54"/>
                  </a:moveTo>
                  <a:cubicBezTo>
                    <a:pt x="44" y="54"/>
                    <a:pt x="43" y="54"/>
                    <a:pt x="42" y="56"/>
                  </a:cubicBezTo>
                  <a:cubicBezTo>
                    <a:pt x="42" y="57"/>
                    <a:pt x="42" y="44"/>
                    <a:pt x="42" y="39"/>
                  </a:cubicBezTo>
                  <a:cubicBezTo>
                    <a:pt x="42" y="34"/>
                    <a:pt x="38" y="34"/>
                    <a:pt x="35" y="35"/>
                  </a:cubicBezTo>
                  <a:cubicBezTo>
                    <a:pt x="31" y="35"/>
                    <a:pt x="31" y="35"/>
                    <a:pt x="29" y="35"/>
                  </a:cubicBezTo>
                  <a:cubicBezTo>
                    <a:pt x="31" y="31"/>
                    <a:pt x="33" y="28"/>
                    <a:pt x="36" y="23"/>
                  </a:cubicBezTo>
                  <a:cubicBezTo>
                    <a:pt x="40" y="17"/>
                    <a:pt x="46" y="11"/>
                    <a:pt x="54" y="11"/>
                  </a:cubicBezTo>
                  <a:cubicBezTo>
                    <a:pt x="58" y="10"/>
                    <a:pt x="56" y="24"/>
                    <a:pt x="55" y="28"/>
                  </a:cubicBezTo>
                  <a:cubicBezTo>
                    <a:pt x="55" y="31"/>
                    <a:pt x="55" y="43"/>
                    <a:pt x="54" y="45"/>
                  </a:cubicBezTo>
                  <a:cubicBezTo>
                    <a:pt x="54" y="48"/>
                    <a:pt x="52" y="47"/>
                    <a:pt x="48" y="48"/>
                  </a:cubicBezTo>
                  <a:cubicBezTo>
                    <a:pt x="45" y="49"/>
                    <a:pt x="44" y="54"/>
                    <a:pt x="44" y="5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solidFill>
                  <a:srgbClr val="000000"/>
                </a:solidFill>
              </a:endParaRPr>
            </a:p>
          </p:txBody>
        </p:sp>
        <p:sp>
          <p:nvSpPr>
            <p:cNvPr id="10" name="ïṧḻíḓé"/>
            <p:cNvSpPr/>
            <p:nvPr/>
          </p:nvSpPr>
          <p:spPr bwMode="auto">
            <a:xfrm>
              <a:off x="2540001" y="2389188"/>
              <a:ext cx="98425" cy="225425"/>
            </a:xfrm>
            <a:custGeom>
              <a:avLst/>
              <a:gdLst>
                <a:gd name="T0" fmla="*/ 4 w 30"/>
                <a:gd name="T1" fmla="*/ 2 h 68"/>
                <a:gd name="T2" fmla="*/ 2 w 30"/>
                <a:gd name="T3" fmla="*/ 10 h 68"/>
                <a:gd name="T4" fmla="*/ 10 w 30"/>
                <a:gd name="T5" fmla="*/ 22 h 68"/>
                <a:gd name="T6" fmla="*/ 19 w 30"/>
                <a:gd name="T7" fmla="*/ 50 h 68"/>
                <a:gd name="T8" fmla="*/ 20 w 30"/>
                <a:gd name="T9" fmla="*/ 60 h 68"/>
                <a:gd name="T10" fmla="*/ 25 w 30"/>
                <a:gd name="T11" fmla="*/ 67 h 68"/>
                <a:gd name="T12" fmla="*/ 27 w 30"/>
                <a:gd name="T13" fmla="*/ 58 h 68"/>
                <a:gd name="T14" fmla="*/ 19 w 30"/>
                <a:gd name="T15" fmla="*/ 30 h 68"/>
                <a:gd name="T16" fmla="*/ 14 w 30"/>
                <a:gd name="T17" fmla="*/ 15 h 68"/>
                <a:gd name="T18" fmla="*/ 11 w 30"/>
                <a:gd name="T19" fmla="*/ 6 h 68"/>
                <a:gd name="T20" fmla="*/ 4 w 30"/>
                <a:gd name="T21" fmla="*/ 2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0" h="68">
                  <a:moveTo>
                    <a:pt x="4" y="2"/>
                  </a:moveTo>
                  <a:cubicBezTo>
                    <a:pt x="1" y="3"/>
                    <a:pt x="0" y="5"/>
                    <a:pt x="2" y="10"/>
                  </a:cubicBezTo>
                  <a:cubicBezTo>
                    <a:pt x="5" y="14"/>
                    <a:pt x="8" y="13"/>
                    <a:pt x="10" y="22"/>
                  </a:cubicBezTo>
                  <a:cubicBezTo>
                    <a:pt x="13" y="30"/>
                    <a:pt x="18" y="47"/>
                    <a:pt x="19" y="50"/>
                  </a:cubicBezTo>
                  <a:cubicBezTo>
                    <a:pt x="20" y="53"/>
                    <a:pt x="20" y="58"/>
                    <a:pt x="20" y="60"/>
                  </a:cubicBezTo>
                  <a:cubicBezTo>
                    <a:pt x="20" y="62"/>
                    <a:pt x="21" y="68"/>
                    <a:pt x="25" y="67"/>
                  </a:cubicBezTo>
                  <a:cubicBezTo>
                    <a:pt x="30" y="66"/>
                    <a:pt x="28" y="61"/>
                    <a:pt x="27" y="58"/>
                  </a:cubicBezTo>
                  <a:cubicBezTo>
                    <a:pt x="27" y="55"/>
                    <a:pt x="21" y="33"/>
                    <a:pt x="19" y="30"/>
                  </a:cubicBezTo>
                  <a:cubicBezTo>
                    <a:pt x="18" y="27"/>
                    <a:pt x="15" y="18"/>
                    <a:pt x="14" y="15"/>
                  </a:cubicBezTo>
                  <a:cubicBezTo>
                    <a:pt x="14" y="12"/>
                    <a:pt x="14" y="9"/>
                    <a:pt x="11" y="6"/>
                  </a:cubicBezTo>
                  <a:cubicBezTo>
                    <a:pt x="9" y="4"/>
                    <a:pt x="7" y="0"/>
                    <a:pt x="4"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solidFill>
                  <a:srgbClr val="000000"/>
                </a:solidFill>
              </a:endParaRPr>
            </a:p>
          </p:txBody>
        </p:sp>
        <p:sp>
          <p:nvSpPr>
            <p:cNvPr id="11" name="íśḷïḓê"/>
            <p:cNvSpPr/>
            <p:nvPr/>
          </p:nvSpPr>
          <p:spPr bwMode="auto">
            <a:xfrm>
              <a:off x="2608263" y="2376488"/>
              <a:ext cx="69850" cy="128588"/>
            </a:xfrm>
            <a:custGeom>
              <a:avLst/>
              <a:gdLst>
                <a:gd name="T0" fmla="*/ 4 w 21"/>
                <a:gd name="T1" fmla="*/ 1 h 39"/>
                <a:gd name="T2" fmla="*/ 0 w 21"/>
                <a:gd name="T3" fmla="*/ 5 h 39"/>
                <a:gd name="T4" fmla="*/ 4 w 21"/>
                <a:gd name="T5" fmla="*/ 13 h 39"/>
                <a:gd name="T6" fmla="*/ 9 w 21"/>
                <a:gd name="T7" fmla="*/ 19 h 39"/>
                <a:gd name="T8" fmla="*/ 17 w 21"/>
                <a:gd name="T9" fmla="*/ 38 h 39"/>
                <a:gd name="T10" fmla="*/ 21 w 21"/>
                <a:gd name="T11" fmla="*/ 32 h 39"/>
                <a:gd name="T12" fmla="*/ 19 w 21"/>
                <a:gd name="T13" fmla="*/ 21 h 39"/>
                <a:gd name="T14" fmla="*/ 16 w 21"/>
                <a:gd name="T15" fmla="*/ 14 h 39"/>
                <a:gd name="T16" fmla="*/ 11 w 21"/>
                <a:gd name="T17" fmla="*/ 3 h 39"/>
                <a:gd name="T18" fmla="*/ 4 w 21"/>
                <a:gd name="T19" fmla="*/ 1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1" h="39">
                  <a:moveTo>
                    <a:pt x="4" y="1"/>
                  </a:moveTo>
                  <a:cubicBezTo>
                    <a:pt x="2" y="2"/>
                    <a:pt x="0" y="2"/>
                    <a:pt x="0" y="5"/>
                  </a:cubicBezTo>
                  <a:cubicBezTo>
                    <a:pt x="0" y="8"/>
                    <a:pt x="3" y="11"/>
                    <a:pt x="4" y="13"/>
                  </a:cubicBezTo>
                  <a:cubicBezTo>
                    <a:pt x="6" y="15"/>
                    <a:pt x="8" y="17"/>
                    <a:pt x="9" y="19"/>
                  </a:cubicBezTo>
                  <a:cubicBezTo>
                    <a:pt x="9" y="22"/>
                    <a:pt x="15" y="37"/>
                    <a:pt x="17" y="38"/>
                  </a:cubicBezTo>
                  <a:cubicBezTo>
                    <a:pt x="19" y="39"/>
                    <a:pt x="21" y="36"/>
                    <a:pt x="21" y="32"/>
                  </a:cubicBezTo>
                  <a:cubicBezTo>
                    <a:pt x="21" y="28"/>
                    <a:pt x="20" y="23"/>
                    <a:pt x="19" y="21"/>
                  </a:cubicBezTo>
                  <a:cubicBezTo>
                    <a:pt x="17" y="20"/>
                    <a:pt x="16" y="17"/>
                    <a:pt x="16" y="14"/>
                  </a:cubicBezTo>
                  <a:cubicBezTo>
                    <a:pt x="16" y="10"/>
                    <a:pt x="13" y="6"/>
                    <a:pt x="11" y="3"/>
                  </a:cubicBezTo>
                  <a:cubicBezTo>
                    <a:pt x="8" y="0"/>
                    <a:pt x="5" y="1"/>
                    <a:pt x="4"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solidFill>
                  <a:srgbClr val="000000"/>
                </a:solidFill>
              </a:endParaRPr>
            </a:p>
          </p:txBody>
        </p:sp>
        <p:sp>
          <p:nvSpPr>
            <p:cNvPr id="12" name="îṧļîḓè"/>
            <p:cNvSpPr/>
            <p:nvPr/>
          </p:nvSpPr>
          <p:spPr bwMode="auto">
            <a:xfrm>
              <a:off x="2644776" y="2263775"/>
              <a:ext cx="155575" cy="300038"/>
            </a:xfrm>
            <a:custGeom>
              <a:avLst/>
              <a:gdLst>
                <a:gd name="T0" fmla="*/ 7 w 47"/>
                <a:gd name="T1" fmla="*/ 0 h 91"/>
                <a:gd name="T2" fmla="*/ 1 w 47"/>
                <a:gd name="T3" fmla="*/ 3 h 91"/>
                <a:gd name="T4" fmla="*/ 4 w 47"/>
                <a:gd name="T5" fmla="*/ 10 h 91"/>
                <a:gd name="T6" fmla="*/ 8 w 47"/>
                <a:gd name="T7" fmla="*/ 18 h 91"/>
                <a:gd name="T8" fmla="*/ 20 w 47"/>
                <a:gd name="T9" fmla="*/ 45 h 91"/>
                <a:gd name="T10" fmla="*/ 29 w 47"/>
                <a:gd name="T11" fmla="*/ 67 h 91"/>
                <a:gd name="T12" fmla="*/ 41 w 47"/>
                <a:gd name="T13" fmla="*/ 89 h 91"/>
                <a:gd name="T14" fmla="*/ 44 w 47"/>
                <a:gd name="T15" fmla="*/ 81 h 91"/>
                <a:gd name="T16" fmla="*/ 38 w 47"/>
                <a:gd name="T17" fmla="*/ 73 h 91"/>
                <a:gd name="T18" fmla="*/ 20 w 47"/>
                <a:gd name="T19" fmla="*/ 32 h 91"/>
                <a:gd name="T20" fmla="*/ 16 w 47"/>
                <a:gd name="T21" fmla="*/ 16 h 91"/>
                <a:gd name="T22" fmla="*/ 16 w 47"/>
                <a:gd name="T23" fmla="*/ 5 h 91"/>
                <a:gd name="T24" fmla="*/ 7 w 47"/>
                <a:gd name="T25" fmla="*/ 0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7" h="91">
                  <a:moveTo>
                    <a:pt x="7" y="0"/>
                  </a:moveTo>
                  <a:cubicBezTo>
                    <a:pt x="5" y="0"/>
                    <a:pt x="2" y="1"/>
                    <a:pt x="1" y="3"/>
                  </a:cubicBezTo>
                  <a:cubicBezTo>
                    <a:pt x="0" y="5"/>
                    <a:pt x="1" y="8"/>
                    <a:pt x="4" y="10"/>
                  </a:cubicBezTo>
                  <a:cubicBezTo>
                    <a:pt x="6" y="13"/>
                    <a:pt x="8" y="16"/>
                    <a:pt x="8" y="18"/>
                  </a:cubicBezTo>
                  <a:cubicBezTo>
                    <a:pt x="9" y="20"/>
                    <a:pt x="18" y="40"/>
                    <a:pt x="20" y="45"/>
                  </a:cubicBezTo>
                  <a:cubicBezTo>
                    <a:pt x="22" y="50"/>
                    <a:pt x="26" y="61"/>
                    <a:pt x="29" y="67"/>
                  </a:cubicBezTo>
                  <a:cubicBezTo>
                    <a:pt x="32" y="74"/>
                    <a:pt x="37" y="86"/>
                    <a:pt x="41" y="89"/>
                  </a:cubicBezTo>
                  <a:cubicBezTo>
                    <a:pt x="45" y="91"/>
                    <a:pt x="47" y="84"/>
                    <a:pt x="44" y="81"/>
                  </a:cubicBezTo>
                  <a:cubicBezTo>
                    <a:pt x="42" y="78"/>
                    <a:pt x="42" y="79"/>
                    <a:pt x="38" y="73"/>
                  </a:cubicBezTo>
                  <a:cubicBezTo>
                    <a:pt x="35" y="67"/>
                    <a:pt x="21" y="34"/>
                    <a:pt x="20" y="32"/>
                  </a:cubicBezTo>
                  <a:cubicBezTo>
                    <a:pt x="19" y="29"/>
                    <a:pt x="16" y="19"/>
                    <a:pt x="16" y="16"/>
                  </a:cubicBezTo>
                  <a:cubicBezTo>
                    <a:pt x="16" y="12"/>
                    <a:pt x="18" y="8"/>
                    <a:pt x="16" y="5"/>
                  </a:cubicBezTo>
                  <a:cubicBezTo>
                    <a:pt x="15" y="2"/>
                    <a:pt x="8" y="0"/>
                    <a:pt x="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solidFill>
                  <a:srgbClr val="000000"/>
                </a:solidFill>
              </a:endParaRPr>
            </a:p>
          </p:txBody>
        </p:sp>
        <p:sp>
          <p:nvSpPr>
            <p:cNvPr id="13" name="íṣľîḑê"/>
            <p:cNvSpPr/>
            <p:nvPr/>
          </p:nvSpPr>
          <p:spPr bwMode="auto">
            <a:xfrm>
              <a:off x="3508376" y="2495550"/>
              <a:ext cx="69850" cy="111125"/>
            </a:xfrm>
            <a:custGeom>
              <a:avLst/>
              <a:gdLst>
                <a:gd name="T0" fmla="*/ 0 w 21"/>
                <a:gd name="T1" fmla="*/ 11 h 34"/>
                <a:gd name="T2" fmla="*/ 12 w 21"/>
                <a:gd name="T3" fmla="*/ 33 h 34"/>
                <a:gd name="T4" fmla="*/ 19 w 21"/>
                <a:gd name="T5" fmla="*/ 21 h 34"/>
                <a:gd name="T6" fmla="*/ 6 w 21"/>
                <a:gd name="T7" fmla="*/ 5 h 34"/>
                <a:gd name="T8" fmla="*/ 0 w 21"/>
                <a:gd name="T9" fmla="*/ 11 h 34"/>
              </a:gdLst>
              <a:ahLst/>
              <a:cxnLst>
                <a:cxn ang="0">
                  <a:pos x="T0" y="T1"/>
                </a:cxn>
                <a:cxn ang="0">
                  <a:pos x="T2" y="T3"/>
                </a:cxn>
                <a:cxn ang="0">
                  <a:pos x="T4" y="T5"/>
                </a:cxn>
                <a:cxn ang="0">
                  <a:pos x="T6" y="T7"/>
                </a:cxn>
                <a:cxn ang="0">
                  <a:pos x="T8" y="T9"/>
                </a:cxn>
              </a:cxnLst>
              <a:rect l="0" t="0" r="r" b="b"/>
              <a:pathLst>
                <a:path w="21" h="34">
                  <a:moveTo>
                    <a:pt x="0" y="11"/>
                  </a:moveTo>
                  <a:cubicBezTo>
                    <a:pt x="1" y="16"/>
                    <a:pt x="3" y="32"/>
                    <a:pt x="12" y="33"/>
                  </a:cubicBezTo>
                  <a:cubicBezTo>
                    <a:pt x="20" y="34"/>
                    <a:pt x="21" y="24"/>
                    <a:pt x="19" y="21"/>
                  </a:cubicBezTo>
                  <a:cubicBezTo>
                    <a:pt x="17" y="17"/>
                    <a:pt x="6" y="5"/>
                    <a:pt x="6" y="5"/>
                  </a:cubicBezTo>
                  <a:cubicBezTo>
                    <a:pt x="1" y="0"/>
                    <a:pt x="0" y="7"/>
                    <a:pt x="0" y="1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solidFill>
                  <a:srgbClr val="000000"/>
                </a:solidFill>
              </a:endParaRPr>
            </a:p>
          </p:txBody>
        </p:sp>
        <p:sp>
          <p:nvSpPr>
            <p:cNvPr id="14" name="iS1îdè"/>
            <p:cNvSpPr/>
            <p:nvPr/>
          </p:nvSpPr>
          <p:spPr bwMode="auto">
            <a:xfrm>
              <a:off x="3967163" y="2887663"/>
              <a:ext cx="274638" cy="192088"/>
            </a:xfrm>
            <a:custGeom>
              <a:avLst/>
              <a:gdLst>
                <a:gd name="T0" fmla="*/ 50 w 83"/>
                <a:gd name="T1" fmla="*/ 1 h 58"/>
                <a:gd name="T2" fmla="*/ 47 w 83"/>
                <a:gd name="T3" fmla="*/ 4 h 58"/>
                <a:gd name="T4" fmla="*/ 44 w 83"/>
                <a:gd name="T5" fmla="*/ 8 h 58"/>
                <a:gd name="T6" fmla="*/ 35 w 83"/>
                <a:gd name="T7" fmla="*/ 10 h 58"/>
                <a:gd name="T8" fmla="*/ 29 w 83"/>
                <a:gd name="T9" fmla="*/ 12 h 58"/>
                <a:gd name="T10" fmla="*/ 25 w 83"/>
                <a:gd name="T11" fmla="*/ 16 h 58"/>
                <a:gd name="T12" fmla="*/ 27 w 83"/>
                <a:gd name="T13" fmla="*/ 18 h 58"/>
                <a:gd name="T14" fmla="*/ 29 w 83"/>
                <a:gd name="T15" fmla="*/ 20 h 58"/>
                <a:gd name="T16" fmla="*/ 28 w 83"/>
                <a:gd name="T17" fmla="*/ 23 h 58"/>
                <a:gd name="T18" fmla="*/ 25 w 83"/>
                <a:gd name="T19" fmla="*/ 21 h 58"/>
                <a:gd name="T20" fmla="*/ 12 w 83"/>
                <a:gd name="T21" fmla="*/ 8 h 58"/>
                <a:gd name="T22" fmla="*/ 8 w 83"/>
                <a:gd name="T23" fmla="*/ 3 h 58"/>
                <a:gd name="T24" fmla="*/ 5 w 83"/>
                <a:gd name="T25" fmla="*/ 0 h 58"/>
                <a:gd name="T26" fmla="*/ 0 w 83"/>
                <a:gd name="T27" fmla="*/ 3 h 58"/>
                <a:gd name="T28" fmla="*/ 2 w 83"/>
                <a:gd name="T29" fmla="*/ 10 h 58"/>
                <a:gd name="T30" fmla="*/ 13 w 83"/>
                <a:gd name="T31" fmla="*/ 17 h 58"/>
                <a:gd name="T32" fmla="*/ 25 w 83"/>
                <a:gd name="T33" fmla="*/ 27 h 58"/>
                <a:gd name="T34" fmla="*/ 37 w 83"/>
                <a:gd name="T35" fmla="*/ 42 h 58"/>
                <a:gd name="T36" fmla="*/ 35 w 83"/>
                <a:gd name="T37" fmla="*/ 47 h 58"/>
                <a:gd name="T38" fmla="*/ 30 w 83"/>
                <a:gd name="T39" fmla="*/ 44 h 58"/>
                <a:gd name="T40" fmla="*/ 28 w 83"/>
                <a:gd name="T41" fmla="*/ 44 h 58"/>
                <a:gd name="T42" fmla="*/ 31 w 83"/>
                <a:gd name="T43" fmla="*/ 49 h 58"/>
                <a:gd name="T44" fmla="*/ 36 w 83"/>
                <a:gd name="T45" fmla="*/ 58 h 58"/>
                <a:gd name="T46" fmla="*/ 43 w 83"/>
                <a:gd name="T47" fmla="*/ 48 h 58"/>
                <a:gd name="T48" fmla="*/ 38 w 83"/>
                <a:gd name="T49" fmla="*/ 37 h 58"/>
                <a:gd name="T50" fmla="*/ 40 w 83"/>
                <a:gd name="T51" fmla="*/ 35 h 58"/>
                <a:gd name="T52" fmla="*/ 49 w 83"/>
                <a:gd name="T53" fmla="*/ 38 h 58"/>
                <a:gd name="T54" fmla="*/ 55 w 83"/>
                <a:gd name="T55" fmla="*/ 38 h 58"/>
                <a:gd name="T56" fmla="*/ 59 w 83"/>
                <a:gd name="T57" fmla="*/ 32 h 58"/>
                <a:gd name="T58" fmla="*/ 64 w 83"/>
                <a:gd name="T59" fmla="*/ 33 h 58"/>
                <a:gd name="T60" fmla="*/ 71 w 83"/>
                <a:gd name="T61" fmla="*/ 36 h 58"/>
                <a:gd name="T62" fmla="*/ 72 w 83"/>
                <a:gd name="T63" fmla="*/ 30 h 58"/>
                <a:gd name="T64" fmla="*/ 76 w 83"/>
                <a:gd name="T65" fmla="*/ 29 h 58"/>
                <a:gd name="T66" fmla="*/ 79 w 83"/>
                <a:gd name="T67" fmla="*/ 31 h 58"/>
                <a:gd name="T68" fmla="*/ 82 w 83"/>
                <a:gd name="T69" fmla="*/ 27 h 58"/>
                <a:gd name="T70" fmla="*/ 81 w 83"/>
                <a:gd name="T71" fmla="*/ 22 h 58"/>
                <a:gd name="T72" fmla="*/ 75 w 83"/>
                <a:gd name="T73" fmla="*/ 24 h 58"/>
                <a:gd name="T74" fmla="*/ 71 w 83"/>
                <a:gd name="T75" fmla="*/ 26 h 58"/>
                <a:gd name="T76" fmla="*/ 69 w 83"/>
                <a:gd name="T77" fmla="*/ 27 h 58"/>
                <a:gd name="T78" fmla="*/ 65 w 83"/>
                <a:gd name="T79" fmla="*/ 26 h 58"/>
                <a:gd name="T80" fmla="*/ 61 w 83"/>
                <a:gd name="T81" fmla="*/ 23 h 58"/>
                <a:gd name="T82" fmla="*/ 56 w 83"/>
                <a:gd name="T83" fmla="*/ 25 h 58"/>
                <a:gd name="T84" fmla="*/ 54 w 83"/>
                <a:gd name="T85" fmla="*/ 28 h 58"/>
                <a:gd name="T86" fmla="*/ 42 w 83"/>
                <a:gd name="T87" fmla="*/ 28 h 58"/>
                <a:gd name="T88" fmla="*/ 41 w 83"/>
                <a:gd name="T89" fmla="*/ 31 h 58"/>
                <a:gd name="T90" fmla="*/ 36 w 83"/>
                <a:gd name="T91" fmla="*/ 32 h 58"/>
                <a:gd name="T92" fmla="*/ 32 w 83"/>
                <a:gd name="T93" fmla="*/ 28 h 58"/>
                <a:gd name="T94" fmla="*/ 34 w 83"/>
                <a:gd name="T95" fmla="*/ 25 h 58"/>
                <a:gd name="T96" fmla="*/ 43 w 83"/>
                <a:gd name="T97" fmla="*/ 24 h 58"/>
                <a:gd name="T98" fmla="*/ 46 w 83"/>
                <a:gd name="T99" fmla="*/ 23 h 58"/>
                <a:gd name="T100" fmla="*/ 47 w 83"/>
                <a:gd name="T101" fmla="*/ 20 h 58"/>
                <a:gd name="T102" fmla="*/ 47 w 83"/>
                <a:gd name="T103" fmla="*/ 18 h 58"/>
                <a:gd name="T104" fmla="*/ 63 w 83"/>
                <a:gd name="T105" fmla="*/ 17 h 58"/>
                <a:gd name="T106" fmla="*/ 68 w 83"/>
                <a:gd name="T107" fmla="*/ 13 h 58"/>
                <a:gd name="T108" fmla="*/ 63 w 83"/>
                <a:gd name="T109" fmla="*/ 8 h 58"/>
                <a:gd name="T110" fmla="*/ 58 w 83"/>
                <a:gd name="T111" fmla="*/ 13 h 58"/>
                <a:gd name="T112" fmla="*/ 49 w 83"/>
                <a:gd name="T113" fmla="*/ 16 h 58"/>
                <a:gd name="T114" fmla="*/ 42 w 83"/>
                <a:gd name="T115" fmla="*/ 17 h 58"/>
                <a:gd name="T116" fmla="*/ 40 w 83"/>
                <a:gd name="T117" fmla="*/ 13 h 58"/>
                <a:gd name="T118" fmla="*/ 51 w 83"/>
                <a:gd name="T119" fmla="*/ 10 h 58"/>
                <a:gd name="T120" fmla="*/ 54 w 83"/>
                <a:gd name="T121" fmla="*/ 2 h 58"/>
                <a:gd name="T122" fmla="*/ 50 w 83"/>
                <a:gd name="T123" fmla="*/ 1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83" h="58">
                  <a:moveTo>
                    <a:pt x="50" y="1"/>
                  </a:moveTo>
                  <a:cubicBezTo>
                    <a:pt x="50" y="1"/>
                    <a:pt x="48" y="3"/>
                    <a:pt x="47" y="4"/>
                  </a:cubicBezTo>
                  <a:cubicBezTo>
                    <a:pt x="47" y="5"/>
                    <a:pt x="45" y="8"/>
                    <a:pt x="44" y="8"/>
                  </a:cubicBezTo>
                  <a:cubicBezTo>
                    <a:pt x="43" y="8"/>
                    <a:pt x="37" y="10"/>
                    <a:pt x="35" y="10"/>
                  </a:cubicBezTo>
                  <a:cubicBezTo>
                    <a:pt x="34" y="10"/>
                    <a:pt x="29" y="11"/>
                    <a:pt x="29" y="12"/>
                  </a:cubicBezTo>
                  <a:cubicBezTo>
                    <a:pt x="28" y="14"/>
                    <a:pt x="25" y="16"/>
                    <a:pt x="25" y="16"/>
                  </a:cubicBezTo>
                  <a:cubicBezTo>
                    <a:pt x="25" y="16"/>
                    <a:pt x="25" y="18"/>
                    <a:pt x="27" y="18"/>
                  </a:cubicBezTo>
                  <a:cubicBezTo>
                    <a:pt x="29" y="18"/>
                    <a:pt x="29" y="20"/>
                    <a:pt x="29" y="20"/>
                  </a:cubicBezTo>
                  <a:cubicBezTo>
                    <a:pt x="29" y="20"/>
                    <a:pt x="29" y="24"/>
                    <a:pt x="28" y="23"/>
                  </a:cubicBezTo>
                  <a:cubicBezTo>
                    <a:pt x="27" y="22"/>
                    <a:pt x="27" y="23"/>
                    <a:pt x="25" y="21"/>
                  </a:cubicBezTo>
                  <a:cubicBezTo>
                    <a:pt x="24" y="20"/>
                    <a:pt x="12" y="8"/>
                    <a:pt x="12" y="8"/>
                  </a:cubicBezTo>
                  <a:cubicBezTo>
                    <a:pt x="12" y="8"/>
                    <a:pt x="9" y="4"/>
                    <a:pt x="8" y="3"/>
                  </a:cubicBezTo>
                  <a:cubicBezTo>
                    <a:pt x="8" y="2"/>
                    <a:pt x="7" y="0"/>
                    <a:pt x="5" y="0"/>
                  </a:cubicBezTo>
                  <a:cubicBezTo>
                    <a:pt x="3" y="0"/>
                    <a:pt x="1" y="1"/>
                    <a:pt x="0" y="3"/>
                  </a:cubicBezTo>
                  <a:cubicBezTo>
                    <a:pt x="0" y="4"/>
                    <a:pt x="0" y="7"/>
                    <a:pt x="2" y="10"/>
                  </a:cubicBezTo>
                  <a:cubicBezTo>
                    <a:pt x="5" y="13"/>
                    <a:pt x="10" y="15"/>
                    <a:pt x="13" y="17"/>
                  </a:cubicBezTo>
                  <a:cubicBezTo>
                    <a:pt x="18" y="20"/>
                    <a:pt x="22" y="24"/>
                    <a:pt x="25" y="27"/>
                  </a:cubicBezTo>
                  <a:cubicBezTo>
                    <a:pt x="28" y="31"/>
                    <a:pt x="35" y="38"/>
                    <a:pt x="37" y="42"/>
                  </a:cubicBezTo>
                  <a:cubicBezTo>
                    <a:pt x="38" y="46"/>
                    <a:pt x="37" y="47"/>
                    <a:pt x="35" y="47"/>
                  </a:cubicBezTo>
                  <a:cubicBezTo>
                    <a:pt x="34" y="47"/>
                    <a:pt x="31" y="45"/>
                    <a:pt x="30" y="44"/>
                  </a:cubicBezTo>
                  <a:cubicBezTo>
                    <a:pt x="29" y="43"/>
                    <a:pt x="28" y="44"/>
                    <a:pt x="28" y="44"/>
                  </a:cubicBezTo>
                  <a:cubicBezTo>
                    <a:pt x="28" y="44"/>
                    <a:pt x="28" y="45"/>
                    <a:pt x="31" y="49"/>
                  </a:cubicBezTo>
                  <a:cubicBezTo>
                    <a:pt x="33" y="52"/>
                    <a:pt x="34" y="57"/>
                    <a:pt x="36" y="58"/>
                  </a:cubicBezTo>
                  <a:cubicBezTo>
                    <a:pt x="37" y="58"/>
                    <a:pt x="45" y="53"/>
                    <a:pt x="43" y="48"/>
                  </a:cubicBezTo>
                  <a:cubicBezTo>
                    <a:pt x="42" y="43"/>
                    <a:pt x="39" y="38"/>
                    <a:pt x="38" y="37"/>
                  </a:cubicBezTo>
                  <a:cubicBezTo>
                    <a:pt x="37" y="36"/>
                    <a:pt x="38" y="34"/>
                    <a:pt x="40" y="35"/>
                  </a:cubicBezTo>
                  <a:cubicBezTo>
                    <a:pt x="42" y="36"/>
                    <a:pt x="45" y="38"/>
                    <a:pt x="49" y="38"/>
                  </a:cubicBezTo>
                  <a:cubicBezTo>
                    <a:pt x="53" y="38"/>
                    <a:pt x="54" y="39"/>
                    <a:pt x="55" y="38"/>
                  </a:cubicBezTo>
                  <a:cubicBezTo>
                    <a:pt x="57" y="36"/>
                    <a:pt x="59" y="33"/>
                    <a:pt x="59" y="32"/>
                  </a:cubicBezTo>
                  <a:cubicBezTo>
                    <a:pt x="60" y="31"/>
                    <a:pt x="62" y="31"/>
                    <a:pt x="64" y="33"/>
                  </a:cubicBezTo>
                  <a:cubicBezTo>
                    <a:pt x="66" y="36"/>
                    <a:pt x="69" y="38"/>
                    <a:pt x="71" y="36"/>
                  </a:cubicBezTo>
                  <a:cubicBezTo>
                    <a:pt x="72" y="33"/>
                    <a:pt x="70" y="30"/>
                    <a:pt x="72" y="30"/>
                  </a:cubicBezTo>
                  <a:cubicBezTo>
                    <a:pt x="74" y="29"/>
                    <a:pt x="75" y="27"/>
                    <a:pt x="76" y="29"/>
                  </a:cubicBezTo>
                  <a:cubicBezTo>
                    <a:pt x="77" y="30"/>
                    <a:pt x="78" y="32"/>
                    <a:pt x="79" y="31"/>
                  </a:cubicBezTo>
                  <a:cubicBezTo>
                    <a:pt x="79" y="30"/>
                    <a:pt x="81" y="29"/>
                    <a:pt x="82" y="27"/>
                  </a:cubicBezTo>
                  <a:cubicBezTo>
                    <a:pt x="83" y="25"/>
                    <a:pt x="82" y="22"/>
                    <a:pt x="81" y="22"/>
                  </a:cubicBezTo>
                  <a:cubicBezTo>
                    <a:pt x="79" y="23"/>
                    <a:pt x="76" y="23"/>
                    <a:pt x="75" y="24"/>
                  </a:cubicBezTo>
                  <a:cubicBezTo>
                    <a:pt x="74" y="24"/>
                    <a:pt x="72" y="24"/>
                    <a:pt x="71" y="26"/>
                  </a:cubicBezTo>
                  <a:cubicBezTo>
                    <a:pt x="70" y="27"/>
                    <a:pt x="70" y="27"/>
                    <a:pt x="69" y="27"/>
                  </a:cubicBezTo>
                  <a:cubicBezTo>
                    <a:pt x="68" y="27"/>
                    <a:pt x="66" y="28"/>
                    <a:pt x="65" y="26"/>
                  </a:cubicBezTo>
                  <a:cubicBezTo>
                    <a:pt x="63" y="25"/>
                    <a:pt x="63" y="23"/>
                    <a:pt x="61" y="23"/>
                  </a:cubicBezTo>
                  <a:cubicBezTo>
                    <a:pt x="60" y="23"/>
                    <a:pt x="56" y="24"/>
                    <a:pt x="56" y="25"/>
                  </a:cubicBezTo>
                  <a:cubicBezTo>
                    <a:pt x="55" y="26"/>
                    <a:pt x="57" y="28"/>
                    <a:pt x="54" y="28"/>
                  </a:cubicBezTo>
                  <a:cubicBezTo>
                    <a:pt x="51" y="28"/>
                    <a:pt x="43" y="27"/>
                    <a:pt x="42" y="28"/>
                  </a:cubicBezTo>
                  <a:cubicBezTo>
                    <a:pt x="41" y="28"/>
                    <a:pt x="42" y="30"/>
                    <a:pt x="41" y="31"/>
                  </a:cubicBezTo>
                  <a:cubicBezTo>
                    <a:pt x="39" y="31"/>
                    <a:pt x="37" y="33"/>
                    <a:pt x="36" y="32"/>
                  </a:cubicBezTo>
                  <a:cubicBezTo>
                    <a:pt x="35" y="31"/>
                    <a:pt x="32" y="28"/>
                    <a:pt x="32" y="28"/>
                  </a:cubicBezTo>
                  <a:cubicBezTo>
                    <a:pt x="32" y="28"/>
                    <a:pt x="30" y="25"/>
                    <a:pt x="34" y="25"/>
                  </a:cubicBezTo>
                  <a:cubicBezTo>
                    <a:pt x="37" y="25"/>
                    <a:pt x="42" y="24"/>
                    <a:pt x="43" y="24"/>
                  </a:cubicBezTo>
                  <a:cubicBezTo>
                    <a:pt x="44" y="24"/>
                    <a:pt x="46" y="24"/>
                    <a:pt x="46" y="23"/>
                  </a:cubicBezTo>
                  <a:cubicBezTo>
                    <a:pt x="45" y="21"/>
                    <a:pt x="48" y="22"/>
                    <a:pt x="47" y="20"/>
                  </a:cubicBezTo>
                  <a:cubicBezTo>
                    <a:pt x="46" y="19"/>
                    <a:pt x="45" y="18"/>
                    <a:pt x="47" y="18"/>
                  </a:cubicBezTo>
                  <a:cubicBezTo>
                    <a:pt x="50" y="17"/>
                    <a:pt x="58" y="18"/>
                    <a:pt x="63" y="17"/>
                  </a:cubicBezTo>
                  <a:cubicBezTo>
                    <a:pt x="67" y="16"/>
                    <a:pt x="67" y="14"/>
                    <a:pt x="68" y="13"/>
                  </a:cubicBezTo>
                  <a:cubicBezTo>
                    <a:pt x="68" y="11"/>
                    <a:pt x="65" y="8"/>
                    <a:pt x="63" y="8"/>
                  </a:cubicBezTo>
                  <a:cubicBezTo>
                    <a:pt x="62" y="9"/>
                    <a:pt x="60" y="12"/>
                    <a:pt x="58" y="13"/>
                  </a:cubicBezTo>
                  <a:cubicBezTo>
                    <a:pt x="56" y="13"/>
                    <a:pt x="49" y="15"/>
                    <a:pt x="49" y="16"/>
                  </a:cubicBezTo>
                  <a:cubicBezTo>
                    <a:pt x="48" y="16"/>
                    <a:pt x="43" y="17"/>
                    <a:pt x="42" y="17"/>
                  </a:cubicBezTo>
                  <a:cubicBezTo>
                    <a:pt x="41" y="17"/>
                    <a:pt x="36" y="13"/>
                    <a:pt x="40" y="13"/>
                  </a:cubicBezTo>
                  <a:cubicBezTo>
                    <a:pt x="44" y="12"/>
                    <a:pt x="49" y="11"/>
                    <a:pt x="51" y="10"/>
                  </a:cubicBezTo>
                  <a:cubicBezTo>
                    <a:pt x="53" y="8"/>
                    <a:pt x="55" y="3"/>
                    <a:pt x="54" y="2"/>
                  </a:cubicBezTo>
                  <a:cubicBezTo>
                    <a:pt x="54" y="1"/>
                    <a:pt x="51" y="0"/>
                    <a:pt x="5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solidFill>
                  <a:srgbClr val="000000"/>
                </a:solidFill>
              </a:endParaRPr>
            </a:p>
          </p:txBody>
        </p:sp>
        <p:sp>
          <p:nvSpPr>
            <p:cNvPr id="15" name="îŝḻiḓe"/>
            <p:cNvSpPr/>
            <p:nvPr/>
          </p:nvSpPr>
          <p:spPr bwMode="auto">
            <a:xfrm>
              <a:off x="3890963" y="2951163"/>
              <a:ext cx="161925" cy="125413"/>
            </a:xfrm>
            <a:custGeom>
              <a:avLst/>
              <a:gdLst>
                <a:gd name="T0" fmla="*/ 36 w 49"/>
                <a:gd name="T1" fmla="*/ 5 h 38"/>
                <a:gd name="T2" fmla="*/ 33 w 49"/>
                <a:gd name="T3" fmla="*/ 9 h 38"/>
                <a:gd name="T4" fmla="*/ 37 w 49"/>
                <a:gd name="T5" fmla="*/ 14 h 38"/>
                <a:gd name="T6" fmla="*/ 30 w 49"/>
                <a:gd name="T7" fmla="*/ 18 h 38"/>
                <a:gd name="T8" fmla="*/ 22 w 49"/>
                <a:gd name="T9" fmla="*/ 9 h 38"/>
                <a:gd name="T10" fmla="*/ 16 w 49"/>
                <a:gd name="T11" fmla="*/ 2 h 38"/>
                <a:gd name="T12" fmla="*/ 13 w 49"/>
                <a:gd name="T13" fmla="*/ 10 h 38"/>
                <a:gd name="T14" fmla="*/ 20 w 49"/>
                <a:gd name="T15" fmla="*/ 16 h 38"/>
                <a:gd name="T16" fmla="*/ 25 w 49"/>
                <a:gd name="T17" fmla="*/ 22 h 38"/>
                <a:gd name="T18" fmla="*/ 21 w 49"/>
                <a:gd name="T19" fmla="*/ 26 h 38"/>
                <a:gd name="T20" fmla="*/ 10 w 49"/>
                <a:gd name="T21" fmla="*/ 26 h 38"/>
                <a:gd name="T22" fmla="*/ 8 w 49"/>
                <a:gd name="T23" fmla="*/ 19 h 38"/>
                <a:gd name="T24" fmla="*/ 6 w 49"/>
                <a:gd name="T25" fmla="*/ 13 h 38"/>
                <a:gd name="T26" fmla="*/ 3 w 49"/>
                <a:gd name="T27" fmla="*/ 18 h 38"/>
                <a:gd name="T28" fmla="*/ 2 w 49"/>
                <a:gd name="T29" fmla="*/ 26 h 38"/>
                <a:gd name="T30" fmla="*/ 14 w 49"/>
                <a:gd name="T31" fmla="*/ 30 h 38"/>
                <a:gd name="T32" fmla="*/ 23 w 49"/>
                <a:gd name="T33" fmla="*/ 29 h 38"/>
                <a:gd name="T34" fmla="*/ 28 w 49"/>
                <a:gd name="T35" fmla="*/ 29 h 38"/>
                <a:gd name="T36" fmla="*/ 32 w 49"/>
                <a:gd name="T37" fmla="*/ 37 h 38"/>
                <a:gd name="T38" fmla="*/ 38 w 49"/>
                <a:gd name="T39" fmla="*/ 33 h 38"/>
                <a:gd name="T40" fmla="*/ 34 w 49"/>
                <a:gd name="T41" fmla="*/ 24 h 38"/>
                <a:gd name="T42" fmla="*/ 35 w 49"/>
                <a:gd name="T43" fmla="*/ 20 h 38"/>
                <a:gd name="T44" fmla="*/ 42 w 49"/>
                <a:gd name="T45" fmla="*/ 22 h 38"/>
                <a:gd name="T46" fmla="*/ 48 w 49"/>
                <a:gd name="T47" fmla="*/ 18 h 38"/>
                <a:gd name="T48" fmla="*/ 41 w 49"/>
                <a:gd name="T49" fmla="*/ 8 h 38"/>
                <a:gd name="T50" fmla="*/ 36 w 49"/>
                <a:gd name="T51" fmla="*/ 5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49" h="38">
                  <a:moveTo>
                    <a:pt x="36" y="5"/>
                  </a:moveTo>
                  <a:cubicBezTo>
                    <a:pt x="34" y="6"/>
                    <a:pt x="32" y="8"/>
                    <a:pt x="33" y="9"/>
                  </a:cubicBezTo>
                  <a:cubicBezTo>
                    <a:pt x="33" y="11"/>
                    <a:pt x="37" y="12"/>
                    <a:pt x="37" y="14"/>
                  </a:cubicBezTo>
                  <a:cubicBezTo>
                    <a:pt x="38" y="17"/>
                    <a:pt x="32" y="18"/>
                    <a:pt x="30" y="18"/>
                  </a:cubicBezTo>
                  <a:cubicBezTo>
                    <a:pt x="30" y="18"/>
                    <a:pt x="23" y="11"/>
                    <a:pt x="22" y="9"/>
                  </a:cubicBezTo>
                  <a:cubicBezTo>
                    <a:pt x="21" y="8"/>
                    <a:pt x="19" y="0"/>
                    <a:pt x="16" y="2"/>
                  </a:cubicBezTo>
                  <a:cubicBezTo>
                    <a:pt x="14" y="3"/>
                    <a:pt x="12" y="7"/>
                    <a:pt x="13" y="10"/>
                  </a:cubicBezTo>
                  <a:cubicBezTo>
                    <a:pt x="15" y="12"/>
                    <a:pt x="17" y="13"/>
                    <a:pt x="20" y="16"/>
                  </a:cubicBezTo>
                  <a:cubicBezTo>
                    <a:pt x="22" y="18"/>
                    <a:pt x="25" y="21"/>
                    <a:pt x="25" y="22"/>
                  </a:cubicBezTo>
                  <a:cubicBezTo>
                    <a:pt x="25" y="23"/>
                    <a:pt x="23" y="25"/>
                    <a:pt x="21" y="26"/>
                  </a:cubicBezTo>
                  <a:cubicBezTo>
                    <a:pt x="18" y="27"/>
                    <a:pt x="11" y="27"/>
                    <a:pt x="10" y="26"/>
                  </a:cubicBezTo>
                  <a:cubicBezTo>
                    <a:pt x="9" y="24"/>
                    <a:pt x="8" y="21"/>
                    <a:pt x="8" y="19"/>
                  </a:cubicBezTo>
                  <a:cubicBezTo>
                    <a:pt x="9" y="16"/>
                    <a:pt x="9" y="11"/>
                    <a:pt x="6" y="13"/>
                  </a:cubicBezTo>
                  <a:cubicBezTo>
                    <a:pt x="4" y="14"/>
                    <a:pt x="5" y="16"/>
                    <a:pt x="3" y="18"/>
                  </a:cubicBezTo>
                  <a:cubicBezTo>
                    <a:pt x="1" y="19"/>
                    <a:pt x="0" y="24"/>
                    <a:pt x="2" y="26"/>
                  </a:cubicBezTo>
                  <a:cubicBezTo>
                    <a:pt x="4" y="28"/>
                    <a:pt x="8" y="30"/>
                    <a:pt x="14" y="30"/>
                  </a:cubicBezTo>
                  <a:cubicBezTo>
                    <a:pt x="19" y="30"/>
                    <a:pt x="22" y="29"/>
                    <a:pt x="23" y="29"/>
                  </a:cubicBezTo>
                  <a:cubicBezTo>
                    <a:pt x="25" y="29"/>
                    <a:pt x="28" y="27"/>
                    <a:pt x="28" y="29"/>
                  </a:cubicBezTo>
                  <a:cubicBezTo>
                    <a:pt x="28" y="30"/>
                    <a:pt x="29" y="38"/>
                    <a:pt x="32" y="37"/>
                  </a:cubicBezTo>
                  <a:cubicBezTo>
                    <a:pt x="35" y="37"/>
                    <a:pt x="39" y="35"/>
                    <a:pt x="38" y="33"/>
                  </a:cubicBezTo>
                  <a:cubicBezTo>
                    <a:pt x="38" y="30"/>
                    <a:pt x="34" y="24"/>
                    <a:pt x="34" y="24"/>
                  </a:cubicBezTo>
                  <a:cubicBezTo>
                    <a:pt x="34" y="24"/>
                    <a:pt x="34" y="20"/>
                    <a:pt x="35" y="20"/>
                  </a:cubicBezTo>
                  <a:cubicBezTo>
                    <a:pt x="37" y="21"/>
                    <a:pt x="40" y="21"/>
                    <a:pt x="42" y="22"/>
                  </a:cubicBezTo>
                  <a:cubicBezTo>
                    <a:pt x="44" y="22"/>
                    <a:pt x="49" y="20"/>
                    <a:pt x="48" y="18"/>
                  </a:cubicBezTo>
                  <a:cubicBezTo>
                    <a:pt x="47" y="15"/>
                    <a:pt x="42" y="10"/>
                    <a:pt x="41" y="8"/>
                  </a:cubicBezTo>
                  <a:cubicBezTo>
                    <a:pt x="40" y="6"/>
                    <a:pt x="38" y="4"/>
                    <a:pt x="36"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solidFill>
                  <a:srgbClr val="000000"/>
                </a:solidFill>
              </a:endParaRPr>
            </a:p>
          </p:txBody>
        </p:sp>
        <p:sp>
          <p:nvSpPr>
            <p:cNvPr id="16" name="îślîḓê"/>
            <p:cNvSpPr/>
            <p:nvPr/>
          </p:nvSpPr>
          <p:spPr bwMode="auto">
            <a:xfrm>
              <a:off x="3373438" y="2324100"/>
              <a:ext cx="254000" cy="223838"/>
            </a:xfrm>
            <a:custGeom>
              <a:avLst/>
              <a:gdLst>
                <a:gd name="T0" fmla="*/ 54 w 77"/>
                <a:gd name="T1" fmla="*/ 14 h 68"/>
                <a:gd name="T2" fmla="*/ 47 w 77"/>
                <a:gd name="T3" fmla="*/ 25 h 68"/>
                <a:gd name="T4" fmla="*/ 46 w 77"/>
                <a:gd name="T5" fmla="*/ 25 h 68"/>
                <a:gd name="T6" fmla="*/ 35 w 77"/>
                <a:gd name="T7" fmla="*/ 23 h 68"/>
                <a:gd name="T8" fmla="*/ 27 w 77"/>
                <a:gd name="T9" fmla="*/ 19 h 68"/>
                <a:gd name="T10" fmla="*/ 22 w 77"/>
                <a:gd name="T11" fmla="*/ 22 h 68"/>
                <a:gd name="T12" fmla="*/ 25 w 77"/>
                <a:gd name="T13" fmla="*/ 32 h 68"/>
                <a:gd name="T14" fmla="*/ 34 w 77"/>
                <a:gd name="T15" fmla="*/ 35 h 68"/>
                <a:gd name="T16" fmla="*/ 40 w 77"/>
                <a:gd name="T17" fmla="*/ 34 h 68"/>
                <a:gd name="T18" fmla="*/ 37 w 77"/>
                <a:gd name="T19" fmla="*/ 38 h 68"/>
                <a:gd name="T20" fmla="*/ 25 w 77"/>
                <a:gd name="T21" fmla="*/ 50 h 68"/>
                <a:gd name="T22" fmla="*/ 11 w 77"/>
                <a:gd name="T23" fmla="*/ 57 h 68"/>
                <a:gd name="T24" fmla="*/ 9 w 77"/>
                <a:gd name="T25" fmla="*/ 55 h 68"/>
                <a:gd name="T26" fmla="*/ 3 w 77"/>
                <a:gd name="T27" fmla="*/ 56 h 68"/>
                <a:gd name="T28" fmla="*/ 2 w 77"/>
                <a:gd name="T29" fmla="*/ 64 h 68"/>
                <a:gd name="T30" fmla="*/ 6 w 77"/>
                <a:gd name="T31" fmla="*/ 67 h 68"/>
                <a:gd name="T32" fmla="*/ 19 w 77"/>
                <a:gd name="T33" fmla="*/ 59 h 68"/>
                <a:gd name="T34" fmla="*/ 36 w 77"/>
                <a:gd name="T35" fmla="*/ 49 h 68"/>
                <a:gd name="T36" fmla="*/ 48 w 77"/>
                <a:gd name="T37" fmla="*/ 33 h 68"/>
                <a:gd name="T38" fmla="*/ 63 w 77"/>
                <a:gd name="T39" fmla="*/ 33 h 68"/>
                <a:gd name="T40" fmla="*/ 70 w 77"/>
                <a:gd name="T41" fmla="*/ 34 h 68"/>
                <a:gd name="T42" fmla="*/ 75 w 77"/>
                <a:gd name="T43" fmla="*/ 30 h 68"/>
                <a:gd name="T44" fmla="*/ 68 w 77"/>
                <a:gd name="T45" fmla="*/ 25 h 68"/>
                <a:gd name="T46" fmla="*/ 59 w 77"/>
                <a:gd name="T47" fmla="*/ 26 h 68"/>
                <a:gd name="T48" fmla="*/ 54 w 77"/>
                <a:gd name="T49" fmla="*/ 25 h 68"/>
                <a:gd name="T50" fmla="*/ 57 w 77"/>
                <a:gd name="T51" fmla="*/ 20 h 68"/>
                <a:gd name="T52" fmla="*/ 61 w 77"/>
                <a:gd name="T53" fmla="*/ 16 h 68"/>
                <a:gd name="T54" fmla="*/ 66 w 77"/>
                <a:gd name="T55" fmla="*/ 11 h 68"/>
                <a:gd name="T56" fmla="*/ 65 w 77"/>
                <a:gd name="T57" fmla="*/ 2 h 68"/>
                <a:gd name="T58" fmla="*/ 58 w 77"/>
                <a:gd name="T59" fmla="*/ 4 h 68"/>
                <a:gd name="T60" fmla="*/ 54 w 77"/>
                <a:gd name="T61" fmla="*/ 14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68">
                  <a:moveTo>
                    <a:pt x="54" y="14"/>
                  </a:moveTo>
                  <a:cubicBezTo>
                    <a:pt x="54" y="14"/>
                    <a:pt x="50" y="19"/>
                    <a:pt x="47" y="25"/>
                  </a:cubicBezTo>
                  <a:cubicBezTo>
                    <a:pt x="46" y="25"/>
                    <a:pt x="46" y="25"/>
                    <a:pt x="46" y="25"/>
                  </a:cubicBezTo>
                  <a:cubicBezTo>
                    <a:pt x="44" y="25"/>
                    <a:pt x="37" y="25"/>
                    <a:pt x="35" y="23"/>
                  </a:cubicBezTo>
                  <a:cubicBezTo>
                    <a:pt x="32" y="22"/>
                    <a:pt x="28" y="19"/>
                    <a:pt x="27" y="19"/>
                  </a:cubicBezTo>
                  <a:cubicBezTo>
                    <a:pt x="25" y="18"/>
                    <a:pt x="23" y="19"/>
                    <a:pt x="22" y="22"/>
                  </a:cubicBezTo>
                  <a:cubicBezTo>
                    <a:pt x="21" y="25"/>
                    <a:pt x="21" y="28"/>
                    <a:pt x="25" y="32"/>
                  </a:cubicBezTo>
                  <a:cubicBezTo>
                    <a:pt x="29" y="37"/>
                    <a:pt x="30" y="36"/>
                    <a:pt x="34" y="35"/>
                  </a:cubicBezTo>
                  <a:cubicBezTo>
                    <a:pt x="36" y="35"/>
                    <a:pt x="38" y="34"/>
                    <a:pt x="40" y="34"/>
                  </a:cubicBezTo>
                  <a:cubicBezTo>
                    <a:pt x="38" y="36"/>
                    <a:pt x="37" y="38"/>
                    <a:pt x="37" y="38"/>
                  </a:cubicBezTo>
                  <a:cubicBezTo>
                    <a:pt x="35" y="40"/>
                    <a:pt x="29" y="47"/>
                    <a:pt x="25" y="50"/>
                  </a:cubicBezTo>
                  <a:cubicBezTo>
                    <a:pt x="21" y="52"/>
                    <a:pt x="11" y="57"/>
                    <a:pt x="11" y="57"/>
                  </a:cubicBezTo>
                  <a:cubicBezTo>
                    <a:pt x="12" y="58"/>
                    <a:pt x="9" y="58"/>
                    <a:pt x="9" y="55"/>
                  </a:cubicBezTo>
                  <a:cubicBezTo>
                    <a:pt x="8" y="52"/>
                    <a:pt x="6" y="54"/>
                    <a:pt x="3" y="56"/>
                  </a:cubicBezTo>
                  <a:cubicBezTo>
                    <a:pt x="0" y="58"/>
                    <a:pt x="2" y="62"/>
                    <a:pt x="2" y="64"/>
                  </a:cubicBezTo>
                  <a:cubicBezTo>
                    <a:pt x="1" y="66"/>
                    <a:pt x="1" y="68"/>
                    <a:pt x="6" y="67"/>
                  </a:cubicBezTo>
                  <a:cubicBezTo>
                    <a:pt x="10" y="66"/>
                    <a:pt x="14" y="62"/>
                    <a:pt x="19" y="59"/>
                  </a:cubicBezTo>
                  <a:cubicBezTo>
                    <a:pt x="24" y="57"/>
                    <a:pt x="32" y="53"/>
                    <a:pt x="36" y="49"/>
                  </a:cubicBezTo>
                  <a:cubicBezTo>
                    <a:pt x="39" y="46"/>
                    <a:pt x="45" y="38"/>
                    <a:pt x="48" y="33"/>
                  </a:cubicBezTo>
                  <a:cubicBezTo>
                    <a:pt x="53" y="33"/>
                    <a:pt x="61" y="33"/>
                    <a:pt x="63" y="33"/>
                  </a:cubicBezTo>
                  <a:cubicBezTo>
                    <a:pt x="65" y="33"/>
                    <a:pt x="67" y="35"/>
                    <a:pt x="70" y="34"/>
                  </a:cubicBezTo>
                  <a:cubicBezTo>
                    <a:pt x="73" y="34"/>
                    <a:pt x="77" y="33"/>
                    <a:pt x="75" y="30"/>
                  </a:cubicBezTo>
                  <a:cubicBezTo>
                    <a:pt x="73" y="27"/>
                    <a:pt x="71" y="24"/>
                    <a:pt x="68" y="25"/>
                  </a:cubicBezTo>
                  <a:cubicBezTo>
                    <a:pt x="65" y="26"/>
                    <a:pt x="61" y="26"/>
                    <a:pt x="59" y="26"/>
                  </a:cubicBezTo>
                  <a:cubicBezTo>
                    <a:pt x="59" y="26"/>
                    <a:pt x="56" y="26"/>
                    <a:pt x="54" y="25"/>
                  </a:cubicBezTo>
                  <a:cubicBezTo>
                    <a:pt x="55" y="23"/>
                    <a:pt x="57" y="21"/>
                    <a:pt x="57" y="20"/>
                  </a:cubicBezTo>
                  <a:cubicBezTo>
                    <a:pt x="59" y="18"/>
                    <a:pt x="60" y="17"/>
                    <a:pt x="61" y="16"/>
                  </a:cubicBezTo>
                  <a:cubicBezTo>
                    <a:pt x="62" y="16"/>
                    <a:pt x="65" y="14"/>
                    <a:pt x="66" y="11"/>
                  </a:cubicBezTo>
                  <a:cubicBezTo>
                    <a:pt x="67" y="9"/>
                    <a:pt x="66" y="3"/>
                    <a:pt x="65" y="2"/>
                  </a:cubicBezTo>
                  <a:cubicBezTo>
                    <a:pt x="63" y="0"/>
                    <a:pt x="59" y="1"/>
                    <a:pt x="58" y="4"/>
                  </a:cubicBezTo>
                  <a:cubicBezTo>
                    <a:pt x="56" y="7"/>
                    <a:pt x="55" y="14"/>
                    <a:pt x="54" y="1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solidFill>
                  <a:srgbClr val="000000"/>
                </a:solidFill>
              </a:endParaRPr>
            </a:p>
          </p:txBody>
        </p:sp>
        <p:sp>
          <p:nvSpPr>
            <p:cNvPr id="17" name="ísḻiḓè"/>
            <p:cNvSpPr/>
            <p:nvPr/>
          </p:nvSpPr>
          <p:spPr bwMode="auto">
            <a:xfrm>
              <a:off x="2625726" y="2725738"/>
              <a:ext cx="890588" cy="1277938"/>
            </a:xfrm>
            <a:custGeom>
              <a:avLst/>
              <a:gdLst>
                <a:gd name="T0" fmla="*/ 135 w 270"/>
                <a:gd name="T1" fmla="*/ 22 h 387"/>
                <a:gd name="T2" fmla="*/ 131 w 270"/>
                <a:gd name="T3" fmla="*/ 22 h 387"/>
                <a:gd name="T4" fmla="*/ 117 w 270"/>
                <a:gd name="T5" fmla="*/ 6 h 387"/>
                <a:gd name="T6" fmla="*/ 99 w 270"/>
                <a:gd name="T7" fmla="*/ 6 h 387"/>
                <a:gd name="T8" fmla="*/ 85 w 270"/>
                <a:gd name="T9" fmla="*/ 0 h 387"/>
                <a:gd name="T10" fmla="*/ 100 w 270"/>
                <a:gd name="T11" fmla="*/ 20 h 387"/>
                <a:gd name="T12" fmla="*/ 113 w 270"/>
                <a:gd name="T13" fmla="*/ 20 h 387"/>
                <a:gd name="T14" fmla="*/ 126 w 270"/>
                <a:gd name="T15" fmla="*/ 23 h 387"/>
                <a:gd name="T16" fmla="*/ 88 w 270"/>
                <a:gd name="T17" fmla="*/ 45 h 387"/>
                <a:gd name="T18" fmla="*/ 82 w 270"/>
                <a:gd name="T19" fmla="*/ 108 h 387"/>
                <a:gd name="T20" fmla="*/ 60 w 270"/>
                <a:gd name="T21" fmla="*/ 108 h 387"/>
                <a:gd name="T22" fmla="*/ 35 w 270"/>
                <a:gd name="T23" fmla="*/ 142 h 387"/>
                <a:gd name="T24" fmla="*/ 25 w 270"/>
                <a:gd name="T25" fmla="*/ 309 h 387"/>
                <a:gd name="T26" fmla="*/ 0 w 270"/>
                <a:gd name="T27" fmla="*/ 387 h 387"/>
                <a:gd name="T28" fmla="*/ 30 w 270"/>
                <a:gd name="T29" fmla="*/ 387 h 387"/>
                <a:gd name="T30" fmla="*/ 45 w 270"/>
                <a:gd name="T31" fmla="*/ 367 h 387"/>
                <a:gd name="T32" fmla="*/ 37 w 270"/>
                <a:gd name="T33" fmla="*/ 387 h 387"/>
                <a:gd name="T34" fmla="*/ 63 w 270"/>
                <a:gd name="T35" fmla="*/ 387 h 387"/>
                <a:gd name="T36" fmla="*/ 70 w 270"/>
                <a:gd name="T37" fmla="*/ 353 h 387"/>
                <a:gd name="T38" fmla="*/ 78 w 270"/>
                <a:gd name="T39" fmla="*/ 167 h 387"/>
                <a:gd name="T40" fmla="*/ 90 w 270"/>
                <a:gd name="T41" fmla="*/ 151 h 387"/>
                <a:gd name="T42" fmla="*/ 130 w 270"/>
                <a:gd name="T43" fmla="*/ 151 h 387"/>
                <a:gd name="T44" fmla="*/ 130 w 270"/>
                <a:gd name="T45" fmla="*/ 69 h 387"/>
                <a:gd name="T46" fmla="*/ 113 w 270"/>
                <a:gd name="T47" fmla="*/ 48 h 387"/>
                <a:gd name="T48" fmla="*/ 135 w 270"/>
                <a:gd name="T49" fmla="*/ 27 h 387"/>
                <a:gd name="T50" fmla="*/ 156 w 270"/>
                <a:gd name="T51" fmla="*/ 48 h 387"/>
                <a:gd name="T52" fmla="*/ 139 w 270"/>
                <a:gd name="T53" fmla="*/ 69 h 387"/>
                <a:gd name="T54" fmla="*/ 139 w 270"/>
                <a:gd name="T55" fmla="*/ 151 h 387"/>
                <a:gd name="T56" fmla="*/ 180 w 270"/>
                <a:gd name="T57" fmla="*/ 151 h 387"/>
                <a:gd name="T58" fmla="*/ 191 w 270"/>
                <a:gd name="T59" fmla="*/ 167 h 387"/>
                <a:gd name="T60" fmla="*/ 200 w 270"/>
                <a:gd name="T61" fmla="*/ 353 h 387"/>
                <a:gd name="T62" fmla="*/ 207 w 270"/>
                <a:gd name="T63" fmla="*/ 387 h 387"/>
                <a:gd name="T64" fmla="*/ 233 w 270"/>
                <a:gd name="T65" fmla="*/ 387 h 387"/>
                <a:gd name="T66" fmla="*/ 224 w 270"/>
                <a:gd name="T67" fmla="*/ 367 h 387"/>
                <a:gd name="T68" fmla="*/ 239 w 270"/>
                <a:gd name="T69" fmla="*/ 387 h 387"/>
                <a:gd name="T70" fmla="*/ 270 w 270"/>
                <a:gd name="T71" fmla="*/ 387 h 387"/>
                <a:gd name="T72" fmla="*/ 244 w 270"/>
                <a:gd name="T73" fmla="*/ 309 h 387"/>
                <a:gd name="T74" fmla="*/ 235 w 270"/>
                <a:gd name="T75" fmla="*/ 142 h 387"/>
                <a:gd name="T76" fmla="*/ 209 w 270"/>
                <a:gd name="T77" fmla="*/ 108 h 387"/>
                <a:gd name="T78" fmla="*/ 188 w 270"/>
                <a:gd name="T79" fmla="*/ 108 h 387"/>
                <a:gd name="T80" fmla="*/ 182 w 270"/>
                <a:gd name="T81" fmla="*/ 45 h 387"/>
                <a:gd name="T82" fmla="*/ 144 w 270"/>
                <a:gd name="T83" fmla="*/ 23 h 387"/>
                <a:gd name="T84" fmla="*/ 157 w 270"/>
                <a:gd name="T85" fmla="*/ 20 h 387"/>
                <a:gd name="T86" fmla="*/ 170 w 270"/>
                <a:gd name="T87" fmla="*/ 20 h 387"/>
                <a:gd name="T88" fmla="*/ 184 w 270"/>
                <a:gd name="T89" fmla="*/ 0 h 387"/>
                <a:gd name="T90" fmla="*/ 170 w 270"/>
                <a:gd name="T91" fmla="*/ 6 h 387"/>
                <a:gd name="T92" fmla="*/ 153 w 270"/>
                <a:gd name="T93" fmla="*/ 6 h 387"/>
                <a:gd name="T94" fmla="*/ 139 w 270"/>
                <a:gd name="T95" fmla="*/ 22 h 387"/>
                <a:gd name="T96" fmla="*/ 135 w 270"/>
                <a:gd name="T97" fmla="*/ 22 h 3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70" h="387">
                  <a:moveTo>
                    <a:pt x="135" y="22"/>
                  </a:moveTo>
                  <a:cubicBezTo>
                    <a:pt x="133" y="22"/>
                    <a:pt x="132" y="22"/>
                    <a:pt x="131" y="22"/>
                  </a:cubicBezTo>
                  <a:cubicBezTo>
                    <a:pt x="130" y="15"/>
                    <a:pt x="126" y="6"/>
                    <a:pt x="117" y="6"/>
                  </a:cubicBezTo>
                  <a:cubicBezTo>
                    <a:pt x="110" y="6"/>
                    <a:pt x="106" y="6"/>
                    <a:pt x="99" y="6"/>
                  </a:cubicBezTo>
                  <a:cubicBezTo>
                    <a:pt x="93" y="6"/>
                    <a:pt x="88" y="4"/>
                    <a:pt x="85" y="0"/>
                  </a:cubicBezTo>
                  <a:cubicBezTo>
                    <a:pt x="87" y="9"/>
                    <a:pt x="90" y="18"/>
                    <a:pt x="100" y="20"/>
                  </a:cubicBezTo>
                  <a:cubicBezTo>
                    <a:pt x="104" y="20"/>
                    <a:pt x="109" y="20"/>
                    <a:pt x="113" y="20"/>
                  </a:cubicBezTo>
                  <a:cubicBezTo>
                    <a:pt x="120" y="20"/>
                    <a:pt x="123" y="21"/>
                    <a:pt x="126" y="23"/>
                  </a:cubicBezTo>
                  <a:cubicBezTo>
                    <a:pt x="109" y="24"/>
                    <a:pt x="93" y="30"/>
                    <a:pt x="88" y="45"/>
                  </a:cubicBezTo>
                  <a:cubicBezTo>
                    <a:pt x="83" y="59"/>
                    <a:pt x="85" y="92"/>
                    <a:pt x="82" y="108"/>
                  </a:cubicBezTo>
                  <a:cubicBezTo>
                    <a:pt x="75" y="108"/>
                    <a:pt x="67" y="108"/>
                    <a:pt x="60" y="108"/>
                  </a:cubicBezTo>
                  <a:cubicBezTo>
                    <a:pt x="42" y="107"/>
                    <a:pt x="36" y="123"/>
                    <a:pt x="35" y="142"/>
                  </a:cubicBezTo>
                  <a:cubicBezTo>
                    <a:pt x="32" y="198"/>
                    <a:pt x="28" y="253"/>
                    <a:pt x="25" y="309"/>
                  </a:cubicBezTo>
                  <a:cubicBezTo>
                    <a:pt x="23" y="352"/>
                    <a:pt x="14" y="372"/>
                    <a:pt x="0" y="387"/>
                  </a:cubicBezTo>
                  <a:cubicBezTo>
                    <a:pt x="10" y="387"/>
                    <a:pt x="20" y="387"/>
                    <a:pt x="30" y="387"/>
                  </a:cubicBezTo>
                  <a:cubicBezTo>
                    <a:pt x="35" y="383"/>
                    <a:pt x="38" y="378"/>
                    <a:pt x="45" y="367"/>
                  </a:cubicBezTo>
                  <a:cubicBezTo>
                    <a:pt x="42" y="377"/>
                    <a:pt x="40" y="382"/>
                    <a:pt x="37" y="387"/>
                  </a:cubicBezTo>
                  <a:cubicBezTo>
                    <a:pt x="46" y="387"/>
                    <a:pt x="54" y="387"/>
                    <a:pt x="63" y="387"/>
                  </a:cubicBezTo>
                  <a:cubicBezTo>
                    <a:pt x="68" y="377"/>
                    <a:pt x="70" y="365"/>
                    <a:pt x="70" y="353"/>
                  </a:cubicBezTo>
                  <a:cubicBezTo>
                    <a:pt x="73" y="291"/>
                    <a:pt x="76" y="229"/>
                    <a:pt x="78" y="167"/>
                  </a:cubicBezTo>
                  <a:cubicBezTo>
                    <a:pt x="79" y="157"/>
                    <a:pt x="82" y="151"/>
                    <a:pt x="90" y="151"/>
                  </a:cubicBezTo>
                  <a:cubicBezTo>
                    <a:pt x="103" y="151"/>
                    <a:pt x="117" y="151"/>
                    <a:pt x="130" y="151"/>
                  </a:cubicBezTo>
                  <a:cubicBezTo>
                    <a:pt x="130" y="124"/>
                    <a:pt x="130" y="96"/>
                    <a:pt x="130" y="69"/>
                  </a:cubicBezTo>
                  <a:cubicBezTo>
                    <a:pt x="121" y="67"/>
                    <a:pt x="113" y="58"/>
                    <a:pt x="113" y="48"/>
                  </a:cubicBezTo>
                  <a:cubicBezTo>
                    <a:pt x="113" y="36"/>
                    <a:pt x="123" y="27"/>
                    <a:pt x="135" y="27"/>
                  </a:cubicBezTo>
                  <a:cubicBezTo>
                    <a:pt x="147" y="27"/>
                    <a:pt x="156" y="36"/>
                    <a:pt x="156" y="48"/>
                  </a:cubicBezTo>
                  <a:cubicBezTo>
                    <a:pt x="156" y="58"/>
                    <a:pt x="149" y="67"/>
                    <a:pt x="139" y="69"/>
                  </a:cubicBezTo>
                  <a:cubicBezTo>
                    <a:pt x="139" y="96"/>
                    <a:pt x="139" y="124"/>
                    <a:pt x="139" y="151"/>
                  </a:cubicBezTo>
                  <a:cubicBezTo>
                    <a:pt x="153" y="151"/>
                    <a:pt x="166" y="151"/>
                    <a:pt x="180" y="151"/>
                  </a:cubicBezTo>
                  <a:cubicBezTo>
                    <a:pt x="188" y="151"/>
                    <a:pt x="191" y="157"/>
                    <a:pt x="191" y="167"/>
                  </a:cubicBezTo>
                  <a:cubicBezTo>
                    <a:pt x="194" y="229"/>
                    <a:pt x="197" y="291"/>
                    <a:pt x="200" y="353"/>
                  </a:cubicBezTo>
                  <a:cubicBezTo>
                    <a:pt x="200" y="365"/>
                    <a:pt x="202" y="377"/>
                    <a:pt x="207" y="387"/>
                  </a:cubicBezTo>
                  <a:cubicBezTo>
                    <a:pt x="215" y="387"/>
                    <a:pt x="224" y="387"/>
                    <a:pt x="233" y="387"/>
                  </a:cubicBezTo>
                  <a:cubicBezTo>
                    <a:pt x="230" y="382"/>
                    <a:pt x="227" y="377"/>
                    <a:pt x="224" y="367"/>
                  </a:cubicBezTo>
                  <a:cubicBezTo>
                    <a:pt x="232" y="378"/>
                    <a:pt x="235" y="383"/>
                    <a:pt x="239" y="387"/>
                  </a:cubicBezTo>
                  <a:cubicBezTo>
                    <a:pt x="249" y="387"/>
                    <a:pt x="260" y="387"/>
                    <a:pt x="270" y="387"/>
                  </a:cubicBezTo>
                  <a:cubicBezTo>
                    <a:pt x="256" y="372"/>
                    <a:pt x="247" y="352"/>
                    <a:pt x="244" y="309"/>
                  </a:cubicBezTo>
                  <a:cubicBezTo>
                    <a:pt x="242" y="253"/>
                    <a:pt x="238" y="198"/>
                    <a:pt x="235" y="142"/>
                  </a:cubicBezTo>
                  <a:cubicBezTo>
                    <a:pt x="234" y="123"/>
                    <a:pt x="228" y="107"/>
                    <a:pt x="209" y="108"/>
                  </a:cubicBezTo>
                  <a:cubicBezTo>
                    <a:pt x="202" y="108"/>
                    <a:pt x="195" y="108"/>
                    <a:pt x="188" y="108"/>
                  </a:cubicBezTo>
                  <a:cubicBezTo>
                    <a:pt x="185" y="92"/>
                    <a:pt x="186" y="59"/>
                    <a:pt x="182" y="45"/>
                  </a:cubicBezTo>
                  <a:cubicBezTo>
                    <a:pt x="176" y="30"/>
                    <a:pt x="161" y="24"/>
                    <a:pt x="144" y="23"/>
                  </a:cubicBezTo>
                  <a:cubicBezTo>
                    <a:pt x="146" y="21"/>
                    <a:pt x="150" y="20"/>
                    <a:pt x="157" y="20"/>
                  </a:cubicBezTo>
                  <a:cubicBezTo>
                    <a:pt x="161" y="20"/>
                    <a:pt x="166" y="20"/>
                    <a:pt x="170" y="20"/>
                  </a:cubicBezTo>
                  <a:cubicBezTo>
                    <a:pt x="180" y="18"/>
                    <a:pt x="183" y="9"/>
                    <a:pt x="184" y="0"/>
                  </a:cubicBezTo>
                  <a:cubicBezTo>
                    <a:pt x="181" y="4"/>
                    <a:pt x="177" y="6"/>
                    <a:pt x="170" y="6"/>
                  </a:cubicBezTo>
                  <a:cubicBezTo>
                    <a:pt x="164" y="6"/>
                    <a:pt x="159" y="6"/>
                    <a:pt x="153" y="6"/>
                  </a:cubicBezTo>
                  <a:cubicBezTo>
                    <a:pt x="144" y="6"/>
                    <a:pt x="140" y="15"/>
                    <a:pt x="139" y="22"/>
                  </a:cubicBezTo>
                  <a:cubicBezTo>
                    <a:pt x="138" y="22"/>
                    <a:pt x="136" y="22"/>
                    <a:pt x="135" y="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solidFill>
                  <a:srgbClr val="000000"/>
                </a:solidFill>
              </a:endParaRPr>
            </a:p>
          </p:txBody>
        </p:sp>
        <p:sp>
          <p:nvSpPr>
            <p:cNvPr id="18" name="íṣľíḍè"/>
            <p:cNvSpPr/>
            <p:nvPr/>
          </p:nvSpPr>
          <p:spPr bwMode="auto">
            <a:xfrm>
              <a:off x="1735138" y="2095500"/>
              <a:ext cx="2667000" cy="2670175"/>
            </a:xfrm>
            <a:custGeom>
              <a:avLst/>
              <a:gdLst>
                <a:gd name="T0" fmla="*/ 404 w 809"/>
                <a:gd name="T1" fmla="*/ 0 h 809"/>
                <a:gd name="T2" fmla="*/ 809 w 809"/>
                <a:gd name="T3" fmla="*/ 404 h 809"/>
                <a:gd name="T4" fmla="*/ 404 w 809"/>
                <a:gd name="T5" fmla="*/ 809 h 809"/>
                <a:gd name="T6" fmla="*/ 0 w 809"/>
                <a:gd name="T7" fmla="*/ 404 h 809"/>
                <a:gd name="T8" fmla="*/ 404 w 809"/>
                <a:gd name="T9" fmla="*/ 0 h 809"/>
                <a:gd name="T10" fmla="*/ 404 w 809"/>
                <a:gd name="T11" fmla="*/ 0 h 809"/>
                <a:gd name="T12" fmla="*/ 404 w 809"/>
                <a:gd name="T13" fmla="*/ 14 h 809"/>
                <a:gd name="T14" fmla="*/ 14 w 809"/>
                <a:gd name="T15" fmla="*/ 404 h 809"/>
                <a:gd name="T16" fmla="*/ 404 w 809"/>
                <a:gd name="T17" fmla="*/ 795 h 809"/>
                <a:gd name="T18" fmla="*/ 795 w 809"/>
                <a:gd name="T19" fmla="*/ 404 h 809"/>
                <a:gd name="T20" fmla="*/ 404 w 809"/>
                <a:gd name="T21" fmla="*/ 14 h 8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09" h="809">
                  <a:moveTo>
                    <a:pt x="404" y="0"/>
                  </a:moveTo>
                  <a:cubicBezTo>
                    <a:pt x="627" y="0"/>
                    <a:pt x="809" y="182"/>
                    <a:pt x="809" y="404"/>
                  </a:cubicBezTo>
                  <a:cubicBezTo>
                    <a:pt x="809" y="627"/>
                    <a:pt x="627" y="809"/>
                    <a:pt x="404" y="809"/>
                  </a:cubicBezTo>
                  <a:cubicBezTo>
                    <a:pt x="181" y="809"/>
                    <a:pt x="0" y="627"/>
                    <a:pt x="0" y="404"/>
                  </a:cubicBezTo>
                  <a:cubicBezTo>
                    <a:pt x="0" y="182"/>
                    <a:pt x="181" y="0"/>
                    <a:pt x="404" y="0"/>
                  </a:cubicBezTo>
                  <a:cubicBezTo>
                    <a:pt x="404" y="0"/>
                    <a:pt x="404" y="0"/>
                    <a:pt x="404" y="0"/>
                  </a:cubicBezTo>
                  <a:close/>
                  <a:moveTo>
                    <a:pt x="404" y="14"/>
                  </a:moveTo>
                  <a:cubicBezTo>
                    <a:pt x="189" y="14"/>
                    <a:pt x="14" y="189"/>
                    <a:pt x="14" y="404"/>
                  </a:cubicBezTo>
                  <a:cubicBezTo>
                    <a:pt x="14" y="619"/>
                    <a:pt x="189" y="795"/>
                    <a:pt x="404" y="795"/>
                  </a:cubicBezTo>
                  <a:cubicBezTo>
                    <a:pt x="619" y="795"/>
                    <a:pt x="795" y="619"/>
                    <a:pt x="795" y="404"/>
                  </a:cubicBezTo>
                  <a:cubicBezTo>
                    <a:pt x="795" y="189"/>
                    <a:pt x="619" y="14"/>
                    <a:pt x="404" y="1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solidFill>
                  <a:srgbClr val="000000"/>
                </a:solidFill>
              </a:endParaRPr>
            </a:p>
          </p:txBody>
        </p:sp>
        <p:sp>
          <p:nvSpPr>
            <p:cNvPr id="19" name="íṡ1idé"/>
            <p:cNvSpPr/>
            <p:nvPr/>
          </p:nvSpPr>
          <p:spPr bwMode="auto">
            <a:xfrm>
              <a:off x="1897063" y="3373438"/>
              <a:ext cx="2333625" cy="1227138"/>
            </a:xfrm>
            <a:custGeom>
              <a:avLst/>
              <a:gdLst>
                <a:gd name="T0" fmla="*/ 21 w 708"/>
                <a:gd name="T1" fmla="*/ 23 h 372"/>
                <a:gd name="T2" fmla="*/ 53 w 708"/>
                <a:gd name="T3" fmla="*/ 35 h 372"/>
                <a:gd name="T4" fmla="*/ 51 w 708"/>
                <a:gd name="T5" fmla="*/ 26 h 372"/>
                <a:gd name="T6" fmla="*/ 18 w 708"/>
                <a:gd name="T7" fmla="*/ 47 h 372"/>
                <a:gd name="T8" fmla="*/ 18 w 708"/>
                <a:gd name="T9" fmla="*/ 88 h 372"/>
                <a:gd name="T10" fmla="*/ 48 w 708"/>
                <a:gd name="T11" fmla="*/ 67 h 372"/>
                <a:gd name="T12" fmla="*/ 18 w 708"/>
                <a:gd name="T13" fmla="*/ 88 h 372"/>
                <a:gd name="T14" fmla="*/ 62 w 708"/>
                <a:gd name="T15" fmla="*/ 109 h 372"/>
                <a:gd name="T16" fmla="*/ 64 w 708"/>
                <a:gd name="T17" fmla="*/ 147 h 372"/>
                <a:gd name="T18" fmla="*/ 42 w 708"/>
                <a:gd name="T19" fmla="*/ 155 h 372"/>
                <a:gd name="T20" fmla="*/ 57 w 708"/>
                <a:gd name="T21" fmla="*/ 206 h 372"/>
                <a:gd name="T22" fmla="*/ 116 w 708"/>
                <a:gd name="T23" fmla="*/ 203 h 372"/>
                <a:gd name="T24" fmla="*/ 93 w 708"/>
                <a:gd name="T25" fmla="*/ 174 h 372"/>
                <a:gd name="T26" fmla="*/ 46 w 708"/>
                <a:gd name="T27" fmla="*/ 181 h 372"/>
                <a:gd name="T28" fmla="*/ 129 w 708"/>
                <a:gd name="T29" fmla="*/ 265 h 372"/>
                <a:gd name="T30" fmla="*/ 149 w 708"/>
                <a:gd name="T31" fmla="*/ 251 h 372"/>
                <a:gd name="T32" fmla="*/ 121 w 708"/>
                <a:gd name="T33" fmla="*/ 221 h 372"/>
                <a:gd name="T34" fmla="*/ 111 w 708"/>
                <a:gd name="T35" fmla="*/ 252 h 372"/>
                <a:gd name="T36" fmla="*/ 164 w 708"/>
                <a:gd name="T37" fmla="*/ 295 h 372"/>
                <a:gd name="T38" fmla="*/ 175 w 708"/>
                <a:gd name="T39" fmla="*/ 321 h 372"/>
                <a:gd name="T40" fmla="*/ 132 w 708"/>
                <a:gd name="T41" fmla="*/ 292 h 372"/>
                <a:gd name="T42" fmla="*/ 146 w 708"/>
                <a:gd name="T43" fmla="*/ 291 h 372"/>
                <a:gd name="T44" fmla="*/ 211 w 708"/>
                <a:gd name="T45" fmla="*/ 283 h 372"/>
                <a:gd name="T46" fmla="*/ 260 w 708"/>
                <a:gd name="T47" fmla="*/ 308 h 372"/>
                <a:gd name="T48" fmla="*/ 205 w 708"/>
                <a:gd name="T49" fmla="*/ 335 h 372"/>
                <a:gd name="T50" fmla="*/ 342 w 708"/>
                <a:gd name="T51" fmla="*/ 329 h 372"/>
                <a:gd name="T52" fmla="*/ 344 w 708"/>
                <a:gd name="T53" fmla="*/ 352 h 372"/>
                <a:gd name="T54" fmla="*/ 303 w 708"/>
                <a:gd name="T55" fmla="*/ 320 h 372"/>
                <a:gd name="T56" fmla="*/ 320 w 708"/>
                <a:gd name="T57" fmla="*/ 364 h 372"/>
                <a:gd name="T58" fmla="*/ 360 w 708"/>
                <a:gd name="T59" fmla="*/ 321 h 372"/>
                <a:gd name="T60" fmla="*/ 416 w 708"/>
                <a:gd name="T61" fmla="*/ 315 h 372"/>
                <a:gd name="T62" fmla="*/ 384 w 708"/>
                <a:gd name="T63" fmla="*/ 368 h 372"/>
                <a:gd name="T64" fmla="*/ 464 w 708"/>
                <a:gd name="T65" fmla="*/ 350 h 372"/>
                <a:gd name="T66" fmla="*/ 433 w 708"/>
                <a:gd name="T67" fmla="*/ 313 h 372"/>
                <a:gd name="T68" fmla="*/ 508 w 708"/>
                <a:gd name="T69" fmla="*/ 337 h 372"/>
                <a:gd name="T70" fmla="*/ 500 w 708"/>
                <a:gd name="T71" fmla="*/ 285 h 372"/>
                <a:gd name="T72" fmla="*/ 483 w 708"/>
                <a:gd name="T73" fmla="*/ 294 h 372"/>
                <a:gd name="T74" fmla="*/ 508 w 708"/>
                <a:gd name="T75" fmla="*/ 337 h 372"/>
                <a:gd name="T76" fmla="*/ 515 w 708"/>
                <a:gd name="T77" fmla="*/ 276 h 372"/>
                <a:gd name="T78" fmla="*/ 548 w 708"/>
                <a:gd name="T79" fmla="*/ 279 h 372"/>
                <a:gd name="T80" fmla="*/ 550 w 708"/>
                <a:gd name="T81" fmla="*/ 283 h 372"/>
                <a:gd name="T82" fmla="*/ 547 w 708"/>
                <a:gd name="T83" fmla="*/ 316 h 372"/>
                <a:gd name="T84" fmla="*/ 609 w 708"/>
                <a:gd name="T85" fmla="*/ 250 h 372"/>
                <a:gd name="T86" fmla="*/ 608 w 708"/>
                <a:gd name="T87" fmla="*/ 227 h 372"/>
                <a:gd name="T88" fmla="*/ 573 w 708"/>
                <a:gd name="T89" fmla="*/ 241 h 372"/>
                <a:gd name="T90" fmla="*/ 609 w 708"/>
                <a:gd name="T91" fmla="*/ 250 h 372"/>
                <a:gd name="T92" fmla="*/ 656 w 708"/>
                <a:gd name="T93" fmla="*/ 184 h 372"/>
                <a:gd name="T94" fmla="*/ 613 w 708"/>
                <a:gd name="T95" fmla="*/ 172 h 372"/>
                <a:gd name="T96" fmla="*/ 625 w 708"/>
                <a:gd name="T97" fmla="*/ 165 h 372"/>
                <a:gd name="T98" fmla="*/ 650 w 708"/>
                <a:gd name="T99" fmla="*/ 169 h 372"/>
                <a:gd name="T100" fmla="*/ 651 w 708"/>
                <a:gd name="T101" fmla="*/ 215 h 372"/>
                <a:gd name="T102" fmla="*/ 635 w 708"/>
                <a:gd name="T103" fmla="*/ 139 h 372"/>
                <a:gd name="T104" fmla="*/ 683 w 708"/>
                <a:gd name="T105" fmla="*/ 137 h 372"/>
                <a:gd name="T106" fmla="*/ 655 w 708"/>
                <a:gd name="T107" fmla="*/ 73 h 372"/>
                <a:gd name="T108" fmla="*/ 690 w 708"/>
                <a:gd name="T109" fmla="*/ 98 h 372"/>
                <a:gd name="T110" fmla="*/ 684 w 708"/>
                <a:gd name="T111" fmla="*/ 17 h 372"/>
                <a:gd name="T112" fmla="*/ 698 w 708"/>
                <a:gd name="T113" fmla="*/ 34 h 372"/>
                <a:gd name="T114" fmla="*/ 659 w 708"/>
                <a:gd name="T115" fmla="*/ 29 h 372"/>
                <a:gd name="T116" fmla="*/ 659 w 708"/>
                <a:gd name="T117" fmla="*/ 11 h 372"/>
                <a:gd name="T118" fmla="*/ 663 w 708"/>
                <a:gd name="T119" fmla="*/ 6 h 3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708" h="372">
                  <a:moveTo>
                    <a:pt x="0" y="6"/>
                  </a:moveTo>
                  <a:cubicBezTo>
                    <a:pt x="19" y="6"/>
                    <a:pt x="19" y="6"/>
                    <a:pt x="19" y="6"/>
                  </a:cubicBezTo>
                  <a:cubicBezTo>
                    <a:pt x="19" y="8"/>
                    <a:pt x="19" y="8"/>
                    <a:pt x="19" y="8"/>
                  </a:cubicBezTo>
                  <a:cubicBezTo>
                    <a:pt x="15" y="9"/>
                    <a:pt x="11" y="11"/>
                    <a:pt x="8" y="14"/>
                  </a:cubicBezTo>
                  <a:cubicBezTo>
                    <a:pt x="5" y="18"/>
                    <a:pt x="4" y="22"/>
                    <a:pt x="4" y="26"/>
                  </a:cubicBezTo>
                  <a:cubicBezTo>
                    <a:pt x="4" y="29"/>
                    <a:pt x="5" y="32"/>
                    <a:pt x="6" y="33"/>
                  </a:cubicBezTo>
                  <a:cubicBezTo>
                    <a:pt x="7" y="35"/>
                    <a:pt x="9" y="36"/>
                    <a:pt x="11" y="36"/>
                  </a:cubicBezTo>
                  <a:cubicBezTo>
                    <a:pt x="14" y="36"/>
                    <a:pt x="18" y="32"/>
                    <a:pt x="21" y="23"/>
                  </a:cubicBezTo>
                  <a:cubicBezTo>
                    <a:pt x="21" y="23"/>
                    <a:pt x="21" y="23"/>
                    <a:pt x="21" y="23"/>
                  </a:cubicBezTo>
                  <a:cubicBezTo>
                    <a:pt x="22" y="22"/>
                    <a:pt x="22" y="22"/>
                    <a:pt x="22" y="21"/>
                  </a:cubicBezTo>
                  <a:cubicBezTo>
                    <a:pt x="25" y="15"/>
                    <a:pt x="27" y="11"/>
                    <a:pt x="30" y="9"/>
                  </a:cubicBezTo>
                  <a:cubicBezTo>
                    <a:pt x="31" y="8"/>
                    <a:pt x="32" y="7"/>
                    <a:pt x="34" y="7"/>
                  </a:cubicBezTo>
                  <a:cubicBezTo>
                    <a:pt x="35" y="6"/>
                    <a:pt x="36" y="6"/>
                    <a:pt x="38" y="6"/>
                  </a:cubicBezTo>
                  <a:cubicBezTo>
                    <a:pt x="43" y="6"/>
                    <a:pt x="47" y="8"/>
                    <a:pt x="50" y="11"/>
                  </a:cubicBezTo>
                  <a:cubicBezTo>
                    <a:pt x="53" y="15"/>
                    <a:pt x="55" y="19"/>
                    <a:pt x="55" y="25"/>
                  </a:cubicBezTo>
                  <a:cubicBezTo>
                    <a:pt x="55" y="28"/>
                    <a:pt x="54" y="31"/>
                    <a:pt x="53" y="35"/>
                  </a:cubicBezTo>
                  <a:cubicBezTo>
                    <a:pt x="52" y="38"/>
                    <a:pt x="51" y="40"/>
                    <a:pt x="51" y="40"/>
                  </a:cubicBezTo>
                  <a:cubicBezTo>
                    <a:pt x="51" y="41"/>
                    <a:pt x="52" y="41"/>
                    <a:pt x="52" y="42"/>
                  </a:cubicBezTo>
                  <a:cubicBezTo>
                    <a:pt x="53" y="42"/>
                    <a:pt x="53" y="42"/>
                    <a:pt x="55" y="42"/>
                  </a:cubicBezTo>
                  <a:cubicBezTo>
                    <a:pt x="55" y="44"/>
                    <a:pt x="55" y="44"/>
                    <a:pt x="55" y="44"/>
                  </a:cubicBezTo>
                  <a:cubicBezTo>
                    <a:pt x="38" y="45"/>
                    <a:pt x="38" y="45"/>
                    <a:pt x="38" y="45"/>
                  </a:cubicBezTo>
                  <a:cubicBezTo>
                    <a:pt x="38" y="43"/>
                    <a:pt x="38" y="43"/>
                    <a:pt x="38" y="43"/>
                  </a:cubicBezTo>
                  <a:cubicBezTo>
                    <a:pt x="42" y="42"/>
                    <a:pt x="45" y="40"/>
                    <a:pt x="48" y="37"/>
                  </a:cubicBezTo>
                  <a:cubicBezTo>
                    <a:pt x="50" y="34"/>
                    <a:pt x="51" y="30"/>
                    <a:pt x="51" y="26"/>
                  </a:cubicBezTo>
                  <a:cubicBezTo>
                    <a:pt x="51" y="24"/>
                    <a:pt x="51" y="22"/>
                    <a:pt x="49" y="20"/>
                  </a:cubicBezTo>
                  <a:cubicBezTo>
                    <a:pt x="48" y="19"/>
                    <a:pt x="47" y="18"/>
                    <a:pt x="45" y="18"/>
                  </a:cubicBezTo>
                  <a:cubicBezTo>
                    <a:pt x="42" y="18"/>
                    <a:pt x="39" y="21"/>
                    <a:pt x="37" y="28"/>
                  </a:cubicBezTo>
                  <a:cubicBezTo>
                    <a:pt x="36" y="29"/>
                    <a:pt x="36" y="29"/>
                    <a:pt x="36" y="29"/>
                  </a:cubicBezTo>
                  <a:cubicBezTo>
                    <a:pt x="34" y="33"/>
                    <a:pt x="33" y="37"/>
                    <a:pt x="32" y="39"/>
                  </a:cubicBezTo>
                  <a:cubicBezTo>
                    <a:pt x="31" y="40"/>
                    <a:pt x="30" y="42"/>
                    <a:pt x="29" y="43"/>
                  </a:cubicBezTo>
                  <a:cubicBezTo>
                    <a:pt x="27" y="44"/>
                    <a:pt x="26" y="45"/>
                    <a:pt x="24" y="46"/>
                  </a:cubicBezTo>
                  <a:cubicBezTo>
                    <a:pt x="22" y="47"/>
                    <a:pt x="20" y="47"/>
                    <a:pt x="18" y="47"/>
                  </a:cubicBezTo>
                  <a:cubicBezTo>
                    <a:pt x="13" y="47"/>
                    <a:pt x="9" y="46"/>
                    <a:pt x="6" y="42"/>
                  </a:cubicBezTo>
                  <a:cubicBezTo>
                    <a:pt x="2" y="38"/>
                    <a:pt x="1" y="34"/>
                    <a:pt x="1" y="28"/>
                  </a:cubicBezTo>
                  <a:cubicBezTo>
                    <a:pt x="1" y="25"/>
                    <a:pt x="1" y="21"/>
                    <a:pt x="2" y="17"/>
                  </a:cubicBezTo>
                  <a:cubicBezTo>
                    <a:pt x="3" y="14"/>
                    <a:pt x="4" y="12"/>
                    <a:pt x="4" y="12"/>
                  </a:cubicBezTo>
                  <a:cubicBezTo>
                    <a:pt x="4" y="11"/>
                    <a:pt x="3" y="10"/>
                    <a:pt x="3" y="9"/>
                  </a:cubicBezTo>
                  <a:cubicBezTo>
                    <a:pt x="2" y="9"/>
                    <a:pt x="1" y="9"/>
                    <a:pt x="0" y="9"/>
                  </a:cubicBezTo>
                  <a:cubicBezTo>
                    <a:pt x="0" y="6"/>
                    <a:pt x="0" y="6"/>
                    <a:pt x="0" y="6"/>
                  </a:cubicBezTo>
                  <a:close/>
                  <a:moveTo>
                    <a:pt x="18" y="88"/>
                  </a:moveTo>
                  <a:cubicBezTo>
                    <a:pt x="16" y="89"/>
                    <a:pt x="14" y="90"/>
                    <a:pt x="13" y="91"/>
                  </a:cubicBezTo>
                  <a:cubicBezTo>
                    <a:pt x="12" y="92"/>
                    <a:pt x="12" y="94"/>
                    <a:pt x="12" y="96"/>
                  </a:cubicBezTo>
                  <a:cubicBezTo>
                    <a:pt x="10" y="96"/>
                    <a:pt x="10" y="96"/>
                    <a:pt x="10" y="96"/>
                  </a:cubicBezTo>
                  <a:cubicBezTo>
                    <a:pt x="5" y="68"/>
                    <a:pt x="5" y="68"/>
                    <a:pt x="5" y="68"/>
                  </a:cubicBezTo>
                  <a:cubicBezTo>
                    <a:pt x="7" y="67"/>
                    <a:pt x="7" y="67"/>
                    <a:pt x="7" y="67"/>
                  </a:cubicBezTo>
                  <a:cubicBezTo>
                    <a:pt x="8" y="70"/>
                    <a:pt x="8" y="71"/>
                    <a:pt x="10" y="72"/>
                  </a:cubicBezTo>
                  <a:cubicBezTo>
                    <a:pt x="11" y="73"/>
                    <a:pt x="13" y="73"/>
                    <a:pt x="16" y="73"/>
                  </a:cubicBezTo>
                  <a:cubicBezTo>
                    <a:pt x="48" y="67"/>
                    <a:pt x="48" y="67"/>
                    <a:pt x="48" y="67"/>
                  </a:cubicBezTo>
                  <a:cubicBezTo>
                    <a:pt x="50" y="66"/>
                    <a:pt x="52" y="66"/>
                    <a:pt x="53" y="64"/>
                  </a:cubicBezTo>
                  <a:cubicBezTo>
                    <a:pt x="54" y="63"/>
                    <a:pt x="54" y="61"/>
                    <a:pt x="54" y="59"/>
                  </a:cubicBezTo>
                  <a:cubicBezTo>
                    <a:pt x="56" y="59"/>
                    <a:pt x="56" y="59"/>
                    <a:pt x="56" y="59"/>
                  </a:cubicBezTo>
                  <a:cubicBezTo>
                    <a:pt x="61" y="88"/>
                    <a:pt x="61" y="88"/>
                    <a:pt x="61" y="88"/>
                  </a:cubicBezTo>
                  <a:cubicBezTo>
                    <a:pt x="59" y="88"/>
                    <a:pt x="59" y="88"/>
                    <a:pt x="59" y="88"/>
                  </a:cubicBezTo>
                  <a:cubicBezTo>
                    <a:pt x="59" y="85"/>
                    <a:pt x="58" y="84"/>
                    <a:pt x="56" y="83"/>
                  </a:cubicBezTo>
                  <a:cubicBezTo>
                    <a:pt x="55" y="82"/>
                    <a:pt x="53" y="82"/>
                    <a:pt x="51" y="83"/>
                  </a:cubicBezTo>
                  <a:cubicBezTo>
                    <a:pt x="18" y="88"/>
                    <a:pt x="18" y="88"/>
                    <a:pt x="18" y="88"/>
                  </a:cubicBezTo>
                  <a:close/>
                  <a:moveTo>
                    <a:pt x="41" y="158"/>
                  </a:moveTo>
                  <a:cubicBezTo>
                    <a:pt x="37" y="157"/>
                    <a:pt x="33" y="155"/>
                    <a:pt x="30" y="152"/>
                  </a:cubicBezTo>
                  <a:cubicBezTo>
                    <a:pt x="27" y="149"/>
                    <a:pt x="24" y="145"/>
                    <a:pt x="23" y="141"/>
                  </a:cubicBezTo>
                  <a:cubicBezTo>
                    <a:pt x="22" y="137"/>
                    <a:pt x="21" y="134"/>
                    <a:pt x="22" y="131"/>
                  </a:cubicBezTo>
                  <a:cubicBezTo>
                    <a:pt x="22" y="128"/>
                    <a:pt x="23" y="125"/>
                    <a:pt x="24" y="122"/>
                  </a:cubicBezTo>
                  <a:cubicBezTo>
                    <a:pt x="26" y="118"/>
                    <a:pt x="28" y="116"/>
                    <a:pt x="31" y="113"/>
                  </a:cubicBezTo>
                  <a:cubicBezTo>
                    <a:pt x="34" y="111"/>
                    <a:pt x="37" y="109"/>
                    <a:pt x="41" y="108"/>
                  </a:cubicBezTo>
                  <a:cubicBezTo>
                    <a:pt x="49" y="105"/>
                    <a:pt x="55" y="106"/>
                    <a:pt x="62" y="109"/>
                  </a:cubicBezTo>
                  <a:cubicBezTo>
                    <a:pt x="68" y="112"/>
                    <a:pt x="72" y="117"/>
                    <a:pt x="75" y="125"/>
                  </a:cubicBezTo>
                  <a:cubicBezTo>
                    <a:pt x="76" y="128"/>
                    <a:pt x="76" y="131"/>
                    <a:pt x="76" y="135"/>
                  </a:cubicBezTo>
                  <a:cubicBezTo>
                    <a:pt x="76" y="138"/>
                    <a:pt x="76" y="140"/>
                    <a:pt x="76" y="140"/>
                  </a:cubicBezTo>
                  <a:cubicBezTo>
                    <a:pt x="76" y="141"/>
                    <a:pt x="77" y="141"/>
                    <a:pt x="77" y="141"/>
                  </a:cubicBezTo>
                  <a:cubicBezTo>
                    <a:pt x="78" y="142"/>
                    <a:pt x="79" y="142"/>
                    <a:pt x="80" y="142"/>
                  </a:cubicBezTo>
                  <a:cubicBezTo>
                    <a:pt x="80" y="144"/>
                    <a:pt x="80" y="144"/>
                    <a:pt x="80" y="144"/>
                  </a:cubicBezTo>
                  <a:cubicBezTo>
                    <a:pt x="65" y="149"/>
                    <a:pt x="65" y="149"/>
                    <a:pt x="65" y="149"/>
                  </a:cubicBezTo>
                  <a:cubicBezTo>
                    <a:pt x="64" y="147"/>
                    <a:pt x="64" y="147"/>
                    <a:pt x="64" y="147"/>
                  </a:cubicBezTo>
                  <a:cubicBezTo>
                    <a:pt x="68" y="145"/>
                    <a:pt x="70" y="142"/>
                    <a:pt x="72" y="139"/>
                  </a:cubicBezTo>
                  <a:cubicBezTo>
                    <a:pt x="73" y="137"/>
                    <a:pt x="73" y="133"/>
                    <a:pt x="72" y="130"/>
                  </a:cubicBezTo>
                  <a:cubicBezTo>
                    <a:pt x="71" y="126"/>
                    <a:pt x="68" y="123"/>
                    <a:pt x="64" y="122"/>
                  </a:cubicBezTo>
                  <a:cubicBezTo>
                    <a:pt x="59" y="121"/>
                    <a:pt x="54" y="122"/>
                    <a:pt x="47" y="124"/>
                  </a:cubicBezTo>
                  <a:cubicBezTo>
                    <a:pt x="40" y="126"/>
                    <a:pt x="34" y="129"/>
                    <a:pt x="31" y="132"/>
                  </a:cubicBezTo>
                  <a:cubicBezTo>
                    <a:pt x="28" y="136"/>
                    <a:pt x="27" y="140"/>
                    <a:pt x="29" y="144"/>
                  </a:cubicBezTo>
                  <a:cubicBezTo>
                    <a:pt x="30" y="146"/>
                    <a:pt x="31" y="149"/>
                    <a:pt x="34" y="151"/>
                  </a:cubicBezTo>
                  <a:cubicBezTo>
                    <a:pt x="36" y="153"/>
                    <a:pt x="39" y="154"/>
                    <a:pt x="42" y="155"/>
                  </a:cubicBezTo>
                  <a:cubicBezTo>
                    <a:pt x="41" y="158"/>
                    <a:pt x="41" y="158"/>
                    <a:pt x="41" y="158"/>
                  </a:cubicBezTo>
                  <a:close/>
                  <a:moveTo>
                    <a:pt x="60" y="193"/>
                  </a:moveTo>
                  <a:cubicBezTo>
                    <a:pt x="73" y="185"/>
                    <a:pt x="73" y="185"/>
                    <a:pt x="73" y="185"/>
                  </a:cubicBezTo>
                  <a:cubicBezTo>
                    <a:pt x="81" y="198"/>
                    <a:pt x="81" y="198"/>
                    <a:pt x="81" y="198"/>
                  </a:cubicBezTo>
                  <a:cubicBezTo>
                    <a:pt x="68" y="207"/>
                    <a:pt x="68" y="207"/>
                    <a:pt x="68" y="207"/>
                  </a:cubicBezTo>
                  <a:cubicBezTo>
                    <a:pt x="66" y="208"/>
                    <a:pt x="64" y="208"/>
                    <a:pt x="63" y="208"/>
                  </a:cubicBezTo>
                  <a:cubicBezTo>
                    <a:pt x="61" y="208"/>
                    <a:pt x="60" y="207"/>
                    <a:pt x="59" y="205"/>
                  </a:cubicBezTo>
                  <a:cubicBezTo>
                    <a:pt x="57" y="206"/>
                    <a:pt x="57" y="206"/>
                    <a:pt x="57" y="206"/>
                  </a:cubicBezTo>
                  <a:cubicBezTo>
                    <a:pt x="72" y="231"/>
                    <a:pt x="72" y="231"/>
                    <a:pt x="72" y="231"/>
                  </a:cubicBezTo>
                  <a:cubicBezTo>
                    <a:pt x="74" y="230"/>
                    <a:pt x="74" y="230"/>
                    <a:pt x="74" y="230"/>
                  </a:cubicBezTo>
                  <a:cubicBezTo>
                    <a:pt x="73" y="228"/>
                    <a:pt x="72" y="226"/>
                    <a:pt x="73" y="224"/>
                  </a:cubicBezTo>
                  <a:cubicBezTo>
                    <a:pt x="73" y="223"/>
                    <a:pt x="75" y="222"/>
                    <a:pt x="77" y="220"/>
                  </a:cubicBezTo>
                  <a:cubicBezTo>
                    <a:pt x="105" y="203"/>
                    <a:pt x="105" y="203"/>
                    <a:pt x="105" y="203"/>
                  </a:cubicBezTo>
                  <a:cubicBezTo>
                    <a:pt x="107" y="201"/>
                    <a:pt x="109" y="201"/>
                    <a:pt x="110" y="201"/>
                  </a:cubicBezTo>
                  <a:cubicBezTo>
                    <a:pt x="112" y="201"/>
                    <a:pt x="113" y="202"/>
                    <a:pt x="114" y="204"/>
                  </a:cubicBezTo>
                  <a:cubicBezTo>
                    <a:pt x="116" y="203"/>
                    <a:pt x="116" y="203"/>
                    <a:pt x="116" y="203"/>
                  </a:cubicBezTo>
                  <a:cubicBezTo>
                    <a:pt x="101" y="179"/>
                    <a:pt x="101" y="179"/>
                    <a:pt x="101" y="179"/>
                  </a:cubicBezTo>
                  <a:cubicBezTo>
                    <a:pt x="99" y="180"/>
                    <a:pt x="99" y="180"/>
                    <a:pt x="99" y="180"/>
                  </a:cubicBezTo>
                  <a:cubicBezTo>
                    <a:pt x="100" y="182"/>
                    <a:pt x="101" y="183"/>
                    <a:pt x="100" y="185"/>
                  </a:cubicBezTo>
                  <a:cubicBezTo>
                    <a:pt x="100" y="186"/>
                    <a:pt x="98" y="188"/>
                    <a:pt x="96" y="189"/>
                  </a:cubicBezTo>
                  <a:cubicBezTo>
                    <a:pt x="85" y="196"/>
                    <a:pt x="85" y="196"/>
                    <a:pt x="85" y="196"/>
                  </a:cubicBezTo>
                  <a:cubicBezTo>
                    <a:pt x="76" y="183"/>
                    <a:pt x="76" y="183"/>
                    <a:pt x="76" y="183"/>
                  </a:cubicBezTo>
                  <a:cubicBezTo>
                    <a:pt x="88" y="176"/>
                    <a:pt x="88" y="176"/>
                    <a:pt x="88" y="176"/>
                  </a:cubicBezTo>
                  <a:cubicBezTo>
                    <a:pt x="90" y="174"/>
                    <a:pt x="92" y="174"/>
                    <a:pt x="93" y="174"/>
                  </a:cubicBezTo>
                  <a:cubicBezTo>
                    <a:pt x="95" y="174"/>
                    <a:pt x="96" y="175"/>
                    <a:pt x="98" y="177"/>
                  </a:cubicBezTo>
                  <a:cubicBezTo>
                    <a:pt x="99" y="176"/>
                    <a:pt x="99" y="176"/>
                    <a:pt x="99" y="176"/>
                  </a:cubicBezTo>
                  <a:cubicBezTo>
                    <a:pt x="84" y="152"/>
                    <a:pt x="84" y="152"/>
                    <a:pt x="84" y="152"/>
                  </a:cubicBezTo>
                  <a:cubicBezTo>
                    <a:pt x="82" y="153"/>
                    <a:pt x="82" y="153"/>
                    <a:pt x="82" y="153"/>
                  </a:cubicBezTo>
                  <a:cubicBezTo>
                    <a:pt x="83" y="155"/>
                    <a:pt x="84" y="157"/>
                    <a:pt x="83" y="158"/>
                  </a:cubicBezTo>
                  <a:cubicBezTo>
                    <a:pt x="83" y="159"/>
                    <a:pt x="82" y="161"/>
                    <a:pt x="79" y="162"/>
                  </a:cubicBezTo>
                  <a:cubicBezTo>
                    <a:pt x="52" y="180"/>
                    <a:pt x="52" y="180"/>
                    <a:pt x="52" y="180"/>
                  </a:cubicBezTo>
                  <a:cubicBezTo>
                    <a:pt x="49" y="181"/>
                    <a:pt x="47" y="182"/>
                    <a:pt x="46" y="181"/>
                  </a:cubicBezTo>
                  <a:cubicBezTo>
                    <a:pt x="44" y="181"/>
                    <a:pt x="43" y="180"/>
                    <a:pt x="42" y="178"/>
                  </a:cubicBezTo>
                  <a:cubicBezTo>
                    <a:pt x="40" y="179"/>
                    <a:pt x="40" y="179"/>
                    <a:pt x="40" y="179"/>
                  </a:cubicBezTo>
                  <a:cubicBezTo>
                    <a:pt x="56" y="204"/>
                    <a:pt x="56" y="204"/>
                    <a:pt x="56" y="204"/>
                  </a:cubicBezTo>
                  <a:cubicBezTo>
                    <a:pt x="57" y="203"/>
                    <a:pt x="57" y="203"/>
                    <a:pt x="57" y="203"/>
                  </a:cubicBezTo>
                  <a:cubicBezTo>
                    <a:pt x="56" y="201"/>
                    <a:pt x="56" y="199"/>
                    <a:pt x="56" y="197"/>
                  </a:cubicBezTo>
                  <a:cubicBezTo>
                    <a:pt x="56" y="196"/>
                    <a:pt x="58" y="195"/>
                    <a:pt x="60" y="193"/>
                  </a:cubicBezTo>
                  <a:cubicBezTo>
                    <a:pt x="60" y="193"/>
                    <a:pt x="60" y="193"/>
                    <a:pt x="60" y="193"/>
                  </a:cubicBezTo>
                  <a:close/>
                  <a:moveTo>
                    <a:pt x="129" y="265"/>
                  </a:moveTo>
                  <a:cubicBezTo>
                    <a:pt x="146" y="249"/>
                    <a:pt x="146" y="249"/>
                    <a:pt x="146" y="249"/>
                  </a:cubicBezTo>
                  <a:cubicBezTo>
                    <a:pt x="148" y="247"/>
                    <a:pt x="149" y="245"/>
                    <a:pt x="149" y="244"/>
                  </a:cubicBezTo>
                  <a:cubicBezTo>
                    <a:pt x="150" y="242"/>
                    <a:pt x="149" y="241"/>
                    <a:pt x="147" y="239"/>
                  </a:cubicBezTo>
                  <a:cubicBezTo>
                    <a:pt x="149" y="238"/>
                    <a:pt x="149" y="238"/>
                    <a:pt x="149" y="238"/>
                  </a:cubicBezTo>
                  <a:cubicBezTo>
                    <a:pt x="160" y="250"/>
                    <a:pt x="160" y="250"/>
                    <a:pt x="160" y="250"/>
                  </a:cubicBezTo>
                  <a:cubicBezTo>
                    <a:pt x="159" y="251"/>
                    <a:pt x="159" y="251"/>
                    <a:pt x="159" y="251"/>
                  </a:cubicBezTo>
                  <a:cubicBezTo>
                    <a:pt x="157" y="249"/>
                    <a:pt x="155" y="248"/>
                    <a:pt x="154" y="248"/>
                  </a:cubicBezTo>
                  <a:cubicBezTo>
                    <a:pt x="152" y="248"/>
                    <a:pt x="151" y="249"/>
                    <a:pt x="149" y="251"/>
                  </a:cubicBezTo>
                  <a:cubicBezTo>
                    <a:pt x="132" y="267"/>
                    <a:pt x="132" y="267"/>
                    <a:pt x="132" y="267"/>
                  </a:cubicBezTo>
                  <a:cubicBezTo>
                    <a:pt x="129" y="270"/>
                    <a:pt x="127" y="271"/>
                    <a:pt x="125" y="272"/>
                  </a:cubicBezTo>
                  <a:cubicBezTo>
                    <a:pt x="123" y="273"/>
                    <a:pt x="121" y="274"/>
                    <a:pt x="119" y="274"/>
                  </a:cubicBezTo>
                  <a:cubicBezTo>
                    <a:pt x="116" y="274"/>
                    <a:pt x="114" y="273"/>
                    <a:pt x="111" y="272"/>
                  </a:cubicBezTo>
                  <a:cubicBezTo>
                    <a:pt x="108" y="270"/>
                    <a:pt x="105" y="268"/>
                    <a:pt x="103" y="265"/>
                  </a:cubicBezTo>
                  <a:cubicBezTo>
                    <a:pt x="98" y="260"/>
                    <a:pt x="96" y="256"/>
                    <a:pt x="96" y="251"/>
                  </a:cubicBezTo>
                  <a:cubicBezTo>
                    <a:pt x="96" y="246"/>
                    <a:pt x="98" y="242"/>
                    <a:pt x="103" y="238"/>
                  </a:cubicBezTo>
                  <a:cubicBezTo>
                    <a:pt x="121" y="221"/>
                    <a:pt x="121" y="221"/>
                    <a:pt x="121" y="221"/>
                  </a:cubicBezTo>
                  <a:cubicBezTo>
                    <a:pt x="122" y="219"/>
                    <a:pt x="123" y="217"/>
                    <a:pt x="124" y="216"/>
                  </a:cubicBezTo>
                  <a:cubicBezTo>
                    <a:pt x="124" y="215"/>
                    <a:pt x="123" y="213"/>
                    <a:pt x="121" y="211"/>
                  </a:cubicBezTo>
                  <a:cubicBezTo>
                    <a:pt x="123" y="210"/>
                    <a:pt x="123" y="210"/>
                    <a:pt x="123" y="210"/>
                  </a:cubicBezTo>
                  <a:cubicBezTo>
                    <a:pt x="143" y="231"/>
                    <a:pt x="143" y="231"/>
                    <a:pt x="143" y="231"/>
                  </a:cubicBezTo>
                  <a:cubicBezTo>
                    <a:pt x="141" y="232"/>
                    <a:pt x="141" y="232"/>
                    <a:pt x="141" y="232"/>
                  </a:cubicBezTo>
                  <a:cubicBezTo>
                    <a:pt x="140" y="231"/>
                    <a:pt x="138" y="230"/>
                    <a:pt x="137" y="230"/>
                  </a:cubicBezTo>
                  <a:cubicBezTo>
                    <a:pt x="135" y="230"/>
                    <a:pt x="133" y="231"/>
                    <a:pt x="131" y="233"/>
                  </a:cubicBezTo>
                  <a:cubicBezTo>
                    <a:pt x="111" y="252"/>
                    <a:pt x="111" y="252"/>
                    <a:pt x="111" y="252"/>
                  </a:cubicBezTo>
                  <a:cubicBezTo>
                    <a:pt x="108" y="254"/>
                    <a:pt x="106" y="257"/>
                    <a:pt x="106" y="259"/>
                  </a:cubicBezTo>
                  <a:cubicBezTo>
                    <a:pt x="106" y="262"/>
                    <a:pt x="107" y="264"/>
                    <a:pt x="109" y="267"/>
                  </a:cubicBezTo>
                  <a:cubicBezTo>
                    <a:pt x="112" y="270"/>
                    <a:pt x="115" y="271"/>
                    <a:pt x="118" y="271"/>
                  </a:cubicBezTo>
                  <a:cubicBezTo>
                    <a:pt x="122" y="270"/>
                    <a:pt x="125" y="268"/>
                    <a:pt x="129" y="265"/>
                  </a:cubicBezTo>
                  <a:cubicBezTo>
                    <a:pt x="129" y="265"/>
                    <a:pt x="129" y="265"/>
                    <a:pt x="129" y="265"/>
                  </a:cubicBezTo>
                  <a:close/>
                  <a:moveTo>
                    <a:pt x="146" y="291"/>
                  </a:moveTo>
                  <a:cubicBezTo>
                    <a:pt x="153" y="287"/>
                    <a:pt x="153" y="287"/>
                    <a:pt x="153" y="287"/>
                  </a:cubicBezTo>
                  <a:cubicBezTo>
                    <a:pt x="164" y="295"/>
                    <a:pt x="164" y="295"/>
                    <a:pt x="164" y="295"/>
                  </a:cubicBezTo>
                  <a:cubicBezTo>
                    <a:pt x="161" y="304"/>
                    <a:pt x="161" y="304"/>
                    <a:pt x="161" y="304"/>
                  </a:cubicBezTo>
                  <a:cubicBezTo>
                    <a:pt x="161" y="305"/>
                    <a:pt x="161" y="305"/>
                    <a:pt x="160" y="305"/>
                  </a:cubicBezTo>
                  <a:cubicBezTo>
                    <a:pt x="160" y="306"/>
                    <a:pt x="160" y="306"/>
                    <a:pt x="160" y="306"/>
                  </a:cubicBezTo>
                  <a:cubicBezTo>
                    <a:pt x="159" y="307"/>
                    <a:pt x="158" y="308"/>
                    <a:pt x="158" y="308"/>
                  </a:cubicBezTo>
                  <a:cubicBezTo>
                    <a:pt x="157" y="307"/>
                    <a:pt x="155" y="307"/>
                    <a:pt x="153" y="305"/>
                  </a:cubicBezTo>
                  <a:cubicBezTo>
                    <a:pt x="152" y="307"/>
                    <a:pt x="152" y="307"/>
                    <a:pt x="152" y="307"/>
                  </a:cubicBezTo>
                  <a:cubicBezTo>
                    <a:pt x="174" y="322"/>
                    <a:pt x="174" y="322"/>
                    <a:pt x="174" y="322"/>
                  </a:cubicBezTo>
                  <a:cubicBezTo>
                    <a:pt x="175" y="321"/>
                    <a:pt x="175" y="321"/>
                    <a:pt x="175" y="321"/>
                  </a:cubicBezTo>
                  <a:cubicBezTo>
                    <a:pt x="174" y="320"/>
                    <a:pt x="174" y="320"/>
                    <a:pt x="173" y="319"/>
                  </a:cubicBezTo>
                  <a:cubicBezTo>
                    <a:pt x="173" y="318"/>
                    <a:pt x="173" y="316"/>
                    <a:pt x="174" y="315"/>
                  </a:cubicBezTo>
                  <a:cubicBezTo>
                    <a:pt x="186" y="268"/>
                    <a:pt x="186" y="268"/>
                    <a:pt x="186" y="268"/>
                  </a:cubicBezTo>
                  <a:cubicBezTo>
                    <a:pt x="181" y="264"/>
                    <a:pt x="181" y="264"/>
                    <a:pt x="181" y="264"/>
                  </a:cubicBezTo>
                  <a:cubicBezTo>
                    <a:pt x="141" y="290"/>
                    <a:pt x="141" y="290"/>
                    <a:pt x="141" y="290"/>
                  </a:cubicBezTo>
                  <a:cubicBezTo>
                    <a:pt x="139" y="291"/>
                    <a:pt x="138" y="291"/>
                    <a:pt x="137" y="292"/>
                  </a:cubicBezTo>
                  <a:cubicBezTo>
                    <a:pt x="135" y="292"/>
                    <a:pt x="134" y="291"/>
                    <a:pt x="133" y="291"/>
                  </a:cubicBezTo>
                  <a:cubicBezTo>
                    <a:pt x="132" y="292"/>
                    <a:pt x="132" y="292"/>
                    <a:pt x="132" y="292"/>
                  </a:cubicBezTo>
                  <a:cubicBezTo>
                    <a:pt x="145" y="301"/>
                    <a:pt x="145" y="301"/>
                    <a:pt x="145" y="301"/>
                  </a:cubicBezTo>
                  <a:cubicBezTo>
                    <a:pt x="146" y="300"/>
                    <a:pt x="146" y="300"/>
                    <a:pt x="146" y="300"/>
                  </a:cubicBezTo>
                  <a:cubicBezTo>
                    <a:pt x="145" y="299"/>
                    <a:pt x="145" y="299"/>
                    <a:pt x="145" y="299"/>
                  </a:cubicBezTo>
                  <a:cubicBezTo>
                    <a:pt x="144" y="298"/>
                    <a:pt x="143" y="297"/>
                    <a:pt x="143" y="296"/>
                  </a:cubicBezTo>
                  <a:cubicBezTo>
                    <a:pt x="142" y="295"/>
                    <a:pt x="143" y="294"/>
                    <a:pt x="143" y="293"/>
                  </a:cubicBezTo>
                  <a:cubicBezTo>
                    <a:pt x="144" y="293"/>
                    <a:pt x="144" y="293"/>
                    <a:pt x="144" y="292"/>
                  </a:cubicBezTo>
                  <a:cubicBezTo>
                    <a:pt x="145" y="292"/>
                    <a:pt x="145" y="292"/>
                    <a:pt x="146" y="291"/>
                  </a:cubicBezTo>
                  <a:cubicBezTo>
                    <a:pt x="146" y="291"/>
                    <a:pt x="146" y="291"/>
                    <a:pt x="146" y="291"/>
                  </a:cubicBezTo>
                  <a:close/>
                  <a:moveTo>
                    <a:pt x="156" y="285"/>
                  </a:moveTo>
                  <a:cubicBezTo>
                    <a:pt x="169" y="276"/>
                    <a:pt x="169" y="276"/>
                    <a:pt x="169" y="276"/>
                  </a:cubicBezTo>
                  <a:cubicBezTo>
                    <a:pt x="164" y="291"/>
                    <a:pt x="164" y="291"/>
                    <a:pt x="164" y="291"/>
                  </a:cubicBezTo>
                  <a:cubicBezTo>
                    <a:pt x="156" y="285"/>
                    <a:pt x="156" y="285"/>
                    <a:pt x="156" y="285"/>
                  </a:cubicBezTo>
                  <a:close/>
                  <a:moveTo>
                    <a:pt x="213" y="294"/>
                  </a:moveTo>
                  <a:cubicBezTo>
                    <a:pt x="214" y="292"/>
                    <a:pt x="214" y="290"/>
                    <a:pt x="214" y="288"/>
                  </a:cubicBezTo>
                  <a:cubicBezTo>
                    <a:pt x="213" y="287"/>
                    <a:pt x="212" y="286"/>
                    <a:pt x="210" y="285"/>
                  </a:cubicBezTo>
                  <a:cubicBezTo>
                    <a:pt x="211" y="283"/>
                    <a:pt x="211" y="283"/>
                    <a:pt x="211" y="283"/>
                  </a:cubicBezTo>
                  <a:cubicBezTo>
                    <a:pt x="230" y="292"/>
                    <a:pt x="230" y="292"/>
                    <a:pt x="230" y="292"/>
                  </a:cubicBezTo>
                  <a:cubicBezTo>
                    <a:pt x="239" y="329"/>
                    <a:pt x="239" y="329"/>
                    <a:pt x="239" y="329"/>
                  </a:cubicBezTo>
                  <a:cubicBezTo>
                    <a:pt x="248" y="311"/>
                    <a:pt x="248" y="311"/>
                    <a:pt x="248" y="311"/>
                  </a:cubicBezTo>
                  <a:cubicBezTo>
                    <a:pt x="249" y="308"/>
                    <a:pt x="250" y="306"/>
                    <a:pt x="249" y="305"/>
                  </a:cubicBezTo>
                  <a:cubicBezTo>
                    <a:pt x="249" y="304"/>
                    <a:pt x="248" y="302"/>
                    <a:pt x="245" y="301"/>
                  </a:cubicBezTo>
                  <a:cubicBezTo>
                    <a:pt x="246" y="299"/>
                    <a:pt x="246" y="299"/>
                    <a:pt x="246" y="299"/>
                  </a:cubicBezTo>
                  <a:cubicBezTo>
                    <a:pt x="261" y="306"/>
                    <a:pt x="261" y="306"/>
                    <a:pt x="261" y="306"/>
                  </a:cubicBezTo>
                  <a:cubicBezTo>
                    <a:pt x="260" y="308"/>
                    <a:pt x="260" y="308"/>
                    <a:pt x="260" y="308"/>
                  </a:cubicBezTo>
                  <a:cubicBezTo>
                    <a:pt x="258" y="307"/>
                    <a:pt x="256" y="307"/>
                    <a:pt x="255" y="308"/>
                  </a:cubicBezTo>
                  <a:cubicBezTo>
                    <a:pt x="254" y="308"/>
                    <a:pt x="252" y="310"/>
                    <a:pt x="251" y="312"/>
                  </a:cubicBezTo>
                  <a:cubicBezTo>
                    <a:pt x="234" y="350"/>
                    <a:pt x="234" y="350"/>
                    <a:pt x="234" y="350"/>
                  </a:cubicBezTo>
                  <a:cubicBezTo>
                    <a:pt x="228" y="348"/>
                    <a:pt x="228" y="348"/>
                    <a:pt x="228" y="348"/>
                  </a:cubicBezTo>
                  <a:cubicBezTo>
                    <a:pt x="215" y="297"/>
                    <a:pt x="215" y="297"/>
                    <a:pt x="215" y="297"/>
                  </a:cubicBezTo>
                  <a:cubicBezTo>
                    <a:pt x="202" y="325"/>
                    <a:pt x="202" y="325"/>
                    <a:pt x="202" y="325"/>
                  </a:cubicBezTo>
                  <a:cubicBezTo>
                    <a:pt x="201" y="328"/>
                    <a:pt x="200" y="330"/>
                    <a:pt x="201" y="331"/>
                  </a:cubicBezTo>
                  <a:cubicBezTo>
                    <a:pt x="201" y="332"/>
                    <a:pt x="203" y="334"/>
                    <a:pt x="205" y="335"/>
                  </a:cubicBezTo>
                  <a:cubicBezTo>
                    <a:pt x="204" y="337"/>
                    <a:pt x="204" y="337"/>
                    <a:pt x="204" y="337"/>
                  </a:cubicBezTo>
                  <a:cubicBezTo>
                    <a:pt x="189" y="329"/>
                    <a:pt x="189" y="329"/>
                    <a:pt x="189" y="329"/>
                  </a:cubicBezTo>
                  <a:cubicBezTo>
                    <a:pt x="190" y="328"/>
                    <a:pt x="190" y="328"/>
                    <a:pt x="190" y="328"/>
                  </a:cubicBezTo>
                  <a:cubicBezTo>
                    <a:pt x="192" y="329"/>
                    <a:pt x="194" y="329"/>
                    <a:pt x="195" y="328"/>
                  </a:cubicBezTo>
                  <a:cubicBezTo>
                    <a:pt x="196" y="328"/>
                    <a:pt x="198" y="326"/>
                    <a:pt x="199" y="324"/>
                  </a:cubicBezTo>
                  <a:cubicBezTo>
                    <a:pt x="213" y="294"/>
                    <a:pt x="213" y="294"/>
                    <a:pt x="213" y="294"/>
                  </a:cubicBezTo>
                  <a:close/>
                  <a:moveTo>
                    <a:pt x="340" y="352"/>
                  </a:moveTo>
                  <a:cubicBezTo>
                    <a:pt x="342" y="329"/>
                    <a:pt x="342" y="329"/>
                    <a:pt x="342" y="329"/>
                  </a:cubicBezTo>
                  <a:cubicBezTo>
                    <a:pt x="342" y="326"/>
                    <a:pt x="342" y="324"/>
                    <a:pt x="341" y="323"/>
                  </a:cubicBezTo>
                  <a:cubicBezTo>
                    <a:pt x="340" y="322"/>
                    <a:pt x="339" y="321"/>
                    <a:pt x="336" y="321"/>
                  </a:cubicBezTo>
                  <a:cubicBezTo>
                    <a:pt x="337" y="319"/>
                    <a:pt x="337" y="319"/>
                    <a:pt x="337" y="319"/>
                  </a:cubicBezTo>
                  <a:cubicBezTo>
                    <a:pt x="353" y="320"/>
                    <a:pt x="353" y="320"/>
                    <a:pt x="353" y="320"/>
                  </a:cubicBezTo>
                  <a:cubicBezTo>
                    <a:pt x="353" y="322"/>
                    <a:pt x="353" y="322"/>
                    <a:pt x="353" y="322"/>
                  </a:cubicBezTo>
                  <a:cubicBezTo>
                    <a:pt x="351" y="322"/>
                    <a:pt x="349" y="323"/>
                    <a:pt x="348" y="324"/>
                  </a:cubicBezTo>
                  <a:cubicBezTo>
                    <a:pt x="347" y="325"/>
                    <a:pt x="346" y="327"/>
                    <a:pt x="346" y="329"/>
                  </a:cubicBezTo>
                  <a:cubicBezTo>
                    <a:pt x="344" y="352"/>
                    <a:pt x="344" y="352"/>
                    <a:pt x="344" y="352"/>
                  </a:cubicBezTo>
                  <a:cubicBezTo>
                    <a:pt x="343" y="356"/>
                    <a:pt x="343" y="359"/>
                    <a:pt x="342" y="361"/>
                  </a:cubicBezTo>
                  <a:cubicBezTo>
                    <a:pt x="341" y="363"/>
                    <a:pt x="340" y="364"/>
                    <a:pt x="339" y="366"/>
                  </a:cubicBezTo>
                  <a:cubicBezTo>
                    <a:pt x="337" y="368"/>
                    <a:pt x="334" y="369"/>
                    <a:pt x="331" y="370"/>
                  </a:cubicBezTo>
                  <a:cubicBezTo>
                    <a:pt x="328" y="371"/>
                    <a:pt x="325" y="371"/>
                    <a:pt x="321" y="371"/>
                  </a:cubicBezTo>
                  <a:cubicBezTo>
                    <a:pt x="314" y="370"/>
                    <a:pt x="309" y="368"/>
                    <a:pt x="306" y="365"/>
                  </a:cubicBezTo>
                  <a:cubicBezTo>
                    <a:pt x="303" y="361"/>
                    <a:pt x="302" y="356"/>
                    <a:pt x="302" y="350"/>
                  </a:cubicBezTo>
                  <a:cubicBezTo>
                    <a:pt x="304" y="326"/>
                    <a:pt x="304" y="326"/>
                    <a:pt x="304" y="326"/>
                  </a:cubicBezTo>
                  <a:cubicBezTo>
                    <a:pt x="305" y="323"/>
                    <a:pt x="304" y="321"/>
                    <a:pt x="303" y="320"/>
                  </a:cubicBezTo>
                  <a:cubicBezTo>
                    <a:pt x="303" y="319"/>
                    <a:pt x="301" y="318"/>
                    <a:pt x="299" y="318"/>
                  </a:cubicBezTo>
                  <a:cubicBezTo>
                    <a:pt x="299" y="316"/>
                    <a:pt x="299" y="316"/>
                    <a:pt x="299" y="316"/>
                  </a:cubicBezTo>
                  <a:cubicBezTo>
                    <a:pt x="328" y="318"/>
                    <a:pt x="328" y="318"/>
                    <a:pt x="328" y="318"/>
                  </a:cubicBezTo>
                  <a:cubicBezTo>
                    <a:pt x="328" y="320"/>
                    <a:pt x="328" y="320"/>
                    <a:pt x="328" y="320"/>
                  </a:cubicBezTo>
                  <a:cubicBezTo>
                    <a:pt x="325" y="320"/>
                    <a:pt x="323" y="321"/>
                    <a:pt x="322" y="322"/>
                  </a:cubicBezTo>
                  <a:cubicBezTo>
                    <a:pt x="321" y="323"/>
                    <a:pt x="321" y="324"/>
                    <a:pt x="320" y="327"/>
                  </a:cubicBezTo>
                  <a:cubicBezTo>
                    <a:pt x="318" y="355"/>
                    <a:pt x="318" y="355"/>
                    <a:pt x="318" y="355"/>
                  </a:cubicBezTo>
                  <a:cubicBezTo>
                    <a:pt x="318" y="359"/>
                    <a:pt x="318" y="362"/>
                    <a:pt x="320" y="364"/>
                  </a:cubicBezTo>
                  <a:cubicBezTo>
                    <a:pt x="321" y="366"/>
                    <a:pt x="323" y="367"/>
                    <a:pt x="327" y="367"/>
                  </a:cubicBezTo>
                  <a:cubicBezTo>
                    <a:pt x="331" y="367"/>
                    <a:pt x="334" y="366"/>
                    <a:pt x="336" y="364"/>
                  </a:cubicBezTo>
                  <a:cubicBezTo>
                    <a:pt x="338" y="361"/>
                    <a:pt x="340" y="358"/>
                    <a:pt x="340" y="352"/>
                  </a:cubicBezTo>
                  <a:cubicBezTo>
                    <a:pt x="340" y="352"/>
                    <a:pt x="340" y="352"/>
                    <a:pt x="340" y="352"/>
                  </a:cubicBezTo>
                  <a:close/>
                  <a:moveTo>
                    <a:pt x="368" y="329"/>
                  </a:moveTo>
                  <a:cubicBezTo>
                    <a:pt x="368" y="327"/>
                    <a:pt x="367" y="325"/>
                    <a:pt x="366" y="324"/>
                  </a:cubicBezTo>
                  <a:cubicBezTo>
                    <a:pt x="365" y="323"/>
                    <a:pt x="363" y="323"/>
                    <a:pt x="361" y="323"/>
                  </a:cubicBezTo>
                  <a:cubicBezTo>
                    <a:pt x="360" y="321"/>
                    <a:pt x="360" y="321"/>
                    <a:pt x="360" y="321"/>
                  </a:cubicBezTo>
                  <a:cubicBezTo>
                    <a:pt x="382" y="318"/>
                    <a:pt x="382" y="318"/>
                    <a:pt x="382" y="318"/>
                  </a:cubicBezTo>
                  <a:cubicBezTo>
                    <a:pt x="410" y="344"/>
                    <a:pt x="410" y="344"/>
                    <a:pt x="410" y="344"/>
                  </a:cubicBezTo>
                  <a:cubicBezTo>
                    <a:pt x="407" y="324"/>
                    <a:pt x="407" y="324"/>
                    <a:pt x="407" y="324"/>
                  </a:cubicBezTo>
                  <a:cubicBezTo>
                    <a:pt x="407" y="321"/>
                    <a:pt x="406" y="320"/>
                    <a:pt x="405" y="319"/>
                  </a:cubicBezTo>
                  <a:cubicBezTo>
                    <a:pt x="404" y="318"/>
                    <a:pt x="402" y="317"/>
                    <a:pt x="400" y="317"/>
                  </a:cubicBezTo>
                  <a:cubicBezTo>
                    <a:pt x="399" y="316"/>
                    <a:pt x="399" y="316"/>
                    <a:pt x="399" y="316"/>
                  </a:cubicBezTo>
                  <a:cubicBezTo>
                    <a:pt x="416" y="313"/>
                    <a:pt x="416" y="313"/>
                    <a:pt x="416" y="313"/>
                  </a:cubicBezTo>
                  <a:cubicBezTo>
                    <a:pt x="416" y="315"/>
                    <a:pt x="416" y="315"/>
                    <a:pt x="416" y="315"/>
                  </a:cubicBezTo>
                  <a:cubicBezTo>
                    <a:pt x="414" y="316"/>
                    <a:pt x="412" y="316"/>
                    <a:pt x="411" y="318"/>
                  </a:cubicBezTo>
                  <a:cubicBezTo>
                    <a:pt x="410" y="319"/>
                    <a:pt x="410" y="321"/>
                    <a:pt x="411" y="323"/>
                  </a:cubicBezTo>
                  <a:cubicBezTo>
                    <a:pt x="416" y="365"/>
                    <a:pt x="416" y="365"/>
                    <a:pt x="416" y="365"/>
                  </a:cubicBezTo>
                  <a:cubicBezTo>
                    <a:pt x="411" y="366"/>
                    <a:pt x="411" y="366"/>
                    <a:pt x="411" y="366"/>
                  </a:cubicBezTo>
                  <a:cubicBezTo>
                    <a:pt x="372" y="330"/>
                    <a:pt x="372" y="330"/>
                    <a:pt x="372" y="330"/>
                  </a:cubicBezTo>
                  <a:cubicBezTo>
                    <a:pt x="376" y="361"/>
                    <a:pt x="376" y="361"/>
                    <a:pt x="376" y="361"/>
                  </a:cubicBezTo>
                  <a:cubicBezTo>
                    <a:pt x="377" y="364"/>
                    <a:pt x="377" y="366"/>
                    <a:pt x="379" y="367"/>
                  </a:cubicBezTo>
                  <a:cubicBezTo>
                    <a:pt x="380" y="368"/>
                    <a:pt x="381" y="368"/>
                    <a:pt x="384" y="368"/>
                  </a:cubicBezTo>
                  <a:cubicBezTo>
                    <a:pt x="384" y="370"/>
                    <a:pt x="384" y="370"/>
                    <a:pt x="384" y="370"/>
                  </a:cubicBezTo>
                  <a:cubicBezTo>
                    <a:pt x="368" y="372"/>
                    <a:pt x="368" y="372"/>
                    <a:pt x="368" y="372"/>
                  </a:cubicBezTo>
                  <a:cubicBezTo>
                    <a:pt x="367" y="370"/>
                    <a:pt x="367" y="370"/>
                    <a:pt x="367" y="370"/>
                  </a:cubicBezTo>
                  <a:cubicBezTo>
                    <a:pt x="370" y="370"/>
                    <a:pt x="371" y="369"/>
                    <a:pt x="372" y="368"/>
                  </a:cubicBezTo>
                  <a:cubicBezTo>
                    <a:pt x="373" y="366"/>
                    <a:pt x="373" y="364"/>
                    <a:pt x="373" y="362"/>
                  </a:cubicBezTo>
                  <a:cubicBezTo>
                    <a:pt x="368" y="329"/>
                    <a:pt x="368" y="329"/>
                    <a:pt x="368" y="329"/>
                  </a:cubicBezTo>
                  <a:close/>
                  <a:moveTo>
                    <a:pt x="461" y="345"/>
                  </a:moveTo>
                  <a:cubicBezTo>
                    <a:pt x="462" y="348"/>
                    <a:pt x="463" y="349"/>
                    <a:pt x="464" y="350"/>
                  </a:cubicBezTo>
                  <a:cubicBezTo>
                    <a:pt x="465" y="351"/>
                    <a:pt x="467" y="351"/>
                    <a:pt x="469" y="351"/>
                  </a:cubicBezTo>
                  <a:cubicBezTo>
                    <a:pt x="470" y="352"/>
                    <a:pt x="470" y="352"/>
                    <a:pt x="470" y="352"/>
                  </a:cubicBezTo>
                  <a:cubicBezTo>
                    <a:pt x="442" y="360"/>
                    <a:pt x="442" y="360"/>
                    <a:pt x="442" y="360"/>
                  </a:cubicBezTo>
                  <a:cubicBezTo>
                    <a:pt x="441" y="359"/>
                    <a:pt x="441" y="359"/>
                    <a:pt x="441" y="359"/>
                  </a:cubicBezTo>
                  <a:cubicBezTo>
                    <a:pt x="444" y="358"/>
                    <a:pt x="445" y="357"/>
                    <a:pt x="446" y="355"/>
                  </a:cubicBezTo>
                  <a:cubicBezTo>
                    <a:pt x="446" y="354"/>
                    <a:pt x="446" y="352"/>
                    <a:pt x="446" y="350"/>
                  </a:cubicBezTo>
                  <a:cubicBezTo>
                    <a:pt x="436" y="318"/>
                    <a:pt x="436" y="318"/>
                    <a:pt x="436" y="318"/>
                  </a:cubicBezTo>
                  <a:cubicBezTo>
                    <a:pt x="436" y="316"/>
                    <a:pt x="435" y="314"/>
                    <a:pt x="433" y="313"/>
                  </a:cubicBezTo>
                  <a:cubicBezTo>
                    <a:pt x="432" y="312"/>
                    <a:pt x="430" y="312"/>
                    <a:pt x="428" y="313"/>
                  </a:cubicBezTo>
                  <a:cubicBezTo>
                    <a:pt x="428" y="311"/>
                    <a:pt x="428" y="311"/>
                    <a:pt x="428" y="311"/>
                  </a:cubicBezTo>
                  <a:cubicBezTo>
                    <a:pt x="456" y="303"/>
                    <a:pt x="456" y="303"/>
                    <a:pt x="456" y="303"/>
                  </a:cubicBezTo>
                  <a:cubicBezTo>
                    <a:pt x="456" y="305"/>
                    <a:pt x="456" y="305"/>
                    <a:pt x="456" y="305"/>
                  </a:cubicBezTo>
                  <a:cubicBezTo>
                    <a:pt x="454" y="306"/>
                    <a:pt x="452" y="307"/>
                    <a:pt x="452" y="308"/>
                  </a:cubicBezTo>
                  <a:cubicBezTo>
                    <a:pt x="451" y="309"/>
                    <a:pt x="451" y="311"/>
                    <a:pt x="452" y="314"/>
                  </a:cubicBezTo>
                  <a:cubicBezTo>
                    <a:pt x="461" y="345"/>
                    <a:pt x="461" y="345"/>
                    <a:pt x="461" y="345"/>
                  </a:cubicBezTo>
                  <a:close/>
                  <a:moveTo>
                    <a:pt x="508" y="337"/>
                  </a:moveTo>
                  <a:cubicBezTo>
                    <a:pt x="511" y="336"/>
                    <a:pt x="511" y="336"/>
                    <a:pt x="511" y="336"/>
                  </a:cubicBezTo>
                  <a:cubicBezTo>
                    <a:pt x="507" y="287"/>
                    <a:pt x="507" y="287"/>
                    <a:pt x="507" y="287"/>
                  </a:cubicBezTo>
                  <a:cubicBezTo>
                    <a:pt x="507" y="285"/>
                    <a:pt x="507" y="284"/>
                    <a:pt x="507" y="282"/>
                  </a:cubicBezTo>
                  <a:cubicBezTo>
                    <a:pt x="508" y="281"/>
                    <a:pt x="509" y="280"/>
                    <a:pt x="510" y="279"/>
                  </a:cubicBezTo>
                  <a:cubicBezTo>
                    <a:pt x="509" y="277"/>
                    <a:pt x="509" y="277"/>
                    <a:pt x="509" y="277"/>
                  </a:cubicBezTo>
                  <a:cubicBezTo>
                    <a:pt x="495" y="285"/>
                    <a:pt x="495" y="285"/>
                    <a:pt x="495" y="285"/>
                  </a:cubicBezTo>
                  <a:cubicBezTo>
                    <a:pt x="496" y="286"/>
                    <a:pt x="496" y="286"/>
                    <a:pt x="496" y="286"/>
                  </a:cubicBezTo>
                  <a:cubicBezTo>
                    <a:pt x="498" y="286"/>
                    <a:pt x="499" y="285"/>
                    <a:pt x="500" y="285"/>
                  </a:cubicBezTo>
                  <a:cubicBezTo>
                    <a:pt x="501" y="285"/>
                    <a:pt x="502" y="286"/>
                    <a:pt x="503" y="287"/>
                  </a:cubicBezTo>
                  <a:cubicBezTo>
                    <a:pt x="503" y="287"/>
                    <a:pt x="503" y="287"/>
                    <a:pt x="503" y="288"/>
                  </a:cubicBezTo>
                  <a:cubicBezTo>
                    <a:pt x="503" y="288"/>
                    <a:pt x="503" y="289"/>
                    <a:pt x="503" y="290"/>
                  </a:cubicBezTo>
                  <a:cubicBezTo>
                    <a:pt x="506" y="316"/>
                    <a:pt x="506" y="316"/>
                    <a:pt x="506" y="316"/>
                  </a:cubicBezTo>
                  <a:cubicBezTo>
                    <a:pt x="485" y="298"/>
                    <a:pt x="485" y="298"/>
                    <a:pt x="485" y="298"/>
                  </a:cubicBezTo>
                  <a:cubicBezTo>
                    <a:pt x="484" y="297"/>
                    <a:pt x="484" y="297"/>
                    <a:pt x="484" y="297"/>
                  </a:cubicBezTo>
                  <a:cubicBezTo>
                    <a:pt x="484" y="297"/>
                    <a:pt x="484" y="296"/>
                    <a:pt x="483" y="296"/>
                  </a:cubicBezTo>
                  <a:cubicBezTo>
                    <a:pt x="483" y="295"/>
                    <a:pt x="483" y="295"/>
                    <a:pt x="483" y="294"/>
                  </a:cubicBezTo>
                  <a:cubicBezTo>
                    <a:pt x="484" y="293"/>
                    <a:pt x="485" y="292"/>
                    <a:pt x="486" y="292"/>
                  </a:cubicBezTo>
                  <a:cubicBezTo>
                    <a:pt x="486" y="291"/>
                    <a:pt x="486" y="291"/>
                    <a:pt x="486" y="291"/>
                  </a:cubicBezTo>
                  <a:cubicBezTo>
                    <a:pt x="486" y="290"/>
                    <a:pt x="486" y="290"/>
                    <a:pt x="486" y="290"/>
                  </a:cubicBezTo>
                  <a:cubicBezTo>
                    <a:pt x="462" y="302"/>
                    <a:pt x="462" y="302"/>
                    <a:pt x="462" y="302"/>
                  </a:cubicBezTo>
                  <a:cubicBezTo>
                    <a:pt x="463" y="304"/>
                    <a:pt x="463" y="304"/>
                    <a:pt x="463" y="304"/>
                  </a:cubicBezTo>
                  <a:cubicBezTo>
                    <a:pt x="464" y="303"/>
                    <a:pt x="465" y="303"/>
                    <a:pt x="467" y="303"/>
                  </a:cubicBezTo>
                  <a:cubicBezTo>
                    <a:pt x="468" y="304"/>
                    <a:pt x="469" y="305"/>
                    <a:pt x="471" y="306"/>
                  </a:cubicBezTo>
                  <a:cubicBezTo>
                    <a:pt x="508" y="337"/>
                    <a:pt x="508" y="337"/>
                    <a:pt x="508" y="337"/>
                  </a:cubicBezTo>
                  <a:close/>
                  <a:moveTo>
                    <a:pt x="547" y="316"/>
                  </a:moveTo>
                  <a:cubicBezTo>
                    <a:pt x="546" y="315"/>
                    <a:pt x="546" y="315"/>
                    <a:pt x="546" y="315"/>
                  </a:cubicBezTo>
                  <a:cubicBezTo>
                    <a:pt x="548" y="313"/>
                    <a:pt x="549" y="311"/>
                    <a:pt x="549" y="310"/>
                  </a:cubicBezTo>
                  <a:cubicBezTo>
                    <a:pt x="549" y="308"/>
                    <a:pt x="548" y="307"/>
                    <a:pt x="547" y="305"/>
                  </a:cubicBezTo>
                  <a:cubicBezTo>
                    <a:pt x="526" y="279"/>
                    <a:pt x="526" y="279"/>
                    <a:pt x="526" y="279"/>
                  </a:cubicBezTo>
                  <a:cubicBezTo>
                    <a:pt x="524" y="277"/>
                    <a:pt x="523" y="276"/>
                    <a:pt x="521" y="276"/>
                  </a:cubicBezTo>
                  <a:cubicBezTo>
                    <a:pt x="520" y="275"/>
                    <a:pt x="518" y="276"/>
                    <a:pt x="516" y="277"/>
                  </a:cubicBezTo>
                  <a:cubicBezTo>
                    <a:pt x="515" y="276"/>
                    <a:pt x="515" y="276"/>
                    <a:pt x="515" y="276"/>
                  </a:cubicBezTo>
                  <a:cubicBezTo>
                    <a:pt x="550" y="248"/>
                    <a:pt x="550" y="248"/>
                    <a:pt x="550" y="248"/>
                  </a:cubicBezTo>
                  <a:cubicBezTo>
                    <a:pt x="559" y="258"/>
                    <a:pt x="559" y="258"/>
                    <a:pt x="559" y="258"/>
                  </a:cubicBezTo>
                  <a:cubicBezTo>
                    <a:pt x="558" y="260"/>
                    <a:pt x="558" y="260"/>
                    <a:pt x="558" y="260"/>
                  </a:cubicBezTo>
                  <a:cubicBezTo>
                    <a:pt x="555" y="257"/>
                    <a:pt x="552" y="256"/>
                    <a:pt x="549" y="256"/>
                  </a:cubicBezTo>
                  <a:cubicBezTo>
                    <a:pt x="547" y="255"/>
                    <a:pt x="544" y="257"/>
                    <a:pt x="540" y="260"/>
                  </a:cubicBezTo>
                  <a:cubicBezTo>
                    <a:pt x="535" y="264"/>
                    <a:pt x="535" y="264"/>
                    <a:pt x="535" y="264"/>
                  </a:cubicBezTo>
                  <a:cubicBezTo>
                    <a:pt x="547" y="280"/>
                    <a:pt x="547" y="280"/>
                    <a:pt x="547" y="280"/>
                  </a:cubicBezTo>
                  <a:cubicBezTo>
                    <a:pt x="548" y="279"/>
                    <a:pt x="548" y="279"/>
                    <a:pt x="548" y="279"/>
                  </a:cubicBezTo>
                  <a:cubicBezTo>
                    <a:pt x="550" y="278"/>
                    <a:pt x="551" y="276"/>
                    <a:pt x="551" y="274"/>
                  </a:cubicBezTo>
                  <a:cubicBezTo>
                    <a:pt x="551" y="271"/>
                    <a:pt x="550" y="269"/>
                    <a:pt x="548" y="266"/>
                  </a:cubicBezTo>
                  <a:cubicBezTo>
                    <a:pt x="550" y="264"/>
                    <a:pt x="550" y="264"/>
                    <a:pt x="550" y="264"/>
                  </a:cubicBezTo>
                  <a:cubicBezTo>
                    <a:pt x="565" y="284"/>
                    <a:pt x="565" y="284"/>
                    <a:pt x="565" y="284"/>
                  </a:cubicBezTo>
                  <a:cubicBezTo>
                    <a:pt x="564" y="285"/>
                    <a:pt x="564" y="285"/>
                    <a:pt x="564" y="285"/>
                  </a:cubicBezTo>
                  <a:cubicBezTo>
                    <a:pt x="561" y="282"/>
                    <a:pt x="559" y="280"/>
                    <a:pt x="557" y="280"/>
                  </a:cubicBezTo>
                  <a:cubicBezTo>
                    <a:pt x="554" y="280"/>
                    <a:pt x="552" y="280"/>
                    <a:pt x="550" y="282"/>
                  </a:cubicBezTo>
                  <a:cubicBezTo>
                    <a:pt x="550" y="283"/>
                    <a:pt x="550" y="283"/>
                    <a:pt x="550" y="283"/>
                  </a:cubicBezTo>
                  <a:cubicBezTo>
                    <a:pt x="560" y="295"/>
                    <a:pt x="560" y="295"/>
                    <a:pt x="560" y="295"/>
                  </a:cubicBezTo>
                  <a:cubicBezTo>
                    <a:pt x="561" y="297"/>
                    <a:pt x="562" y="298"/>
                    <a:pt x="563" y="298"/>
                  </a:cubicBezTo>
                  <a:cubicBezTo>
                    <a:pt x="564" y="298"/>
                    <a:pt x="566" y="297"/>
                    <a:pt x="568" y="295"/>
                  </a:cubicBezTo>
                  <a:cubicBezTo>
                    <a:pt x="572" y="292"/>
                    <a:pt x="574" y="289"/>
                    <a:pt x="575" y="286"/>
                  </a:cubicBezTo>
                  <a:cubicBezTo>
                    <a:pt x="576" y="282"/>
                    <a:pt x="575" y="279"/>
                    <a:pt x="573" y="274"/>
                  </a:cubicBezTo>
                  <a:cubicBezTo>
                    <a:pt x="575" y="273"/>
                    <a:pt x="575" y="273"/>
                    <a:pt x="575" y="273"/>
                  </a:cubicBezTo>
                  <a:cubicBezTo>
                    <a:pt x="583" y="287"/>
                    <a:pt x="583" y="287"/>
                    <a:pt x="583" y="287"/>
                  </a:cubicBezTo>
                  <a:cubicBezTo>
                    <a:pt x="547" y="316"/>
                    <a:pt x="547" y="316"/>
                    <a:pt x="547" y="316"/>
                  </a:cubicBezTo>
                  <a:close/>
                  <a:moveTo>
                    <a:pt x="595" y="239"/>
                  </a:moveTo>
                  <a:cubicBezTo>
                    <a:pt x="596" y="238"/>
                    <a:pt x="596" y="238"/>
                    <a:pt x="596" y="238"/>
                  </a:cubicBezTo>
                  <a:cubicBezTo>
                    <a:pt x="598" y="236"/>
                    <a:pt x="599" y="233"/>
                    <a:pt x="599" y="231"/>
                  </a:cubicBezTo>
                  <a:cubicBezTo>
                    <a:pt x="598" y="229"/>
                    <a:pt x="597" y="226"/>
                    <a:pt x="594" y="224"/>
                  </a:cubicBezTo>
                  <a:cubicBezTo>
                    <a:pt x="591" y="221"/>
                    <a:pt x="588" y="220"/>
                    <a:pt x="586" y="220"/>
                  </a:cubicBezTo>
                  <a:cubicBezTo>
                    <a:pt x="583" y="220"/>
                    <a:pt x="581" y="222"/>
                    <a:pt x="579" y="225"/>
                  </a:cubicBezTo>
                  <a:cubicBezTo>
                    <a:pt x="595" y="239"/>
                    <a:pt x="595" y="239"/>
                    <a:pt x="595" y="239"/>
                  </a:cubicBezTo>
                  <a:close/>
                  <a:moveTo>
                    <a:pt x="609" y="250"/>
                  </a:moveTo>
                  <a:cubicBezTo>
                    <a:pt x="598" y="241"/>
                    <a:pt x="598" y="241"/>
                    <a:pt x="598" y="241"/>
                  </a:cubicBezTo>
                  <a:cubicBezTo>
                    <a:pt x="599" y="240"/>
                    <a:pt x="599" y="240"/>
                    <a:pt x="599" y="240"/>
                  </a:cubicBezTo>
                  <a:cubicBezTo>
                    <a:pt x="625" y="245"/>
                    <a:pt x="625" y="245"/>
                    <a:pt x="625" y="245"/>
                  </a:cubicBezTo>
                  <a:cubicBezTo>
                    <a:pt x="637" y="230"/>
                    <a:pt x="637" y="230"/>
                    <a:pt x="637" y="230"/>
                  </a:cubicBezTo>
                  <a:cubicBezTo>
                    <a:pt x="636" y="229"/>
                    <a:pt x="636" y="229"/>
                    <a:pt x="636" y="229"/>
                  </a:cubicBezTo>
                  <a:cubicBezTo>
                    <a:pt x="635" y="230"/>
                    <a:pt x="634" y="231"/>
                    <a:pt x="633" y="231"/>
                  </a:cubicBezTo>
                  <a:cubicBezTo>
                    <a:pt x="632" y="231"/>
                    <a:pt x="630" y="231"/>
                    <a:pt x="628" y="231"/>
                  </a:cubicBezTo>
                  <a:cubicBezTo>
                    <a:pt x="608" y="227"/>
                    <a:pt x="608" y="227"/>
                    <a:pt x="608" y="227"/>
                  </a:cubicBezTo>
                  <a:cubicBezTo>
                    <a:pt x="609" y="224"/>
                    <a:pt x="609" y="221"/>
                    <a:pt x="609" y="218"/>
                  </a:cubicBezTo>
                  <a:cubicBezTo>
                    <a:pt x="608" y="215"/>
                    <a:pt x="607" y="213"/>
                    <a:pt x="604" y="211"/>
                  </a:cubicBezTo>
                  <a:cubicBezTo>
                    <a:pt x="601" y="208"/>
                    <a:pt x="597" y="207"/>
                    <a:pt x="593" y="209"/>
                  </a:cubicBezTo>
                  <a:cubicBezTo>
                    <a:pt x="589" y="210"/>
                    <a:pt x="585" y="213"/>
                    <a:pt x="580" y="218"/>
                  </a:cubicBezTo>
                  <a:cubicBezTo>
                    <a:pt x="562" y="240"/>
                    <a:pt x="562" y="240"/>
                    <a:pt x="562" y="240"/>
                  </a:cubicBezTo>
                  <a:cubicBezTo>
                    <a:pt x="563" y="241"/>
                    <a:pt x="563" y="241"/>
                    <a:pt x="563" y="241"/>
                  </a:cubicBezTo>
                  <a:cubicBezTo>
                    <a:pt x="565" y="240"/>
                    <a:pt x="567" y="239"/>
                    <a:pt x="568" y="239"/>
                  </a:cubicBezTo>
                  <a:cubicBezTo>
                    <a:pt x="569" y="239"/>
                    <a:pt x="571" y="239"/>
                    <a:pt x="573" y="241"/>
                  </a:cubicBezTo>
                  <a:cubicBezTo>
                    <a:pt x="598" y="262"/>
                    <a:pt x="598" y="262"/>
                    <a:pt x="598" y="262"/>
                  </a:cubicBezTo>
                  <a:cubicBezTo>
                    <a:pt x="600" y="264"/>
                    <a:pt x="602" y="266"/>
                    <a:pt x="602" y="267"/>
                  </a:cubicBezTo>
                  <a:cubicBezTo>
                    <a:pt x="602" y="269"/>
                    <a:pt x="601" y="270"/>
                    <a:pt x="600" y="272"/>
                  </a:cubicBezTo>
                  <a:cubicBezTo>
                    <a:pt x="601" y="273"/>
                    <a:pt x="601" y="273"/>
                    <a:pt x="601" y="273"/>
                  </a:cubicBezTo>
                  <a:cubicBezTo>
                    <a:pt x="620" y="251"/>
                    <a:pt x="620" y="251"/>
                    <a:pt x="620" y="251"/>
                  </a:cubicBezTo>
                  <a:cubicBezTo>
                    <a:pt x="619" y="249"/>
                    <a:pt x="619" y="249"/>
                    <a:pt x="619" y="249"/>
                  </a:cubicBezTo>
                  <a:cubicBezTo>
                    <a:pt x="617" y="251"/>
                    <a:pt x="616" y="252"/>
                    <a:pt x="614" y="252"/>
                  </a:cubicBezTo>
                  <a:cubicBezTo>
                    <a:pt x="613" y="253"/>
                    <a:pt x="611" y="252"/>
                    <a:pt x="609" y="250"/>
                  </a:cubicBezTo>
                  <a:cubicBezTo>
                    <a:pt x="609" y="250"/>
                    <a:pt x="609" y="250"/>
                    <a:pt x="609" y="250"/>
                  </a:cubicBezTo>
                  <a:close/>
                  <a:moveTo>
                    <a:pt x="651" y="215"/>
                  </a:moveTo>
                  <a:cubicBezTo>
                    <a:pt x="634" y="206"/>
                    <a:pt x="634" y="206"/>
                    <a:pt x="634" y="206"/>
                  </a:cubicBezTo>
                  <a:cubicBezTo>
                    <a:pt x="635" y="204"/>
                    <a:pt x="635" y="204"/>
                    <a:pt x="635" y="204"/>
                  </a:cubicBezTo>
                  <a:cubicBezTo>
                    <a:pt x="639" y="206"/>
                    <a:pt x="643" y="206"/>
                    <a:pt x="648" y="205"/>
                  </a:cubicBezTo>
                  <a:cubicBezTo>
                    <a:pt x="652" y="203"/>
                    <a:pt x="655" y="200"/>
                    <a:pt x="657" y="196"/>
                  </a:cubicBezTo>
                  <a:cubicBezTo>
                    <a:pt x="659" y="194"/>
                    <a:pt x="659" y="191"/>
                    <a:pt x="659" y="189"/>
                  </a:cubicBezTo>
                  <a:cubicBezTo>
                    <a:pt x="659" y="187"/>
                    <a:pt x="658" y="185"/>
                    <a:pt x="656" y="184"/>
                  </a:cubicBezTo>
                  <a:cubicBezTo>
                    <a:pt x="653" y="183"/>
                    <a:pt x="648" y="185"/>
                    <a:pt x="641" y="190"/>
                  </a:cubicBezTo>
                  <a:cubicBezTo>
                    <a:pt x="640" y="190"/>
                    <a:pt x="640" y="190"/>
                    <a:pt x="640" y="190"/>
                  </a:cubicBezTo>
                  <a:cubicBezTo>
                    <a:pt x="640" y="191"/>
                    <a:pt x="639" y="191"/>
                    <a:pt x="638" y="192"/>
                  </a:cubicBezTo>
                  <a:cubicBezTo>
                    <a:pt x="633" y="196"/>
                    <a:pt x="629" y="198"/>
                    <a:pt x="626" y="198"/>
                  </a:cubicBezTo>
                  <a:cubicBezTo>
                    <a:pt x="625" y="199"/>
                    <a:pt x="623" y="199"/>
                    <a:pt x="622" y="198"/>
                  </a:cubicBezTo>
                  <a:cubicBezTo>
                    <a:pt x="620" y="198"/>
                    <a:pt x="619" y="198"/>
                    <a:pt x="618" y="197"/>
                  </a:cubicBezTo>
                  <a:cubicBezTo>
                    <a:pt x="614" y="195"/>
                    <a:pt x="611" y="191"/>
                    <a:pt x="610" y="186"/>
                  </a:cubicBezTo>
                  <a:cubicBezTo>
                    <a:pt x="609" y="182"/>
                    <a:pt x="610" y="177"/>
                    <a:pt x="613" y="172"/>
                  </a:cubicBezTo>
                  <a:cubicBezTo>
                    <a:pt x="614" y="169"/>
                    <a:pt x="616" y="167"/>
                    <a:pt x="619" y="165"/>
                  </a:cubicBezTo>
                  <a:cubicBezTo>
                    <a:pt x="622" y="162"/>
                    <a:pt x="623" y="161"/>
                    <a:pt x="623" y="161"/>
                  </a:cubicBezTo>
                  <a:cubicBezTo>
                    <a:pt x="624" y="160"/>
                    <a:pt x="624" y="159"/>
                    <a:pt x="623" y="159"/>
                  </a:cubicBezTo>
                  <a:cubicBezTo>
                    <a:pt x="623" y="158"/>
                    <a:pt x="622" y="158"/>
                    <a:pt x="621" y="157"/>
                  </a:cubicBezTo>
                  <a:cubicBezTo>
                    <a:pt x="622" y="155"/>
                    <a:pt x="622" y="155"/>
                    <a:pt x="622" y="155"/>
                  </a:cubicBezTo>
                  <a:cubicBezTo>
                    <a:pt x="637" y="163"/>
                    <a:pt x="637" y="163"/>
                    <a:pt x="637" y="163"/>
                  </a:cubicBezTo>
                  <a:cubicBezTo>
                    <a:pt x="636" y="165"/>
                    <a:pt x="636" y="165"/>
                    <a:pt x="636" y="165"/>
                  </a:cubicBezTo>
                  <a:cubicBezTo>
                    <a:pt x="632" y="163"/>
                    <a:pt x="628" y="163"/>
                    <a:pt x="625" y="165"/>
                  </a:cubicBezTo>
                  <a:cubicBezTo>
                    <a:pt x="621" y="166"/>
                    <a:pt x="618" y="169"/>
                    <a:pt x="616" y="173"/>
                  </a:cubicBezTo>
                  <a:cubicBezTo>
                    <a:pt x="615" y="175"/>
                    <a:pt x="615" y="177"/>
                    <a:pt x="615" y="179"/>
                  </a:cubicBezTo>
                  <a:cubicBezTo>
                    <a:pt x="615" y="181"/>
                    <a:pt x="616" y="182"/>
                    <a:pt x="618" y="183"/>
                  </a:cubicBezTo>
                  <a:cubicBezTo>
                    <a:pt x="620" y="184"/>
                    <a:pt x="624" y="183"/>
                    <a:pt x="630" y="179"/>
                  </a:cubicBezTo>
                  <a:cubicBezTo>
                    <a:pt x="630" y="178"/>
                    <a:pt x="630" y="178"/>
                    <a:pt x="630" y="178"/>
                  </a:cubicBezTo>
                  <a:cubicBezTo>
                    <a:pt x="634" y="175"/>
                    <a:pt x="637" y="173"/>
                    <a:pt x="639" y="172"/>
                  </a:cubicBezTo>
                  <a:cubicBezTo>
                    <a:pt x="641" y="170"/>
                    <a:pt x="643" y="170"/>
                    <a:pt x="644" y="169"/>
                  </a:cubicBezTo>
                  <a:cubicBezTo>
                    <a:pt x="646" y="169"/>
                    <a:pt x="648" y="169"/>
                    <a:pt x="650" y="169"/>
                  </a:cubicBezTo>
                  <a:cubicBezTo>
                    <a:pt x="652" y="169"/>
                    <a:pt x="654" y="170"/>
                    <a:pt x="656" y="171"/>
                  </a:cubicBezTo>
                  <a:cubicBezTo>
                    <a:pt x="660" y="173"/>
                    <a:pt x="663" y="177"/>
                    <a:pt x="664" y="182"/>
                  </a:cubicBezTo>
                  <a:cubicBezTo>
                    <a:pt x="665" y="186"/>
                    <a:pt x="664" y="191"/>
                    <a:pt x="661" y="197"/>
                  </a:cubicBezTo>
                  <a:cubicBezTo>
                    <a:pt x="659" y="199"/>
                    <a:pt x="657" y="202"/>
                    <a:pt x="654" y="205"/>
                  </a:cubicBezTo>
                  <a:cubicBezTo>
                    <a:pt x="652" y="207"/>
                    <a:pt x="650" y="209"/>
                    <a:pt x="650" y="209"/>
                  </a:cubicBezTo>
                  <a:cubicBezTo>
                    <a:pt x="650" y="210"/>
                    <a:pt x="650" y="211"/>
                    <a:pt x="650" y="211"/>
                  </a:cubicBezTo>
                  <a:cubicBezTo>
                    <a:pt x="650" y="212"/>
                    <a:pt x="651" y="213"/>
                    <a:pt x="652" y="213"/>
                  </a:cubicBezTo>
                  <a:cubicBezTo>
                    <a:pt x="651" y="215"/>
                    <a:pt x="651" y="215"/>
                    <a:pt x="651" y="215"/>
                  </a:cubicBezTo>
                  <a:close/>
                  <a:moveTo>
                    <a:pt x="678" y="136"/>
                  </a:moveTo>
                  <a:cubicBezTo>
                    <a:pt x="647" y="124"/>
                    <a:pt x="647" y="124"/>
                    <a:pt x="647" y="124"/>
                  </a:cubicBezTo>
                  <a:cubicBezTo>
                    <a:pt x="644" y="123"/>
                    <a:pt x="643" y="122"/>
                    <a:pt x="642" y="121"/>
                  </a:cubicBezTo>
                  <a:cubicBezTo>
                    <a:pt x="642" y="120"/>
                    <a:pt x="642" y="118"/>
                    <a:pt x="642" y="116"/>
                  </a:cubicBezTo>
                  <a:cubicBezTo>
                    <a:pt x="641" y="115"/>
                    <a:pt x="641" y="115"/>
                    <a:pt x="641" y="115"/>
                  </a:cubicBezTo>
                  <a:cubicBezTo>
                    <a:pt x="630" y="142"/>
                    <a:pt x="630" y="142"/>
                    <a:pt x="630" y="142"/>
                  </a:cubicBezTo>
                  <a:cubicBezTo>
                    <a:pt x="632" y="143"/>
                    <a:pt x="632" y="143"/>
                    <a:pt x="632" y="143"/>
                  </a:cubicBezTo>
                  <a:cubicBezTo>
                    <a:pt x="633" y="141"/>
                    <a:pt x="634" y="139"/>
                    <a:pt x="635" y="139"/>
                  </a:cubicBezTo>
                  <a:cubicBezTo>
                    <a:pt x="637" y="138"/>
                    <a:pt x="639" y="138"/>
                    <a:pt x="641" y="139"/>
                  </a:cubicBezTo>
                  <a:cubicBezTo>
                    <a:pt x="672" y="151"/>
                    <a:pt x="672" y="151"/>
                    <a:pt x="672" y="151"/>
                  </a:cubicBezTo>
                  <a:cubicBezTo>
                    <a:pt x="674" y="152"/>
                    <a:pt x="676" y="153"/>
                    <a:pt x="677" y="154"/>
                  </a:cubicBezTo>
                  <a:cubicBezTo>
                    <a:pt x="677" y="156"/>
                    <a:pt x="677" y="158"/>
                    <a:pt x="676" y="160"/>
                  </a:cubicBezTo>
                  <a:cubicBezTo>
                    <a:pt x="678" y="161"/>
                    <a:pt x="678" y="161"/>
                    <a:pt x="678" y="161"/>
                  </a:cubicBezTo>
                  <a:cubicBezTo>
                    <a:pt x="689" y="133"/>
                    <a:pt x="689" y="133"/>
                    <a:pt x="689" y="133"/>
                  </a:cubicBezTo>
                  <a:cubicBezTo>
                    <a:pt x="687" y="133"/>
                    <a:pt x="687" y="133"/>
                    <a:pt x="687" y="133"/>
                  </a:cubicBezTo>
                  <a:cubicBezTo>
                    <a:pt x="686" y="135"/>
                    <a:pt x="685" y="136"/>
                    <a:pt x="683" y="137"/>
                  </a:cubicBezTo>
                  <a:cubicBezTo>
                    <a:pt x="682" y="137"/>
                    <a:pt x="680" y="137"/>
                    <a:pt x="678" y="136"/>
                  </a:cubicBezTo>
                  <a:cubicBezTo>
                    <a:pt x="678" y="136"/>
                    <a:pt x="678" y="136"/>
                    <a:pt x="678" y="136"/>
                  </a:cubicBezTo>
                  <a:close/>
                  <a:moveTo>
                    <a:pt x="656" y="57"/>
                  </a:moveTo>
                  <a:cubicBezTo>
                    <a:pt x="669" y="60"/>
                    <a:pt x="669" y="60"/>
                    <a:pt x="669" y="60"/>
                  </a:cubicBezTo>
                  <a:cubicBezTo>
                    <a:pt x="668" y="62"/>
                    <a:pt x="668" y="62"/>
                    <a:pt x="668" y="62"/>
                  </a:cubicBezTo>
                  <a:cubicBezTo>
                    <a:pt x="665" y="62"/>
                    <a:pt x="662" y="62"/>
                    <a:pt x="660" y="63"/>
                  </a:cubicBezTo>
                  <a:cubicBezTo>
                    <a:pt x="658" y="64"/>
                    <a:pt x="657" y="67"/>
                    <a:pt x="656" y="70"/>
                  </a:cubicBezTo>
                  <a:cubicBezTo>
                    <a:pt x="655" y="73"/>
                    <a:pt x="655" y="73"/>
                    <a:pt x="655" y="73"/>
                  </a:cubicBezTo>
                  <a:cubicBezTo>
                    <a:pt x="693" y="82"/>
                    <a:pt x="693" y="82"/>
                    <a:pt x="693" y="82"/>
                  </a:cubicBezTo>
                  <a:cubicBezTo>
                    <a:pt x="696" y="83"/>
                    <a:pt x="698" y="83"/>
                    <a:pt x="699" y="82"/>
                  </a:cubicBezTo>
                  <a:cubicBezTo>
                    <a:pt x="700" y="81"/>
                    <a:pt x="701" y="80"/>
                    <a:pt x="702" y="77"/>
                  </a:cubicBezTo>
                  <a:cubicBezTo>
                    <a:pt x="704" y="78"/>
                    <a:pt x="704" y="78"/>
                    <a:pt x="704" y="78"/>
                  </a:cubicBezTo>
                  <a:cubicBezTo>
                    <a:pt x="697" y="106"/>
                    <a:pt x="697" y="106"/>
                    <a:pt x="697" y="106"/>
                  </a:cubicBezTo>
                  <a:cubicBezTo>
                    <a:pt x="695" y="106"/>
                    <a:pt x="695" y="106"/>
                    <a:pt x="695" y="106"/>
                  </a:cubicBezTo>
                  <a:cubicBezTo>
                    <a:pt x="696" y="103"/>
                    <a:pt x="696" y="102"/>
                    <a:pt x="695" y="100"/>
                  </a:cubicBezTo>
                  <a:cubicBezTo>
                    <a:pt x="694" y="99"/>
                    <a:pt x="692" y="98"/>
                    <a:pt x="690" y="98"/>
                  </a:cubicBezTo>
                  <a:cubicBezTo>
                    <a:pt x="652" y="89"/>
                    <a:pt x="652" y="89"/>
                    <a:pt x="652" y="89"/>
                  </a:cubicBezTo>
                  <a:cubicBezTo>
                    <a:pt x="651" y="92"/>
                    <a:pt x="651" y="92"/>
                    <a:pt x="651" y="92"/>
                  </a:cubicBezTo>
                  <a:cubicBezTo>
                    <a:pt x="650" y="96"/>
                    <a:pt x="651" y="98"/>
                    <a:pt x="652" y="100"/>
                  </a:cubicBezTo>
                  <a:cubicBezTo>
                    <a:pt x="653" y="102"/>
                    <a:pt x="655" y="104"/>
                    <a:pt x="658" y="105"/>
                  </a:cubicBezTo>
                  <a:cubicBezTo>
                    <a:pt x="658" y="107"/>
                    <a:pt x="658" y="107"/>
                    <a:pt x="658" y="107"/>
                  </a:cubicBezTo>
                  <a:cubicBezTo>
                    <a:pt x="645" y="104"/>
                    <a:pt x="645" y="104"/>
                    <a:pt x="645" y="104"/>
                  </a:cubicBezTo>
                  <a:cubicBezTo>
                    <a:pt x="656" y="57"/>
                    <a:pt x="656" y="57"/>
                    <a:pt x="656" y="57"/>
                  </a:cubicBezTo>
                  <a:close/>
                  <a:moveTo>
                    <a:pt x="684" y="17"/>
                  </a:moveTo>
                  <a:cubicBezTo>
                    <a:pt x="699" y="18"/>
                    <a:pt x="699" y="18"/>
                    <a:pt x="699" y="18"/>
                  </a:cubicBezTo>
                  <a:cubicBezTo>
                    <a:pt x="701" y="18"/>
                    <a:pt x="703" y="17"/>
                    <a:pt x="704" y="16"/>
                  </a:cubicBezTo>
                  <a:cubicBezTo>
                    <a:pt x="705" y="15"/>
                    <a:pt x="706" y="13"/>
                    <a:pt x="706" y="11"/>
                  </a:cubicBezTo>
                  <a:cubicBezTo>
                    <a:pt x="708" y="11"/>
                    <a:pt x="708" y="11"/>
                    <a:pt x="708" y="11"/>
                  </a:cubicBezTo>
                  <a:cubicBezTo>
                    <a:pt x="708" y="40"/>
                    <a:pt x="708" y="40"/>
                    <a:pt x="708" y="40"/>
                  </a:cubicBezTo>
                  <a:cubicBezTo>
                    <a:pt x="706" y="40"/>
                    <a:pt x="706" y="40"/>
                    <a:pt x="706" y="40"/>
                  </a:cubicBezTo>
                  <a:cubicBezTo>
                    <a:pt x="706" y="38"/>
                    <a:pt x="705" y="36"/>
                    <a:pt x="704" y="35"/>
                  </a:cubicBezTo>
                  <a:cubicBezTo>
                    <a:pt x="703" y="34"/>
                    <a:pt x="701" y="34"/>
                    <a:pt x="698" y="34"/>
                  </a:cubicBezTo>
                  <a:cubicBezTo>
                    <a:pt x="687" y="33"/>
                    <a:pt x="687" y="33"/>
                    <a:pt x="687" y="33"/>
                  </a:cubicBezTo>
                  <a:cubicBezTo>
                    <a:pt x="663" y="46"/>
                    <a:pt x="663" y="46"/>
                    <a:pt x="663" y="46"/>
                  </a:cubicBezTo>
                  <a:cubicBezTo>
                    <a:pt x="661" y="47"/>
                    <a:pt x="660" y="48"/>
                    <a:pt x="659" y="49"/>
                  </a:cubicBezTo>
                  <a:cubicBezTo>
                    <a:pt x="658" y="50"/>
                    <a:pt x="658" y="51"/>
                    <a:pt x="658" y="53"/>
                  </a:cubicBezTo>
                  <a:cubicBezTo>
                    <a:pt x="656" y="53"/>
                    <a:pt x="656" y="53"/>
                    <a:pt x="656" y="53"/>
                  </a:cubicBezTo>
                  <a:cubicBezTo>
                    <a:pt x="656" y="26"/>
                    <a:pt x="656" y="26"/>
                    <a:pt x="656" y="26"/>
                  </a:cubicBezTo>
                  <a:cubicBezTo>
                    <a:pt x="658" y="26"/>
                    <a:pt x="658" y="26"/>
                    <a:pt x="658" y="26"/>
                  </a:cubicBezTo>
                  <a:cubicBezTo>
                    <a:pt x="658" y="27"/>
                    <a:pt x="658" y="28"/>
                    <a:pt x="659" y="29"/>
                  </a:cubicBezTo>
                  <a:cubicBezTo>
                    <a:pt x="659" y="29"/>
                    <a:pt x="660" y="30"/>
                    <a:pt x="660" y="30"/>
                  </a:cubicBezTo>
                  <a:cubicBezTo>
                    <a:pt x="661" y="30"/>
                    <a:pt x="661" y="30"/>
                    <a:pt x="661" y="30"/>
                  </a:cubicBezTo>
                  <a:cubicBezTo>
                    <a:pt x="662" y="29"/>
                    <a:pt x="662" y="29"/>
                    <a:pt x="662" y="29"/>
                  </a:cubicBezTo>
                  <a:cubicBezTo>
                    <a:pt x="681" y="20"/>
                    <a:pt x="681" y="20"/>
                    <a:pt x="681" y="20"/>
                  </a:cubicBezTo>
                  <a:cubicBezTo>
                    <a:pt x="664" y="10"/>
                    <a:pt x="664" y="10"/>
                    <a:pt x="664" y="10"/>
                  </a:cubicBezTo>
                  <a:cubicBezTo>
                    <a:pt x="663" y="10"/>
                    <a:pt x="663" y="10"/>
                    <a:pt x="663" y="10"/>
                  </a:cubicBezTo>
                  <a:cubicBezTo>
                    <a:pt x="662" y="9"/>
                    <a:pt x="662" y="9"/>
                    <a:pt x="661" y="9"/>
                  </a:cubicBezTo>
                  <a:cubicBezTo>
                    <a:pt x="660" y="9"/>
                    <a:pt x="660" y="10"/>
                    <a:pt x="659" y="11"/>
                  </a:cubicBezTo>
                  <a:cubicBezTo>
                    <a:pt x="659" y="11"/>
                    <a:pt x="659" y="13"/>
                    <a:pt x="659" y="14"/>
                  </a:cubicBezTo>
                  <a:cubicBezTo>
                    <a:pt x="659" y="15"/>
                    <a:pt x="659" y="15"/>
                    <a:pt x="659" y="15"/>
                  </a:cubicBezTo>
                  <a:cubicBezTo>
                    <a:pt x="657" y="15"/>
                    <a:pt x="657" y="15"/>
                    <a:pt x="657" y="15"/>
                  </a:cubicBezTo>
                  <a:cubicBezTo>
                    <a:pt x="657" y="0"/>
                    <a:pt x="657" y="0"/>
                    <a:pt x="657" y="0"/>
                  </a:cubicBezTo>
                  <a:cubicBezTo>
                    <a:pt x="659" y="0"/>
                    <a:pt x="659" y="0"/>
                    <a:pt x="659" y="0"/>
                  </a:cubicBezTo>
                  <a:cubicBezTo>
                    <a:pt x="659" y="1"/>
                    <a:pt x="659" y="1"/>
                    <a:pt x="659" y="1"/>
                  </a:cubicBezTo>
                  <a:cubicBezTo>
                    <a:pt x="659" y="1"/>
                    <a:pt x="659" y="2"/>
                    <a:pt x="660" y="3"/>
                  </a:cubicBezTo>
                  <a:cubicBezTo>
                    <a:pt x="660" y="4"/>
                    <a:pt x="661" y="5"/>
                    <a:pt x="663" y="6"/>
                  </a:cubicBezTo>
                  <a:lnTo>
                    <a:pt x="684" y="17"/>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solidFill>
                  <a:srgbClr val="000000"/>
                </a:solidFill>
              </a:endParaRPr>
            </a:p>
          </p:txBody>
        </p:sp>
        <p:sp>
          <p:nvSpPr>
            <p:cNvPr id="20" name="íŝ1íḋe"/>
            <p:cNvSpPr/>
            <p:nvPr/>
          </p:nvSpPr>
          <p:spPr bwMode="auto">
            <a:xfrm>
              <a:off x="2840038" y="4119563"/>
              <a:ext cx="493713" cy="128588"/>
            </a:xfrm>
            <a:custGeom>
              <a:avLst/>
              <a:gdLst>
                <a:gd name="T0" fmla="*/ 0 w 150"/>
                <a:gd name="T1" fmla="*/ 36 h 39"/>
                <a:gd name="T2" fmla="*/ 9 w 150"/>
                <a:gd name="T3" fmla="*/ 33 h 39"/>
                <a:gd name="T4" fmla="*/ 8 w 150"/>
                <a:gd name="T5" fmla="*/ 7 h 39"/>
                <a:gd name="T6" fmla="*/ 3 w 150"/>
                <a:gd name="T7" fmla="*/ 7 h 39"/>
                <a:gd name="T8" fmla="*/ 1 w 150"/>
                <a:gd name="T9" fmla="*/ 5 h 39"/>
                <a:gd name="T10" fmla="*/ 17 w 150"/>
                <a:gd name="T11" fmla="*/ 0 h 39"/>
                <a:gd name="T12" fmla="*/ 19 w 150"/>
                <a:gd name="T13" fmla="*/ 33 h 39"/>
                <a:gd name="T14" fmla="*/ 28 w 150"/>
                <a:gd name="T15" fmla="*/ 36 h 39"/>
                <a:gd name="T16" fmla="*/ 21 w 150"/>
                <a:gd name="T17" fmla="*/ 38 h 39"/>
                <a:gd name="T18" fmla="*/ 6 w 150"/>
                <a:gd name="T19" fmla="*/ 38 h 39"/>
                <a:gd name="T20" fmla="*/ 0 w 150"/>
                <a:gd name="T21" fmla="*/ 38 h 39"/>
                <a:gd name="T22" fmla="*/ 46 w 150"/>
                <a:gd name="T23" fmla="*/ 24 h 39"/>
                <a:gd name="T24" fmla="*/ 48 w 150"/>
                <a:gd name="T25" fmla="*/ 34 h 39"/>
                <a:gd name="T26" fmla="*/ 61 w 150"/>
                <a:gd name="T27" fmla="*/ 34 h 39"/>
                <a:gd name="T28" fmla="*/ 60 w 150"/>
                <a:gd name="T29" fmla="*/ 25 h 39"/>
                <a:gd name="T30" fmla="*/ 51 w 150"/>
                <a:gd name="T31" fmla="*/ 21 h 39"/>
                <a:gd name="T32" fmla="*/ 60 w 150"/>
                <a:gd name="T33" fmla="*/ 12 h 39"/>
                <a:gd name="T34" fmla="*/ 59 w 150"/>
                <a:gd name="T35" fmla="*/ 4 h 39"/>
                <a:gd name="T36" fmla="*/ 48 w 150"/>
                <a:gd name="T37" fmla="*/ 4 h 39"/>
                <a:gd name="T38" fmla="*/ 49 w 150"/>
                <a:gd name="T39" fmla="*/ 11 h 39"/>
                <a:gd name="T40" fmla="*/ 56 w 150"/>
                <a:gd name="T41" fmla="*/ 15 h 39"/>
                <a:gd name="T42" fmla="*/ 41 w 150"/>
                <a:gd name="T43" fmla="*/ 15 h 39"/>
                <a:gd name="T44" fmla="*/ 43 w 150"/>
                <a:gd name="T45" fmla="*/ 3 h 39"/>
                <a:gd name="T46" fmla="*/ 65 w 150"/>
                <a:gd name="T47" fmla="*/ 3 h 39"/>
                <a:gd name="T48" fmla="*/ 67 w 150"/>
                <a:gd name="T49" fmla="*/ 13 h 39"/>
                <a:gd name="T50" fmla="*/ 68 w 150"/>
                <a:gd name="T51" fmla="*/ 21 h 39"/>
                <a:gd name="T52" fmla="*/ 66 w 150"/>
                <a:gd name="T53" fmla="*/ 36 h 39"/>
                <a:gd name="T54" fmla="*/ 41 w 150"/>
                <a:gd name="T55" fmla="*/ 36 h 39"/>
                <a:gd name="T56" fmla="*/ 39 w 150"/>
                <a:gd name="T57" fmla="*/ 23 h 39"/>
                <a:gd name="T58" fmla="*/ 47 w 150"/>
                <a:gd name="T59" fmla="*/ 19 h 39"/>
                <a:gd name="T60" fmla="*/ 80 w 150"/>
                <a:gd name="T61" fmla="*/ 33 h 39"/>
                <a:gd name="T62" fmla="*/ 87 w 150"/>
                <a:gd name="T63" fmla="*/ 36 h 39"/>
                <a:gd name="T64" fmla="*/ 100 w 150"/>
                <a:gd name="T65" fmla="*/ 20 h 39"/>
                <a:gd name="T66" fmla="*/ 95 w 150"/>
                <a:gd name="T67" fmla="*/ 25 h 39"/>
                <a:gd name="T68" fmla="*/ 79 w 150"/>
                <a:gd name="T69" fmla="*/ 23 h 39"/>
                <a:gd name="T70" fmla="*/ 81 w 150"/>
                <a:gd name="T71" fmla="*/ 4 h 39"/>
                <a:gd name="T72" fmla="*/ 105 w 150"/>
                <a:gd name="T73" fmla="*/ 5 h 39"/>
                <a:gd name="T74" fmla="*/ 108 w 150"/>
                <a:gd name="T75" fmla="*/ 26 h 39"/>
                <a:gd name="T76" fmla="*/ 96 w 150"/>
                <a:gd name="T77" fmla="*/ 38 h 39"/>
                <a:gd name="T78" fmla="*/ 81 w 150"/>
                <a:gd name="T79" fmla="*/ 38 h 39"/>
                <a:gd name="T80" fmla="*/ 77 w 150"/>
                <a:gd name="T81" fmla="*/ 36 h 39"/>
                <a:gd name="T82" fmla="*/ 98 w 150"/>
                <a:gd name="T83" fmla="*/ 19 h 39"/>
                <a:gd name="T84" fmla="*/ 98 w 150"/>
                <a:gd name="T85" fmla="*/ 6 h 39"/>
                <a:gd name="T86" fmla="*/ 87 w 150"/>
                <a:gd name="T87" fmla="*/ 6 h 39"/>
                <a:gd name="T88" fmla="*/ 88 w 150"/>
                <a:gd name="T89" fmla="*/ 19 h 39"/>
                <a:gd name="T90" fmla="*/ 93 w 150"/>
                <a:gd name="T91" fmla="*/ 21 h 39"/>
                <a:gd name="T92" fmla="*/ 128 w 150"/>
                <a:gd name="T93" fmla="*/ 20 h 39"/>
                <a:gd name="T94" fmla="*/ 129 w 150"/>
                <a:gd name="T95" fmla="*/ 33 h 39"/>
                <a:gd name="T96" fmla="*/ 139 w 150"/>
                <a:gd name="T97" fmla="*/ 34 h 39"/>
                <a:gd name="T98" fmla="*/ 139 w 150"/>
                <a:gd name="T99" fmla="*/ 21 h 39"/>
                <a:gd name="T100" fmla="*/ 133 w 150"/>
                <a:gd name="T101" fmla="*/ 18 h 39"/>
                <a:gd name="T102" fmla="*/ 146 w 150"/>
                <a:gd name="T103" fmla="*/ 6 h 39"/>
                <a:gd name="T104" fmla="*/ 139 w 150"/>
                <a:gd name="T105" fmla="*/ 4 h 39"/>
                <a:gd name="T106" fmla="*/ 126 w 150"/>
                <a:gd name="T107" fmla="*/ 19 h 39"/>
                <a:gd name="T108" fmla="*/ 131 w 150"/>
                <a:gd name="T109" fmla="*/ 15 h 39"/>
                <a:gd name="T110" fmla="*/ 147 w 150"/>
                <a:gd name="T111" fmla="*/ 16 h 39"/>
                <a:gd name="T112" fmla="*/ 146 w 150"/>
                <a:gd name="T113" fmla="*/ 35 h 39"/>
                <a:gd name="T114" fmla="*/ 121 w 150"/>
                <a:gd name="T115" fmla="*/ 35 h 39"/>
                <a:gd name="T116" fmla="*/ 118 w 150"/>
                <a:gd name="T117" fmla="*/ 13 h 39"/>
                <a:gd name="T118" fmla="*/ 130 w 150"/>
                <a:gd name="T119" fmla="*/ 2 h 39"/>
                <a:gd name="T120" fmla="*/ 145 w 150"/>
                <a:gd name="T121" fmla="*/ 1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50" h="39">
                  <a:moveTo>
                    <a:pt x="0" y="38"/>
                  </a:moveTo>
                  <a:cubicBezTo>
                    <a:pt x="0" y="36"/>
                    <a:pt x="0" y="36"/>
                    <a:pt x="0" y="36"/>
                  </a:cubicBezTo>
                  <a:cubicBezTo>
                    <a:pt x="4" y="36"/>
                    <a:pt x="6" y="36"/>
                    <a:pt x="8" y="35"/>
                  </a:cubicBezTo>
                  <a:cubicBezTo>
                    <a:pt x="9" y="35"/>
                    <a:pt x="9" y="34"/>
                    <a:pt x="9" y="33"/>
                  </a:cubicBezTo>
                  <a:cubicBezTo>
                    <a:pt x="9" y="10"/>
                    <a:pt x="9" y="10"/>
                    <a:pt x="9" y="10"/>
                  </a:cubicBezTo>
                  <a:cubicBezTo>
                    <a:pt x="9" y="9"/>
                    <a:pt x="9" y="8"/>
                    <a:pt x="8" y="7"/>
                  </a:cubicBezTo>
                  <a:cubicBezTo>
                    <a:pt x="8" y="7"/>
                    <a:pt x="7" y="7"/>
                    <a:pt x="5" y="7"/>
                  </a:cubicBezTo>
                  <a:cubicBezTo>
                    <a:pt x="5" y="7"/>
                    <a:pt x="4" y="7"/>
                    <a:pt x="3" y="7"/>
                  </a:cubicBezTo>
                  <a:cubicBezTo>
                    <a:pt x="2" y="7"/>
                    <a:pt x="2" y="7"/>
                    <a:pt x="1" y="7"/>
                  </a:cubicBezTo>
                  <a:cubicBezTo>
                    <a:pt x="1" y="5"/>
                    <a:pt x="1" y="5"/>
                    <a:pt x="1" y="5"/>
                  </a:cubicBezTo>
                  <a:cubicBezTo>
                    <a:pt x="4" y="4"/>
                    <a:pt x="7" y="4"/>
                    <a:pt x="9" y="3"/>
                  </a:cubicBezTo>
                  <a:cubicBezTo>
                    <a:pt x="12" y="3"/>
                    <a:pt x="14" y="2"/>
                    <a:pt x="17" y="0"/>
                  </a:cubicBezTo>
                  <a:cubicBezTo>
                    <a:pt x="19" y="0"/>
                    <a:pt x="19" y="0"/>
                    <a:pt x="19" y="0"/>
                  </a:cubicBezTo>
                  <a:cubicBezTo>
                    <a:pt x="19" y="33"/>
                    <a:pt x="19" y="33"/>
                    <a:pt x="19" y="33"/>
                  </a:cubicBezTo>
                  <a:cubicBezTo>
                    <a:pt x="19" y="34"/>
                    <a:pt x="20" y="35"/>
                    <a:pt x="21" y="35"/>
                  </a:cubicBezTo>
                  <a:cubicBezTo>
                    <a:pt x="22" y="36"/>
                    <a:pt x="24" y="36"/>
                    <a:pt x="28" y="36"/>
                  </a:cubicBezTo>
                  <a:cubicBezTo>
                    <a:pt x="28" y="38"/>
                    <a:pt x="28" y="38"/>
                    <a:pt x="28" y="38"/>
                  </a:cubicBezTo>
                  <a:cubicBezTo>
                    <a:pt x="26" y="38"/>
                    <a:pt x="23" y="38"/>
                    <a:pt x="21" y="38"/>
                  </a:cubicBezTo>
                  <a:cubicBezTo>
                    <a:pt x="19" y="38"/>
                    <a:pt x="16" y="38"/>
                    <a:pt x="14" y="38"/>
                  </a:cubicBezTo>
                  <a:cubicBezTo>
                    <a:pt x="11" y="38"/>
                    <a:pt x="8" y="38"/>
                    <a:pt x="6" y="38"/>
                  </a:cubicBezTo>
                  <a:cubicBezTo>
                    <a:pt x="4" y="38"/>
                    <a:pt x="2" y="38"/>
                    <a:pt x="0" y="38"/>
                  </a:cubicBezTo>
                  <a:cubicBezTo>
                    <a:pt x="0" y="38"/>
                    <a:pt x="0" y="38"/>
                    <a:pt x="0" y="38"/>
                  </a:cubicBezTo>
                  <a:close/>
                  <a:moveTo>
                    <a:pt x="51" y="21"/>
                  </a:moveTo>
                  <a:cubicBezTo>
                    <a:pt x="49" y="22"/>
                    <a:pt x="48" y="23"/>
                    <a:pt x="46" y="24"/>
                  </a:cubicBezTo>
                  <a:cubicBezTo>
                    <a:pt x="45" y="26"/>
                    <a:pt x="45" y="27"/>
                    <a:pt x="45" y="28"/>
                  </a:cubicBezTo>
                  <a:cubicBezTo>
                    <a:pt x="45" y="31"/>
                    <a:pt x="46" y="32"/>
                    <a:pt x="48" y="34"/>
                  </a:cubicBezTo>
                  <a:cubicBezTo>
                    <a:pt x="50" y="35"/>
                    <a:pt x="52" y="36"/>
                    <a:pt x="55" y="36"/>
                  </a:cubicBezTo>
                  <a:cubicBezTo>
                    <a:pt x="57" y="36"/>
                    <a:pt x="59" y="36"/>
                    <a:pt x="61" y="34"/>
                  </a:cubicBezTo>
                  <a:cubicBezTo>
                    <a:pt x="62" y="33"/>
                    <a:pt x="63" y="32"/>
                    <a:pt x="63" y="30"/>
                  </a:cubicBezTo>
                  <a:cubicBezTo>
                    <a:pt x="63" y="28"/>
                    <a:pt x="62" y="27"/>
                    <a:pt x="60" y="25"/>
                  </a:cubicBezTo>
                  <a:cubicBezTo>
                    <a:pt x="58" y="24"/>
                    <a:pt x="55" y="23"/>
                    <a:pt x="51" y="21"/>
                  </a:cubicBezTo>
                  <a:cubicBezTo>
                    <a:pt x="51" y="21"/>
                    <a:pt x="51" y="21"/>
                    <a:pt x="51" y="21"/>
                  </a:cubicBezTo>
                  <a:close/>
                  <a:moveTo>
                    <a:pt x="56" y="15"/>
                  </a:moveTo>
                  <a:cubicBezTo>
                    <a:pt x="58" y="14"/>
                    <a:pt x="59" y="13"/>
                    <a:pt x="60" y="12"/>
                  </a:cubicBezTo>
                  <a:cubicBezTo>
                    <a:pt x="61" y="11"/>
                    <a:pt x="61" y="10"/>
                    <a:pt x="61" y="8"/>
                  </a:cubicBezTo>
                  <a:cubicBezTo>
                    <a:pt x="61" y="7"/>
                    <a:pt x="60" y="5"/>
                    <a:pt x="59" y="4"/>
                  </a:cubicBezTo>
                  <a:cubicBezTo>
                    <a:pt x="57" y="3"/>
                    <a:pt x="56" y="3"/>
                    <a:pt x="53" y="3"/>
                  </a:cubicBezTo>
                  <a:cubicBezTo>
                    <a:pt x="51" y="3"/>
                    <a:pt x="50" y="3"/>
                    <a:pt x="48" y="4"/>
                  </a:cubicBezTo>
                  <a:cubicBezTo>
                    <a:pt x="47" y="5"/>
                    <a:pt x="46" y="6"/>
                    <a:pt x="46" y="7"/>
                  </a:cubicBezTo>
                  <a:cubicBezTo>
                    <a:pt x="46" y="9"/>
                    <a:pt x="47" y="10"/>
                    <a:pt x="49" y="11"/>
                  </a:cubicBezTo>
                  <a:cubicBezTo>
                    <a:pt x="50" y="13"/>
                    <a:pt x="53" y="14"/>
                    <a:pt x="56" y="15"/>
                  </a:cubicBezTo>
                  <a:cubicBezTo>
                    <a:pt x="56" y="15"/>
                    <a:pt x="56" y="15"/>
                    <a:pt x="56" y="15"/>
                  </a:cubicBezTo>
                  <a:close/>
                  <a:moveTo>
                    <a:pt x="47" y="19"/>
                  </a:moveTo>
                  <a:cubicBezTo>
                    <a:pt x="44" y="18"/>
                    <a:pt x="42" y="16"/>
                    <a:pt x="41" y="15"/>
                  </a:cubicBezTo>
                  <a:cubicBezTo>
                    <a:pt x="39" y="13"/>
                    <a:pt x="39" y="12"/>
                    <a:pt x="39" y="10"/>
                  </a:cubicBezTo>
                  <a:cubicBezTo>
                    <a:pt x="39" y="7"/>
                    <a:pt x="40" y="5"/>
                    <a:pt x="43" y="3"/>
                  </a:cubicBezTo>
                  <a:cubicBezTo>
                    <a:pt x="46" y="1"/>
                    <a:pt x="50" y="0"/>
                    <a:pt x="55" y="0"/>
                  </a:cubicBezTo>
                  <a:cubicBezTo>
                    <a:pt x="59" y="0"/>
                    <a:pt x="62" y="1"/>
                    <a:pt x="65" y="3"/>
                  </a:cubicBezTo>
                  <a:cubicBezTo>
                    <a:pt x="67" y="4"/>
                    <a:pt x="69" y="6"/>
                    <a:pt x="69" y="8"/>
                  </a:cubicBezTo>
                  <a:cubicBezTo>
                    <a:pt x="69" y="10"/>
                    <a:pt x="68" y="11"/>
                    <a:pt x="67" y="13"/>
                  </a:cubicBezTo>
                  <a:cubicBezTo>
                    <a:pt x="65" y="14"/>
                    <a:pt x="63" y="15"/>
                    <a:pt x="60" y="17"/>
                  </a:cubicBezTo>
                  <a:cubicBezTo>
                    <a:pt x="64" y="18"/>
                    <a:pt x="66" y="20"/>
                    <a:pt x="68" y="21"/>
                  </a:cubicBezTo>
                  <a:cubicBezTo>
                    <a:pt x="70" y="23"/>
                    <a:pt x="71" y="25"/>
                    <a:pt x="71" y="28"/>
                  </a:cubicBezTo>
                  <a:cubicBezTo>
                    <a:pt x="71" y="31"/>
                    <a:pt x="69" y="34"/>
                    <a:pt x="66" y="36"/>
                  </a:cubicBezTo>
                  <a:cubicBezTo>
                    <a:pt x="63" y="38"/>
                    <a:pt x="59" y="39"/>
                    <a:pt x="54" y="39"/>
                  </a:cubicBezTo>
                  <a:cubicBezTo>
                    <a:pt x="48" y="39"/>
                    <a:pt x="44" y="38"/>
                    <a:pt x="41" y="36"/>
                  </a:cubicBezTo>
                  <a:cubicBezTo>
                    <a:pt x="38" y="34"/>
                    <a:pt x="36" y="32"/>
                    <a:pt x="36" y="29"/>
                  </a:cubicBezTo>
                  <a:cubicBezTo>
                    <a:pt x="36" y="27"/>
                    <a:pt x="37" y="25"/>
                    <a:pt x="39" y="23"/>
                  </a:cubicBezTo>
                  <a:cubicBezTo>
                    <a:pt x="40" y="22"/>
                    <a:pt x="43" y="20"/>
                    <a:pt x="47" y="19"/>
                  </a:cubicBezTo>
                  <a:cubicBezTo>
                    <a:pt x="47" y="19"/>
                    <a:pt x="47" y="19"/>
                    <a:pt x="47" y="19"/>
                  </a:cubicBezTo>
                  <a:close/>
                  <a:moveTo>
                    <a:pt x="77" y="36"/>
                  </a:moveTo>
                  <a:cubicBezTo>
                    <a:pt x="80" y="33"/>
                    <a:pt x="80" y="33"/>
                    <a:pt x="80" y="33"/>
                  </a:cubicBezTo>
                  <a:cubicBezTo>
                    <a:pt x="81" y="34"/>
                    <a:pt x="82" y="35"/>
                    <a:pt x="83" y="35"/>
                  </a:cubicBezTo>
                  <a:cubicBezTo>
                    <a:pt x="85" y="35"/>
                    <a:pt x="86" y="36"/>
                    <a:pt x="87" y="36"/>
                  </a:cubicBezTo>
                  <a:cubicBezTo>
                    <a:pt x="91" y="36"/>
                    <a:pt x="94" y="34"/>
                    <a:pt x="97" y="31"/>
                  </a:cubicBezTo>
                  <a:cubicBezTo>
                    <a:pt x="99" y="28"/>
                    <a:pt x="100" y="25"/>
                    <a:pt x="100" y="20"/>
                  </a:cubicBezTo>
                  <a:cubicBezTo>
                    <a:pt x="100" y="20"/>
                    <a:pt x="100" y="20"/>
                    <a:pt x="100" y="20"/>
                  </a:cubicBezTo>
                  <a:cubicBezTo>
                    <a:pt x="99" y="22"/>
                    <a:pt x="97" y="24"/>
                    <a:pt x="95" y="25"/>
                  </a:cubicBezTo>
                  <a:cubicBezTo>
                    <a:pt x="93" y="26"/>
                    <a:pt x="91" y="26"/>
                    <a:pt x="88" y="26"/>
                  </a:cubicBezTo>
                  <a:cubicBezTo>
                    <a:pt x="85" y="26"/>
                    <a:pt x="82" y="25"/>
                    <a:pt x="79" y="23"/>
                  </a:cubicBezTo>
                  <a:cubicBezTo>
                    <a:pt x="77" y="21"/>
                    <a:pt x="76" y="18"/>
                    <a:pt x="76" y="15"/>
                  </a:cubicBezTo>
                  <a:cubicBezTo>
                    <a:pt x="76" y="11"/>
                    <a:pt x="78" y="7"/>
                    <a:pt x="81" y="4"/>
                  </a:cubicBezTo>
                  <a:cubicBezTo>
                    <a:pt x="84" y="2"/>
                    <a:pt x="88" y="0"/>
                    <a:pt x="93" y="0"/>
                  </a:cubicBezTo>
                  <a:cubicBezTo>
                    <a:pt x="98" y="0"/>
                    <a:pt x="102" y="2"/>
                    <a:pt x="105" y="5"/>
                  </a:cubicBezTo>
                  <a:cubicBezTo>
                    <a:pt x="108" y="8"/>
                    <a:pt x="110" y="12"/>
                    <a:pt x="110" y="17"/>
                  </a:cubicBezTo>
                  <a:cubicBezTo>
                    <a:pt x="110" y="20"/>
                    <a:pt x="109" y="23"/>
                    <a:pt x="108" y="26"/>
                  </a:cubicBezTo>
                  <a:cubicBezTo>
                    <a:pt x="107" y="29"/>
                    <a:pt x="106" y="31"/>
                    <a:pt x="104" y="33"/>
                  </a:cubicBezTo>
                  <a:cubicBezTo>
                    <a:pt x="101" y="35"/>
                    <a:pt x="99" y="36"/>
                    <a:pt x="96" y="38"/>
                  </a:cubicBezTo>
                  <a:cubicBezTo>
                    <a:pt x="93" y="39"/>
                    <a:pt x="91" y="39"/>
                    <a:pt x="87" y="39"/>
                  </a:cubicBezTo>
                  <a:cubicBezTo>
                    <a:pt x="85" y="39"/>
                    <a:pt x="83" y="39"/>
                    <a:pt x="81" y="38"/>
                  </a:cubicBezTo>
                  <a:cubicBezTo>
                    <a:pt x="80" y="38"/>
                    <a:pt x="78" y="37"/>
                    <a:pt x="77" y="36"/>
                  </a:cubicBezTo>
                  <a:cubicBezTo>
                    <a:pt x="77" y="36"/>
                    <a:pt x="77" y="36"/>
                    <a:pt x="77" y="36"/>
                  </a:cubicBezTo>
                  <a:close/>
                  <a:moveTo>
                    <a:pt x="93" y="21"/>
                  </a:moveTo>
                  <a:cubicBezTo>
                    <a:pt x="95" y="21"/>
                    <a:pt x="97" y="21"/>
                    <a:pt x="98" y="19"/>
                  </a:cubicBezTo>
                  <a:cubicBezTo>
                    <a:pt x="99" y="18"/>
                    <a:pt x="100" y="16"/>
                    <a:pt x="100" y="14"/>
                  </a:cubicBezTo>
                  <a:cubicBezTo>
                    <a:pt x="100" y="11"/>
                    <a:pt x="99" y="8"/>
                    <a:pt x="98" y="6"/>
                  </a:cubicBezTo>
                  <a:cubicBezTo>
                    <a:pt x="96" y="4"/>
                    <a:pt x="94" y="3"/>
                    <a:pt x="92" y="3"/>
                  </a:cubicBezTo>
                  <a:cubicBezTo>
                    <a:pt x="90" y="3"/>
                    <a:pt x="88" y="4"/>
                    <a:pt x="87" y="6"/>
                  </a:cubicBezTo>
                  <a:cubicBezTo>
                    <a:pt x="86" y="7"/>
                    <a:pt x="86" y="9"/>
                    <a:pt x="86" y="12"/>
                  </a:cubicBezTo>
                  <a:cubicBezTo>
                    <a:pt x="86" y="15"/>
                    <a:pt x="87" y="17"/>
                    <a:pt x="88" y="19"/>
                  </a:cubicBezTo>
                  <a:cubicBezTo>
                    <a:pt x="89" y="21"/>
                    <a:pt x="91" y="21"/>
                    <a:pt x="93" y="21"/>
                  </a:cubicBezTo>
                  <a:cubicBezTo>
                    <a:pt x="93" y="21"/>
                    <a:pt x="93" y="21"/>
                    <a:pt x="93" y="21"/>
                  </a:cubicBezTo>
                  <a:close/>
                  <a:moveTo>
                    <a:pt x="133" y="18"/>
                  </a:moveTo>
                  <a:cubicBezTo>
                    <a:pt x="131" y="18"/>
                    <a:pt x="130" y="19"/>
                    <a:pt x="128" y="20"/>
                  </a:cubicBezTo>
                  <a:cubicBezTo>
                    <a:pt x="127" y="21"/>
                    <a:pt x="127" y="23"/>
                    <a:pt x="127" y="25"/>
                  </a:cubicBezTo>
                  <a:cubicBezTo>
                    <a:pt x="127" y="29"/>
                    <a:pt x="127" y="31"/>
                    <a:pt x="129" y="33"/>
                  </a:cubicBezTo>
                  <a:cubicBezTo>
                    <a:pt x="130" y="35"/>
                    <a:pt x="132" y="36"/>
                    <a:pt x="134" y="36"/>
                  </a:cubicBezTo>
                  <a:cubicBezTo>
                    <a:pt x="136" y="36"/>
                    <a:pt x="138" y="35"/>
                    <a:pt x="139" y="34"/>
                  </a:cubicBezTo>
                  <a:cubicBezTo>
                    <a:pt x="140" y="33"/>
                    <a:pt x="140" y="31"/>
                    <a:pt x="140" y="28"/>
                  </a:cubicBezTo>
                  <a:cubicBezTo>
                    <a:pt x="140" y="25"/>
                    <a:pt x="140" y="22"/>
                    <a:pt x="139" y="21"/>
                  </a:cubicBezTo>
                  <a:cubicBezTo>
                    <a:pt x="137" y="19"/>
                    <a:pt x="136" y="18"/>
                    <a:pt x="133" y="18"/>
                  </a:cubicBezTo>
                  <a:cubicBezTo>
                    <a:pt x="133" y="18"/>
                    <a:pt x="133" y="18"/>
                    <a:pt x="133" y="18"/>
                  </a:cubicBezTo>
                  <a:close/>
                  <a:moveTo>
                    <a:pt x="150" y="4"/>
                  </a:moveTo>
                  <a:cubicBezTo>
                    <a:pt x="146" y="6"/>
                    <a:pt x="146" y="6"/>
                    <a:pt x="146" y="6"/>
                  </a:cubicBezTo>
                  <a:cubicBezTo>
                    <a:pt x="145" y="5"/>
                    <a:pt x="144" y="5"/>
                    <a:pt x="143" y="5"/>
                  </a:cubicBezTo>
                  <a:cubicBezTo>
                    <a:pt x="142" y="4"/>
                    <a:pt x="141" y="4"/>
                    <a:pt x="139" y="4"/>
                  </a:cubicBezTo>
                  <a:cubicBezTo>
                    <a:pt x="135" y="4"/>
                    <a:pt x="132" y="5"/>
                    <a:pt x="130" y="8"/>
                  </a:cubicBezTo>
                  <a:cubicBezTo>
                    <a:pt x="127" y="11"/>
                    <a:pt x="126" y="15"/>
                    <a:pt x="126" y="19"/>
                  </a:cubicBezTo>
                  <a:cubicBezTo>
                    <a:pt x="126" y="19"/>
                    <a:pt x="126" y="19"/>
                    <a:pt x="126" y="19"/>
                  </a:cubicBezTo>
                  <a:cubicBezTo>
                    <a:pt x="127" y="17"/>
                    <a:pt x="129" y="16"/>
                    <a:pt x="131" y="15"/>
                  </a:cubicBezTo>
                  <a:cubicBezTo>
                    <a:pt x="133" y="14"/>
                    <a:pt x="135" y="13"/>
                    <a:pt x="138" y="13"/>
                  </a:cubicBezTo>
                  <a:cubicBezTo>
                    <a:pt x="142" y="13"/>
                    <a:pt x="145" y="14"/>
                    <a:pt x="147" y="16"/>
                  </a:cubicBezTo>
                  <a:cubicBezTo>
                    <a:pt x="149" y="18"/>
                    <a:pt x="150" y="21"/>
                    <a:pt x="150" y="25"/>
                  </a:cubicBezTo>
                  <a:cubicBezTo>
                    <a:pt x="150" y="29"/>
                    <a:pt x="149" y="32"/>
                    <a:pt x="146" y="35"/>
                  </a:cubicBezTo>
                  <a:cubicBezTo>
                    <a:pt x="143" y="38"/>
                    <a:pt x="139" y="39"/>
                    <a:pt x="134" y="39"/>
                  </a:cubicBezTo>
                  <a:cubicBezTo>
                    <a:pt x="128" y="39"/>
                    <a:pt x="124" y="38"/>
                    <a:pt x="121" y="35"/>
                  </a:cubicBezTo>
                  <a:cubicBezTo>
                    <a:pt x="118" y="32"/>
                    <a:pt x="116" y="27"/>
                    <a:pt x="116" y="22"/>
                  </a:cubicBezTo>
                  <a:cubicBezTo>
                    <a:pt x="116" y="19"/>
                    <a:pt x="117" y="16"/>
                    <a:pt x="118" y="13"/>
                  </a:cubicBezTo>
                  <a:cubicBezTo>
                    <a:pt x="119" y="11"/>
                    <a:pt x="121" y="9"/>
                    <a:pt x="123" y="7"/>
                  </a:cubicBezTo>
                  <a:cubicBezTo>
                    <a:pt x="125" y="5"/>
                    <a:pt x="127" y="3"/>
                    <a:pt x="130" y="2"/>
                  </a:cubicBezTo>
                  <a:cubicBezTo>
                    <a:pt x="133" y="1"/>
                    <a:pt x="136" y="0"/>
                    <a:pt x="139" y="0"/>
                  </a:cubicBezTo>
                  <a:cubicBezTo>
                    <a:pt x="141" y="0"/>
                    <a:pt x="143" y="1"/>
                    <a:pt x="145" y="1"/>
                  </a:cubicBezTo>
                  <a:cubicBezTo>
                    <a:pt x="147" y="2"/>
                    <a:pt x="148" y="3"/>
                    <a:pt x="150"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solidFill>
                  <a:srgbClr val="000000"/>
                </a:solidFill>
              </a:endParaRPr>
            </a:p>
          </p:txBody>
        </p:sp>
        <p:sp>
          <p:nvSpPr>
            <p:cNvPr id="21" name="iṩ1íďé"/>
            <p:cNvSpPr/>
            <p:nvPr/>
          </p:nvSpPr>
          <p:spPr bwMode="auto">
            <a:xfrm>
              <a:off x="2190751" y="2551113"/>
              <a:ext cx="1754188" cy="1651000"/>
            </a:xfrm>
            <a:custGeom>
              <a:avLst/>
              <a:gdLst>
                <a:gd name="T0" fmla="*/ 266 w 532"/>
                <a:gd name="T1" fmla="*/ 0 h 500"/>
                <a:gd name="T2" fmla="*/ 532 w 532"/>
                <a:gd name="T3" fmla="*/ 266 h 500"/>
                <a:gd name="T4" fmla="*/ 395 w 532"/>
                <a:gd name="T5" fmla="*/ 500 h 500"/>
                <a:gd name="T6" fmla="*/ 389 w 532"/>
                <a:gd name="T7" fmla="*/ 489 h 500"/>
                <a:gd name="T8" fmla="*/ 521 w 532"/>
                <a:gd name="T9" fmla="*/ 266 h 500"/>
                <a:gd name="T10" fmla="*/ 266 w 532"/>
                <a:gd name="T11" fmla="*/ 12 h 500"/>
                <a:gd name="T12" fmla="*/ 11 w 532"/>
                <a:gd name="T13" fmla="*/ 266 h 500"/>
                <a:gd name="T14" fmla="*/ 144 w 532"/>
                <a:gd name="T15" fmla="*/ 490 h 500"/>
                <a:gd name="T16" fmla="*/ 139 w 532"/>
                <a:gd name="T17" fmla="*/ 500 h 500"/>
                <a:gd name="T18" fmla="*/ 0 w 532"/>
                <a:gd name="T19" fmla="*/ 266 h 500"/>
                <a:gd name="T20" fmla="*/ 266 w 532"/>
                <a:gd name="T21" fmla="*/ 0 h 5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32" h="500">
                  <a:moveTo>
                    <a:pt x="266" y="0"/>
                  </a:moveTo>
                  <a:cubicBezTo>
                    <a:pt x="413" y="0"/>
                    <a:pt x="532" y="120"/>
                    <a:pt x="532" y="266"/>
                  </a:cubicBezTo>
                  <a:cubicBezTo>
                    <a:pt x="532" y="367"/>
                    <a:pt x="477" y="454"/>
                    <a:pt x="395" y="500"/>
                  </a:cubicBezTo>
                  <a:cubicBezTo>
                    <a:pt x="389" y="489"/>
                    <a:pt x="389" y="489"/>
                    <a:pt x="389" y="489"/>
                  </a:cubicBezTo>
                  <a:cubicBezTo>
                    <a:pt x="468" y="446"/>
                    <a:pt x="521" y="362"/>
                    <a:pt x="521" y="266"/>
                  </a:cubicBezTo>
                  <a:cubicBezTo>
                    <a:pt x="521" y="126"/>
                    <a:pt x="407" y="12"/>
                    <a:pt x="266" y="12"/>
                  </a:cubicBezTo>
                  <a:cubicBezTo>
                    <a:pt x="126" y="12"/>
                    <a:pt x="11" y="126"/>
                    <a:pt x="11" y="266"/>
                  </a:cubicBezTo>
                  <a:cubicBezTo>
                    <a:pt x="11" y="363"/>
                    <a:pt x="65" y="447"/>
                    <a:pt x="144" y="490"/>
                  </a:cubicBezTo>
                  <a:cubicBezTo>
                    <a:pt x="139" y="500"/>
                    <a:pt x="139" y="500"/>
                    <a:pt x="139" y="500"/>
                  </a:cubicBezTo>
                  <a:cubicBezTo>
                    <a:pt x="56" y="455"/>
                    <a:pt x="0" y="367"/>
                    <a:pt x="0" y="266"/>
                  </a:cubicBezTo>
                  <a:cubicBezTo>
                    <a:pt x="0" y="120"/>
                    <a:pt x="120" y="0"/>
                    <a:pt x="266"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solidFill>
                  <a:srgbClr val="000000"/>
                </a:solidFill>
              </a:endParaRPr>
            </a:p>
          </p:txBody>
        </p:sp>
      </p:grpSp>
      <p:sp>
        <p:nvSpPr>
          <p:cNvPr id="22" name="矩形 21"/>
          <p:cNvSpPr/>
          <p:nvPr userDrawn="1"/>
        </p:nvSpPr>
        <p:spPr>
          <a:xfrm>
            <a:off x="313342" y="412399"/>
            <a:ext cx="687563" cy="687563"/>
          </a:xfrm>
          <a:prstGeom prst="rect">
            <a:avLst/>
          </a:prstGeom>
          <a:noFill/>
          <a:ln w="762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endParaRPr>
          </a:p>
        </p:txBody>
      </p:sp>
      <p:cxnSp>
        <p:nvCxnSpPr>
          <p:cNvPr id="23" name="直接连接符 22"/>
          <p:cNvCxnSpPr/>
          <p:nvPr userDrawn="1"/>
        </p:nvCxnSpPr>
        <p:spPr>
          <a:xfrm>
            <a:off x="654023" y="1130300"/>
            <a:ext cx="0" cy="4041775"/>
          </a:xfrm>
          <a:prstGeom prst="line">
            <a:avLst/>
          </a:prstGeom>
        </p:spPr>
        <p:style>
          <a:lnRef idx="1">
            <a:schemeClr val="accent1"/>
          </a:lnRef>
          <a:fillRef idx="0">
            <a:schemeClr val="accent1"/>
          </a:fillRef>
          <a:effectRef idx="0">
            <a:schemeClr val="accent1"/>
          </a:effectRef>
          <a:fontRef idx="minor">
            <a:schemeClr val="tx1"/>
          </a:fontRef>
        </p:style>
      </p:cxnSp>
      <p:cxnSp>
        <p:nvCxnSpPr>
          <p:cNvPr id="24" name="直接连接符 23"/>
          <p:cNvCxnSpPr/>
          <p:nvPr userDrawn="1"/>
        </p:nvCxnSpPr>
        <p:spPr>
          <a:xfrm>
            <a:off x="660344" y="5172075"/>
            <a:ext cx="1" cy="1690409"/>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25" name="等腰三角形 24"/>
          <p:cNvSpPr/>
          <p:nvPr userDrawn="1"/>
        </p:nvSpPr>
        <p:spPr>
          <a:xfrm>
            <a:off x="10872316" y="5535568"/>
            <a:ext cx="1319684" cy="1322432"/>
          </a:xfrm>
          <a:prstGeom prst="triangle">
            <a:avLst>
              <a:gd name="adj" fmla="val 10000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endParaRPr>
          </a:p>
        </p:txBody>
      </p:sp>
    </p:spTree>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3" name="文本占位符 32"/>
          <p:cNvSpPr>
            <a:spLocks noGrp="1"/>
          </p:cNvSpPr>
          <p:nvPr>
            <p:ph type="body" sz="quarter" idx="10" hasCustomPrompt="1"/>
          </p:nvPr>
        </p:nvSpPr>
        <p:spPr>
          <a:xfrm>
            <a:off x="1587197" y="340254"/>
            <a:ext cx="3944854" cy="530225"/>
          </a:xfrm>
        </p:spPr>
        <p:txBody>
          <a:bodyPr lIns="0" rIns="0">
            <a:noAutofit/>
          </a:bodyPr>
          <a:lstStyle>
            <a:lvl1pPr marL="0" indent="0">
              <a:buNone/>
              <a:defRPr sz="3600" b="1">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请输入你的标题</a:t>
            </a:r>
          </a:p>
        </p:txBody>
      </p:sp>
      <p:cxnSp>
        <p:nvCxnSpPr>
          <p:cNvPr id="4" name="直接连接符 3"/>
          <p:cNvCxnSpPr/>
          <p:nvPr userDrawn="1"/>
        </p:nvCxnSpPr>
        <p:spPr>
          <a:xfrm>
            <a:off x="1083902" y="1028700"/>
            <a:ext cx="11108098" cy="0"/>
          </a:xfrm>
          <a:prstGeom prst="line">
            <a:avLst/>
          </a:prstGeom>
        </p:spPr>
        <p:style>
          <a:lnRef idx="1">
            <a:schemeClr val="accent1"/>
          </a:lnRef>
          <a:fillRef idx="0">
            <a:schemeClr val="accent1"/>
          </a:fillRef>
          <a:effectRef idx="0">
            <a:schemeClr val="accent1"/>
          </a:effectRef>
          <a:fontRef idx="minor">
            <a:schemeClr val="tx1"/>
          </a:fontRef>
        </p:style>
      </p:cxnSp>
      <p:grpSp>
        <p:nvGrpSpPr>
          <p:cNvPr id="3" name="组合 2"/>
          <p:cNvGrpSpPr/>
          <p:nvPr userDrawn="1"/>
        </p:nvGrpSpPr>
        <p:grpSpPr>
          <a:xfrm>
            <a:off x="9778483" y="337454"/>
            <a:ext cx="1740417" cy="533025"/>
            <a:chOff x="9778483" y="337454"/>
            <a:chExt cx="1740417" cy="533025"/>
          </a:xfrm>
        </p:grpSpPr>
        <p:grpSp>
          <p:nvGrpSpPr>
            <p:cNvPr id="5" name="íślïdé"/>
            <p:cNvGrpSpPr/>
            <p:nvPr/>
          </p:nvGrpSpPr>
          <p:grpSpPr>
            <a:xfrm>
              <a:off x="9778483" y="337454"/>
              <a:ext cx="532392" cy="533025"/>
              <a:chOff x="1735138" y="2095500"/>
              <a:chExt cx="2667000" cy="2670175"/>
            </a:xfrm>
            <a:solidFill>
              <a:schemeClr val="accent1"/>
            </a:solidFill>
          </p:grpSpPr>
          <p:sp>
            <p:nvSpPr>
              <p:cNvPr id="14" name="ïṡḻïḍê"/>
              <p:cNvSpPr/>
              <p:nvPr/>
            </p:nvSpPr>
            <p:spPr bwMode="auto">
              <a:xfrm>
                <a:off x="2913063" y="3238500"/>
                <a:ext cx="319088" cy="762000"/>
              </a:xfrm>
              <a:custGeom>
                <a:avLst/>
                <a:gdLst>
                  <a:gd name="T0" fmla="*/ 56 w 97"/>
                  <a:gd name="T1" fmla="*/ 193 h 231"/>
                  <a:gd name="T2" fmla="*/ 41 w 97"/>
                  <a:gd name="T3" fmla="*/ 193 h 231"/>
                  <a:gd name="T4" fmla="*/ 41 w 97"/>
                  <a:gd name="T5" fmla="*/ 22 h 231"/>
                  <a:gd name="T6" fmla="*/ 23 w 97"/>
                  <a:gd name="T7" fmla="*/ 0 h 231"/>
                  <a:gd name="T8" fmla="*/ 4 w 97"/>
                  <a:gd name="T9" fmla="*/ 22 h 231"/>
                  <a:gd name="T10" fmla="*/ 1 w 97"/>
                  <a:gd name="T11" fmla="*/ 175 h 231"/>
                  <a:gd name="T12" fmla="*/ 48 w 97"/>
                  <a:gd name="T13" fmla="*/ 231 h 231"/>
                  <a:gd name="T14" fmla="*/ 96 w 97"/>
                  <a:gd name="T15" fmla="*/ 175 h 231"/>
                  <a:gd name="T16" fmla="*/ 92 w 97"/>
                  <a:gd name="T17" fmla="*/ 22 h 231"/>
                  <a:gd name="T18" fmla="*/ 73 w 97"/>
                  <a:gd name="T19" fmla="*/ 0 h 231"/>
                  <a:gd name="T20" fmla="*/ 56 w 97"/>
                  <a:gd name="T21" fmla="*/ 22 h 231"/>
                  <a:gd name="T22" fmla="*/ 56 w 97"/>
                  <a:gd name="T23" fmla="*/ 193 h 2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97" h="231">
                    <a:moveTo>
                      <a:pt x="56" y="193"/>
                    </a:moveTo>
                    <a:cubicBezTo>
                      <a:pt x="41" y="193"/>
                      <a:pt x="41" y="193"/>
                      <a:pt x="41" y="193"/>
                    </a:cubicBezTo>
                    <a:cubicBezTo>
                      <a:pt x="41" y="136"/>
                      <a:pt x="41" y="79"/>
                      <a:pt x="41" y="22"/>
                    </a:cubicBezTo>
                    <a:cubicBezTo>
                      <a:pt x="40" y="11"/>
                      <a:pt x="38" y="1"/>
                      <a:pt x="23" y="0"/>
                    </a:cubicBezTo>
                    <a:cubicBezTo>
                      <a:pt x="13" y="0"/>
                      <a:pt x="4" y="7"/>
                      <a:pt x="4" y="22"/>
                    </a:cubicBezTo>
                    <a:cubicBezTo>
                      <a:pt x="3" y="73"/>
                      <a:pt x="2" y="124"/>
                      <a:pt x="1" y="175"/>
                    </a:cubicBezTo>
                    <a:cubicBezTo>
                      <a:pt x="0" y="206"/>
                      <a:pt x="15" y="231"/>
                      <a:pt x="48" y="231"/>
                    </a:cubicBezTo>
                    <a:cubicBezTo>
                      <a:pt x="82" y="231"/>
                      <a:pt x="97" y="206"/>
                      <a:pt x="96" y="175"/>
                    </a:cubicBezTo>
                    <a:cubicBezTo>
                      <a:pt x="95" y="124"/>
                      <a:pt x="94" y="73"/>
                      <a:pt x="92" y="22"/>
                    </a:cubicBezTo>
                    <a:cubicBezTo>
                      <a:pt x="92" y="7"/>
                      <a:pt x="84" y="0"/>
                      <a:pt x="73" y="0"/>
                    </a:cubicBezTo>
                    <a:cubicBezTo>
                      <a:pt x="58" y="1"/>
                      <a:pt x="56" y="11"/>
                      <a:pt x="56" y="22"/>
                    </a:cubicBezTo>
                    <a:cubicBezTo>
                      <a:pt x="56" y="79"/>
                      <a:pt x="56" y="136"/>
                      <a:pt x="56" y="19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solidFill>
                    <a:srgbClr val="000000"/>
                  </a:solidFill>
                </a:endParaRPr>
              </a:p>
            </p:txBody>
          </p:sp>
          <p:sp>
            <p:nvSpPr>
              <p:cNvPr id="15" name="ï$lîḍè"/>
              <p:cNvSpPr/>
              <p:nvPr/>
            </p:nvSpPr>
            <p:spPr bwMode="auto">
              <a:xfrm>
                <a:off x="2008188" y="2713038"/>
                <a:ext cx="257175" cy="342900"/>
              </a:xfrm>
              <a:custGeom>
                <a:avLst/>
                <a:gdLst>
                  <a:gd name="T0" fmla="*/ 13 w 78"/>
                  <a:gd name="T1" fmla="*/ 80 h 104"/>
                  <a:gd name="T2" fmla="*/ 6 w 78"/>
                  <a:gd name="T3" fmla="*/ 80 h 104"/>
                  <a:gd name="T4" fmla="*/ 1 w 78"/>
                  <a:gd name="T5" fmla="*/ 85 h 104"/>
                  <a:gd name="T6" fmla="*/ 7 w 78"/>
                  <a:gd name="T7" fmla="*/ 96 h 104"/>
                  <a:gd name="T8" fmla="*/ 36 w 78"/>
                  <a:gd name="T9" fmla="*/ 103 h 104"/>
                  <a:gd name="T10" fmla="*/ 40 w 78"/>
                  <a:gd name="T11" fmla="*/ 94 h 104"/>
                  <a:gd name="T12" fmla="*/ 26 w 78"/>
                  <a:gd name="T13" fmla="*/ 87 h 104"/>
                  <a:gd name="T14" fmla="*/ 20 w 78"/>
                  <a:gd name="T15" fmla="*/ 62 h 104"/>
                  <a:gd name="T16" fmla="*/ 27 w 78"/>
                  <a:gd name="T17" fmla="*/ 38 h 104"/>
                  <a:gd name="T18" fmla="*/ 32 w 78"/>
                  <a:gd name="T19" fmla="*/ 40 h 104"/>
                  <a:gd name="T20" fmla="*/ 38 w 78"/>
                  <a:gd name="T21" fmla="*/ 54 h 104"/>
                  <a:gd name="T22" fmla="*/ 35 w 78"/>
                  <a:gd name="T23" fmla="*/ 56 h 104"/>
                  <a:gd name="T24" fmla="*/ 28 w 78"/>
                  <a:gd name="T25" fmla="*/ 56 h 104"/>
                  <a:gd name="T26" fmla="*/ 26 w 78"/>
                  <a:gd name="T27" fmla="*/ 63 h 104"/>
                  <a:gd name="T28" fmla="*/ 34 w 78"/>
                  <a:gd name="T29" fmla="*/ 65 h 104"/>
                  <a:gd name="T30" fmla="*/ 38 w 78"/>
                  <a:gd name="T31" fmla="*/ 65 h 104"/>
                  <a:gd name="T32" fmla="*/ 37 w 78"/>
                  <a:gd name="T33" fmla="*/ 74 h 104"/>
                  <a:gd name="T34" fmla="*/ 37 w 78"/>
                  <a:gd name="T35" fmla="*/ 80 h 104"/>
                  <a:gd name="T36" fmla="*/ 45 w 78"/>
                  <a:gd name="T37" fmla="*/ 80 h 104"/>
                  <a:gd name="T38" fmla="*/ 45 w 78"/>
                  <a:gd name="T39" fmla="*/ 68 h 104"/>
                  <a:gd name="T40" fmla="*/ 49 w 78"/>
                  <a:gd name="T41" fmla="*/ 57 h 104"/>
                  <a:gd name="T42" fmla="*/ 58 w 78"/>
                  <a:gd name="T43" fmla="*/ 55 h 104"/>
                  <a:gd name="T44" fmla="*/ 66 w 78"/>
                  <a:gd name="T45" fmla="*/ 42 h 104"/>
                  <a:gd name="T46" fmla="*/ 71 w 78"/>
                  <a:gd name="T47" fmla="*/ 17 h 104"/>
                  <a:gd name="T48" fmla="*/ 73 w 78"/>
                  <a:gd name="T49" fmla="*/ 7 h 104"/>
                  <a:gd name="T50" fmla="*/ 38 w 78"/>
                  <a:gd name="T51" fmla="*/ 8 h 104"/>
                  <a:gd name="T52" fmla="*/ 16 w 78"/>
                  <a:gd name="T53" fmla="*/ 40 h 104"/>
                  <a:gd name="T54" fmla="*/ 12 w 78"/>
                  <a:gd name="T55" fmla="*/ 69 h 104"/>
                  <a:gd name="T56" fmla="*/ 13 w 78"/>
                  <a:gd name="T57" fmla="*/ 80 h 104"/>
                  <a:gd name="T58" fmla="*/ 13 w 78"/>
                  <a:gd name="T59" fmla="*/ 80 h 104"/>
                  <a:gd name="T60" fmla="*/ 44 w 78"/>
                  <a:gd name="T61" fmla="*/ 54 h 104"/>
                  <a:gd name="T62" fmla="*/ 42 w 78"/>
                  <a:gd name="T63" fmla="*/ 56 h 104"/>
                  <a:gd name="T64" fmla="*/ 42 w 78"/>
                  <a:gd name="T65" fmla="*/ 39 h 104"/>
                  <a:gd name="T66" fmla="*/ 35 w 78"/>
                  <a:gd name="T67" fmla="*/ 35 h 104"/>
                  <a:gd name="T68" fmla="*/ 29 w 78"/>
                  <a:gd name="T69" fmla="*/ 35 h 104"/>
                  <a:gd name="T70" fmla="*/ 36 w 78"/>
                  <a:gd name="T71" fmla="*/ 23 h 104"/>
                  <a:gd name="T72" fmla="*/ 54 w 78"/>
                  <a:gd name="T73" fmla="*/ 11 h 104"/>
                  <a:gd name="T74" fmla="*/ 55 w 78"/>
                  <a:gd name="T75" fmla="*/ 28 h 104"/>
                  <a:gd name="T76" fmla="*/ 54 w 78"/>
                  <a:gd name="T77" fmla="*/ 45 h 104"/>
                  <a:gd name="T78" fmla="*/ 48 w 78"/>
                  <a:gd name="T79" fmla="*/ 48 h 104"/>
                  <a:gd name="T80" fmla="*/ 44 w 78"/>
                  <a:gd name="T81" fmla="*/ 54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78" h="104">
                    <a:moveTo>
                      <a:pt x="13" y="80"/>
                    </a:moveTo>
                    <a:cubicBezTo>
                      <a:pt x="12" y="81"/>
                      <a:pt x="9" y="79"/>
                      <a:pt x="6" y="80"/>
                    </a:cubicBezTo>
                    <a:cubicBezTo>
                      <a:pt x="3" y="82"/>
                      <a:pt x="2" y="84"/>
                      <a:pt x="1" y="85"/>
                    </a:cubicBezTo>
                    <a:cubicBezTo>
                      <a:pt x="0" y="87"/>
                      <a:pt x="1" y="92"/>
                      <a:pt x="7" y="96"/>
                    </a:cubicBezTo>
                    <a:cubicBezTo>
                      <a:pt x="12" y="100"/>
                      <a:pt x="32" y="104"/>
                      <a:pt x="36" y="103"/>
                    </a:cubicBezTo>
                    <a:cubicBezTo>
                      <a:pt x="40" y="102"/>
                      <a:pt x="43" y="94"/>
                      <a:pt x="40" y="94"/>
                    </a:cubicBezTo>
                    <a:cubicBezTo>
                      <a:pt x="36" y="93"/>
                      <a:pt x="28" y="91"/>
                      <a:pt x="26" y="87"/>
                    </a:cubicBezTo>
                    <a:cubicBezTo>
                      <a:pt x="23" y="83"/>
                      <a:pt x="19" y="76"/>
                      <a:pt x="20" y="62"/>
                    </a:cubicBezTo>
                    <a:cubicBezTo>
                      <a:pt x="20" y="48"/>
                      <a:pt x="25" y="40"/>
                      <a:pt x="27" y="38"/>
                    </a:cubicBezTo>
                    <a:cubicBezTo>
                      <a:pt x="29" y="37"/>
                      <a:pt x="32" y="39"/>
                      <a:pt x="32" y="40"/>
                    </a:cubicBezTo>
                    <a:cubicBezTo>
                      <a:pt x="33" y="41"/>
                      <a:pt x="37" y="53"/>
                      <a:pt x="38" y="54"/>
                    </a:cubicBezTo>
                    <a:cubicBezTo>
                      <a:pt x="38" y="54"/>
                      <a:pt x="38" y="58"/>
                      <a:pt x="35" y="56"/>
                    </a:cubicBezTo>
                    <a:cubicBezTo>
                      <a:pt x="33" y="55"/>
                      <a:pt x="30" y="54"/>
                      <a:pt x="28" y="56"/>
                    </a:cubicBezTo>
                    <a:cubicBezTo>
                      <a:pt x="25" y="57"/>
                      <a:pt x="23" y="60"/>
                      <a:pt x="26" y="63"/>
                    </a:cubicBezTo>
                    <a:cubicBezTo>
                      <a:pt x="29" y="66"/>
                      <a:pt x="32" y="65"/>
                      <a:pt x="34" y="65"/>
                    </a:cubicBezTo>
                    <a:cubicBezTo>
                      <a:pt x="35" y="64"/>
                      <a:pt x="39" y="63"/>
                      <a:pt x="38" y="65"/>
                    </a:cubicBezTo>
                    <a:cubicBezTo>
                      <a:pt x="37" y="67"/>
                      <a:pt x="37" y="74"/>
                      <a:pt x="37" y="74"/>
                    </a:cubicBezTo>
                    <a:cubicBezTo>
                      <a:pt x="37" y="74"/>
                      <a:pt x="34" y="78"/>
                      <a:pt x="37" y="80"/>
                    </a:cubicBezTo>
                    <a:cubicBezTo>
                      <a:pt x="40" y="82"/>
                      <a:pt x="45" y="82"/>
                      <a:pt x="45" y="80"/>
                    </a:cubicBezTo>
                    <a:cubicBezTo>
                      <a:pt x="45" y="78"/>
                      <a:pt x="45" y="72"/>
                      <a:pt x="45" y="68"/>
                    </a:cubicBezTo>
                    <a:cubicBezTo>
                      <a:pt x="46" y="65"/>
                      <a:pt x="47" y="59"/>
                      <a:pt x="49" y="57"/>
                    </a:cubicBezTo>
                    <a:cubicBezTo>
                      <a:pt x="52" y="56"/>
                      <a:pt x="54" y="57"/>
                      <a:pt x="58" y="55"/>
                    </a:cubicBezTo>
                    <a:cubicBezTo>
                      <a:pt x="61" y="52"/>
                      <a:pt x="66" y="46"/>
                      <a:pt x="66" y="42"/>
                    </a:cubicBezTo>
                    <a:cubicBezTo>
                      <a:pt x="66" y="39"/>
                      <a:pt x="69" y="20"/>
                      <a:pt x="71" y="17"/>
                    </a:cubicBezTo>
                    <a:cubicBezTo>
                      <a:pt x="73" y="14"/>
                      <a:pt x="78" y="12"/>
                      <a:pt x="73" y="7"/>
                    </a:cubicBezTo>
                    <a:cubicBezTo>
                      <a:pt x="68" y="2"/>
                      <a:pt x="48" y="0"/>
                      <a:pt x="38" y="8"/>
                    </a:cubicBezTo>
                    <a:cubicBezTo>
                      <a:pt x="29" y="15"/>
                      <a:pt x="21" y="26"/>
                      <a:pt x="16" y="40"/>
                    </a:cubicBezTo>
                    <a:cubicBezTo>
                      <a:pt x="11" y="54"/>
                      <a:pt x="10" y="62"/>
                      <a:pt x="12" y="69"/>
                    </a:cubicBezTo>
                    <a:cubicBezTo>
                      <a:pt x="14" y="77"/>
                      <a:pt x="15" y="79"/>
                      <a:pt x="13" y="80"/>
                    </a:cubicBezTo>
                    <a:cubicBezTo>
                      <a:pt x="13" y="80"/>
                      <a:pt x="13" y="80"/>
                      <a:pt x="13" y="80"/>
                    </a:cubicBezTo>
                    <a:close/>
                    <a:moveTo>
                      <a:pt x="44" y="54"/>
                    </a:moveTo>
                    <a:cubicBezTo>
                      <a:pt x="44" y="54"/>
                      <a:pt x="43" y="54"/>
                      <a:pt x="42" y="56"/>
                    </a:cubicBezTo>
                    <a:cubicBezTo>
                      <a:pt x="42" y="57"/>
                      <a:pt x="42" y="44"/>
                      <a:pt x="42" y="39"/>
                    </a:cubicBezTo>
                    <a:cubicBezTo>
                      <a:pt x="42" y="34"/>
                      <a:pt x="38" y="34"/>
                      <a:pt x="35" y="35"/>
                    </a:cubicBezTo>
                    <a:cubicBezTo>
                      <a:pt x="31" y="35"/>
                      <a:pt x="31" y="35"/>
                      <a:pt x="29" y="35"/>
                    </a:cubicBezTo>
                    <a:cubicBezTo>
                      <a:pt x="31" y="31"/>
                      <a:pt x="33" y="28"/>
                      <a:pt x="36" y="23"/>
                    </a:cubicBezTo>
                    <a:cubicBezTo>
                      <a:pt x="40" y="17"/>
                      <a:pt x="46" y="11"/>
                      <a:pt x="54" y="11"/>
                    </a:cubicBezTo>
                    <a:cubicBezTo>
                      <a:pt x="58" y="10"/>
                      <a:pt x="56" y="24"/>
                      <a:pt x="55" y="28"/>
                    </a:cubicBezTo>
                    <a:cubicBezTo>
                      <a:pt x="55" y="31"/>
                      <a:pt x="55" y="43"/>
                      <a:pt x="54" y="45"/>
                    </a:cubicBezTo>
                    <a:cubicBezTo>
                      <a:pt x="54" y="48"/>
                      <a:pt x="52" y="47"/>
                      <a:pt x="48" y="48"/>
                    </a:cubicBezTo>
                    <a:cubicBezTo>
                      <a:pt x="45" y="49"/>
                      <a:pt x="44" y="54"/>
                      <a:pt x="44" y="5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solidFill>
                    <a:srgbClr val="000000"/>
                  </a:solidFill>
                </a:endParaRPr>
              </a:p>
            </p:txBody>
          </p:sp>
          <p:sp>
            <p:nvSpPr>
              <p:cNvPr id="16" name="îSļiḋé"/>
              <p:cNvSpPr/>
              <p:nvPr/>
            </p:nvSpPr>
            <p:spPr bwMode="auto">
              <a:xfrm>
                <a:off x="2540001" y="2389188"/>
                <a:ext cx="98425" cy="225425"/>
              </a:xfrm>
              <a:custGeom>
                <a:avLst/>
                <a:gdLst>
                  <a:gd name="T0" fmla="*/ 4 w 30"/>
                  <a:gd name="T1" fmla="*/ 2 h 68"/>
                  <a:gd name="T2" fmla="*/ 2 w 30"/>
                  <a:gd name="T3" fmla="*/ 10 h 68"/>
                  <a:gd name="T4" fmla="*/ 10 w 30"/>
                  <a:gd name="T5" fmla="*/ 22 h 68"/>
                  <a:gd name="T6" fmla="*/ 19 w 30"/>
                  <a:gd name="T7" fmla="*/ 50 h 68"/>
                  <a:gd name="T8" fmla="*/ 20 w 30"/>
                  <a:gd name="T9" fmla="*/ 60 h 68"/>
                  <a:gd name="T10" fmla="*/ 25 w 30"/>
                  <a:gd name="T11" fmla="*/ 67 h 68"/>
                  <a:gd name="T12" fmla="*/ 27 w 30"/>
                  <a:gd name="T13" fmla="*/ 58 h 68"/>
                  <a:gd name="T14" fmla="*/ 19 w 30"/>
                  <a:gd name="T15" fmla="*/ 30 h 68"/>
                  <a:gd name="T16" fmla="*/ 14 w 30"/>
                  <a:gd name="T17" fmla="*/ 15 h 68"/>
                  <a:gd name="T18" fmla="*/ 11 w 30"/>
                  <a:gd name="T19" fmla="*/ 6 h 68"/>
                  <a:gd name="T20" fmla="*/ 4 w 30"/>
                  <a:gd name="T21" fmla="*/ 2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0" h="68">
                    <a:moveTo>
                      <a:pt x="4" y="2"/>
                    </a:moveTo>
                    <a:cubicBezTo>
                      <a:pt x="1" y="3"/>
                      <a:pt x="0" y="5"/>
                      <a:pt x="2" y="10"/>
                    </a:cubicBezTo>
                    <a:cubicBezTo>
                      <a:pt x="5" y="14"/>
                      <a:pt x="8" y="13"/>
                      <a:pt x="10" y="22"/>
                    </a:cubicBezTo>
                    <a:cubicBezTo>
                      <a:pt x="13" y="30"/>
                      <a:pt x="18" y="47"/>
                      <a:pt x="19" y="50"/>
                    </a:cubicBezTo>
                    <a:cubicBezTo>
                      <a:pt x="20" y="53"/>
                      <a:pt x="20" y="58"/>
                      <a:pt x="20" y="60"/>
                    </a:cubicBezTo>
                    <a:cubicBezTo>
                      <a:pt x="20" y="62"/>
                      <a:pt x="21" y="68"/>
                      <a:pt x="25" y="67"/>
                    </a:cubicBezTo>
                    <a:cubicBezTo>
                      <a:pt x="30" y="66"/>
                      <a:pt x="28" y="61"/>
                      <a:pt x="27" y="58"/>
                    </a:cubicBezTo>
                    <a:cubicBezTo>
                      <a:pt x="27" y="55"/>
                      <a:pt x="21" y="33"/>
                      <a:pt x="19" y="30"/>
                    </a:cubicBezTo>
                    <a:cubicBezTo>
                      <a:pt x="18" y="27"/>
                      <a:pt x="15" y="18"/>
                      <a:pt x="14" y="15"/>
                    </a:cubicBezTo>
                    <a:cubicBezTo>
                      <a:pt x="14" y="12"/>
                      <a:pt x="14" y="9"/>
                      <a:pt x="11" y="6"/>
                    </a:cubicBezTo>
                    <a:cubicBezTo>
                      <a:pt x="9" y="4"/>
                      <a:pt x="7" y="0"/>
                      <a:pt x="4"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solidFill>
                    <a:srgbClr val="000000"/>
                  </a:solidFill>
                </a:endParaRPr>
              </a:p>
            </p:txBody>
          </p:sp>
          <p:sp>
            <p:nvSpPr>
              <p:cNvPr id="17" name="îŝļîḍé"/>
              <p:cNvSpPr/>
              <p:nvPr/>
            </p:nvSpPr>
            <p:spPr bwMode="auto">
              <a:xfrm>
                <a:off x="2608263" y="2376488"/>
                <a:ext cx="69850" cy="128588"/>
              </a:xfrm>
              <a:custGeom>
                <a:avLst/>
                <a:gdLst>
                  <a:gd name="T0" fmla="*/ 4 w 21"/>
                  <a:gd name="T1" fmla="*/ 1 h 39"/>
                  <a:gd name="T2" fmla="*/ 0 w 21"/>
                  <a:gd name="T3" fmla="*/ 5 h 39"/>
                  <a:gd name="T4" fmla="*/ 4 w 21"/>
                  <a:gd name="T5" fmla="*/ 13 h 39"/>
                  <a:gd name="T6" fmla="*/ 9 w 21"/>
                  <a:gd name="T7" fmla="*/ 19 h 39"/>
                  <a:gd name="T8" fmla="*/ 17 w 21"/>
                  <a:gd name="T9" fmla="*/ 38 h 39"/>
                  <a:gd name="T10" fmla="*/ 21 w 21"/>
                  <a:gd name="T11" fmla="*/ 32 h 39"/>
                  <a:gd name="T12" fmla="*/ 19 w 21"/>
                  <a:gd name="T13" fmla="*/ 21 h 39"/>
                  <a:gd name="T14" fmla="*/ 16 w 21"/>
                  <a:gd name="T15" fmla="*/ 14 h 39"/>
                  <a:gd name="T16" fmla="*/ 11 w 21"/>
                  <a:gd name="T17" fmla="*/ 3 h 39"/>
                  <a:gd name="T18" fmla="*/ 4 w 21"/>
                  <a:gd name="T19" fmla="*/ 1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1" h="39">
                    <a:moveTo>
                      <a:pt x="4" y="1"/>
                    </a:moveTo>
                    <a:cubicBezTo>
                      <a:pt x="2" y="2"/>
                      <a:pt x="0" y="2"/>
                      <a:pt x="0" y="5"/>
                    </a:cubicBezTo>
                    <a:cubicBezTo>
                      <a:pt x="0" y="8"/>
                      <a:pt x="3" y="11"/>
                      <a:pt x="4" y="13"/>
                    </a:cubicBezTo>
                    <a:cubicBezTo>
                      <a:pt x="6" y="15"/>
                      <a:pt x="8" y="17"/>
                      <a:pt x="9" y="19"/>
                    </a:cubicBezTo>
                    <a:cubicBezTo>
                      <a:pt x="9" y="22"/>
                      <a:pt x="15" y="37"/>
                      <a:pt x="17" y="38"/>
                    </a:cubicBezTo>
                    <a:cubicBezTo>
                      <a:pt x="19" y="39"/>
                      <a:pt x="21" y="36"/>
                      <a:pt x="21" y="32"/>
                    </a:cubicBezTo>
                    <a:cubicBezTo>
                      <a:pt x="21" y="28"/>
                      <a:pt x="20" y="23"/>
                      <a:pt x="19" y="21"/>
                    </a:cubicBezTo>
                    <a:cubicBezTo>
                      <a:pt x="17" y="20"/>
                      <a:pt x="16" y="17"/>
                      <a:pt x="16" y="14"/>
                    </a:cubicBezTo>
                    <a:cubicBezTo>
                      <a:pt x="16" y="10"/>
                      <a:pt x="13" y="6"/>
                      <a:pt x="11" y="3"/>
                    </a:cubicBezTo>
                    <a:cubicBezTo>
                      <a:pt x="8" y="0"/>
                      <a:pt x="5" y="1"/>
                      <a:pt x="4"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solidFill>
                    <a:srgbClr val="000000"/>
                  </a:solidFill>
                </a:endParaRPr>
              </a:p>
            </p:txBody>
          </p:sp>
          <p:sp>
            <p:nvSpPr>
              <p:cNvPr id="18" name="ïṩḻiďé"/>
              <p:cNvSpPr/>
              <p:nvPr/>
            </p:nvSpPr>
            <p:spPr bwMode="auto">
              <a:xfrm>
                <a:off x="2644776" y="2263775"/>
                <a:ext cx="155575" cy="300038"/>
              </a:xfrm>
              <a:custGeom>
                <a:avLst/>
                <a:gdLst>
                  <a:gd name="T0" fmla="*/ 7 w 47"/>
                  <a:gd name="T1" fmla="*/ 0 h 91"/>
                  <a:gd name="T2" fmla="*/ 1 w 47"/>
                  <a:gd name="T3" fmla="*/ 3 h 91"/>
                  <a:gd name="T4" fmla="*/ 4 w 47"/>
                  <a:gd name="T5" fmla="*/ 10 h 91"/>
                  <a:gd name="T6" fmla="*/ 8 w 47"/>
                  <a:gd name="T7" fmla="*/ 18 h 91"/>
                  <a:gd name="T8" fmla="*/ 20 w 47"/>
                  <a:gd name="T9" fmla="*/ 45 h 91"/>
                  <a:gd name="T10" fmla="*/ 29 w 47"/>
                  <a:gd name="T11" fmla="*/ 67 h 91"/>
                  <a:gd name="T12" fmla="*/ 41 w 47"/>
                  <a:gd name="T13" fmla="*/ 89 h 91"/>
                  <a:gd name="T14" fmla="*/ 44 w 47"/>
                  <a:gd name="T15" fmla="*/ 81 h 91"/>
                  <a:gd name="T16" fmla="*/ 38 w 47"/>
                  <a:gd name="T17" fmla="*/ 73 h 91"/>
                  <a:gd name="T18" fmla="*/ 20 w 47"/>
                  <a:gd name="T19" fmla="*/ 32 h 91"/>
                  <a:gd name="T20" fmla="*/ 16 w 47"/>
                  <a:gd name="T21" fmla="*/ 16 h 91"/>
                  <a:gd name="T22" fmla="*/ 16 w 47"/>
                  <a:gd name="T23" fmla="*/ 5 h 91"/>
                  <a:gd name="T24" fmla="*/ 7 w 47"/>
                  <a:gd name="T25" fmla="*/ 0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7" h="91">
                    <a:moveTo>
                      <a:pt x="7" y="0"/>
                    </a:moveTo>
                    <a:cubicBezTo>
                      <a:pt x="5" y="0"/>
                      <a:pt x="2" y="1"/>
                      <a:pt x="1" y="3"/>
                    </a:cubicBezTo>
                    <a:cubicBezTo>
                      <a:pt x="0" y="5"/>
                      <a:pt x="1" y="8"/>
                      <a:pt x="4" y="10"/>
                    </a:cubicBezTo>
                    <a:cubicBezTo>
                      <a:pt x="6" y="13"/>
                      <a:pt x="8" y="16"/>
                      <a:pt x="8" y="18"/>
                    </a:cubicBezTo>
                    <a:cubicBezTo>
                      <a:pt x="9" y="20"/>
                      <a:pt x="18" y="40"/>
                      <a:pt x="20" y="45"/>
                    </a:cubicBezTo>
                    <a:cubicBezTo>
                      <a:pt x="22" y="50"/>
                      <a:pt x="26" y="61"/>
                      <a:pt x="29" y="67"/>
                    </a:cubicBezTo>
                    <a:cubicBezTo>
                      <a:pt x="32" y="74"/>
                      <a:pt x="37" y="86"/>
                      <a:pt x="41" y="89"/>
                    </a:cubicBezTo>
                    <a:cubicBezTo>
                      <a:pt x="45" y="91"/>
                      <a:pt x="47" y="84"/>
                      <a:pt x="44" y="81"/>
                    </a:cubicBezTo>
                    <a:cubicBezTo>
                      <a:pt x="42" y="78"/>
                      <a:pt x="42" y="79"/>
                      <a:pt x="38" y="73"/>
                    </a:cubicBezTo>
                    <a:cubicBezTo>
                      <a:pt x="35" y="67"/>
                      <a:pt x="21" y="34"/>
                      <a:pt x="20" y="32"/>
                    </a:cubicBezTo>
                    <a:cubicBezTo>
                      <a:pt x="19" y="29"/>
                      <a:pt x="16" y="19"/>
                      <a:pt x="16" y="16"/>
                    </a:cubicBezTo>
                    <a:cubicBezTo>
                      <a:pt x="16" y="12"/>
                      <a:pt x="18" y="8"/>
                      <a:pt x="16" y="5"/>
                    </a:cubicBezTo>
                    <a:cubicBezTo>
                      <a:pt x="15" y="2"/>
                      <a:pt x="8" y="0"/>
                      <a:pt x="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solidFill>
                    <a:srgbClr val="000000"/>
                  </a:solidFill>
                </a:endParaRPr>
              </a:p>
            </p:txBody>
          </p:sp>
          <p:sp>
            <p:nvSpPr>
              <p:cNvPr id="19" name="ïṣ1ïḓè"/>
              <p:cNvSpPr/>
              <p:nvPr/>
            </p:nvSpPr>
            <p:spPr bwMode="auto">
              <a:xfrm>
                <a:off x="3508376" y="2495550"/>
                <a:ext cx="69850" cy="111125"/>
              </a:xfrm>
              <a:custGeom>
                <a:avLst/>
                <a:gdLst>
                  <a:gd name="T0" fmla="*/ 0 w 21"/>
                  <a:gd name="T1" fmla="*/ 11 h 34"/>
                  <a:gd name="T2" fmla="*/ 12 w 21"/>
                  <a:gd name="T3" fmla="*/ 33 h 34"/>
                  <a:gd name="T4" fmla="*/ 19 w 21"/>
                  <a:gd name="T5" fmla="*/ 21 h 34"/>
                  <a:gd name="T6" fmla="*/ 6 w 21"/>
                  <a:gd name="T7" fmla="*/ 5 h 34"/>
                  <a:gd name="T8" fmla="*/ 0 w 21"/>
                  <a:gd name="T9" fmla="*/ 11 h 34"/>
                </a:gdLst>
                <a:ahLst/>
                <a:cxnLst>
                  <a:cxn ang="0">
                    <a:pos x="T0" y="T1"/>
                  </a:cxn>
                  <a:cxn ang="0">
                    <a:pos x="T2" y="T3"/>
                  </a:cxn>
                  <a:cxn ang="0">
                    <a:pos x="T4" y="T5"/>
                  </a:cxn>
                  <a:cxn ang="0">
                    <a:pos x="T6" y="T7"/>
                  </a:cxn>
                  <a:cxn ang="0">
                    <a:pos x="T8" y="T9"/>
                  </a:cxn>
                </a:cxnLst>
                <a:rect l="0" t="0" r="r" b="b"/>
                <a:pathLst>
                  <a:path w="21" h="34">
                    <a:moveTo>
                      <a:pt x="0" y="11"/>
                    </a:moveTo>
                    <a:cubicBezTo>
                      <a:pt x="1" y="16"/>
                      <a:pt x="3" y="32"/>
                      <a:pt x="12" y="33"/>
                    </a:cubicBezTo>
                    <a:cubicBezTo>
                      <a:pt x="20" y="34"/>
                      <a:pt x="21" y="24"/>
                      <a:pt x="19" y="21"/>
                    </a:cubicBezTo>
                    <a:cubicBezTo>
                      <a:pt x="17" y="17"/>
                      <a:pt x="6" y="5"/>
                      <a:pt x="6" y="5"/>
                    </a:cubicBezTo>
                    <a:cubicBezTo>
                      <a:pt x="1" y="0"/>
                      <a:pt x="0" y="7"/>
                      <a:pt x="0" y="1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solidFill>
                    <a:srgbClr val="000000"/>
                  </a:solidFill>
                </a:endParaRPr>
              </a:p>
            </p:txBody>
          </p:sp>
          <p:sp>
            <p:nvSpPr>
              <p:cNvPr id="20" name="îsḻíḓê"/>
              <p:cNvSpPr/>
              <p:nvPr/>
            </p:nvSpPr>
            <p:spPr bwMode="auto">
              <a:xfrm>
                <a:off x="3967163" y="2887663"/>
                <a:ext cx="274638" cy="192088"/>
              </a:xfrm>
              <a:custGeom>
                <a:avLst/>
                <a:gdLst>
                  <a:gd name="T0" fmla="*/ 50 w 83"/>
                  <a:gd name="T1" fmla="*/ 1 h 58"/>
                  <a:gd name="T2" fmla="*/ 47 w 83"/>
                  <a:gd name="T3" fmla="*/ 4 h 58"/>
                  <a:gd name="T4" fmla="*/ 44 w 83"/>
                  <a:gd name="T5" fmla="*/ 8 h 58"/>
                  <a:gd name="T6" fmla="*/ 35 w 83"/>
                  <a:gd name="T7" fmla="*/ 10 h 58"/>
                  <a:gd name="T8" fmla="*/ 29 w 83"/>
                  <a:gd name="T9" fmla="*/ 12 h 58"/>
                  <a:gd name="T10" fmla="*/ 25 w 83"/>
                  <a:gd name="T11" fmla="*/ 16 h 58"/>
                  <a:gd name="T12" fmla="*/ 27 w 83"/>
                  <a:gd name="T13" fmla="*/ 18 h 58"/>
                  <a:gd name="T14" fmla="*/ 29 w 83"/>
                  <a:gd name="T15" fmla="*/ 20 h 58"/>
                  <a:gd name="T16" fmla="*/ 28 w 83"/>
                  <a:gd name="T17" fmla="*/ 23 h 58"/>
                  <a:gd name="T18" fmla="*/ 25 w 83"/>
                  <a:gd name="T19" fmla="*/ 21 h 58"/>
                  <a:gd name="T20" fmla="*/ 12 w 83"/>
                  <a:gd name="T21" fmla="*/ 8 h 58"/>
                  <a:gd name="T22" fmla="*/ 8 w 83"/>
                  <a:gd name="T23" fmla="*/ 3 h 58"/>
                  <a:gd name="T24" fmla="*/ 5 w 83"/>
                  <a:gd name="T25" fmla="*/ 0 h 58"/>
                  <a:gd name="T26" fmla="*/ 0 w 83"/>
                  <a:gd name="T27" fmla="*/ 3 h 58"/>
                  <a:gd name="T28" fmla="*/ 2 w 83"/>
                  <a:gd name="T29" fmla="*/ 10 h 58"/>
                  <a:gd name="T30" fmla="*/ 13 w 83"/>
                  <a:gd name="T31" fmla="*/ 17 h 58"/>
                  <a:gd name="T32" fmla="*/ 25 w 83"/>
                  <a:gd name="T33" fmla="*/ 27 h 58"/>
                  <a:gd name="T34" fmla="*/ 37 w 83"/>
                  <a:gd name="T35" fmla="*/ 42 h 58"/>
                  <a:gd name="T36" fmla="*/ 35 w 83"/>
                  <a:gd name="T37" fmla="*/ 47 h 58"/>
                  <a:gd name="T38" fmla="*/ 30 w 83"/>
                  <a:gd name="T39" fmla="*/ 44 h 58"/>
                  <a:gd name="T40" fmla="*/ 28 w 83"/>
                  <a:gd name="T41" fmla="*/ 44 h 58"/>
                  <a:gd name="T42" fmla="*/ 31 w 83"/>
                  <a:gd name="T43" fmla="*/ 49 h 58"/>
                  <a:gd name="T44" fmla="*/ 36 w 83"/>
                  <a:gd name="T45" fmla="*/ 58 h 58"/>
                  <a:gd name="T46" fmla="*/ 43 w 83"/>
                  <a:gd name="T47" fmla="*/ 48 h 58"/>
                  <a:gd name="T48" fmla="*/ 38 w 83"/>
                  <a:gd name="T49" fmla="*/ 37 h 58"/>
                  <a:gd name="T50" fmla="*/ 40 w 83"/>
                  <a:gd name="T51" fmla="*/ 35 h 58"/>
                  <a:gd name="T52" fmla="*/ 49 w 83"/>
                  <a:gd name="T53" fmla="*/ 38 h 58"/>
                  <a:gd name="T54" fmla="*/ 55 w 83"/>
                  <a:gd name="T55" fmla="*/ 38 h 58"/>
                  <a:gd name="T56" fmla="*/ 59 w 83"/>
                  <a:gd name="T57" fmla="*/ 32 h 58"/>
                  <a:gd name="T58" fmla="*/ 64 w 83"/>
                  <a:gd name="T59" fmla="*/ 33 h 58"/>
                  <a:gd name="T60" fmla="*/ 71 w 83"/>
                  <a:gd name="T61" fmla="*/ 36 h 58"/>
                  <a:gd name="T62" fmla="*/ 72 w 83"/>
                  <a:gd name="T63" fmla="*/ 30 h 58"/>
                  <a:gd name="T64" fmla="*/ 76 w 83"/>
                  <a:gd name="T65" fmla="*/ 29 h 58"/>
                  <a:gd name="T66" fmla="*/ 79 w 83"/>
                  <a:gd name="T67" fmla="*/ 31 h 58"/>
                  <a:gd name="T68" fmla="*/ 82 w 83"/>
                  <a:gd name="T69" fmla="*/ 27 h 58"/>
                  <a:gd name="T70" fmla="*/ 81 w 83"/>
                  <a:gd name="T71" fmla="*/ 22 h 58"/>
                  <a:gd name="T72" fmla="*/ 75 w 83"/>
                  <a:gd name="T73" fmla="*/ 24 h 58"/>
                  <a:gd name="T74" fmla="*/ 71 w 83"/>
                  <a:gd name="T75" fmla="*/ 26 h 58"/>
                  <a:gd name="T76" fmla="*/ 69 w 83"/>
                  <a:gd name="T77" fmla="*/ 27 h 58"/>
                  <a:gd name="T78" fmla="*/ 65 w 83"/>
                  <a:gd name="T79" fmla="*/ 26 h 58"/>
                  <a:gd name="T80" fmla="*/ 61 w 83"/>
                  <a:gd name="T81" fmla="*/ 23 h 58"/>
                  <a:gd name="T82" fmla="*/ 56 w 83"/>
                  <a:gd name="T83" fmla="*/ 25 h 58"/>
                  <a:gd name="T84" fmla="*/ 54 w 83"/>
                  <a:gd name="T85" fmla="*/ 28 h 58"/>
                  <a:gd name="T86" fmla="*/ 42 w 83"/>
                  <a:gd name="T87" fmla="*/ 28 h 58"/>
                  <a:gd name="T88" fmla="*/ 41 w 83"/>
                  <a:gd name="T89" fmla="*/ 31 h 58"/>
                  <a:gd name="T90" fmla="*/ 36 w 83"/>
                  <a:gd name="T91" fmla="*/ 32 h 58"/>
                  <a:gd name="T92" fmla="*/ 32 w 83"/>
                  <a:gd name="T93" fmla="*/ 28 h 58"/>
                  <a:gd name="T94" fmla="*/ 34 w 83"/>
                  <a:gd name="T95" fmla="*/ 25 h 58"/>
                  <a:gd name="T96" fmla="*/ 43 w 83"/>
                  <a:gd name="T97" fmla="*/ 24 h 58"/>
                  <a:gd name="T98" fmla="*/ 46 w 83"/>
                  <a:gd name="T99" fmla="*/ 23 h 58"/>
                  <a:gd name="T100" fmla="*/ 47 w 83"/>
                  <a:gd name="T101" fmla="*/ 20 h 58"/>
                  <a:gd name="T102" fmla="*/ 47 w 83"/>
                  <a:gd name="T103" fmla="*/ 18 h 58"/>
                  <a:gd name="T104" fmla="*/ 63 w 83"/>
                  <a:gd name="T105" fmla="*/ 17 h 58"/>
                  <a:gd name="T106" fmla="*/ 68 w 83"/>
                  <a:gd name="T107" fmla="*/ 13 h 58"/>
                  <a:gd name="T108" fmla="*/ 63 w 83"/>
                  <a:gd name="T109" fmla="*/ 8 h 58"/>
                  <a:gd name="T110" fmla="*/ 58 w 83"/>
                  <a:gd name="T111" fmla="*/ 13 h 58"/>
                  <a:gd name="T112" fmla="*/ 49 w 83"/>
                  <a:gd name="T113" fmla="*/ 16 h 58"/>
                  <a:gd name="T114" fmla="*/ 42 w 83"/>
                  <a:gd name="T115" fmla="*/ 17 h 58"/>
                  <a:gd name="T116" fmla="*/ 40 w 83"/>
                  <a:gd name="T117" fmla="*/ 13 h 58"/>
                  <a:gd name="T118" fmla="*/ 51 w 83"/>
                  <a:gd name="T119" fmla="*/ 10 h 58"/>
                  <a:gd name="T120" fmla="*/ 54 w 83"/>
                  <a:gd name="T121" fmla="*/ 2 h 58"/>
                  <a:gd name="T122" fmla="*/ 50 w 83"/>
                  <a:gd name="T123" fmla="*/ 1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83" h="58">
                    <a:moveTo>
                      <a:pt x="50" y="1"/>
                    </a:moveTo>
                    <a:cubicBezTo>
                      <a:pt x="50" y="1"/>
                      <a:pt x="48" y="3"/>
                      <a:pt x="47" y="4"/>
                    </a:cubicBezTo>
                    <a:cubicBezTo>
                      <a:pt x="47" y="5"/>
                      <a:pt x="45" y="8"/>
                      <a:pt x="44" y="8"/>
                    </a:cubicBezTo>
                    <a:cubicBezTo>
                      <a:pt x="43" y="8"/>
                      <a:pt x="37" y="10"/>
                      <a:pt x="35" y="10"/>
                    </a:cubicBezTo>
                    <a:cubicBezTo>
                      <a:pt x="34" y="10"/>
                      <a:pt x="29" y="11"/>
                      <a:pt x="29" y="12"/>
                    </a:cubicBezTo>
                    <a:cubicBezTo>
                      <a:pt x="28" y="14"/>
                      <a:pt x="25" y="16"/>
                      <a:pt x="25" y="16"/>
                    </a:cubicBezTo>
                    <a:cubicBezTo>
                      <a:pt x="25" y="16"/>
                      <a:pt x="25" y="18"/>
                      <a:pt x="27" y="18"/>
                    </a:cubicBezTo>
                    <a:cubicBezTo>
                      <a:pt x="29" y="18"/>
                      <a:pt x="29" y="20"/>
                      <a:pt x="29" y="20"/>
                    </a:cubicBezTo>
                    <a:cubicBezTo>
                      <a:pt x="29" y="20"/>
                      <a:pt x="29" y="24"/>
                      <a:pt x="28" y="23"/>
                    </a:cubicBezTo>
                    <a:cubicBezTo>
                      <a:pt x="27" y="22"/>
                      <a:pt x="27" y="23"/>
                      <a:pt x="25" y="21"/>
                    </a:cubicBezTo>
                    <a:cubicBezTo>
                      <a:pt x="24" y="20"/>
                      <a:pt x="12" y="8"/>
                      <a:pt x="12" y="8"/>
                    </a:cubicBezTo>
                    <a:cubicBezTo>
                      <a:pt x="12" y="8"/>
                      <a:pt x="9" y="4"/>
                      <a:pt x="8" y="3"/>
                    </a:cubicBezTo>
                    <a:cubicBezTo>
                      <a:pt x="8" y="2"/>
                      <a:pt x="7" y="0"/>
                      <a:pt x="5" y="0"/>
                    </a:cubicBezTo>
                    <a:cubicBezTo>
                      <a:pt x="3" y="0"/>
                      <a:pt x="1" y="1"/>
                      <a:pt x="0" y="3"/>
                    </a:cubicBezTo>
                    <a:cubicBezTo>
                      <a:pt x="0" y="4"/>
                      <a:pt x="0" y="7"/>
                      <a:pt x="2" y="10"/>
                    </a:cubicBezTo>
                    <a:cubicBezTo>
                      <a:pt x="5" y="13"/>
                      <a:pt x="10" y="15"/>
                      <a:pt x="13" y="17"/>
                    </a:cubicBezTo>
                    <a:cubicBezTo>
                      <a:pt x="18" y="20"/>
                      <a:pt x="22" y="24"/>
                      <a:pt x="25" y="27"/>
                    </a:cubicBezTo>
                    <a:cubicBezTo>
                      <a:pt x="28" y="31"/>
                      <a:pt x="35" y="38"/>
                      <a:pt x="37" y="42"/>
                    </a:cubicBezTo>
                    <a:cubicBezTo>
                      <a:pt x="38" y="46"/>
                      <a:pt x="37" y="47"/>
                      <a:pt x="35" y="47"/>
                    </a:cubicBezTo>
                    <a:cubicBezTo>
                      <a:pt x="34" y="47"/>
                      <a:pt x="31" y="45"/>
                      <a:pt x="30" y="44"/>
                    </a:cubicBezTo>
                    <a:cubicBezTo>
                      <a:pt x="29" y="43"/>
                      <a:pt x="28" y="44"/>
                      <a:pt x="28" y="44"/>
                    </a:cubicBezTo>
                    <a:cubicBezTo>
                      <a:pt x="28" y="44"/>
                      <a:pt x="28" y="45"/>
                      <a:pt x="31" y="49"/>
                    </a:cubicBezTo>
                    <a:cubicBezTo>
                      <a:pt x="33" y="52"/>
                      <a:pt x="34" y="57"/>
                      <a:pt x="36" y="58"/>
                    </a:cubicBezTo>
                    <a:cubicBezTo>
                      <a:pt x="37" y="58"/>
                      <a:pt x="45" y="53"/>
                      <a:pt x="43" y="48"/>
                    </a:cubicBezTo>
                    <a:cubicBezTo>
                      <a:pt x="42" y="43"/>
                      <a:pt x="39" y="38"/>
                      <a:pt x="38" y="37"/>
                    </a:cubicBezTo>
                    <a:cubicBezTo>
                      <a:pt x="37" y="36"/>
                      <a:pt x="38" y="34"/>
                      <a:pt x="40" y="35"/>
                    </a:cubicBezTo>
                    <a:cubicBezTo>
                      <a:pt x="42" y="36"/>
                      <a:pt x="45" y="38"/>
                      <a:pt x="49" y="38"/>
                    </a:cubicBezTo>
                    <a:cubicBezTo>
                      <a:pt x="53" y="38"/>
                      <a:pt x="54" y="39"/>
                      <a:pt x="55" y="38"/>
                    </a:cubicBezTo>
                    <a:cubicBezTo>
                      <a:pt x="57" y="36"/>
                      <a:pt x="59" y="33"/>
                      <a:pt x="59" y="32"/>
                    </a:cubicBezTo>
                    <a:cubicBezTo>
                      <a:pt x="60" y="31"/>
                      <a:pt x="62" y="31"/>
                      <a:pt x="64" y="33"/>
                    </a:cubicBezTo>
                    <a:cubicBezTo>
                      <a:pt x="66" y="36"/>
                      <a:pt x="69" y="38"/>
                      <a:pt x="71" y="36"/>
                    </a:cubicBezTo>
                    <a:cubicBezTo>
                      <a:pt x="72" y="33"/>
                      <a:pt x="70" y="30"/>
                      <a:pt x="72" y="30"/>
                    </a:cubicBezTo>
                    <a:cubicBezTo>
                      <a:pt x="74" y="29"/>
                      <a:pt x="75" y="27"/>
                      <a:pt x="76" y="29"/>
                    </a:cubicBezTo>
                    <a:cubicBezTo>
                      <a:pt x="77" y="30"/>
                      <a:pt x="78" y="32"/>
                      <a:pt x="79" y="31"/>
                    </a:cubicBezTo>
                    <a:cubicBezTo>
                      <a:pt x="79" y="30"/>
                      <a:pt x="81" y="29"/>
                      <a:pt x="82" y="27"/>
                    </a:cubicBezTo>
                    <a:cubicBezTo>
                      <a:pt x="83" y="25"/>
                      <a:pt x="82" y="22"/>
                      <a:pt x="81" y="22"/>
                    </a:cubicBezTo>
                    <a:cubicBezTo>
                      <a:pt x="79" y="23"/>
                      <a:pt x="76" y="23"/>
                      <a:pt x="75" y="24"/>
                    </a:cubicBezTo>
                    <a:cubicBezTo>
                      <a:pt x="74" y="24"/>
                      <a:pt x="72" y="24"/>
                      <a:pt x="71" y="26"/>
                    </a:cubicBezTo>
                    <a:cubicBezTo>
                      <a:pt x="70" y="27"/>
                      <a:pt x="70" y="27"/>
                      <a:pt x="69" y="27"/>
                    </a:cubicBezTo>
                    <a:cubicBezTo>
                      <a:pt x="68" y="27"/>
                      <a:pt x="66" y="28"/>
                      <a:pt x="65" y="26"/>
                    </a:cubicBezTo>
                    <a:cubicBezTo>
                      <a:pt x="63" y="25"/>
                      <a:pt x="63" y="23"/>
                      <a:pt x="61" y="23"/>
                    </a:cubicBezTo>
                    <a:cubicBezTo>
                      <a:pt x="60" y="23"/>
                      <a:pt x="56" y="24"/>
                      <a:pt x="56" y="25"/>
                    </a:cubicBezTo>
                    <a:cubicBezTo>
                      <a:pt x="55" y="26"/>
                      <a:pt x="57" y="28"/>
                      <a:pt x="54" y="28"/>
                    </a:cubicBezTo>
                    <a:cubicBezTo>
                      <a:pt x="51" y="28"/>
                      <a:pt x="43" y="27"/>
                      <a:pt x="42" y="28"/>
                    </a:cubicBezTo>
                    <a:cubicBezTo>
                      <a:pt x="41" y="28"/>
                      <a:pt x="42" y="30"/>
                      <a:pt x="41" y="31"/>
                    </a:cubicBezTo>
                    <a:cubicBezTo>
                      <a:pt x="39" y="31"/>
                      <a:pt x="37" y="33"/>
                      <a:pt x="36" y="32"/>
                    </a:cubicBezTo>
                    <a:cubicBezTo>
                      <a:pt x="35" y="31"/>
                      <a:pt x="32" y="28"/>
                      <a:pt x="32" y="28"/>
                    </a:cubicBezTo>
                    <a:cubicBezTo>
                      <a:pt x="32" y="28"/>
                      <a:pt x="30" y="25"/>
                      <a:pt x="34" y="25"/>
                    </a:cubicBezTo>
                    <a:cubicBezTo>
                      <a:pt x="37" y="25"/>
                      <a:pt x="42" y="24"/>
                      <a:pt x="43" y="24"/>
                    </a:cubicBezTo>
                    <a:cubicBezTo>
                      <a:pt x="44" y="24"/>
                      <a:pt x="46" y="24"/>
                      <a:pt x="46" y="23"/>
                    </a:cubicBezTo>
                    <a:cubicBezTo>
                      <a:pt x="45" y="21"/>
                      <a:pt x="48" y="22"/>
                      <a:pt x="47" y="20"/>
                    </a:cubicBezTo>
                    <a:cubicBezTo>
                      <a:pt x="46" y="19"/>
                      <a:pt x="45" y="18"/>
                      <a:pt x="47" y="18"/>
                    </a:cubicBezTo>
                    <a:cubicBezTo>
                      <a:pt x="50" y="17"/>
                      <a:pt x="58" y="18"/>
                      <a:pt x="63" y="17"/>
                    </a:cubicBezTo>
                    <a:cubicBezTo>
                      <a:pt x="67" y="16"/>
                      <a:pt x="67" y="14"/>
                      <a:pt x="68" y="13"/>
                    </a:cubicBezTo>
                    <a:cubicBezTo>
                      <a:pt x="68" y="11"/>
                      <a:pt x="65" y="8"/>
                      <a:pt x="63" y="8"/>
                    </a:cubicBezTo>
                    <a:cubicBezTo>
                      <a:pt x="62" y="9"/>
                      <a:pt x="60" y="12"/>
                      <a:pt x="58" y="13"/>
                    </a:cubicBezTo>
                    <a:cubicBezTo>
                      <a:pt x="56" y="13"/>
                      <a:pt x="49" y="15"/>
                      <a:pt x="49" y="16"/>
                    </a:cubicBezTo>
                    <a:cubicBezTo>
                      <a:pt x="48" y="16"/>
                      <a:pt x="43" y="17"/>
                      <a:pt x="42" y="17"/>
                    </a:cubicBezTo>
                    <a:cubicBezTo>
                      <a:pt x="41" y="17"/>
                      <a:pt x="36" y="13"/>
                      <a:pt x="40" y="13"/>
                    </a:cubicBezTo>
                    <a:cubicBezTo>
                      <a:pt x="44" y="12"/>
                      <a:pt x="49" y="11"/>
                      <a:pt x="51" y="10"/>
                    </a:cubicBezTo>
                    <a:cubicBezTo>
                      <a:pt x="53" y="8"/>
                      <a:pt x="55" y="3"/>
                      <a:pt x="54" y="2"/>
                    </a:cubicBezTo>
                    <a:cubicBezTo>
                      <a:pt x="54" y="1"/>
                      <a:pt x="51" y="0"/>
                      <a:pt x="5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solidFill>
                    <a:srgbClr val="000000"/>
                  </a:solidFill>
                </a:endParaRPr>
              </a:p>
            </p:txBody>
          </p:sp>
          <p:sp>
            <p:nvSpPr>
              <p:cNvPr id="21" name="ïşḷîďè"/>
              <p:cNvSpPr/>
              <p:nvPr/>
            </p:nvSpPr>
            <p:spPr bwMode="auto">
              <a:xfrm>
                <a:off x="3890963" y="2951163"/>
                <a:ext cx="161925" cy="125413"/>
              </a:xfrm>
              <a:custGeom>
                <a:avLst/>
                <a:gdLst>
                  <a:gd name="T0" fmla="*/ 36 w 49"/>
                  <a:gd name="T1" fmla="*/ 5 h 38"/>
                  <a:gd name="T2" fmla="*/ 33 w 49"/>
                  <a:gd name="T3" fmla="*/ 9 h 38"/>
                  <a:gd name="T4" fmla="*/ 37 w 49"/>
                  <a:gd name="T5" fmla="*/ 14 h 38"/>
                  <a:gd name="T6" fmla="*/ 30 w 49"/>
                  <a:gd name="T7" fmla="*/ 18 h 38"/>
                  <a:gd name="T8" fmla="*/ 22 w 49"/>
                  <a:gd name="T9" fmla="*/ 9 h 38"/>
                  <a:gd name="T10" fmla="*/ 16 w 49"/>
                  <a:gd name="T11" fmla="*/ 2 h 38"/>
                  <a:gd name="T12" fmla="*/ 13 w 49"/>
                  <a:gd name="T13" fmla="*/ 10 h 38"/>
                  <a:gd name="T14" fmla="*/ 20 w 49"/>
                  <a:gd name="T15" fmla="*/ 16 h 38"/>
                  <a:gd name="T16" fmla="*/ 25 w 49"/>
                  <a:gd name="T17" fmla="*/ 22 h 38"/>
                  <a:gd name="T18" fmla="*/ 21 w 49"/>
                  <a:gd name="T19" fmla="*/ 26 h 38"/>
                  <a:gd name="T20" fmla="*/ 10 w 49"/>
                  <a:gd name="T21" fmla="*/ 26 h 38"/>
                  <a:gd name="T22" fmla="*/ 8 w 49"/>
                  <a:gd name="T23" fmla="*/ 19 h 38"/>
                  <a:gd name="T24" fmla="*/ 6 w 49"/>
                  <a:gd name="T25" fmla="*/ 13 h 38"/>
                  <a:gd name="T26" fmla="*/ 3 w 49"/>
                  <a:gd name="T27" fmla="*/ 18 h 38"/>
                  <a:gd name="T28" fmla="*/ 2 w 49"/>
                  <a:gd name="T29" fmla="*/ 26 h 38"/>
                  <a:gd name="T30" fmla="*/ 14 w 49"/>
                  <a:gd name="T31" fmla="*/ 30 h 38"/>
                  <a:gd name="T32" fmla="*/ 23 w 49"/>
                  <a:gd name="T33" fmla="*/ 29 h 38"/>
                  <a:gd name="T34" fmla="*/ 28 w 49"/>
                  <a:gd name="T35" fmla="*/ 29 h 38"/>
                  <a:gd name="T36" fmla="*/ 32 w 49"/>
                  <a:gd name="T37" fmla="*/ 37 h 38"/>
                  <a:gd name="T38" fmla="*/ 38 w 49"/>
                  <a:gd name="T39" fmla="*/ 33 h 38"/>
                  <a:gd name="T40" fmla="*/ 34 w 49"/>
                  <a:gd name="T41" fmla="*/ 24 h 38"/>
                  <a:gd name="T42" fmla="*/ 35 w 49"/>
                  <a:gd name="T43" fmla="*/ 20 h 38"/>
                  <a:gd name="T44" fmla="*/ 42 w 49"/>
                  <a:gd name="T45" fmla="*/ 22 h 38"/>
                  <a:gd name="T46" fmla="*/ 48 w 49"/>
                  <a:gd name="T47" fmla="*/ 18 h 38"/>
                  <a:gd name="T48" fmla="*/ 41 w 49"/>
                  <a:gd name="T49" fmla="*/ 8 h 38"/>
                  <a:gd name="T50" fmla="*/ 36 w 49"/>
                  <a:gd name="T51" fmla="*/ 5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49" h="38">
                    <a:moveTo>
                      <a:pt x="36" y="5"/>
                    </a:moveTo>
                    <a:cubicBezTo>
                      <a:pt x="34" y="6"/>
                      <a:pt x="32" y="8"/>
                      <a:pt x="33" y="9"/>
                    </a:cubicBezTo>
                    <a:cubicBezTo>
                      <a:pt x="33" y="11"/>
                      <a:pt x="37" y="12"/>
                      <a:pt x="37" y="14"/>
                    </a:cubicBezTo>
                    <a:cubicBezTo>
                      <a:pt x="38" y="17"/>
                      <a:pt x="32" y="18"/>
                      <a:pt x="30" y="18"/>
                    </a:cubicBezTo>
                    <a:cubicBezTo>
                      <a:pt x="30" y="18"/>
                      <a:pt x="23" y="11"/>
                      <a:pt x="22" y="9"/>
                    </a:cubicBezTo>
                    <a:cubicBezTo>
                      <a:pt x="21" y="8"/>
                      <a:pt x="19" y="0"/>
                      <a:pt x="16" y="2"/>
                    </a:cubicBezTo>
                    <a:cubicBezTo>
                      <a:pt x="14" y="3"/>
                      <a:pt x="12" y="7"/>
                      <a:pt x="13" y="10"/>
                    </a:cubicBezTo>
                    <a:cubicBezTo>
                      <a:pt x="15" y="12"/>
                      <a:pt x="17" y="13"/>
                      <a:pt x="20" y="16"/>
                    </a:cubicBezTo>
                    <a:cubicBezTo>
                      <a:pt x="22" y="18"/>
                      <a:pt x="25" y="21"/>
                      <a:pt x="25" y="22"/>
                    </a:cubicBezTo>
                    <a:cubicBezTo>
                      <a:pt x="25" y="23"/>
                      <a:pt x="23" y="25"/>
                      <a:pt x="21" y="26"/>
                    </a:cubicBezTo>
                    <a:cubicBezTo>
                      <a:pt x="18" y="27"/>
                      <a:pt x="11" y="27"/>
                      <a:pt x="10" y="26"/>
                    </a:cubicBezTo>
                    <a:cubicBezTo>
                      <a:pt x="9" y="24"/>
                      <a:pt x="8" y="21"/>
                      <a:pt x="8" y="19"/>
                    </a:cubicBezTo>
                    <a:cubicBezTo>
                      <a:pt x="9" y="16"/>
                      <a:pt x="9" y="11"/>
                      <a:pt x="6" y="13"/>
                    </a:cubicBezTo>
                    <a:cubicBezTo>
                      <a:pt x="4" y="14"/>
                      <a:pt x="5" y="16"/>
                      <a:pt x="3" y="18"/>
                    </a:cubicBezTo>
                    <a:cubicBezTo>
                      <a:pt x="1" y="19"/>
                      <a:pt x="0" y="24"/>
                      <a:pt x="2" y="26"/>
                    </a:cubicBezTo>
                    <a:cubicBezTo>
                      <a:pt x="4" y="28"/>
                      <a:pt x="8" y="30"/>
                      <a:pt x="14" y="30"/>
                    </a:cubicBezTo>
                    <a:cubicBezTo>
                      <a:pt x="19" y="30"/>
                      <a:pt x="22" y="29"/>
                      <a:pt x="23" y="29"/>
                    </a:cubicBezTo>
                    <a:cubicBezTo>
                      <a:pt x="25" y="29"/>
                      <a:pt x="28" y="27"/>
                      <a:pt x="28" y="29"/>
                    </a:cubicBezTo>
                    <a:cubicBezTo>
                      <a:pt x="28" y="30"/>
                      <a:pt x="29" y="38"/>
                      <a:pt x="32" y="37"/>
                    </a:cubicBezTo>
                    <a:cubicBezTo>
                      <a:pt x="35" y="37"/>
                      <a:pt x="39" y="35"/>
                      <a:pt x="38" y="33"/>
                    </a:cubicBezTo>
                    <a:cubicBezTo>
                      <a:pt x="38" y="30"/>
                      <a:pt x="34" y="24"/>
                      <a:pt x="34" y="24"/>
                    </a:cubicBezTo>
                    <a:cubicBezTo>
                      <a:pt x="34" y="24"/>
                      <a:pt x="34" y="20"/>
                      <a:pt x="35" y="20"/>
                    </a:cubicBezTo>
                    <a:cubicBezTo>
                      <a:pt x="37" y="21"/>
                      <a:pt x="40" y="21"/>
                      <a:pt x="42" y="22"/>
                    </a:cubicBezTo>
                    <a:cubicBezTo>
                      <a:pt x="44" y="22"/>
                      <a:pt x="49" y="20"/>
                      <a:pt x="48" y="18"/>
                    </a:cubicBezTo>
                    <a:cubicBezTo>
                      <a:pt x="47" y="15"/>
                      <a:pt x="42" y="10"/>
                      <a:pt x="41" y="8"/>
                    </a:cubicBezTo>
                    <a:cubicBezTo>
                      <a:pt x="40" y="6"/>
                      <a:pt x="38" y="4"/>
                      <a:pt x="36"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solidFill>
                    <a:srgbClr val="000000"/>
                  </a:solidFill>
                </a:endParaRPr>
              </a:p>
            </p:txBody>
          </p:sp>
          <p:sp>
            <p:nvSpPr>
              <p:cNvPr id="22" name="îṡlïḋe"/>
              <p:cNvSpPr/>
              <p:nvPr/>
            </p:nvSpPr>
            <p:spPr bwMode="auto">
              <a:xfrm>
                <a:off x="3373438" y="2324100"/>
                <a:ext cx="254000" cy="223838"/>
              </a:xfrm>
              <a:custGeom>
                <a:avLst/>
                <a:gdLst>
                  <a:gd name="T0" fmla="*/ 54 w 77"/>
                  <a:gd name="T1" fmla="*/ 14 h 68"/>
                  <a:gd name="T2" fmla="*/ 47 w 77"/>
                  <a:gd name="T3" fmla="*/ 25 h 68"/>
                  <a:gd name="T4" fmla="*/ 46 w 77"/>
                  <a:gd name="T5" fmla="*/ 25 h 68"/>
                  <a:gd name="T6" fmla="*/ 35 w 77"/>
                  <a:gd name="T7" fmla="*/ 23 h 68"/>
                  <a:gd name="T8" fmla="*/ 27 w 77"/>
                  <a:gd name="T9" fmla="*/ 19 h 68"/>
                  <a:gd name="T10" fmla="*/ 22 w 77"/>
                  <a:gd name="T11" fmla="*/ 22 h 68"/>
                  <a:gd name="T12" fmla="*/ 25 w 77"/>
                  <a:gd name="T13" fmla="*/ 32 h 68"/>
                  <a:gd name="T14" fmla="*/ 34 w 77"/>
                  <a:gd name="T15" fmla="*/ 35 h 68"/>
                  <a:gd name="T16" fmla="*/ 40 w 77"/>
                  <a:gd name="T17" fmla="*/ 34 h 68"/>
                  <a:gd name="T18" fmla="*/ 37 w 77"/>
                  <a:gd name="T19" fmla="*/ 38 h 68"/>
                  <a:gd name="T20" fmla="*/ 25 w 77"/>
                  <a:gd name="T21" fmla="*/ 50 h 68"/>
                  <a:gd name="T22" fmla="*/ 11 w 77"/>
                  <a:gd name="T23" fmla="*/ 57 h 68"/>
                  <a:gd name="T24" fmla="*/ 9 w 77"/>
                  <a:gd name="T25" fmla="*/ 55 h 68"/>
                  <a:gd name="T26" fmla="*/ 3 w 77"/>
                  <a:gd name="T27" fmla="*/ 56 h 68"/>
                  <a:gd name="T28" fmla="*/ 2 w 77"/>
                  <a:gd name="T29" fmla="*/ 64 h 68"/>
                  <a:gd name="T30" fmla="*/ 6 w 77"/>
                  <a:gd name="T31" fmla="*/ 67 h 68"/>
                  <a:gd name="T32" fmla="*/ 19 w 77"/>
                  <a:gd name="T33" fmla="*/ 59 h 68"/>
                  <a:gd name="T34" fmla="*/ 36 w 77"/>
                  <a:gd name="T35" fmla="*/ 49 h 68"/>
                  <a:gd name="T36" fmla="*/ 48 w 77"/>
                  <a:gd name="T37" fmla="*/ 33 h 68"/>
                  <a:gd name="T38" fmla="*/ 63 w 77"/>
                  <a:gd name="T39" fmla="*/ 33 h 68"/>
                  <a:gd name="T40" fmla="*/ 70 w 77"/>
                  <a:gd name="T41" fmla="*/ 34 h 68"/>
                  <a:gd name="T42" fmla="*/ 75 w 77"/>
                  <a:gd name="T43" fmla="*/ 30 h 68"/>
                  <a:gd name="T44" fmla="*/ 68 w 77"/>
                  <a:gd name="T45" fmla="*/ 25 h 68"/>
                  <a:gd name="T46" fmla="*/ 59 w 77"/>
                  <a:gd name="T47" fmla="*/ 26 h 68"/>
                  <a:gd name="T48" fmla="*/ 54 w 77"/>
                  <a:gd name="T49" fmla="*/ 25 h 68"/>
                  <a:gd name="T50" fmla="*/ 57 w 77"/>
                  <a:gd name="T51" fmla="*/ 20 h 68"/>
                  <a:gd name="T52" fmla="*/ 61 w 77"/>
                  <a:gd name="T53" fmla="*/ 16 h 68"/>
                  <a:gd name="T54" fmla="*/ 66 w 77"/>
                  <a:gd name="T55" fmla="*/ 11 h 68"/>
                  <a:gd name="T56" fmla="*/ 65 w 77"/>
                  <a:gd name="T57" fmla="*/ 2 h 68"/>
                  <a:gd name="T58" fmla="*/ 58 w 77"/>
                  <a:gd name="T59" fmla="*/ 4 h 68"/>
                  <a:gd name="T60" fmla="*/ 54 w 77"/>
                  <a:gd name="T61" fmla="*/ 14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68">
                    <a:moveTo>
                      <a:pt x="54" y="14"/>
                    </a:moveTo>
                    <a:cubicBezTo>
                      <a:pt x="54" y="14"/>
                      <a:pt x="50" y="19"/>
                      <a:pt x="47" y="25"/>
                    </a:cubicBezTo>
                    <a:cubicBezTo>
                      <a:pt x="46" y="25"/>
                      <a:pt x="46" y="25"/>
                      <a:pt x="46" y="25"/>
                    </a:cubicBezTo>
                    <a:cubicBezTo>
                      <a:pt x="44" y="25"/>
                      <a:pt x="37" y="25"/>
                      <a:pt x="35" y="23"/>
                    </a:cubicBezTo>
                    <a:cubicBezTo>
                      <a:pt x="32" y="22"/>
                      <a:pt x="28" y="19"/>
                      <a:pt x="27" y="19"/>
                    </a:cubicBezTo>
                    <a:cubicBezTo>
                      <a:pt x="25" y="18"/>
                      <a:pt x="23" y="19"/>
                      <a:pt x="22" y="22"/>
                    </a:cubicBezTo>
                    <a:cubicBezTo>
                      <a:pt x="21" y="25"/>
                      <a:pt x="21" y="28"/>
                      <a:pt x="25" y="32"/>
                    </a:cubicBezTo>
                    <a:cubicBezTo>
                      <a:pt x="29" y="37"/>
                      <a:pt x="30" y="36"/>
                      <a:pt x="34" y="35"/>
                    </a:cubicBezTo>
                    <a:cubicBezTo>
                      <a:pt x="36" y="35"/>
                      <a:pt x="38" y="34"/>
                      <a:pt x="40" y="34"/>
                    </a:cubicBezTo>
                    <a:cubicBezTo>
                      <a:pt x="38" y="36"/>
                      <a:pt x="37" y="38"/>
                      <a:pt x="37" y="38"/>
                    </a:cubicBezTo>
                    <a:cubicBezTo>
                      <a:pt x="35" y="40"/>
                      <a:pt x="29" y="47"/>
                      <a:pt x="25" y="50"/>
                    </a:cubicBezTo>
                    <a:cubicBezTo>
                      <a:pt x="21" y="52"/>
                      <a:pt x="11" y="57"/>
                      <a:pt x="11" y="57"/>
                    </a:cubicBezTo>
                    <a:cubicBezTo>
                      <a:pt x="12" y="58"/>
                      <a:pt x="9" y="58"/>
                      <a:pt x="9" y="55"/>
                    </a:cubicBezTo>
                    <a:cubicBezTo>
                      <a:pt x="8" y="52"/>
                      <a:pt x="6" y="54"/>
                      <a:pt x="3" y="56"/>
                    </a:cubicBezTo>
                    <a:cubicBezTo>
                      <a:pt x="0" y="58"/>
                      <a:pt x="2" y="62"/>
                      <a:pt x="2" y="64"/>
                    </a:cubicBezTo>
                    <a:cubicBezTo>
                      <a:pt x="1" y="66"/>
                      <a:pt x="1" y="68"/>
                      <a:pt x="6" y="67"/>
                    </a:cubicBezTo>
                    <a:cubicBezTo>
                      <a:pt x="10" y="66"/>
                      <a:pt x="14" y="62"/>
                      <a:pt x="19" y="59"/>
                    </a:cubicBezTo>
                    <a:cubicBezTo>
                      <a:pt x="24" y="57"/>
                      <a:pt x="32" y="53"/>
                      <a:pt x="36" y="49"/>
                    </a:cubicBezTo>
                    <a:cubicBezTo>
                      <a:pt x="39" y="46"/>
                      <a:pt x="45" y="38"/>
                      <a:pt x="48" y="33"/>
                    </a:cubicBezTo>
                    <a:cubicBezTo>
                      <a:pt x="53" y="33"/>
                      <a:pt x="61" y="33"/>
                      <a:pt x="63" y="33"/>
                    </a:cubicBezTo>
                    <a:cubicBezTo>
                      <a:pt x="65" y="33"/>
                      <a:pt x="67" y="35"/>
                      <a:pt x="70" y="34"/>
                    </a:cubicBezTo>
                    <a:cubicBezTo>
                      <a:pt x="73" y="34"/>
                      <a:pt x="77" y="33"/>
                      <a:pt x="75" y="30"/>
                    </a:cubicBezTo>
                    <a:cubicBezTo>
                      <a:pt x="73" y="27"/>
                      <a:pt x="71" y="24"/>
                      <a:pt x="68" y="25"/>
                    </a:cubicBezTo>
                    <a:cubicBezTo>
                      <a:pt x="65" y="26"/>
                      <a:pt x="61" y="26"/>
                      <a:pt x="59" y="26"/>
                    </a:cubicBezTo>
                    <a:cubicBezTo>
                      <a:pt x="59" y="26"/>
                      <a:pt x="56" y="26"/>
                      <a:pt x="54" y="25"/>
                    </a:cubicBezTo>
                    <a:cubicBezTo>
                      <a:pt x="55" y="23"/>
                      <a:pt x="57" y="21"/>
                      <a:pt x="57" y="20"/>
                    </a:cubicBezTo>
                    <a:cubicBezTo>
                      <a:pt x="59" y="18"/>
                      <a:pt x="60" y="17"/>
                      <a:pt x="61" y="16"/>
                    </a:cubicBezTo>
                    <a:cubicBezTo>
                      <a:pt x="62" y="16"/>
                      <a:pt x="65" y="14"/>
                      <a:pt x="66" y="11"/>
                    </a:cubicBezTo>
                    <a:cubicBezTo>
                      <a:pt x="67" y="9"/>
                      <a:pt x="66" y="3"/>
                      <a:pt x="65" y="2"/>
                    </a:cubicBezTo>
                    <a:cubicBezTo>
                      <a:pt x="63" y="0"/>
                      <a:pt x="59" y="1"/>
                      <a:pt x="58" y="4"/>
                    </a:cubicBezTo>
                    <a:cubicBezTo>
                      <a:pt x="56" y="7"/>
                      <a:pt x="55" y="14"/>
                      <a:pt x="54" y="1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solidFill>
                    <a:srgbClr val="000000"/>
                  </a:solidFill>
                </a:endParaRPr>
              </a:p>
            </p:txBody>
          </p:sp>
          <p:sp>
            <p:nvSpPr>
              <p:cNvPr id="23" name="í$ḻíde"/>
              <p:cNvSpPr/>
              <p:nvPr/>
            </p:nvSpPr>
            <p:spPr bwMode="auto">
              <a:xfrm>
                <a:off x="2625726" y="2725738"/>
                <a:ext cx="890588" cy="1277938"/>
              </a:xfrm>
              <a:custGeom>
                <a:avLst/>
                <a:gdLst>
                  <a:gd name="T0" fmla="*/ 135 w 270"/>
                  <a:gd name="T1" fmla="*/ 22 h 387"/>
                  <a:gd name="T2" fmla="*/ 131 w 270"/>
                  <a:gd name="T3" fmla="*/ 22 h 387"/>
                  <a:gd name="T4" fmla="*/ 117 w 270"/>
                  <a:gd name="T5" fmla="*/ 6 h 387"/>
                  <a:gd name="T6" fmla="*/ 99 w 270"/>
                  <a:gd name="T7" fmla="*/ 6 h 387"/>
                  <a:gd name="T8" fmla="*/ 85 w 270"/>
                  <a:gd name="T9" fmla="*/ 0 h 387"/>
                  <a:gd name="T10" fmla="*/ 100 w 270"/>
                  <a:gd name="T11" fmla="*/ 20 h 387"/>
                  <a:gd name="T12" fmla="*/ 113 w 270"/>
                  <a:gd name="T13" fmla="*/ 20 h 387"/>
                  <a:gd name="T14" fmla="*/ 126 w 270"/>
                  <a:gd name="T15" fmla="*/ 23 h 387"/>
                  <a:gd name="T16" fmla="*/ 88 w 270"/>
                  <a:gd name="T17" fmla="*/ 45 h 387"/>
                  <a:gd name="T18" fmla="*/ 82 w 270"/>
                  <a:gd name="T19" fmla="*/ 108 h 387"/>
                  <a:gd name="T20" fmla="*/ 60 w 270"/>
                  <a:gd name="T21" fmla="*/ 108 h 387"/>
                  <a:gd name="T22" fmla="*/ 35 w 270"/>
                  <a:gd name="T23" fmla="*/ 142 h 387"/>
                  <a:gd name="T24" fmla="*/ 25 w 270"/>
                  <a:gd name="T25" fmla="*/ 309 h 387"/>
                  <a:gd name="T26" fmla="*/ 0 w 270"/>
                  <a:gd name="T27" fmla="*/ 387 h 387"/>
                  <a:gd name="T28" fmla="*/ 30 w 270"/>
                  <a:gd name="T29" fmla="*/ 387 h 387"/>
                  <a:gd name="T30" fmla="*/ 45 w 270"/>
                  <a:gd name="T31" fmla="*/ 367 h 387"/>
                  <a:gd name="T32" fmla="*/ 37 w 270"/>
                  <a:gd name="T33" fmla="*/ 387 h 387"/>
                  <a:gd name="T34" fmla="*/ 63 w 270"/>
                  <a:gd name="T35" fmla="*/ 387 h 387"/>
                  <a:gd name="T36" fmla="*/ 70 w 270"/>
                  <a:gd name="T37" fmla="*/ 353 h 387"/>
                  <a:gd name="T38" fmla="*/ 78 w 270"/>
                  <a:gd name="T39" fmla="*/ 167 h 387"/>
                  <a:gd name="T40" fmla="*/ 90 w 270"/>
                  <a:gd name="T41" fmla="*/ 151 h 387"/>
                  <a:gd name="T42" fmla="*/ 130 w 270"/>
                  <a:gd name="T43" fmla="*/ 151 h 387"/>
                  <a:gd name="T44" fmla="*/ 130 w 270"/>
                  <a:gd name="T45" fmla="*/ 69 h 387"/>
                  <a:gd name="T46" fmla="*/ 113 w 270"/>
                  <a:gd name="T47" fmla="*/ 48 h 387"/>
                  <a:gd name="T48" fmla="*/ 135 w 270"/>
                  <a:gd name="T49" fmla="*/ 27 h 387"/>
                  <a:gd name="T50" fmla="*/ 156 w 270"/>
                  <a:gd name="T51" fmla="*/ 48 h 387"/>
                  <a:gd name="T52" fmla="*/ 139 w 270"/>
                  <a:gd name="T53" fmla="*/ 69 h 387"/>
                  <a:gd name="T54" fmla="*/ 139 w 270"/>
                  <a:gd name="T55" fmla="*/ 151 h 387"/>
                  <a:gd name="T56" fmla="*/ 180 w 270"/>
                  <a:gd name="T57" fmla="*/ 151 h 387"/>
                  <a:gd name="T58" fmla="*/ 191 w 270"/>
                  <a:gd name="T59" fmla="*/ 167 h 387"/>
                  <a:gd name="T60" fmla="*/ 200 w 270"/>
                  <a:gd name="T61" fmla="*/ 353 h 387"/>
                  <a:gd name="T62" fmla="*/ 207 w 270"/>
                  <a:gd name="T63" fmla="*/ 387 h 387"/>
                  <a:gd name="T64" fmla="*/ 233 w 270"/>
                  <a:gd name="T65" fmla="*/ 387 h 387"/>
                  <a:gd name="T66" fmla="*/ 224 w 270"/>
                  <a:gd name="T67" fmla="*/ 367 h 387"/>
                  <a:gd name="T68" fmla="*/ 239 w 270"/>
                  <a:gd name="T69" fmla="*/ 387 h 387"/>
                  <a:gd name="T70" fmla="*/ 270 w 270"/>
                  <a:gd name="T71" fmla="*/ 387 h 387"/>
                  <a:gd name="T72" fmla="*/ 244 w 270"/>
                  <a:gd name="T73" fmla="*/ 309 h 387"/>
                  <a:gd name="T74" fmla="*/ 235 w 270"/>
                  <a:gd name="T75" fmla="*/ 142 h 387"/>
                  <a:gd name="T76" fmla="*/ 209 w 270"/>
                  <a:gd name="T77" fmla="*/ 108 h 387"/>
                  <a:gd name="T78" fmla="*/ 188 w 270"/>
                  <a:gd name="T79" fmla="*/ 108 h 387"/>
                  <a:gd name="T80" fmla="*/ 182 w 270"/>
                  <a:gd name="T81" fmla="*/ 45 h 387"/>
                  <a:gd name="T82" fmla="*/ 144 w 270"/>
                  <a:gd name="T83" fmla="*/ 23 h 387"/>
                  <a:gd name="T84" fmla="*/ 157 w 270"/>
                  <a:gd name="T85" fmla="*/ 20 h 387"/>
                  <a:gd name="T86" fmla="*/ 170 w 270"/>
                  <a:gd name="T87" fmla="*/ 20 h 387"/>
                  <a:gd name="T88" fmla="*/ 184 w 270"/>
                  <a:gd name="T89" fmla="*/ 0 h 387"/>
                  <a:gd name="T90" fmla="*/ 170 w 270"/>
                  <a:gd name="T91" fmla="*/ 6 h 387"/>
                  <a:gd name="T92" fmla="*/ 153 w 270"/>
                  <a:gd name="T93" fmla="*/ 6 h 387"/>
                  <a:gd name="T94" fmla="*/ 139 w 270"/>
                  <a:gd name="T95" fmla="*/ 22 h 387"/>
                  <a:gd name="T96" fmla="*/ 135 w 270"/>
                  <a:gd name="T97" fmla="*/ 22 h 3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70" h="387">
                    <a:moveTo>
                      <a:pt x="135" y="22"/>
                    </a:moveTo>
                    <a:cubicBezTo>
                      <a:pt x="133" y="22"/>
                      <a:pt x="132" y="22"/>
                      <a:pt x="131" y="22"/>
                    </a:cubicBezTo>
                    <a:cubicBezTo>
                      <a:pt x="130" y="15"/>
                      <a:pt x="126" y="6"/>
                      <a:pt x="117" y="6"/>
                    </a:cubicBezTo>
                    <a:cubicBezTo>
                      <a:pt x="110" y="6"/>
                      <a:pt x="106" y="6"/>
                      <a:pt x="99" y="6"/>
                    </a:cubicBezTo>
                    <a:cubicBezTo>
                      <a:pt x="93" y="6"/>
                      <a:pt x="88" y="4"/>
                      <a:pt x="85" y="0"/>
                    </a:cubicBezTo>
                    <a:cubicBezTo>
                      <a:pt x="87" y="9"/>
                      <a:pt x="90" y="18"/>
                      <a:pt x="100" y="20"/>
                    </a:cubicBezTo>
                    <a:cubicBezTo>
                      <a:pt x="104" y="20"/>
                      <a:pt x="109" y="20"/>
                      <a:pt x="113" y="20"/>
                    </a:cubicBezTo>
                    <a:cubicBezTo>
                      <a:pt x="120" y="20"/>
                      <a:pt x="123" y="21"/>
                      <a:pt x="126" y="23"/>
                    </a:cubicBezTo>
                    <a:cubicBezTo>
                      <a:pt x="109" y="24"/>
                      <a:pt x="93" y="30"/>
                      <a:pt x="88" y="45"/>
                    </a:cubicBezTo>
                    <a:cubicBezTo>
                      <a:pt x="83" y="59"/>
                      <a:pt x="85" y="92"/>
                      <a:pt x="82" y="108"/>
                    </a:cubicBezTo>
                    <a:cubicBezTo>
                      <a:pt x="75" y="108"/>
                      <a:pt x="67" y="108"/>
                      <a:pt x="60" y="108"/>
                    </a:cubicBezTo>
                    <a:cubicBezTo>
                      <a:pt x="42" y="107"/>
                      <a:pt x="36" y="123"/>
                      <a:pt x="35" y="142"/>
                    </a:cubicBezTo>
                    <a:cubicBezTo>
                      <a:pt x="32" y="198"/>
                      <a:pt x="28" y="253"/>
                      <a:pt x="25" y="309"/>
                    </a:cubicBezTo>
                    <a:cubicBezTo>
                      <a:pt x="23" y="352"/>
                      <a:pt x="14" y="372"/>
                      <a:pt x="0" y="387"/>
                    </a:cubicBezTo>
                    <a:cubicBezTo>
                      <a:pt x="10" y="387"/>
                      <a:pt x="20" y="387"/>
                      <a:pt x="30" y="387"/>
                    </a:cubicBezTo>
                    <a:cubicBezTo>
                      <a:pt x="35" y="383"/>
                      <a:pt x="38" y="378"/>
                      <a:pt x="45" y="367"/>
                    </a:cubicBezTo>
                    <a:cubicBezTo>
                      <a:pt x="42" y="377"/>
                      <a:pt x="40" y="382"/>
                      <a:pt x="37" y="387"/>
                    </a:cubicBezTo>
                    <a:cubicBezTo>
                      <a:pt x="46" y="387"/>
                      <a:pt x="54" y="387"/>
                      <a:pt x="63" y="387"/>
                    </a:cubicBezTo>
                    <a:cubicBezTo>
                      <a:pt x="68" y="377"/>
                      <a:pt x="70" y="365"/>
                      <a:pt x="70" y="353"/>
                    </a:cubicBezTo>
                    <a:cubicBezTo>
                      <a:pt x="73" y="291"/>
                      <a:pt x="76" y="229"/>
                      <a:pt x="78" y="167"/>
                    </a:cubicBezTo>
                    <a:cubicBezTo>
                      <a:pt x="79" y="157"/>
                      <a:pt x="82" y="151"/>
                      <a:pt x="90" y="151"/>
                    </a:cubicBezTo>
                    <a:cubicBezTo>
                      <a:pt x="103" y="151"/>
                      <a:pt x="117" y="151"/>
                      <a:pt x="130" y="151"/>
                    </a:cubicBezTo>
                    <a:cubicBezTo>
                      <a:pt x="130" y="124"/>
                      <a:pt x="130" y="96"/>
                      <a:pt x="130" y="69"/>
                    </a:cubicBezTo>
                    <a:cubicBezTo>
                      <a:pt x="121" y="67"/>
                      <a:pt x="113" y="58"/>
                      <a:pt x="113" y="48"/>
                    </a:cubicBezTo>
                    <a:cubicBezTo>
                      <a:pt x="113" y="36"/>
                      <a:pt x="123" y="27"/>
                      <a:pt x="135" y="27"/>
                    </a:cubicBezTo>
                    <a:cubicBezTo>
                      <a:pt x="147" y="27"/>
                      <a:pt x="156" y="36"/>
                      <a:pt x="156" y="48"/>
                    </a:cubicBezTo>
                    <a:cubicBezTo>
                      <a:pt x="156" y="58"/>
                      <a:pt x="149" y="67"/>
                      <a:pt x="139" y="69"/>
                    </a:cubicBezTo>
                    <a:cubicBezTo>
                      <a:pt x="139" y="96"/>
                      <a:pt x="139" y="124"/>
                      <a:pt x="139" y="151"/>
                    </a:cubicBezTo>
                    <a:cubicBezTo>
                      <a:pt x="153" y="151"/>
                      <a:pt x="166" y="151"/>
                      <a:pt x="180" y="151"/>
                    </a:cubicBezTo>
                    <a:cubicBezTo>
                      <a:pt x="188" y="151"/>
                      <a:pt x="191" y="157"/>
                      <a:pt x="191" y="167"/>
                    </a:cubicBezTo>
                    <a:cubicBezTo>
                      <a:pt x="194" y="229"/>
                      <a:pt x="197" y="291"/>
                      <a:pt x="200" y="353"/>
                    </a:cubicBezTo>
                    <a:cubicBezTo>
                      <a:pt x="200" y="365"/>
                      <a:pt x="202" y="377"/>
                      <a:pt x="207" y="387"/>
                    </a:cubicBezTo>
                    <a:cubicBezTo>
                      <a:pt x="215" y="387"/>
                      <a:pt x="224" y="387"/>
                      <a:pt x="233" y="387"/>
                    </a:cubicBezTo>
                    <a:cubicBezTo>
                      <a:pt x="230" y="382"/>
                      <a:pt x="227" y="377"/>
                      <a:pt x="224" y="367"/>
                    </a:cubicBezTo>
                    <a:cubicBezTo>
                      <a:pt x="232" y="378"/>
                      <a:pt x="235" y="383"/>
                      <a:pt x="239" y="387"/>
                    </a:cubicBezTo>
                    <a:cubicBezTo>
                      <a:pt x="249" y="387"/>
                      <a:pt x="260" y="387"/>
                      <a:pt x="270" y="387"/>
                    </a:cubicBezTo>
                    <a:cubicBezTo>
                      <a:pt x="256" y="372"/>
                      <a:pt x="247" y="352"/>
                      <a:pt x="244" y="309"/>
                    </a:cubicBezTo>
                    <a:cubicBezTo>
                      <a:pt x="242" y="253"/>
                      <a:pt x="238" y="198"/>
                      <a:pt x="235" y="142"/>
                    </a:cubicBezTo>
                    <a:cubicBezTo>
                      <a:pt x="234" y="123"/>
                      <a:pt x="228" y="107"/>
                      <a:pt x="209" y="108"/>
                    </a:cubicBezTo>
                    <a:cubicBezTo>
                      <a:pt x="202" y="108"/>
                      <a:pt x="195" y="108"/>
                      <a:pt x="188" y="108"/>
                    </a:cubicBezTo>
                    <a:cubicBezTo>
                      <a:pt x="185" y="92"/>
                      <a:pt x="186" y="59"/>
                      <a:pt x="182" y="45"/>
                    </a:cubicBezTo>
                    <a:cubicBezTo>
                      <a:pt x="176" y="30"/>
                      <a:pt x="161" y="24"/>
                      <a:pt x="144" y="23"/>
                    </a:cubicBezTo>
                    <a:cubicBezTo>
                      <a:pt x="146" y="21"/>
                      <a:pt x="150" y="20"/>
                      <a:pt x="157" y="20"/>
                    </a:cubicBezTo>
                    <a:cubicBezTo>
                      <a:pt x="161" y="20"/>
                      <a:pt x="166" y="20"/>
                      <a:pt x="170" y="20"/>
                    </a:cubicBezTo>
                    <a:cubicBezTo>
                      <a:pt x="180" y="18"/>
                      <a:pt x="183" y="9"/>
                      <a:pt x="184" y="0"/>
                    </a:cubicBezTo>
                    <a:cubicBezTo>
                      <a:pt x="181" y="4"/>
                      <a:pt x="177" y="6"/>
                      <a:pt x="170" y="6"/>
                    </a:cubicBezTo>
                    <a:cubicBezTo>
                      <a:pt x="164" y="6"/>
                      <a:pt x="159" y="6"/>
                      <a:pt x="153" y="6"/>
                    </a:cubicBezTo>
                    <a:cubicBezTo>
                      <a:pt x="144" y="6"/>
                      <a:pt x="140" y="15"/>
                      <a:pt x="139" y="22"/>
                    </a:cubicBezTo>
                    <a:cubicBezTo>
                      <a:pt x="138" y="22"/>
                      <a:pt x="136" y="22"/>
                      <a:pt x="135" y="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solidFill>
                    <a:srgbClr val="000000"/>
                  </a:solidFill>
                </a:endParaRPr>
              </a:p>
            </p:txBody>
          </p:sp>
          <p:sp>
            <p:nvSpPr>
              <p:cNvPr id="24" name="ïŝľîḑê"/>
              <p:cNvSpPr/>
              <p:nvPr/>
            </p:nvSpPr>
            <p:spPr bwMode="auto">
              <a:xfrm>
                <a:off x="1735138" y="2095500"/>
                <a:ext cx="2667000" cy="2670175"/>
              </a:xfrm>
              <a:custGeom>
                <a:avLst/>
                <a:gdLst>
                  <a:gd name="T0" fmla="*/ 404 w 809"/>
                  <a:gd name="T1" fmla="*/ 0 h 809"/>
                  <a:gd name="T2" fmla="*/ 809 w 809"/>
                  <a:gd name="T3" fmla="*/ 404 h 809"/>
                  <a:gd name="T4" fmla="*/ 404 w 809"/>
                  <a:gd name="T5" fmla="*/ 809 h 809"/>
                  <a:gd name="T6" fmla="*/ 0 w 809"/>
                  <a:gd name="T7" fmla="*/ 404 h 809"/>
                  <a:gd name="T8" fmla="*/ 404 w 809"/>
                  <a:gd name="T9" fmla="*/ 0 h 809"/>
                  <a:gd name="T10" fmla="*/ 404 w 809"/>
                  <a:gd name="T11" fmla="*/ 0 h 809"/>
                  <a:gd name="T12" fmla="*/ 404 w 809"/>
                  <a:gd name="T13" fmla="*/ 14 h 809"/>
                  <a:gd name="T14" fmla="*/ 14 w 809"/>
                  <a:gd name="T15" fmla="*/ 404 h 809"/>
                  <a:gd name="T16" fmla="*/ 404 w 809"/>
                  <a:gd name="T17" fmla="*/ 795 h 809"/>
                  <a:gd name="T18" fmla="*/ 795 w 809"/>
                  <a:gd name="T19" fmla="*/ 404 h 809"/>
                  <a:gd name="T20" fmla="*/ 404 w 809"/>
                  <a:gd name="T21" fmla="*/ 14 h 8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09" h="809">
                    <a:moveTo>
                      <a:pt x="404" y="0"/>
                    </a:moveTo>
                    <a:cubicBezTo>
                      <a:pt x="627" y="0"/>
                      <a:pt x="809" y="182"/>
                      <a:pt x="809" y="404"/>
                    </a:cubicBezTo>
                    <a:cubicBezTo>
                      <a:pt x="809" y="627"/>
                      <a:pt x="627" y="809"/>
                      <a:pt x="404" y="809"/>
                    </a:cubicBezTo>
                    <a:cubicBezTo>
                      <a:pt x="181" y="809"/>
                      <a:pt x="0" y="627"/>
                      <a:pt x="0" y="404"/>
                    </a:cubicBezTo>
                    <a:cubicBezTo>
                      <a:pt x="0" y="182"/>
                      <a:pt x="181" y="0"/>
                      <a:pt x="404" y="0"/>
                    </a:cubicBezTo>
                    <a:cubicBezTo>
                      <a:pt x="404" y="0"/>
                      <a:pt x="404" y="0"/>
                      <a:pt x="404" y="0"/>
                    </a:cubicBezTo>
                    <a:close/>
                    <a:moveTo>
                      <a:pt x="404" y="14"/>
                    </a:moveTo>
                    <a:cubicBezTo>
                      <a:pt x="189" y="14"/>
                      <a:pt x="14" y="189"/>
                      <a:pt x="14" y="404"/>
                    </a:cubicBezTo>
                    <a:cubicBezTo>
                      <a:pt x="14" y="619"/>
                      <a:pt x="189" y="795"/>
                      <a:pt x="404" y="795"/>
                    </a:cubicBezTo>
                    <a:cubicBezTo>
                      <a:pt x="619" y="795"/>
                      <a:pt x="795" y="619"/>
                      <a:pt x="795" y="404"/>
                    </a:cubicBezTo>
                    <a:cubicBezTo>
                      <a:pt x="795" y="189"/>
                      <a:pt x="619" y="14"/>
                      <a:pt x="404" y="1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solidFill>
                    <a:srgbClr val="000000"/>
                  </a:solidFill>
                </a:endParaRPr>
              </a:p>
            </p:txBody>
          </p:sp>
          <p:sp>
            <p:nvSpPr>
              <p:cNvPr id="25" name="išlíḑe"/>
              <p:cNvSpPr/>
              <p:nvPr/>
            </p:nvSpPr>
            <p:spPr bwMode="auto">
              <a:xfrm>
                <a:off x="1897063" y="3373438"/>
                <a:ext cx="2333625" cy="1227138"/>
              </a:xfrm>
              <a:custGeom>
                <a:avLst/>
                <a:gdLst>
                  <a:gd name="T0" fmla="*/ 21 w 708"/>
                  <a:gd name="T1" fmla="*/ 23 h 372"/>
                  <a:gd name="T2" fmla="*/ 53 w 708"/>
                  <a:gd name="T3" fmla="*/ 35 h 372"/>
                  <a:gd name="T4" fmla="*/ 51 w 708"/>
                  <a:gd name="T5" fmla="*/ 26 h 372"/>
                  <a:gd name="T6" fmla="*/ 18 w 708"/>
                  <a:gd name="T7" fmla="*/ 47 h 372"/>
                  <a:gd name="T8" fmla="*/ 18 w 708"/>
                  <a:gd name="T9" fmla="*/ 88 h 372"/>
                  <a:gd name="T10" fmla="*/ 48 w 708"/>
                  <a:gd name="T11" fmla="*/ 67 h 372"/>
                  <a:gd name="T12" fmla="*/ 18 w 708"/>
                  <a:gd name="T13" fmla="*/ 88 h 372"/>
                  <a:gd name="T14" fmla="*/ 62 w 708"/>
                  <a:gd name="T15" fmla="*/ 109 h 372"/>
                  <a:gd name="T16" fmla="*/ 64 w 708"/>
                  <a:gd name="T17" fmla="*/ 147 h 372"/>
                  <a:gd name="T18" fmla="*/ 42 w 708"/>
                  <a:gd name="T19" fmla="*/ 155 h 372"/>
                  <a:gd name="T20" fmla="*/ 57 w 708"/>
                  <a:gd name="T21" fmla="*/ 206 h 372"/>
                  <a:gd name="T22" fmla="*/ 116 w 708"/>
                  <a:gd name="T23" fmla="*/ 203 h 372"/>
                  <a:gd name="T24" fmla="*/ 93 w 708"/>
                  <a:gd name="T25" fmla="*/ 174 h 372"/>
                  <a:gd name="T26" fmla="*/ 46 w 708"/>
                  <a:gd name="T27" fmla="*/ 181 h 372"/>
                  <a:gd name="T28" fmla="*/ 129 w 708"/>
                  <a:gd name="T29" fmla="*/ 265 h 372"/>
                  <a:gd name="T30" fmla="*/ 149 w 708"/>
                  <a:gd name="T31" fmla="*/ 251 h 372"/>
                  <a:gd name="T32" fmla="*/ 121 w 708"/>
                  <a:gd name="T33" fmla="*/ 221 h 372"/>
                  <a:gd name="T34" fmla="*/ 111 w 708"/>
                  <a:gd name="T35" fmla="*/ 252 h 372"/>
                  <a:gd name="T36" fmla="*/ 164 w 708"/>
                  <a:gd name="T37" fmla="*/ 295 h 372"/>
                  <a:gd name="T38" fmla="*/ 175 w 708"/>
                  <a:gd name="T39" fmla="*/ 321 h 372"/>
                  <a:gd name="T40" fmla="*/ 132 w 708"/>
                  <a:gd name="T41" fmla="*/ 292 h 372"/>
                  <a:gd name="T42" fmla="*/ 146 w 708"/>
                  <a:gd name="T43" fmla="*/ 291 h 372"/>
                  <a:gd name="T44" fmla="*/ 211 w 708"/>
                  <a:gd name="T45" fmla="*/ 283 h 372"/>
                  <a:gd name="T46" fmla="*/ 260 w 708"/>
                  <a:gd name="T47" fmla="*/ 308 h 372"/>
                  <a:gd name="T48" fmla="*/ 205 w 708"/>
                  <a:gd name="T49" fmla="*/ 335 h 372"/>
                  <a:gd name="T50" fmla="*/ 342 w 708"/>
                  <a:gd name="T51" fmla="*/ 329 h 372"/>
                  <a:gd name="T52" fmla="*/ 344 w 708"/>
                  <a:gd name="T53" fmla="*/ 352 h 372"/>
                  <a:gd name="T54" fmla="*/ 303 w 708"/>
                  <a:gd name="T55" fmla="*/ 320 h 372"/>
                  <a:gd name="T56" fmla="*/ 320 w 708"/>
                  <a:gd name="T57" fmla="*/ 364 h 372"/>
                  <a:gd name="T58" fmla="*/ 360 w 708"/>
                  <a:gd name="T59" fmla="*/ 321 h 372"/>
                  <a:gd name="T60" fmla="*/ 416 w 708"/>
                  <a:gd name="T61" fmla="*/ 315 h 372"/>
                  <a:gd name="T62" fmla="*/ 384 w 708"/>
                  <a:gd name="T63" fmla="*/ 368 h 372"/>
                  <a:gd name="T64" fmla="*/ 464 w 708"/>
                  <a:gd name="T65" fmla="*/ 350 h 372"/>
                  <a:gd name="T66" fmla="*/ 433 w 708"/>
                  <a:gd name="T67" fmla="*/ 313 h 372"/>
                  <a:gd name="T68" fmla="*/ 508 w 708"/>
                  <a:gd name="T69" fmla="*/ 337 h 372"/>
                  <a:gd name="T70" fmla="*/ 500 w 708"/>
                  <a:gd name="T71" fmla="*/ 285 h 372"/>
                  <a:gd name="T72" fmla="*/ 483 w 708"/>
                  <a:gd name="T73" fmla="*/ 294 h 372"/>
                  <a:gd name="T74" fmla="*/ 508 w 708"/>
                  <a:gd name="T75" fmla="*/ 337 h 372"/>
                  <a:gd name="T76" fmla="*/ 515 w 708"/>
                  <a:gd name="T77" fmla="*/ 276 h 372"/>
                  <a:gd name="T78" fmla="*/ 548 w 708"/>
                  <a:gd name="T79" fmla="*/ 279 h 372"/>
                  <a:gd name="T80" fmla="*/ 550 w 708"/>
                  <a:gd name="T81" fmla="*/ 283 h 372"/>
                  <a:gd name="T82" fmla="*/ 547 w 708"/>
                  <a:gd name="T83" fmla="*/ 316 h 372"/>
                  <a:gd name="T84" fmla="*/ 609 w 708"/>
                  <a:gd name="T85" fmla="*/ 250 h 372"/>
                  <a:gd name="T86" fmla="*/ 608 w 708"/>
                  <a:gd name="T87" fmla="*/ 227 h 372"/>
                  <a:gd name="T88" fmla="*/ 573 w 708"/>
                  <a:gd name="T89" fmla="*/ 241 h 372"/>
                  <a:gd name="T90" fmla="*/ 609 w 708"/>
                  <a:gd name="T91" fmla="*/ 250 h 372"/>
                  <a:gd name="T92" fmla="*/ 656 w 708"/>
                  <a:gd name="T93" fmla="*/ 184 h 372"/>
                  <a:gd name="T94" fmla="*/ 613 w 708"/>
                  <a:gd name="T95" fmla="*/ 172 h 372"/>
                  <a:gd name="T96" fmla="*/ 625 w 708"/>
                  <a:gd name="T97" fmla="*/ 165 h 372"/>
                  <a:gd name="T98" fmla="*/ 650 w 708"/>
                  <a:gd name="T99" fmla="*/ 169 h 372"/>
                  <a:gd name="T100" fmla="*/ 651 w 708"/>
                  <a:gd name="T101" fmla="*/ 215 h 372"/>
                  <a:gd name="T102" fmla="*/ 635 w 708"/>
                  <a:gd name="T103" fmla="*/ 139 h 372"/>
                  <a:gd name="T104" fmla="*/ 683 w 708"/>
                  <a:gd name="T105" fmla="*/ 137 h 372"/>
                  <a:gd name="T106" fmla="*/ 655 w 708"/>
                  <a:gd name="T107" fmla="*/ 73 h 372"/>
                  <a:gd name="T108" fmla="*/ 690 w 708"/>
                  <a:gd name="T109" fmla="*/ 98 h 372"/>
                  <a:gd name="T110" fmla="*/ 684 w 708"/>
                  <a:gd name="T111" fmla="*/ 17 h 372"/>
                  <a:gd name="T112" fmla="*/ 698 w 708"/>
                  <a:gd name="T113" fmla="*/ 34 h 372"/>
                  <a:gd name="T114" fmla="*/ 659 w 708"/>
                  <a:gd name="T115" fmla="*/ 29 h 372"/>
                  <a:gd name="T116" fmla="*/ 659 w 708"/>
                  <a:gd name="T117" fmla="*/ 11 h 372"/>
                  <a:gd name="T118" fmla="*/ 663 w 708"/>
                  <a:gd name="T119" fmla="*/ 6 h 3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708" h="372">
                    <a:moveTo>
                      <a:pt x="0" y="6"/>
                    </a:moveTo>
                    <a:cubicBezTo>
                      <a:pt x="19" y="6"/>
                      <a:pt x="19" y="6"/>
                      <a:pt x="19" y="6"/>
                    </a:cubicBezTo>
                    <a:cubicBezTo>
                      <a:pt x="19" y="8"/>
                      <a:pt x="19" y="8"/>
                      <a:pt x="19" y="8"/>
                    </a:cubicBezTo>
                    <a:cubicBezTo>
                      <a:pt x="15" y="9"/>
                      <a:pt x="11" y="11"/>
                      <a:pt x="8" y="14"/>
                    </a:cubicBezTo>
                    <a:cubicBezTo>
                      <a:pt x="5" y="18"/>
                      <a:pt x="4" y="22"/>
                      <a:pt x="4" y="26"/>
                    </a:cubicBezTo>
                    <a:cubicBezTo>
                      <a:pt x="4" y="29"/>
                      <a:pt x="5" y="32"/>
                      <a:pt x="6" y="33"/>
                    </a:cubicBezTo>
                    <a:cubicBezTo>
                      <a:pt x="7" y="35"/>
                      <a:pt x="9" y="36"/>
                      <a:pt x="11" y="36"/>
                    </a:cubicBezTo>
                    <a:cubicBezTo>
                      <a:pt x="14" y="36"/>
                      <a:pt x="18" y="32"/>
                      <a:pt x="21" y="23"/>
                    </a:cubicBezTo>
                    <a:cubicBezTo>
                      <a:pt x="21" y="23"/>
                      <a:pt x="21" y="23"/>
                      <a:pt x="21" y="23"/>
                    </a:cubicBezTo>
                    <a:cubicBezTo>
                      <a:pt x="22" y="22"/>
                      <a:pt x="22" y="22"/>
                      <a:pt x="22" y="21"/>
                    </a:cubicBezTo>
                    <a:cubicBezTo>
                      <a:pt x="25" y="15"/>
                      <a:pt x="27" y="11"/>
                      <a:pt x="30" y="9"/>
                    </a:cubicBezTo>
                    <a:cubicBezTo>
                      <a:pt x="31" y="8"/>
                      <a:pt x="32" y="7"/>
                      <a:pt x="34" y="7"/>
                    </a:cubicBezTo>
                    <a:cubicBezTo>
                      <a:pt x="35" y="6"/>
                      <a:pt x="36" y="6"/>
                      <a:pt x="38" y="6"/>
                    </a:cubicBezTo>
                    <a:cubicBezTo>
                      <a:pt x="43" y="6"/>
                      <a:pt x="47" y="8"/>
                      <a:pt x="50" y="11"/>
                    </a:cubicBezTo>
                    <a:cubicBezTo>
                      <a:pt x="53" y="15"/>
                      <a:pt x="55" y="19"/>
                      <a:pt x="55" y="25"/>
                    </a:cubicBezTo>
                    <a:cubicBezTo>
                      <a:pt x="55" y="28"/>
                      <a:pt x="54" y="31"/>
                      <a:pt x="53" y="35"/>
                    </a:cubicBezTo>
                    <a:cubicBezTo>
                      <a:pt x="52" y="38"/>
                      <a:pt x="51" y="40"/>
                      <a:pt x="51" y="40"/>
                    </a:cubicBezTo>
                    <a:cubicBezTo>
                      <a:pt x="51" y="41"/>
                      <a:pt x="52" y="41"/>
                      <a:pt x="52" y="42"/>
                    </a:cubicBezTo>
                    <a:cubicBezTo>
                      <a:pt x="53" y="42"/>
                      <a:pt x="53" y="42"/>
                      <a:pt x="55" y="42"/>
                    </a:cubicBezTo>
                    <a:cubicBezTo>
                      <a:pt x="55" y="44"/>
                      <a:pt x="55" y="44"/>
                      <a:pt x="55" y="44"/>
                    </a:cubicBezTo>
                    <a:cubicBezTo>
                      <a:pt x="38" y="45"/>
                      <a:pt x="38" y="45"/>
                      <a:pt x="38" y="45"/>
                    </a:cubicBezTo>
                    <a:cubicBezTo>
                      <a:pt x="38" y="43"/>
                      <a:pt x="38" y="43"/>
                      <a:pt x="38" y="43"/>
                    </a:cubicBezTo>
                    <a:cubicBezTo>
                      <a:pt x="42" y="42"/>
                      <a:pt x="45" y="40"/>
                      <a:pt x="48" y="37"/>
                    </a:cubicBezTo>
                    <a:cubicBezTo>
                      <a:pt x="50" y="34"/>
                      <a:pt x="51" y="30"/>
                      <a:pt x="51" y="26"/>
                    </a:cubicBezTo>
                    <a:cubicBezTo>
                      <a:pt x="51" y="24"/>
                      <a:pt x="51" y="22"/>
                      <a:pt x="49" y="20"/>
                    </a:cubicBezTo>
                    <a:cubicBezTo>
                      <a:pt x="48" y="19"/>
                      <a:pt x="47" y="18"/>
                      <a:pt x="45" y="18"/>
                    </a:cubicBezTo>
                    <a:cubicBezTo>
                      <a:pt x="42" y="18"/>
                      <a:pt x="39" y="21"/>
                      <a:pt x="37" y="28"/>
                    </a:cubicBezTo>
                    <a:cubicBezTo>
                      <a:pt x="36" y="29"/>
                      <a:pt x="36" y="29"/>
                      <a:pt x="36" y="29"/>
                    </a:cubicBezTo>
                    <a:cubicBezTo>
                      <a:pt x="34" y="33"/>
                      <a:pt x="33" y="37"/>
                      <a:pt x="32" y="39"/>
                    </a:cubicBezTo>
                    <a:cubicBezTo>
                      <a:pt x="31" y="40"/>
                      <a:pt x="30" y="42"/>
                      <a:pt x="29" y="43"/>
                    </a:cubicBezTo>
                    <a:cubicBezTo>
                      <a:pt x="27" y="44"/>
                      <a:pt x="26" y="45"/>
                      <a:pt x="24" y="46"/>
                    </a:cubicBezTo>
                    <a:cubicBezTo>
                      <a:pt x="22" y="47"/>
                      <a:pt x="20" y="47"/>
                      <a:pt x="18" y="47"/>
                    </a:cubicBezTo>
                    <a:cubicBezTo>
                      <a:pt x="13" y="47"/>
                      <a:pt x="9" y="46"/>
                      <a:pt x="6" y="42"/>
                    </a:cubicBezTo>
                    <a:cubicBezTo>
                      <a:pt x="2" y="38"/>
                      <a:pt x="1" y="34"/>
                      <a:pt x="1" y="28"/>
                    </a:cubicBezTo>
                    <a:cubicBezTo>
                      <a:pt x="1" y="25"/>
                      <a:pt x="1" y="21"/>
                      <a:pt x="2" y="17"/>
                    </a:cubicBezTo>
                    <a:cubicBezTo>
                      <a:pt x="3" y="14"/>
                      <a:pt x="4" y="12"/>
                      <a:pt x="4" y="12"/>
                    </a:cubicBezTo>
                    <a:cubicBezTo>
                      <a:pt x="4" y="11"/>
                      <a:pt x="3" y="10"/>
                      <a:pt x="3" y="9"/>
                    </a:cubicBezTo>
                    <a:cubicBezTo>
                      <a:pt x="2" y="9"/>
                      <a:pt x="1" y="9"/>
                      <a:pt x="0" y="9"/>
                    </a:cubicBezTo>
                    <a:cubicBezTo>
                      <a:pt x="0" y="6"/>
                      <a:pt x="0" y="6"/>
                      <a:pt x="0" y="6"/>
                    </a:cubicBezTo>
                    <a:close/>
                    <a:moveTo>
                      <a:pt x="18" y="88"/>
                    </a:moveTo>
                    <a:cubicBezTo>
                      <a:pt x="16" y="89"/>
                      <a:pt x="14" y="90"/>
                      <a:pt x="13" y="91"/>
                    </a:cubicBezTo>
                    <a:cubicBezTo>
                      <a:pt x="12" y="92"/>
                      <a:pt x="12" y="94"/>
                      <a:pt x="12" y="96"/>
                    </a:cubicBezTo>
                    <a:cubicBezTo>
                      <a:pt x="10" y="96"/>
                      <a:pt x="10" y="96"/>
                      <a:pt x="10" y="96"/>
                    </a:cubicBezTo>
                    <a:cubicBezTo>
                      <a:pt x="5" y="68"/>
                      <a:pt x="5" y="68"/>
                      <a:pt x="5" y="68"/>
                    </a:cubicBezTo>
                    <a:cubicBezTo>
                      <a:pt x="7" y="67"/>
                      <a:pt x="7" y="67"/>
                      <a:pt x="7" y="67"/>
                    </a:cubicBezTo>
                    <a:cubicBezTo>
                      <a:pt x="8" y="70"/>
                      <a:pt x="8" y="71"/>
                      <a:pt x="10" y="72"/>
                    </a:cubicBezTo>
                    <a:cubicBezTo>
                      <a:pt x="11" y="73"/>
                      <a:pt x="13" y="73"/>
                      <a:pt x="16" y="73"/>
                    </a:cubicBezTo>
                    <a:cubicBezTo>
                      <a:pt x="48" y="67"/>
                      <a:pt x="48" y="67"/>
                      <a:pt x="48" y="67"/>
                    </a:cubicBezTo>
                    <a:cubicBezTo>
                      <a:pt x="50" y="66"/>
                      <a:pt x="52" y="66"/>
                      <a:pt x="53" y="64"/>
                    </a:cubicBezTo>
                    <a:cubicBezTo>
                      <a:pt x="54" y="63"/>
                      <a:pt x="54" y="61"/>
                      <a:pt x="54" y="59"/>
                    </a:cubicBezTo>
                    <a:cubicBezTo>
                      <a:pt x="56" y="59"/>
                      <a:pt x="56" y="59"/>
                      <a:pt x="56" y="59"/>
                    </a:cubicBezTo>
                    <a:cubicBezTo>
                      <a:pt x="61" y="88"/>
                      <a:pt x="61" y="88"/>
                      <a:pt x="61" y="88"/>
                    </a:cubicBezTo>
                    <a:cubicBezTo>
                      <a:pt x="59" y="88"/>
                      <a:pt x="59" y="88"/>
                      <a:pt x="59" y="88"/>
                    </a:cubicBezTo>
                    <a:cubicBezTo>
                      <a:pt x="59" y="85"/>
                      <a:pt x="58" y="84"/>
                      <a:pt x="56" y="83"/>
                    </a:cubicBezTo>
                    <a:cubicBezTo>
                      <a:pt x="55" y="82"/>
                      <a:pt x="53" y="82"/>
                      <a:pt x="51" y="83"/>
                    </a:cubicBezTo>
                    <a:cubicBezTo>
                      <a:pt x="18" y="88"/>
                      <a:pt x="18" y="88"/>
                      <a:pt x="18" y="88"/>
                    </a:cubicBezTo>
                    <a:close/>
                    <a:moveTo>
                      <a:pt x="41" y="158"/>
                    </a:moveTo>
                    <a:cubicBezTo>
                      <a:pt x="37" y="157"/>
                      <a:pt x="33" y="155"/>
                      <a:pt x="30" y="152"/>
                    </a:cubicBezTo>
                    <a:cubicBezTo>
                      <a:pt x="27" y="149"/>
                      <a:pt x="24" y="145"/>
                      <a:pt x="23" y="141"/>
                    </a:cubicBezTo>
                    <a:cubicBezTo>
                      <a:pt x="22" y="137"/>
                      <a:pt x="21" y="134"/>
                      <a:pt x="22" y="131"/>
                    </a:cubicBezTo>
                    <a:cubicBezTo>
                      <a:pt x="22" y="128"/>
                      <a:pt x="23" y="125"/>
                      <a:pt x="24" y="122"/>
                    </a:cubicBezTo>
                    <a:cubicBezTo>
                      <a:pt x="26" y="118"/>
                      <a:pt x="28" y="116"/>
                      <a:pt x="31" y="113"/>
                    </a:cubicBezTo>
                    <a:cubicBezTo>
                      <a:pt x="34" y="111"/>
                      <a:pt x="37" y="109"/>
                      <a:pt x="41" y="108"/>
                    </a:cubicBezTo>
                    <a:cubicBezTo>
                      <a:pt x="49" y="105"/>
                      <a:pt x="55" y="106"/>
                      <a:pt x="62" y="109"/>
                    </a:cubicBezTo>
                    <a:cubicBezTo>
                      <a:pt x="68" y="112"/>
                      <a:pt x="72" y="117"/>
                      <a:pt x="75" y="125"/>
                    </a:cubicBezTo>
                    <a:cubicBezTo>
                      <a:pt x="76" y="128"/>
                      <a:pt x="76" y="131"/>
                      <a:pt x="76" y="135"/>
                    </a:cubicBezTo>
                    <a:cubicBezTo>
                      <a:pt x="76" y="138"/>
                      <a:pt x="76" y="140"/>
                      <a:pt x="76" y="140"/>
                    </a:cubicBezTo>
                    <a:cubicBezTo>
                      <a:pt x="76" y="141"/>
                      <a:pt x="77" y="141"/>
                      <a:pt x="77" y="141"/>
                    </a:cubicBezTo>
                    <a:cubicBezTo>
                      <a:pt x="78" y="142"/>
                      <a:pt x="79" y="142"/>
                      <a:pt x="80" y="142"/>
                    </a:cubicBezTo>
                    <a:cubicBezTo>
                      <a:pt x="80" y="144"/>
                      <a:pt x="80" y="144"/>
                      <a:pt x="80" y="144"/>
                    </a:cubicBezTo>
                    <a:cubicBezTo>
                      <a:pt x="65" y="149"/>
                      <a:pt x="65" y="149"/>
                      <a:pt x="65" y="149"/>
                    </a:cubicBezTo>
                    <a:cubicBezTo>
                      <a:pt x="64" y="147"/>
                      <a:pt x="64" y="147"/>
                      <a:pt x="64" y="147"/>
                    </a:cubicBezTo>
                    <a:cubicBezTo>
                      <a:pt x="68" y="145"/>
                      <a:pt x="70" y="142"/>
                      <a:pt x="72" y="139"/>
                    </a:cubicBezTo>
                    <a:cubicBezTo>
                      <a:pt x="73" y="137"/>
                      <a:pt x="73" y="133"/>
                      <a:pt x="72" y="130"/>
                    </a:cubicBezTo>
                    <a:cubicBezTo>
                      <a:pt x="71" y="126"/>
                      <a:pt x="68" y="123"/>
                      <a:pt x="64" y="122"/>
                    </a:cubicBezTo>
                    <a:cubicBezTo>
                      <a:pt x="59" y="121"/>
                      <a:pt x="54" y="122"/>
                      <a:pt x="47" y="124"/>
                    </a:cubicBezTo>
                    <a:cubicBezTo>
                      <a:pt x="40" y="126"/>
                      <a:pt x="34" y="129"/>
                      <a:pt x="31" y="132"/>
                    </a:cubicBezTo>
                    <a:cubicBezTo>
                      <a:pt x="28" y="136"/>
                      <a:pt x="27" y="140"/>
                      <a:pt x="29" y="144"/>
                    </a:cubicBezTo>
                    <a:cubicBezTo>
                      <a:pt x="30" y="146"/>
                      <a:pt x="31" y="149"/>
                      <a:pt x="34" y="151"/>
                    </a:cubicBezTo>
                    <a:cubicBezTo>
                      <a:pt x="36" y="153"/>
                      <a:pt x="39" y="154"/>
                      <a:pt x="42" y="155"/>
                    </a:cubicBezTo>
                    <a:cubicBezTo>
                      <a:pt x="41" y="158"/>
                      <a:pt x="41" y="158"/>
                      <a:pt x="41" y="158"/>
                    </a:cubicBezTo>
                    <a:close/>
                    <a:moveTo>
                      <a:pt x="60" y="193"/>
                    </a:moveTo>
                    <a:cubicBezTo>
                      <a:pt x="73" y="185"/>
                      <a:pt x="73" y="185"/>
                      <a:pt x="73" y="185"/>
                    </a:cubicBezTo>
                    <a:cubicBezTo>
                      <a:pt x="81" y="198"/>
                      <a:pt x="81" y="198"/>
                      <a:pt x="81" y="198"/>
                    </a:cubicBezTo>
                    <a:cubicBezTo>
                      <a:pt x="68" y="207"/>
                      <a:pt x="68" y="207"/>
                      <a:pt x="68" y="207"/>
                    </a:cubicBezTo>
                    <a:cubicBezTo>
                      <a:pt x="66" y="208"/>
                      <a:pt x="64" y="208"/>
                      <a:pt x="63" y="208"/>
                    </a:cubicBezTo>
                    <a:cubicBezTo>
                      <a:pt x="61" y="208"/>
                      <a:pt x="60" y="207"/>
                      <a:pt x="59" y="205"/>
                    </a:cubicBezTo>
                    <a:cubicBezTo>
                      <a:pt x="57" y="206"/>
                      <a:pt x="57" y="206"/>
                      <a:pt x="57" y="206"/>
                    </a:cubicBezTo>
                    <a:cubicBezTo>
                      <a:pt x="72" y="231"/>
                      <a:pt x="72" y="231"/>
                      <a:pt x="72" y="231"/>
                    </a:cubicBezTo>
                    <a:cubicBezTo>
                      <a:pt x="74" y="230"/>
                      <a:pt x="74" y="230"/>
                      <a:pt x="74" y="230"/>
                    </a:cubicBezTo>
                    <a:cubicBezTo>
                      <a:pt x="73" y="228"/>
                      <a:pt x="72" y="226"/>
                      <a:pt x="73" y="224"/>
                    </a:cubicBezTo>
                    <a:cubicBezTo>
                      <a:pt x="73" y="223"/>
                      <a:pt x="75" y="222"/>
                      <a:pt x="77" y="220"/>
                    </a:cubicBezTo>
                    <a:cubicBezTo>
                      <a:pt x="105" y="203"/>
                      <a:pt x="105" y="203"/>
                      <a:pt x="105" y="203"/>
                    </a:cubicBezTo>
                    <a:cubicBezTo>
                      <a:pt x="107" y="201"/>
                      <a:pt x="109" y="201"/>
                      <a:pt x="110" y="201"/>
                    </a:cubicBezTo>
                    <a:cubicBezTo>
                      <a:pt x="112" y="201"/>
                      <a:pt x="113" y="202"/>
                      <a:pt x="114" y="204"/>
                    </a:cubicBezTo>
                    <a:cubicBezTo>
                      <a:pt x="116" y="203"/>
                      <a:pt x="116" y="203"/>
                      <a:pt x="116" y="203"/>
                    </a:cubicBezTo>
                    <a:cubicBezTo>
                      <a:pt x="101" y="179"/>
                      <a:pt x="101" y="179"/>
                      <a:pt x="101" y="179"/>
                    </a:cubicBezTo>
                    <a:cubicBezTo>
                      <a:pt x="99" y="180"/>
                      <a:pt x="99" y="180"/>
                      <a:pt x="99" y="180"/>
                    </a:cubicBezTo>
                    <a:cubicBezTo>
                      <a:pt x="100" y="182"/>
                      <a:pt x="101" y="183"/>
                      <a:pt x="100" y="185"/>
                    </a:cubicBezTo>
                    <a:cubicBezTo>
                      <a:pt x="100" y="186"/>
                      <a:pt x="98" y="188"/>
                      <a:pt x="96" y="189"/>
                    </a:cubicBezTo>
                    <a:cubicBezTo>
                      <a:pt x="85" y="196"/>
                      <a:pt x="85" y="196"/>
                      <a:pt x="85" y="196"/>
                    </a:cubicBezTo>
                    <a:cubicBezTo>
                      <a:pt x="76" y="183"/>
                      <a:pt x="76" y="183"/>
                      <a:pt x="76" y="183"/>
                    </a:cubicBezTo>
                    <a:cubicBezTo>
                      <a:pt x="88" y="176"/>
                      <a:pt x="88" y="176"/>
                      <a:pt x="88" y="176"/>
                    </a:cubicBezTo>
                    <a:cubicBezTo>
                      <a:pt x="90" y="174"/>
                      <a:pt x="92" y="174"/>
                      <a:pt x="93" y="174"/>
                    </a:cubicBezTo>
                    <a:cubicBezTo>
                      <a:pt x="95" y="174"/>
                      <a:pt x="96" y="175"/>
                      <a:pt x="98" y="177"/>
                    </a:cubicBezTo>
                    <a:cubicBezTo>
                      <a:pt x="99" y="176"/>
                      <a:pt x="99" y="176"/>
                      <a:pt x="99" y="176"/>
                    </a:cubicBezTo>
                    <a:cubicBezTo>
                      <a:pt x="84" y="152"/>
                      <a:pt x="84" y="152"/>
                      <a:pt x="84" y="152"/>
                    </a:cubicBezTo>
                    <a:cubicBezTo>
                      <a:pt x="82" y="153"/>
                      <a:pt x="82" y="153"/>
                      <a:pt x="82" y="153"/>
                    </a:cubicBezTo>
                    <a:cubicBezTo>
                      <a:pt x="83" y="155"/>
                      <a:pt x="84" y="157"/>
                      <a:pt x="83" y="158"/>
                    </a:cubicBezTo>
                    <a:cubicBezTo>
                      <a:pt x="83" y="159"/>
                      <a:pt x="82" y="161"/>
                      <a:pt x="79" y="162"/>
                    </a:cubicBezTo>
                    <a:cubicBezTo>
                      <a:pt x="52" y="180"/>
                      <a:pt x="52" y="180"/>
                      <a:pt x="52" y="180"/>
                    </a:cubicBezTo>
                    <a:cubicBezTo>
                      <a:pt x="49" y="181"/>
                      <a:pt x="47" y="182"/>
                      <a:pt x="46" y="181"/>
                    </a:cubicBezTo>
                    <a:cubicBezTo>
                      <a:pt x="44" y="181"/>
                      <a:pt x="43" y="180"/>
                      <a:pt x="42" y="178"/>
                    </a:cubicBezTo>
                    <a:cubicBezTo>
                      <a:pt x="40" y="179"/>
                      <a:pt x="40" y="179"/>
                      <a:pt x="40" y="179"/>
                    </a:cubicBezTo>
                    <a:cubicBezTo>
                      <a:pt x="56" y="204"/>
                      <a:pt x="56" y="204"/>
                      <a:pt x="56" y="204"/>
                    </a:cubicBezTo>
                    <a:cubicBezTo>
                      <a:pt x="57" y="203"/>
                      <a:pt x="57" y="203"/>
                      <a:pt x="57" y="203"/>
                    </a:cubicBezTo>
                    <a:cubicBezTo>
                      <a:pt x="56" y="201"/>
                      <a:pt x="56" y="199"/>
                      <a:pt x="56" y="197"/>
                    </a:cubicBezTo>
                    <a:cubicBezTo>
                      <a:pt x="56" y="196"/>
                      <a:pt x="58" y="195"/>
                      <a:pt x="60" y="193"/>
                    </a:cubicBezTo>
                    <a:cubicBezTo>
                      <a:pt x="60" y="193"/>
                      <a:pt x="60" y="193"/>
                      <a:pt x="60" y="193"/>
                    </a:cubicBezTo>
                    <a:close/>
                    <a:moveTo>
                      <a:pt x="129" y="265"/>
                    </a:moveTo>
                    <a:cubicBezTo>
                      <a:pt x="146" y="249"/>
                      <a:pt x="146" y="249"/>
                      <a:pt x="146" y="249"/>
                    </a:cubicBezTo>
                    <a:cubicBezTo>
                      <a:pt x="148" y="247"/>
                      <a:pt x="149" y="245"/>
                      <a:pt x="149" y="244"/>
                    </a:cubicBezTo>
                    <a:cubicBezTo>
                      <a:pt x="150" y="242"/>
                      <a:pt x="149" y="241"/>
                      <a:pt x="147" y="239"/>
                    </a:cubicBezTo>
                    <a:cubicBezTo>
                      <a:pt x="149" y="238"/>
                      <a:pt x="149" y="238"/>
                      <a:pt x="149" y="238"/>
                    </a:cubicBezTo>
                    <a:cubicBezTo>
                      <a:pt x="160" y="250"/>
                      <a:pt x="160" y="250"/>
                      <a:pt x="160" y="250"/>
                    </a:cubicBezTo>
                    <a:cubicBezTo>
                      <a:pt x="159" y="251"/>
                      <a:pt x="159" y="251"/>
                      <a:pt x="159" y="251"/>
                    </a:cubicBezTo>
                    <a:cubicBezTo>
                      <a:pt x="157" y="249"/>
                      <a:pt x="155" y="248"/>
                      <a:pt x="154" y="248"/>
                    </a:cubicBezTo>
                    <a:cubicBezTo>
                      <a:pt x="152" y="248"/>
                      <a:pt x="151" y="249"/>
                      <a:pt x="149" y="251"/>
                    </a:cubicBezTo>
                    <a:cubicBezTo>
                      <a:pt x="132" y="267"/>
                      <a:pt x="132" y="267"/>
                      <a:pt x="132" y="267"/>
                    </a:cubicBezTo>
                    <a:cubicBezTo>
                      <a:pt x="129" y="270"/>
                      <a:pt x="127" y="271"/>
                      <a:pt x="125" y="272"/>
                    </a:cubicBezTo>
                    <a:cubicBezTo>
                      <a:pt x="123" y="273"/>
                      <a:pt x="121" y="274"/>
                      <a:pt x="119" y="274"/>
                    </a:cubicBezTo>
                    <a:cubicBezTo>
                      <a:pt x="116" y="274"/>
                      <a:pt x="114" y="273"/>
                      <a:pt x="111" y="272"/>
                    </a:cubicBezTo>
                    <a:cubicBezTo>
                      <a:pt x="108" y="270"/>
                      <a:pt x="105" y="268"/>
                      <a:pt x="103" y="265"/>
                    </a:cubicBezTo>
                    <a:cubicBezTo>
                      <a:pt x="98" y="260"/>
                      <a:pt x="96" y="256"/>
                      <a:pt x="96" y="251"/>
                    </a:cubicBezTo>
                    <a:cubicBezTo>
                      <a:pt x="96" y="246"/>
                      <a:pt x="98" y="242"/>
                      <a:pt x="103" y="238"/>
                    </a:cubicBezTo>
                    <a:cubicBezTo>
                      <a:pt x="121" y="221"/>
                      <a:pt x="121" y="221"/>
                      <a:pt x="121" y="221"/>
                    </a:cubicBezTo>
                    <a:cubicBezTo>
                      <a:pt x="122" y="219"/>
                      <a:pt x="123" y="217"/>
                      <a:pt x="124" y="216"/>
                    </a:cubicBezTo>
                    <a:cubicBezTo>
                      <a:pt x="124" y="215"/>
                      <a:pt x="123" y="213"/>
                      <a:pt x="121" y="211"/>
                    </a:cubicBezTo>
                    <a:cubicBezTo>
                      <a:pt x="123" y="210"/>
                      <a:pt x="123" y="210"/>
                      <a:pt x="123" y="210"/>
                    </a:cubicBezTo>
                    <a:cubicBezTo>
                      <a:pt x="143" y="231"/>
                      <a:pt x="143" y="231"/>
                      <a:pt x="143" y="231"/>
                    </a:cubicBezTo>
                    <a:cubicBezTo>
                      <a:pt x="141" y="232"/>
                      <a:pt x="141" y="232"/>
                      <a:pt x="141" y="232"/>
                    </a:cubicBezTo>
                    <a:cubicBezTo>
                      <a:pt x="140" y="231"/>
                      <a:pt x="138" y="230"/>
                      <a:pt x="137" y="230"/>
                    </a:cubicBezTo>
                    <a:cubicBezTo>
                      <a:pt x="135" y="230"/>
                      <a:pt x="133" y="231"/>
                      <a:pt x="131" y="233"/>
                    </a:cubicBezTo>
                    <a:cubicBezTo>
                      <a:pt x="111" y="252"/>
                      <a:pt x="111" y="252"/>
                      <a:pt x="111" y="252"/>
                    </a:cubicBezTo>
                    <a:cubicBezTo>
                      <a:pt x="108" y="254"/>
                      <a:pt x="106" y="257"/>
                      <a:pt x="106" y="259"/>
                    </a:cubicBezTo>
                    <a:cubicBezTo>
                      <a:pt x="106" y="262"/>
                      <a:pt x="107" y="264"/>
                      <a:pt x="109" y="267"/>
                    </a:cubicBezTo>
                    <a:cubicBezTo>
                      <a:pt x="112" y="270"/>
                      <a:pt x="115" y="271"/>
                      <a:pt x="118" y="271"/>
                    </a:cubicBezTo>
                    <a:cubicBezTo>
                      <a:pt x="122" y="270"/>
                      <a:pt x="125" y="268"/>
                      <a:pt x="129" y="265"/>
                    </a:cubicBezTo>
                    <a:cubicBezTo>
                      <a:pt x="129" y="265"/>
                      <a:pt x="129" y="265"/>
                      <a:pt x="129" y="265"/>
                    </a:cubicBezTo>
                    <a:close/>
                    <a:moveTo>
                      <a:pt x="146" y="291"/>
                    </a:moveTo>
                    <a:cubicBezTo>
                      <a:pt x="153" y="287"/>
                      <a:pt x="153" y="287"/>
                      <a:pt x="153" y="287"/>
                    </a:cubicBezTo>
                    <a:cubicBezTo>
                      <a:pt x="164" y="295"/>
                      <a:pt x="164" y="295"/>
                      <a:pt x="164" y="295"/>
                    </a:cubicBezTo>
                    <a:cubicBezTo>
                      <a:pt x="161" y="304"/>
                      <a:pt x="161" y="304"/>
                      <a:pt x="161" y="304"/>
                    </a:cubicBezTo>
                    <a:cubicBezTo>
                      <a:pt x="161" y="305"/>
                      <a:pt x="161" y="305"/>
                      <a:pt x="160" y="305"/>
                    </a:cubicBezTo>
                    <a:cubicBezTo>
                      <a:pt x="160" y="306"/>
                      <a:pt x="160" y="306"/>
                      <a:pt x="160" y="306"/>
                    </a:cubicBezTo>
                    <a:cubicBezTo>
                      <a:pt x="159" y="307"/>
                      <a:pt x="158" y="308"/>
                      <a:pt x="158" y="308"/>
                    </a:cubicBezTo>
                    <a:cubicBezTo>
                      <a:pt x="157" y="307"/>
                      <a:pt x="155" y="307"/>
                      <a:pt x="153" y="305"/>
                    </a:cubicBezTo>
                    <a:cubicBezTo>
                      <a:pt x="152" y="307"/>
                      <a:pt x="152" y="307"/>
                      <a:pt x="152" y="307"/>
                    </a:cubicBezTo>
                    <a:cubicBezTo>
                      <a:pt x="174" y="322"/>
                      <a:pt x="174" y="322"/>
                      <a:pt x="174" y="322"/>
                    </a:cubicBezTo>
                    <a:cubicBezTo>
                      <a:pt x="175" y="321"/>
                      <a:pt x="175" y="321"/>
                      <a:pt x="175" y="321"/>
                    </a:cubicBezTo>
                    <a:cubicBezTo>
                      <a:pt x="174" y="320"/>
                      <a:pt x="174" y="320"/>
                      <a:pt x="173" y="319"/>
                    </a:cubicBezTo>
                    <a:cubicBezTo>
                      <a:pt x="173" y="318"/>
                      <a:pt x="173" y="316"/>
                      <a:pt x="174" y="315"/>
                    </a:cubicBezTo>
                    <a:cubicBezTo>
                      <a:pt x="186" y="268"/>
                      <a:pt x="186" y="268"/>
                      <a:pt x="186" y="268"/>
                    </a:cubicBezTo>
                    <a:cubicBezTo>
                      <a:pt x="181" y="264"/>
                      <a:pt x="181" y="264"/>
                      <a:pt x="181" y="264"/>
                    </a:cubicBezTo>
                    <a:cubicBezTo>
                      <a:pt x="141" y="290"/>
                      <a:pt x="141" y="290"/>
                      <a:pt x="141" y="290"/>
                    </a:cubicBezTo>
                    <a:cubicBezTo>
                      <a:pt x="139" y="291"/>
                      <a:pt x="138" y="291"/>
                      <a:pt x="137" y="292"/>
                    </a:cubicBezTo>
                    <a:cubicBezTo>
                      <a:pt x="135" y="292"/>
                      <a:pt x="134" y="291"/>
                      <a:pt x="133" y="291"/>
                    </a:cubicBezTo>
                    <a:cubicBezTo>
                      <a:pt x="132" y="292"/>
                      <a:pt x="132" y="292"/>
                      <a:pt x="132" y="292"/>
                    </a:cubicBezTo>
                    <a:cubicBezTo>
                      <a:pt x="145" y="301"/>
                      <a:pt x="145" y="301"/>
                      <a:pt x="145" y="301"/>
                    </a:cubicBezTo>
                    <a:cubicBezTo>
                      <a:pt x="146" y="300"/>
                      <a:pt x="146" y="300"/>
                      <a:pt x="146" y="300"/>
                    </a:cubicBezTo>
                    <a:cubicBezTo>
                      <a:pt x="145" y="299"/>
                      <a:pt x="145" y="299"/>
                      <a:pt x="145" y="299"/>
                    </a:cubicBezTo>
                    <a:cubicBezTo>
                      <a:pt x="144" y="298"/>
                      <a:pt x="143" y="297"/>
                      <a:pt x="143" y="296"/>
                    </a:cubicBezTo>
                    <a:cubicBezTo>
                      <a:pt x="142" y="295"/>
                      <a:pt x="143" y="294"/>
                      <a:pt x="143" y="293"/>
                    </a:cubicBezTo>
                    <a:cubicBezTo>
                      <a:pt x="144" y="293"/>
                      <a:pt x="144" y="293"/>
                      <a:pt x="144" y="292"/>
                    </a:cubicBezTo>
                    <a:cubicBezTo>
                      <a:pt x="145" y="292"/>
                      <a:pt x="145" y="292"/>
                      <a:pt x="146" y="291"/>
                    </a:cubicBezTo>
                    <a:cubicBezTo>
                      <a:pt x="146" y="291"/>
                      <a:pt x="146" y="291"/>
                      <a:pt x="146" y="291"/>
                    </a:cubicBezTo>
                    <a:close/>
                    <a:moveTo>
                      <a:pt x="156" y="285"/>
                    </a:moveTo>
                    <a:cubicBezTo>
                      <a:pt x="169" y="276"/>
                      <a:pt x="169" y="276"/>
                      <a:pt x="169" y="276"/>
                    </a:cubicBezTo>
                    <a:cubicBezTo>
                      <a:pt x="164" y="291"/>
                      <a:pt x="164" y="291"/>
                      <a:pt x="164" y="291"/>
                    </a:cubicBezTo>
                    <a:cubicBezTo>
                      <a:pt x="156" y="285"/>
                      <a:pt x="156" y="285"/>
                      <a:pt x="156" y="285"/>
                    </a:cubicBezTo>
                    <a:close/>
                    <a:moveTo>
                      <a:pt x="213" y="294"/>
                    </a:moveTo>
                    <a:cubicBezTo>
                      <a:pt x="214" y="292"/>
                      <a:pt x="214" y="290"/>
                      <a:pt x="214" y="288"/>
                    </a:cubicBezTo>
                    <a:cubicBezTo>
                      <a:pt x="213" y="287"/>
                      <a:pt x="212" y="286"/>
                      <a:pt x="210" y="285"/>
                    </a:cubicBezTo>
                    <a:cubicBezTo>
                      <a:pt x="211" y="283"/>
                      <a:pt x="211" y="283"/>
                      <a:pt x="211" y="283"/>
                    </a:cubicBezTo>
                    <a:cubicBezTo>
                      <a:pt x="230" y="292"/>
                      <a:pt x="230" y="292"/>
                      <a:pt x="230" y="292"/>
                    </a:cubicBezTo>
                    <a:cubicBezTo>
                      <a:pt x="239" y="329"/>
                      <a:pt x="239" y="329"/>
                      <a:pt x="239" y="329"/>
                    </a:cubicBezTo>
                    <a:cubicBezTo>
                      <a:pt x="248" y="311"/>
                      <a:pt x="248" y="311"/>
                      <a:pt x="248" y="311"/>
                    </a:cubicBezTo>
                    <a:cubicBezTo>
                      <a:pt x="249" y="308"/>
                      <a:pt x="250" y="306"/>
                      <a:pt x="249" y="305"/>
                    </a:cubicBezTo>
                    <a:cubicBezTo>
                      <a:pt x="249" y="304"/>
                      <a:pt x="248" y="302"/>
                      <a:pt x="245" y="301"/>
                    </a:cubicBezTo>
                    <a:cubicBezTo>
                      <a:pt x="246" y="299"/>
                      <a:pt x="246" y="299"/>
                      <a:pt x="246" y="299"/>
                    </a:cubicBezTo>
                    <a:cubicBezTo>
                      <a:pt x="261" y="306"/>
                      <a:pt x="261" y="306"/>
                      <a:pt x="261" y="306"/>
                    </a:cubicBezTo>
                    <a:cubicBezTo>
                      <a:pt x="260" y="308"/>
                      <a:pt x="260" y="308"/>
                      <a:pt x="260" y="308"/>
                    </a:cubicBezTo>
                    <a:cubicBezTo>
                      <a:pt x="258" y="307"/>
                      <a:pt x="256" y="307"/>
                      <a:pt x="255" y="308"/>
                    </a:cubicBezTo>
                    <a:cubicBezTo>
                      <a:pt x="254" y="308"/>
                      <a:pt x="252" y="310"/>
                      <a:pt x="251" y="312"/>
                    </a:cubicBezTo>
                    <a:cubicBezTo>
                      <a:pt x="234" y="350"/>
                      <a:pt x="234" y="350"/>
                      <a:pt x="234" y="350"/>
                    </a:cubicBezTo>
                    <a:cubicBezTo>
                      <a:pt x="228" y="348"/>
                      <a:pt x="228" y="348"/>
                      <a:pt x="228" y="348"/>
                    </a:cubicBezTo>
                    <a:cubicBezTo>
                      <a:pt x="215" y="297"/>
                      <a:pt x="215" y="297"/>
                      <a:pt x="215" y="297"/>
                    </a:cubicBezTo>
                    <a:cubicBezTo>
                      <a:pt x="202" y="325"/>
                      <a:pt x="202" y="325"/>
                      <a:pt x="202" y="325"/>
                    </a:cubicBezTo>
                    <a:cubicBezTo>
                      <a:pt x="201" y="328"/>
                      <a:pt x="200" y="330"/>
                      <a:pt x="201" y="331"/>
                    </a:cubicBezTo>
                    <a:cubicBezTo>
                      <a:pt x="201" y="332"/>
                      <a:pt x="203" y="334"/>
                      <a:pt x="205" y="335"/>
                    </a:cubicBezTo>
                    <a:cubicBezTo>
                      <a:pt x="204" y="337"/>
                      <a:pt x="204" y="337"/>
                      <a:pt x="204" y="337"/>
                    </a:cubicBezTo>
                    <a:cubicBezTo>
                      <a:pt x="189" y="329"/>
                      <a:pt x="189" y="329"/>
                      <a:pt x="189" y="329"/>
                    </a:cubicBezTo>
                    <a:cubicBezTo>
                      <a:pt x="190" y="328"/>
                      <a:pt x="190" y="328"/>
                      <a:pt x="190" y="328"/>
                    </a:cubicBezTo>
                    <a:cubicBezTo>
                      <a:pt x="192" y="329"/>
                      <a:pt x="194" y="329"/>
                      <a:pt x="195" y="328"/>
                    </a:cubicBezTo>
                    <a:cubicBezTo>
                      <a:pt x="196" y="328"/>
                      <a:pt x="198" y="326"/>
                      <a:pt x="199" y="324"/>
                    </a:cubicBezTo>
                    <a:cubicBezTo>
                      <a:pt x="213" y="294"/>
                      <a:pt x="213" y="294"/>
                      <a:pt x="213" y="294"/>
                    </a:cubicBezTo>
                    <a:close/>
                    <a:moveTo>
                      <a:pt x="340" y="352"/>
                    </a:moveTo>
                    <a:cubicBezTo>
                      <a:pt x="342" y="329"/>
                      <a:pt x="342" y="329"/>
                      <a:pt x="342" y="329"/>
                    </a:cubicBezTo>
                    <a:cubicBezTo>
                      <a:pt x="342" y="326"/>
                      <a:pt x="342" y="324"/>
                      <a:pt x="341" y="323"/>
                    </a:cubicBezTo>
                    <a:cubicBezTo>
                      <a:pt x="340" y="322"/>
                      <a:pt x="339" y="321"/>
                      <a:pt x="336" y="321"/>
                    </a:cubicBezTo>
                    <a:cubicBezTo>
                      <a:pt x="337" y="319"/>
                      <a:pt x="337" y="319"/>
                      <a:pt x="337" y="319"/>
                    </a:cubicBezTo>
                    <a:cubicBezTo>
                      <a:pt x="353" y="320"/>
                      <a:pt x="353" y="320"/>
                      <a:pt x="353" y="320"/>
                    </a:cubicBezTo>
                    <a:cubicBezTo>
                      <a:pt x="353" y="322"/>
                      <a:pt x="353" y="322"/>
                      <a:pt x="353" y="322"/>
                    </a:cubicBezTo>
                    <a:cubicBezTo>
                      <a:pt x="351" y="322"/>
                      <a:pt x="349" y="323"/>
                      <a:pt x="348" y="324"/>
                    </a:cubicBezTo>
                    <a:cubicBezTo>
                      <a:pt x="347" y="325"/>
                      <a:pt x="346" y="327"/>
                      <a:pt x="346" y="329"/>
                    </a:cubicBezTo>
                    <a:cubicBezTo>
                      <a:pt x="344" y="352"/>
                      <a:pt x="344" y="352"/>
                      <a:pt x="344" y="352"/>
                    </a:cubicBezTo>
                    <a:cubicBezTo>
                      <a:pt x="343" y="356"/>
                      <a:pt x="343" y="359"/>
                      <a:pt x="342" y="361"/>
                    </a:cubicBezTo>
                    <a:cubicBezTo>
                      <a:pt x="341" y="363"/>
                      <a:pt x="340" y="364"/>
                      <a:pt x="339" y="366"/>
                    </a:cubicBezTo>
                    <a:cubicBezTo>
                      <a:pt x="337" y="368"/>
                      <a:pt x="334" y="369"/>
                      <a:pt x="331" y="370"/>
                    </a:cubicBezTo>
                    <a:cubicBezTo>
                      <a:pt x="328" y="371"/>
                      <a:pt x="325" y="371"/>
                      <a:pt x="321" y="371"/>
                    </a:cubicBezTo>
                    <a:cubicBezTo>
                      <a:pt x="314" y="370"/>
                      <a:pt x="309" y="368"/>
                      <a:pt x="306" y="365"/>
                    </a:cubicBezTo>
                    <a:cubicBezTo>
                      <a:pt x="303" y="361"/>
                      <a:pt x="302" y="356"/>
                      <a:pt x="302" y="350"/>
                    </a:cubicBezTo>
                    <a:cubicBezTo>
                      <a:pt x="304" y="326"/>
                      <a:pt x="304" y="326"/>
                      <a:pt x="304" y="326"/>
                    </a:cubicBezTo>
                    <a:cubicBezTo>
                      <a:pt x="305" y="323"/>
                      <a:pt x="304" y="321"/>
                      <a:pt x="303" y="320"/>
                    </a:cubicBezTo>
                    <a:cubicBezTo>
                      <a:pt x="303" y="319"/>
                      <a:pt x="301" y="318"/>
                      <a:pt x="299" y="318"/>
                    </a:cubicBezTo>
                    <a:cubicBezTo>
                      <a:pt x="299" y="316"/>
                      <a:pt x="299" y="316"/>
                      <a:pt x="299" y="316"/>
                    </a:cubicBezTo>
                    <a:cubicBezTo>
                      <a:pt x="328" y="318"/>
                      <a:pt x="328" y="318"/>
                      <a:pt x="328" y="318"/>
                    </a:cubicBezTo>
                    <a:cubicBezTo>
                      <a:pt x="328" y="320"/>
                      <a:pt x="328" y="320"/>
                      <a:pt x="328" y="320"/>
                    </a:cubicBezTo>
                    <a:cubicBezTo>
                      <a:pt x="325" y="320"/>
                      <a:pt x="323" y="321"/>
                      <a:pt x="322" y="322"/>
                    </a:cubicBezTo>
                    <a:cubicBezTo>
                      <a:pt x="321" y="323"/>
                      <a:pt x="321" y="324"/>
                      <a:pt x="320" y="327"/>
                    </a:cubicBezTo>
                    <a:cubicBezTo>
                      <a:pt x="318" y="355"/>
                      <a:pt x="318" y="355"/>
                      <a:pt x="318" y="355"/>
                    </a:cubicBezTo>
                    <a:cubicBezTo>
                      <a:pt x="318" y="359"/>
                      <a:pt x="318" y="362"/>
                      <a:pt x="320" y="364"/>
                    </a:cubicBezTo>
                    <a:cubicBezTo>
                      <a:pt x="321" y="366"/>
                      <a:pt x="323" y="367"/>
                      <a:pt x="327" y="367"/>
                    </a:cubicBezTo>
                    <a:cubicBezTo>
                      <a:pt x="331" y="367"/>
                      <a:pt x="334" y="366"/>
                      <a:pt x="336" y="364"/>
                    </a:cubicBezTo>
                    <a:cubicBezTo>
                      <a:pt x="338" y="361"/>
                      <a:pt x="340" y="358"/>
                      <a:pt x="340" y="352"/>
                    </a:cubicBezTo>
                    <a:cubicBezTo>
                      <a:pt x="340" y="352"/>
                      <a:pt x="340" y="352"/>
                      <a:pt x="340" y="352"/>
                    </a:cubicBezTo>
                    <a:close/>
                    <a:moveTo>
                      <a:pt x="368" y="329"/>
                    </a:moveTo>
                    <a:cubicBezTo>
                      <a:pt x="368" y="327"/>
                      <a:pt x="367" y="325"/>
                      <a:pt x="366" y="324"/>
                    </a:cubicBezTo>
                    <a:cubicBezTo>
                      <a:pt x="365" y="323"/>
                      <a:pt x="363" y="323"/>
                      <a:pt x="361" y="323"/>
                    </a:cubicBezTo>
                    <a:cubicBezTo>
                      <a:pt x="360" y="321"/>
                      <a:pt x="360" y="321"/>
                      <a:pt x="360" y="321"/>
                    </a:cubicBezTo>
                    <a:cubicBezTo>
                      <a:pt x="382" y="318"/>
                      <a:pt x="382" y="318"/>
                      <a:pt x="382" y="318"/>
                    </a:cubicBezTo>
                    <a:cubicBezTo>
                      <a:pt x="410" y="344"/>
                      <a:pt x="410" y="344"/>
                      <a:pt x="410" y="344"/>
                    </a:cubicBezTo>
                    <a:cubicBezTo>
                      <a:pt x="407" y="324"/>
                      <a:pt x="407" y="324"/>
                      <a:pt x="407" y="324"/>
                    </a:cubicBezTo>
                    <a:cubicBezTo>
                      <a:pt x="407" y="321"/>
                      <a:pt x="406" y="320"/>
                      <a:pt x="405" y="319"/>
                    </a:cubicBezTo>
                    <a:cubicBezTo>
                      <a:pt x="404" y="318"/>
                      <a:pt x="402" y="317"/>
                      <a:pt x="400" y="317"/>
                    </a:cubicBezTo>
                    <a:cubicBezTo>
                      <a:pt x="399" y="316"/>
                      <a:pt x="399" y="316"/>
                      <a:pt x="399" y="316"/>
                    </a:cubicBezTo>
                    <a:cubicBezTo>
                      <a:pt x="416" y="313"/>
                      <a:pt x="416" y="313"/>
                      <a:pt x="416" y="313"/>
                    </a:cubicBezTo>
                    <a:cubicBezTo>
                      <a:pt x="416" y="315"/>
                      <a:pt x="416" y="315"/>
                      <a:pt x="416" y="315"/>
                    </a:cubicBezTo>
                    <a:cubicBezTo>
                      <a:pt x="414" y="316"/>
                      <a:pt x="412" y="316"/>
                      <a:pt x="411" y="318"/>
                    </a:cubicBezTo>
                    <a:cubicBezTo>
                      <a:pt x="410" y="319"/>
                      <a:pt x="410" y="321"/>
                      <a:pt x="411" y="323"/>
                    </a:cubicBezTo>
                    <a:cubicBezTo>
                      <a:pt x="416" y="365"/>
                      <a:pt x="416" y="365"/>
                      <a:pt x="416" y="365"/>
                    </a:cubicBezTo>
                    <a:cubicBezTo>
                      <a:pt x="411" y="366"/>
                      <a:pt x="411" y="366"/>
                      <a:pt x="411" y="366"/>
                    </a:cubicBezTo>
                    <a:cubicBezTo>
                      <a:pt x="372" y="330"/>
                      <a:pt x="372" y="330"/>
                      <a:pt x="372" y="330"/>
                    </a:cubicBezTo>
                    <a:cubicBezTo>
                      <a:pt x="376" y="361"/>
                      <a:pt x="376" y="361"/>
                      <a:pt x="376" y="361"/>
                    </a:cubicBezTo>
                    <a:cubicBezTo>
                      <a:pt x="377" y="364"/>
                      <a:pt x="377" y="366"/>
                      <a:pt x="379" y="367"/>
                    </a:cubicBezTo>
                    <a:cubicBezTo>
                      <a:pt x="380" y="368"/>
                      <a:pt x="381" y="368"/>
                      <a:pt x="384" y="368"/>
                    </a:cubicBezTo>
                    <a:cubicBezTo>
                      <a:pt x="384" y="370"/>
                      <a:pt x="384" y="370"/>
                      <a:pt x="384" y="370"/>
                    </a:cubicBezTo>
                    <a:cubicBezTo>
                      <a:pt x="368" y="372"/>
                      <a:pt x="368" y="372"/>
                      <a:pt x="368" y="372"/>
                    </a:cubicBezTo>
                    <a:cubicBezTo>
                      <a:pt x="367" y="370"/>
                      <a:pt x="367" y="370"/>
                      <a:pt x="367" y="370"/>
                    </a:cubicBezTo>
                    <a:cubicBezTo>
                      <a:pt x="370" y="370"/>
                      <a:pt x="371" y="369"/>
                      <a:pt x="372" y="368"/>
                    </a:cubicBezTo>
                    <a:cubicBezTo>
                      <a:pt x="373" y="366"/>
                      <a:pt x="373" y="364"/>
                      <a:pt x="373" y="362"/>
                    </a:cubicBezTo>
                    <a:cubicBezTo>
                      <a:pt x="368" y="329"/>
                      <a:pt x="368" y="329"/>
                      <a:pt x="368" y="329"/>
                    </a:cubicBezTo>
                    <a:close/>
                    <a:moveTo>
                      <a:pt x="461" y="345"/>
                    </a:moveTo>
                    <a:cubicBezTo>
                      <a:pt x="462" y="348"/>
                      <a:pt x="463" y="349"/>
                      <a:pt x="464" y="350"/>
                    </a:cubicBezTo>
                    <a:cubicBezTo>
                      <a:pt x="465" y="351"/>
                      <a:pt x="467" y="351"/>
                      <a:pt x="469" y="351"/>
                    </a:cubicBezTo>
                    <a:cubicBezTo>
                      <a:pt x="470" y="352"/>
                      <a:pt x="470" y="352"/>
                      <a:pt x="470" y="352"/>
                    </a:cubicBezTo>
                    <a:cubicBezTo>
                      <a:pt x="442" y="360"/>
                      <a:pt x="442" y="360"/>
                      <a:pt x="442" y="360"/>
                    </a:cubicBezTo>
                    <a:cubicBezTo>
                      <a:pt x="441" y="359"/>
                      <a:pt x="441" y="359"/>
                      <a:pt x="441" y="359"/>
                    </a:cubicBezTo>
                    <a:cubicBezTo>
                      <a:pt x="444" y="358"/>
                      <a:pt x="445" y="357"/>
                      <a:pt x="446" y="355"/>
                    </a:cubicBezTo>
                    <a:cubicBezTo>
                      <a:pt x="446" y="354"/>
                      <a:pt x="446" y="352"/>
                      <a:pt x="446" y="350"/>
                    </a:cubicBezTo>
                    <a:cubicBezTo>
                      <a:pt x="436" y="318"/>
                      <a:pt x="436" y="318"/>
                      <a:pt x="436" y="318"/>
                    </a:cubicBezTo>
                    <a:cubicBezTo>
                      <a:pt x="436" y="316"/>
                      <a:pt x="435" y="314"/>
                      <a:pt x="433" y="313"/>
                    </a:cubicBezTo>
                    <a:cubicBezTo>
                      <a:pt x="432" y="312"/>
                      <a:pt x="430" y="312"/>
                      <a:pt x="428" y="313"/>
                    </a:cubicBezTo>
                    <a:cubicBezTo>
                      <a:pt x="428" y="311"/>
                      <a:pt x="428" y="311"/>
                      <a:pt x="428" y="311"/>
                    </a:cubicBezTo>
                    <a:cubicBezTo>
                      <a:pt x="456" y="303"/>
                      <a:pt x="456" y="303"/>
                      <a:pt x="456" y="303"/>
                    </a:cubicBezTo>
                    <a:cubicBezTo>
                      <a:pt x="456" y="305"/>
                      <a:pt x="456" y="305"/>
                      <a:pt x="456" y="305"/>
                    </a:cubicBezTo>
                    <a:cubicBezTo>
                      <a:pt x="454" y="306"/>
                      <a:pt x="452" y="307"/>
                      <a:pt x="452" y="308"/>
                    </a:cubicBezTo>
                    <a:cubicBezTo>
                      <a:pt x="451" y="309"/>
                      <a:pt x="451" y="311"/>
                      <a:pt x="452" y="314"/>
                    </a:cubicBezTo>
                    <a:cubicBezTo>
                      <a:pt x="461" y="345"/>
                      <a:pt x="461" y="345"/>
                      <a:pt x="461" y="345"/>
                    </a:cubicBezTo>
                    <a:close/>
                    <a:moveTo>
                      <a:pt x="508" y="337"/>
                    </a:moveTo>
                    <a:cubicBezTo>
                      <a:pt x="511" y="336"/>
                      <a:pt x="511" y="336"/>
                      <a:pt x="511" y="336"/>
                    </a:cubicBezTo>
                    <a:cubicBezTo>
                      <a:pt x="507" y="287"/>
                      <a:pt x="507" y="287"/>
                      <a:pt x="507" y="287"/>
                    </a:cubicBezTo>
                    <a:cubicBezTo>
                      <a:pt x="507" y="285"/>
                      <a:pt x="507" y="284"/>
                      <a:pt x="507" y="282"/>
                    </a:cubicBezTo>
                    <a:cubicBezTo>
                      <a:pt x="508" y="281"/>
                      <a:pt x="509" y="280"/>
                      <a:pt x="510" y="279"/>
                    </a:cubicBezTo>
                    <a:cubicBezTo>
                      <a:pt x="509" y="277"/>
                      <a:pt x="509" y="277"/>
                      <a:pt x="509" y="277"/>
                    </a:cubicBezTo>
                    <a:cubicBezTo>
                      <a:pt x="495" y="285"/>
                      <a:pt x="495" y="285"/>
                      <a:pt x="495" y="285"/>
                    </a:cubicBezTo>
                    <a:cubicBezTo>
                      <a:pt x="496" y="286"/>
                      <a:pt x="496" y="286"/>
                      <a:pt x="496" y="286"/>
                    </a:cubicBezTo>
                    <a:cubicBezTo>
                      <a:pt x="498" y="286"/>
                      <a:pt x="499" y="285"/>
                      <a:pt x="500" y="285"/>
                    </a:cubicBezTo>
                    <a:cubicBezTo>
                      <a:pt x="501" y="285"/>
                      <a:pt x="502" y="286"/>
                      <a:pt x="503" y="287"/>
                    </a:cubicBezTo>
                    <a:cubicBezTo>
                      <a:pt x="503" y="287"/>
                      <a:pt x="503" y="287"/>
                      <a:pt x="503" y="288"/>
                    </a:cubicBezTo>
                    <a:cubicBezTo>
                      <a:pt x="503" y="288"/>
                      <a:pt x="503" y="289"/>
                      <a:pt x="503" y="290"/>
                    </a:cubicBezTo>
                    <a:cubicBezTo>
                      <a:pt x="506" y="316"/>
                      <a:pt x="506" y="316"/>
                      <a:pt x="506" y="316"/>
                    </a:cubicBezTo>
                    <a:cubicBezTo>
                      <a:pt x="485" y="298"/>
                      <a:pt x="485" y="298"/>
                      <a:pt x="485" y="298"/>
                    </a:cubicBezTo>
                    <a:cubicBezTo>
                      <a:pt x="484" y="297"/>
                      <a:pt x="484" y="297"/>
                      <a:pt x="484" y="297"/>
                    </a:cubicBezTo>
                    <a:cubicBezTo>
                      <a:pt x="484" y="297"/>
                      <a:pt x="484" y="296"/>
                      <a:pt x="483" y="296"/>
                    </a:cubicBezTo>
                    <a:cubicBezTo>
                      <a:pt x="483" y="295"/>
                      <a:pt x="483" y="295"/>
                      <a:pt x="483" y="294"/>
                    </a:cubicBezTo>
                    <a:cubicBezTo>
                      <a:pt x="484" y="293"/>
                      <a:pt x="485" y="292"/>
                      <a:pt x="486" y="292"/>
                    </a:cubicBezTo>
                    <a:cubicBezTo>
                      <a:pt x="486" y="291"/>
                      <a:pt x="486" y="291"/>
                      <a:pt x="486" y="291"/>
                    </a:cubicBezTo>
                    <a:cubicBezTo>
                      <a:pt x="486" y="290"/>
                      <a:pt x="486" y="290"/>
                      <a:pt x="486" y="290"/>
                    </a:cubicBezTo>
                    <a:cubicBezTo>
                      <a:pt x="462" y="302"/>
                      <a:pt x="462" y="302"/>
                      <a:pt x="462" y="302"/>
                    </a:cubicBezTo>
                    <a:cubicBezTo>
                      <a:pt x="463" y="304"/>
                      <a:pt x="463" y="304"/>
                      <a:pt x="463" y="304"/>
                    </a:cubicBezTo>
                    <a:cubicBezTo>
                      <a:pt x="464" y="303"/>
                      <a:pt x="465" y="303"/>
                      <a:pt x="467" y="303"/>
                    </a:cubicBezTo>
                    <a:cubicBezTo>
                      <a:pt x="468" y="304"/>
                      <a:pt x="469" y="305"/>
                      <a:pt x="471" y="306"/>
                    </a:cubicBezTo>
                    <a:cubicBezTo>
                      <a:pt x="508" y="337"/>
                      <a:pt x="508" y="337"/>
                      <a:pt x="508" y="337"/>
                    </a:cubicBezTo>
                    <a:close/>
                    <a:moveTo>
                      <a:pt x="547" y="316"/>
                    </a:moveTo>
                    <a:cubicBezTo>
                      <a:pt x="546" y="315"/>
                      <a:pt x="546" y="315"/>
                      <a:pt x="546" y="315"/>
                    </a:cubicBezTo>
                    <a:cubicBezTo>
                      <a:pt x="548" y="313"/>
                      <a:pt x="549" y="311"/>
                      <a:pt x="549" y="310"/>
                    </a:cubicBezTo>
                    <a:cubicBezTo>
                      <a:pt x="549" y="308"/>
                      <a:pt x="548" y="307"/>
                      <a:pt x="547" y="305"/>
                    </a:cubicBezTo>
                    <a:cubicBezTo>
                      <a:pt x="526" y="279"/>
                      <a:pt x="526" y="279"/>
                      <a:pt x="526" y="279"/>
                    </a:cubicBezTo>
                    <a:cubicBezTo>
                      <a:pt x="524" y="277"/>
                      <a:pt x="523" y="276"/>
                      <a:pt x="521" y="276"/>
                    </a:cubicBezTo>
                    <a:cubicBezTo>
                      <a:pt x="520" y="275"/>
                      <a:pt x="518" y="276"/>
                      <a:pt x="516" y="277"/>
                    </a:cubicBezTo>
                    <a:cubicBezTo>
                      <a:pt x="515" y="276"/>
                      <a:pt x="515" y="276"/>
                      <a:pt x="515" y="276"/>
                    </a:cubicBezTo>
                    <a:cubicBezTo>
                      <a:pt x="550" y="248"/>
                      <a:pt x="550" y="248"/>
                      <a:pt x="550" y="248"/>
                    </a:cubicBezTo>
                    <a:cubicBezTo>
                      <a:pt x="559" y="258"/>
                      <a:pt x="559" y="258"/>
                      <a:pt x="559" y="258"/>
                    </a:cubicBezTo>
                    <a:cubicBezTo>
                      <a:pt x="558" y="260"/>
                      <a:pt x="558" y="260"/>
                      <a:pt x="558" y="260"/>
                    </a:cubicBezTo>
                    <a:cubicBezTo>
                      <a:pt x="555" y="257"/>
                      <a:pt x="552" y="256"/>
                      <a:pt x="549" y="256"/>
                    </a:cubicBezTo>
                    <a:cubicBezTo>
                      <a:pt x="547" y="255"/>
                      <a:pt x="544" y="257"/>
                      <a:pt x="540" y="260"/>
                    </a:cubicBezTo>
                    <a:cubicBezTo>
                      <a:pt x="535" y="264"/>
                      <a:pt x="535" y="264"/>
                      <a:pt x="535" y="264"/>
                    </a:cubicBezTo>
                    <a:cubicBezTo>
                      <a:pt x="547" y="280"/>
                      <a:pt x="547" y="280"/>
                      <a:pt x="547" y="280"/>
                    </a:cubicBezTo>
                    <a:cubicBezTo>
                      <a:pt x="548" y="279"/>
                      <a:pt x="548" y="279"/>
                      <a:pt x="548" y="279"/>
                    </a:cubicBezTo>
                    <a:cubicBezTo>
                      <a:pt x="550" y="278"/>
                      <a:pt x="551" y="276"/>
                      <a:pt x="551" y="274"/>
                    </a:cubicBezTo>
                    <a:cubicBezTo>
                      <a:pt x="551" y="271"/>
                      <a:pt x="550" y="269"/>
                      <a:pt x="548" y="266"/>
                    </a:cubicBezTo>
                    <a:cubicBezTo>
                      <a:pt x="550" y="264"/>
                      <a:pt x="550" y="264"/>
                      <a:pt x="550" y="264"/>
                    </a:cubicBezTo>
                    <a:cubicBezTo>
                      <a:pt x="565" y="284"/>
                      <a:pt x="565" y="284"/>
                      <a:pt x="565" y="284"/>
                    </a:cubicBezTo>
                    <a:cubicBezTo>
                      <a:pt x="564" y="285"/>
                      <a:pt x="564" y="285"/>
                      <a:pt x="564" y="285"/>
                    </a:cubicBezTo>
                    <a:cubicBezTo>
                      <a:pt x="561" y="282"/>
                      <a:pt x="559" y="280"/>
                      <a:pt x="557" y="280"/>
                    </a:cubicBezTo>
                    <a:cubicBezTo>
                      <a:pt x="554" y="280"/>
                      <a:pt x="552" y="280"/>
                      <a:pt x="550" y="282"/>
                    </a:cubicBezTo>
                    <a:cubicBezTo>
                      <a:pt x="550" y="283"/>
                      <a:pt x="550" y="283"/>
                      <a:pt x="550" y="283"/>
                    </a:cubicBezTo>
                    <a:cubicBezTo>
                      <a:pt x="560" y="295"/>
                      <a:pt x="560" y="295"/>
                      <a:pt x="560" y="295"/>
                    </a:cubicBezTo>
                    <a:cubicBezTo>
                      <a:pt x="561" y="297"/>
                      <a:pt x="562" y="298"/>
                      <a:pt x="563" y="298"/>
                    </a:cubicBezTo>
                    <a:cubicBezTo>
                      <a:pt x="564" y="298"/>
                      <a:pt x="566" y="297"/>
                      <a:pt x="568" y="295"/>
                    </a:cubicBezTo>
                    <a:cubicBezTo>
                      <a:pt x="572" y="292"/>
                      <a:pt x="574" y="289"/>
                      <a:pt x="575" y="286"/>
                    </a:cubicBezTo>
                    <a:cubicBezTo>
                      <a:pt x="576" y="282"/>
                      <a:pt x="575" y="279"/>
                      <a:pt x="573" y="274"/>
                    </a:cubicBezTo>
                    <a:cubicBezTo>
                      <a:pt x="575" y="273"/>
                      <a:pt x="575" y="273"/>
                      <a:pt x="575" y="273"/>
                    </a:cubicBezTo>
                    <a:cubicBezTo>
                      <a:pt x="583" y="287"/>
                      <a:pt x="583" y="287"/>
                      <a:pt x="583" y="287"/>
                    </a:cubicBezTo>
                    <a:cubicBezTo>
                      <a:pt x="547" y="316"/>
                      <a:pt x="547" y="316"/>
                      <a:pt x="547" y="316"/>
                    </a:cubicBezTo>
                    <a:close/>
                    <a:moveTo>
                      <a:pt x="595" y="239"/>
                    </a:moveTo>
                    <a:cubicBezTo>
                      <a:pt x="596" y="238"/>
                      <a:pt x="596" y="238"/>
                      <a:pt x="596" y="238"/>
                    </a:cubicBezTo>
                    <a:cubicBezTo>
                      <a:pt x="598" y="236"/>
                      <a:pt x="599" y="233"/>
                      <a:pt x="599" y="231"/>
                    </a:cubicBezTo>
                    <a:cubicBezTo>
                      <a:pt x="598" y="229"/>
                      <a:pt x="597" y="226"/>
                      <a:pt x="594" y="224"/>
                    </a:cubicBezTo>
                    <a:cubicBezTo>
                      <a:pt x="591" y="221"/>
                      <a:pt x="588" y="220"/>
                      <a:pt x="586" y="220"/>
                    </a:cubicBezTo>
                    <a:cubicBezTo>
                      <a:pt x="583" y="220"/>
                      <a:pt x="581" y="222"/>
                      <a:pt x="579" y="225"/>
                    </a:cubicBezTo>
                    <a:cubicBezTo>
                      <a:pt x="595" y="239"/>
                      <a:pt x="595" y="239"/>
                      <a:pt x="595" y="239"/>
                    </a:cubicBezTo>
                    <a:close/>
                    <a:moveTo>
                      <a:pt x="609" y="250"/>
                    </a:moveTo>
                    <a:cubicBezTo>
                      <a:pt x="598" y="241"/>
                      <a:pt x="598" y="241"/>
                      <a:pt x="598" y="241"/>
                    </a:cubicBezTo>
                    <a:cubicBezTo>
                      <a:pt x="599" y="240"/>
                      <a:pt x="599" y="240"/>
                      <a:pt x="599" y="240"/>
                    </a:cubicBezTo>
                    <a:cubicBezTo>
                      <a:pt x="625" y="245"/>
                      <a:pt x="625" y="245"/>
                      <a:pt x="625" y="245"/>
                    </a:cubicBezTo>
                    <a:cubicBezTo>
                      <a:pt x="637" y="230"/>
                      <a:pt x="637" y="230"/>
                      <a:pt x="637" y="230"/>
                    </a:cubicBezTo>
                    <a:cubicBezTo>
                      <a:pt x="636" y="229"/>
                      <a:pt x="636" y="229"/>
                      <a:pt x="636" y="229"/>
                    </a:cubicBezTo>
                    <a:cubicBezTo>
                      <a:pt x="635" y="230"/>
                      <a:pt x="634" y="231"/>
                      <a:pt x="633" y="231"/>
                    </a:cubicBezTo>
                    <a:cubicBezTo>
                      <a:pt x="632" y="231"/>
                      <a:pt x="630" y="231"/>
                      <a:pt x="628" y="231"/>
                    </a:cubicBezTo>
                    <a:cubicBezTo>
                      <a:pt x="608" y="227"/>
                      <a:pt x="608" y="227"/>
                      <a:pt x="608" y="227"/>
                    </a:cubicBezTo>
                    <a:cubicBezTo>
                      <a:pt x="609" y="224"/>
                      <a:pt x="609" y="221"/>
                      <a:pt x="609" y="218"/>
                    </a:cubicBezTo>
                    <a:cubicBezTo>
                      <a:pt x="608" y="215"/>
                      <a:pt x="607" y="213"/>
                      <a:pt x="604" y="211"/>
                    </a:cubicBezTo>
                    <a:cubicBezTo>
                      <a:pt x="601" y="208"/>
                      <a:pt x="597" y="207"/>
                      <a:pt x="593" y="209"/>
                    </a:cubicBezTo>
                    <a:cubicBezTo>
                      <a:pt x="589" y="210"/>
                      <a:pt x="585" y="213"/>
                      <a:pt x="580" y="218"/>
                    </a:cubicBezTo>
                    <a:cubicBezTo>
                      <a:pt x="562" y="240"/>
                      <a:pt x="562" y="240"/>
                      <a:pt x="562" y="240"/>
                    </a:cubicBezTo>
                    <a:cubicBezTo>
                      <a:pt x="563" y="241"/>
                      <a:pt x="563" y="241"/>
                      <a:pt x="563" y="241"/>
                    </a:cubicBezTo>
                    <a:cubicBezTo>
                      <a:pt x="565" y="240"/>
                      <a:pt x="567" y="239"/>
                      <a:pt x="568" y="239"/>
                    </a:cubicBezTo>
                    <a:cubicBezTo>
                      <a:pt x="569" y="239"/>
                      <a:pt x="571" y="239"/>
                      <a:pt x="573" y="241"/>
                    </a:cubicBezTo>
                    <a:cubicBezTo>
                      <a:pt x="598" y="262"/>
                      <a:pt x="598" y="262"/>
                      <a:pt x="598" y="262"/>
                    </a:cubicBezTo>
                    <a:cubicBezTo>
                      <a:pt x="600" y="264"/>
                      <a:pt x="602" y="266"/>
                      <a:pt x="602" y="267"/>
                    </a:cubicBezTo>
                    <a:cubicBezTo>
                      <a:pt x="602" y="269"/>
                      <a:pt x="601" y="270"/>
                      <a:pt x="600" y="272"/>
                    </a:cubicBezTo>
                    <a:cubicBezTo>
                      <a:pt x="601" y="273"/>
                      <a:pt x="601" y="273"/>
                      <a:pt x="601" y="273"/>
                    </a:cubicBezTo>
                    <a:cubicBezTo>
                      <a:pt x="620" y="251"/>
                      <a:pt x="620" y="251"/>
                      <a:pt x="620" y="251"/>
                    </a:cubicBezTo>
                    <a:cubicBezTo>
                      <a:pt x="619" y="249"/>
                      <a:pt x="619" y="249"/>
                      <a:pt x="619" y="249"/>
                    </a:cubicBezTo>
                    <a:cubicBezTo>
                      <a:pt x="617" y="251"/>
                      <a:pt x="616" y="252"/>
                      <a:pt x="614" y="252"/>
                    </a:cubicBezTo>
                    <a:cubicBezTo>
                      <a:pt x="613" y="253"/>
                      <a:pt x="611" y="252"/>
                      <a:pt x="609" y="250"/>
                    </a:cubicBezTo>
                    <a:cubicBezTo>
                      <a:pt x="609" y="250"/>
                      <a:pt x="609" y="250"/>
                      <a:pt x="609" y="250"/>
                    </a:cubicBezTo>
                    <a:close/>
                    <a:moveTo>
                      <a:pt x="651" y="215"/>
                    </a:moveTo>
                    <a:cubicBezTo>
                      <a:pt x="634" y="206"/>
                      <a:pt x="634" y="206"/>
                      <a:pt x="634" y="206"/>
                    </a:cubicBezTo>
                    <a:cubicBezTo>
                      <a:pt x="635" y="204"/>
                      <a:pt x="635" y="204"/>
                      <a:pt x="635" y="204"/>
                    </a:cubicBezTo>
                    <a:cubicBezTo>
                      <a:pt x="639" y="206"/>
                      <a:pt x="643" y="206"/>
                      <a:pt x="648" y="205"/>
                    </a:cubicBezTo>
                    <a:cubicBezTo>
                      <a:pt x="652" y="203"/>
                      <a:pt x="655" y="200"/>
                      <a:pt x="657" y="196"/>
                    </a:cubicBezTo>
                    <a:cubicBezTo>
                      <a:pt x="659" y="194"/>
                      <a:pt x="659" y="191"/>
                      <a:pt x="659" y="189"/>
                    </a:cubicBezTo>
                    <a:cubicBezTo>
                      <a:pt x="659" y="187"/>
                      <a:pt x="658" y="185"/>
                      <a:pt x="656" y="184"/>
                    </a:cubicBezTo>
                    <a:cubicBezTo>
                      <a:pt x="653" y="183"/>
                      <a:pt x="648" y="185"/>
                      <a:pt x="641" y="190"/>
                    </a:cubicBezTo>
                    <a:cubicBezTo>
                      <a:pt x="640" y="190"/>
                      <a:pt x="640" y="190"/>
                      <a:pt x="640" y="190"/>
                    </a:cubicBezTo>
                    <a:cubicBezTo>
                      <a:pt x="640" y="191"/>
                      <a:pt x="639" y="191"/>
                      <a:pt x="638" y="192"/>
                    </a:cubicBezTo>
                    <a:cubicBezTo>
                      <a:pt x="633" y="196"/>
                      <a:pt x="629" y="198"/>
                      <a:pt x="626" y="198"/>
                    </a:cubicBezTo>
                    <a:cubicBezTo>
                      <a:pt x="625" y="199"/>
                      <a:pt x="623" y="199"/>
                      <a:pt x="622" y="198"/>
                    </a:cubicBezTo>
                    <a:cubicBezTo>
                      <a:pt x="620" y="198"/>
                      <a:pt x="619" y="198"/>
                      <a:pt x="618" y="197"/>
                    </a:cubicBezTo>
                    <a:cubicBezTo>
                      <a:pt x="614" y="195"/>
                      <a:pt x="611" y="191"/>
                      <a:pt x="610" y="186"/>
                    </a:cubicBezTo>
                    <a:cubicBezTo>
                      <a:pt x="609" y="182"/>
                      <a:pt x="610" y="177"/>
                      <a:pt x="613" y="172"/>
                    </a:cubicBezTo>
                    <a:cubicBezTo>
                      <a:pt x="614" y="169"/>
                      <a:pt x="616" y="167"/>
                      <a:pt x="619" y="165"/>
                    </a:cubicBezTo>
                    <a:cubicBezTo>
                      <a:pt x="622" y="162"/>
                      <a:pt x="623" y="161"/>
                      <a:pt x="623" y="161"/>
                    </a:cubicBezTo>
                    <a:cubicBezTo>
                      <a:pt x="624" y="160"/>
                      <a:pt x="624" y="159"/>
                      <a:pt x="623" y="159"/>
                    </a:cubicBezTo>
                    <a:cubicBezTo>
                      <a:pt x="623" y="158"/>
                      <a:pt x="622" y="158"/>
                      <a:pt x="621" y="157"/>
                    </a:cubicBezTo>
                    <a:cubicBezTo>
                      <a:pt x="622" y="155"/>
                      <a:pt x="622" y="155"/>
                      <a:pt x="622" y="155"/>
                    </a:cubicBezTo>
                    <a:cubicBezTo>
                      <a:pt x="637" y="163"/>
                      <a:pt x="637" y="163"/>
                      <a:pt x="637" y="163"/>
                    </a:cubicBezTo>
                    <a:cubicBezTo>
                      <a:pt x="636" y="165"/>
                      <a:pt x="636" y="165"/>
                      <a:pt x="636" y="165"/>
                    </a:cubicBezTo>
                    <a:cubicBezTo>
                      <a:pt x="632" y="163"/>
                      <a:pt x="628" y="163"/>
                      <a:pt x="625" y="165"/>
                    </a:cubicBezTo>
                    <a:cubicBezTo>
                      <a:pt x="621" y="166"/>
                      <a:pt x="618" y="169"/>
                      <a:pt x="616" y="173"/>
                    </a:cubicBezTo>
                    <a:cubicBezTo>
                      <a:pt x="615" y="175"/>
                      <a:pt x="615" y="177"/>
                      <a:pt x="615" y="179"/>
                    </a:cubicBezTo>
                    <a:cubicBezTo>
                      <a:pt x="615" y="181"/>
                      <a:pt x="616" y="182"/>
                      <a:pt x="618" y="183"/>
                    </a:cubicBezTo>
                    <a:cubicBezTo>
                      <a:pt x="620" y="184"/>
                      <a:pt x="624" y="183"/>
                      <a:pt x="630" y="179"/>
                    </a:cubicBezTo>
                    <a:cubicBezTo>
                      <a:pt x="630" y="178"/>
                      <a:pt x="630" y="178"/>
                      <a:pt x="630" y="178"/>
                    </a:cubicBezTo>
                    <a:cubicBezTo>
                      <a:pt x="634" y="175"/>
                      <a:pt x="637" y="173"/>
                      <a:pt x="639" y="172"/>
                    </a:cubicBezTo>
                    <a:cubicBezTo>
                      <a:pt x="641" y="170"/>
                      <a:pt x="643" y="170"/>
                      <a:pt x="644" y="169"/>
                    </a:cubicBezTo>
                    <a:cubicBezTo>
                      <a:pt x="646" y="169"/>
                      <a:pt x="648" y="169"/>
                      <a:pt x="650" y="169"/>
                    </a:cubicBezTo>
                    <a:cubicBezTo>
                      <a:pt x="652" y="169"/>
                      <a:pt x="654" y="170"/>
                      <a:pt x="656" y="171"/>
                    </a:cubicBezTo>
                    <a:cubicBezTo>
                      <a:pt x="660" y="173"/>
                      <a:pt x="663" y="177"/>
                      <a:pt x="664" y="182"/>
                    </a:cubicBezTo>
                    <a:cubicBezTo>
                      <a:pt x="665" y="186"/>
                      <a:pt x="664" y="191"/>
                      <a:pt x="661" y="197"/>
                    </a:cubicBezTo>
                    <a:cubicBezTo>
                      <a:pt x="659" y="199"/>
                      <a:pt x="657" y="202"/>
                      <a:pt x="654" y="205"/>
                    </a:cubicBezTo>
                    <a:cubicBezTo>
                      <a:pt x="652" y="207"/>
                      <a:pt x="650" y="209"/>
                      <a:pt x="650" y="209"/>
                    </a:cubicBezTo>
                    <a:cubicBezTo>
                      <a:pt x="650" y="210"/>
                      <a:pt x="650" y="211"/>
                      <a:pt x="650" y="211"/>
                    </a:cubicBezTo>
                    <a:cubicBezTo>
                      <a:pt x="650" y="212"/>
                      <a:pt x="651" y="213"/>
                      <a:pt x="652" y="213"/>
                    </a:cubicBezTo>
                    <a:cubicBezTo>
                      <a:pt x="651" y="215"/>
                      <a:pt x="651" y="215"/>
                      <a:pt x="651" y="215"/>
                    </a:cubicBezTo>
                    <a:close/>
                    <a:moveTo>
                      <a:pt x="678" y="136"/>
                    </a:moveTo>
                    <a:cubicBezTo>
                      <a:pt x="647" y="124"/>
                      <a:pt x="647" y="124"/>
                      <a:pt x="647" y="124"/>
                    </a:cubicBezTo>
                    <a:cubicBezTo>
                      <a:pt x="644" y="123"/>
                      <a:pt x="643" y="122"/>
                      <a:pt x="642" y="121"/>
                    </a:cubicBezTo>
                    <a:cubicBezTo>
                      <a:pt x="642" y="120"/>
                      <a:pt x="642" y="118"/>
                      <a:pt x="642" y="116"/>
                    </a:cubicBezTo>
                    <a:cubicBezTo>
                      <a:pt x="641" y="115"/>
                      <a:pt x="641" y="115"/>
                      <a:pt x="641" y="115"/>
                    </a:cubicBezTo>
                    <a:cubicBezTo>
                      <a:pt x="630" y="142"/>
                      <a:pt x="630" y="142"/>
                      <a:pt x="630" y="142"/>
                    </a:cubicBezTo>
                    <a:cubicBezTo>
                      <a:pt x="632" y="143"/>
                      <a:pt x="632" y="143"/>
                      <a:pt x="632" y="143"/>
                    </a:cubicBezTo>
                    <a:cubicBezTo>
                      <a:pt x="633" y="141"/>
                      <a:pt x="634" y="139"/>
                      <a:pt x="635" y="139"/>
                    </a:cubicBezTo>
                    <a:cubicBezTo>
                      <a:pt x="637" y="138"/>
                      <a:pt x="639" y="138"/>
                      <a:pt x="641" y="139"/>
                    </a:cubicBezTo>
                    <a:cubicBezTo>
                      <a:pt x="672" y="151"/>
                      <a:pt x="672" y="151"/>
                      <a:pt x="672" y="151"/>
                    </a:cubicBezTo>
                    <a:cubicBezTo>
                      <a:pt x="674" y="152"/>
                      <a:pt x="676" y="153"/>
                      <a:pt x="677" y="154"/>
                    </a:cubicBezTo>
                    <a:cubicBezTo>
                      <a:pt x="677" y="156"/>
                      <a:pt x="677" y="158"/>
                      <a:pt x="676" y="160"/>
                    </a:cubicBezTo>
                    <a:cubicBezTo>
                      <a:pt x="678" y="161"/>
                      <a:pt x="678" y="161"/>
                      <a:pt x="678" y="161"/>
                    </a:cubicBezTo>
                    <a:cubicBezTo>
                      <a:pt x="689" y="133"/>
                      <a:pt x="689" y="133"/>
                      <a:pt x="689" y="133"/>
                    </a:cubicBezTo>
                    <a:cubicBezTo>
                      <a:pt x="687" y="133"/>
                      <a:pt x="687" y="133"/>
                      <a:pt x="687" y="133"/>
                    </a:cubicBezTo>
                    <a:cubicBezTo>
                      <a:pt x="686" y="135"/>
                      <a:pt x="685" y="136"/>
                      <a:pt x="683" y="137"/>
                    </a:cubicBezTo>
                    <a:cubicBezTo>
                      <a:pt x="682" y="137"/>
                      <a:pt x="680" y="137"/>
                      <a:pt x="678" y="136"/>
                    </a:cubicBezTo>
                    <a:cubicBezTo>
                      <a:pt x="678" y="136"/>
                      <a:pt x="678" y="136"/>
                      <a:pt x="678" y="136"/>
                    </a:cubicBezTo>
                    <a:close/>
                    <a:moveTo>
                      <a:pt x="656" y="57"/>
                    </a:moveTo>
                    <a:cubicBezTo>
                      <a:pt x="669" y="60"/>
                      <a:pt x="669" y="60"/>
                      <a:pt x="669" y="60"/>
                    </a:cubicBezTo>
                    <a:cubicBezTo>
                      <a:pt x="668" y="62"/>
                      <a:pt x="668" y="62"/>
                      <a:pt x="668" y="62"/>
                    </a:cubicBezTo>
                    <a:cubicBezTo>
                      <a:pt x="665" y="62"/>
                      <a:pt x="662" y="62"/>
                      <a:pt x="660" y="63"/>
                    </a:cubicBezTo>
                    <a:cubicBezTo>
                      <a:pt x="658" y="64"/>
                      <a:pt x="657" y="67"/>
                      <a:pt x="656" y="70"/>
                    </a:cubicBezTo>
                    <a:cubicBezTo>
                      <a:pt x="655" y="73"/>
                      <a:pt x="655" y="73"/>
                      <a:pt x="655" y="73"/>
                    </a:cubicBezTo>
                    <a:cubicBezTo>
                      <a:pt x="693" y="82"/>
                      <a:pt x="693" y="82"/>
                      <a:pt x="693" y="82"/>
                    </a:cubicBezTo>
                    <a:cubicBezTo>
                      <a:pt x="696" y="83"/>
                      <a:pt x="698" y="83"/>
                      <a:pt x="699" y="82"/>
                    </a:cubicBezTo>
                    <a:cubicBezTo>
                      <a:pt x="700" y="81"/>
                      <a:pt x="701" y="80"/>
                      <a:pt x="702" y="77"/>
                    </a:cubicBezTo>
                    <a:cubicBezTo>
                      <a:pt x="704" y="78"/>
                      <a:pt x="704" y="78"/>
                      <a:pt x="704" y="78"/>
                    </a:cubicBezTo>
                    <a:cubicBezTo>
                      <a:pt x="697" y="106"/>
                      <a:pt x="697" y="106"/>
                      <a:pt x="697" y="106"/>
                    </a:cubicBezTo>
                    <a:cubicBezTo>
                      <a:pt x="695" y="106"/>
                      <a:pt x="695" y="106"/>
                      <a:pt x="695" y="106"/>
                    </a:cubicBezTo>
                    <a:cubicBezTo>
                      <a:pt x="696" y="103"/>
                      <a:pt x="696" y="102"/>
                      <a:pt x="695" y="100"/>
                    </a:cubicBezTo>
                    <a:cubicBezTo>
                      <a:pt x="694" y="99"/>
                      <a:pt x="692" y="98"/>
                      <a:pt x="690" y="98"/>
                    </a:cubicBezTo>
                    <a:cubicBezTo>
                      <a:pt x="652" y="89"/>
                      <a:pt x="652" y="89"/>
                      <a:pt x="652" y="89"/>
                    </a:cubicBezTo>
                    <a:cubicBezTo>
                      <a:pt x="651" y="92"/>
                      <a:pt x="651" y="92"/>
                      <a:pt x="651" y="92"/>
                    </a:cubicBezTo>
                    <a:cubicBezTo>
                      <a:pt x="650" y="96"/>
                      <a:pt x="651" y="98"/>
                      <a:pt x="652" y="100"/>
                    </a:cubicBezTo>
                    <a:cubicBezTo>
                      <a:pt x="653" y="102"/>
                      <a:pt x="655" y="104"/>
                      <a:pt x="658" y="105"/>
                    </a:cubicBezTo>
                    <a:cubicBezTo>
                      <a:pt x="658" y="107"/>
                      <a:pt x="658" y="107"/>
                      <a:pt x="658" y="107"/>
                    </a:cubicBezTo>
                    <a:cubicBezTo>
                      <a:pt x="645" y="104"/>
                      <a:pt x="645" y="104"/>
                      <a:pt x="645" y="104"/>
                    </a:cubicBezTo>
                    <a:cubicBezTo>
                      <a:pt x="656" y="57"/>
                      <a:pt x="656" y="57"/>
                      <a:pt x="656" y="57"/>
                    </a:cubicBezTo>
                    <a:close/>
                    <a:moveTo>
                      <a:pt x="684" y="17"/>
                    </a:moveTo>
                    <a:cubicBezTo>
                      <a:pt x="699" y="18"/>
                      <a:pt x="699" y="18"/>
                      <a:pt x="699" y="18"/>
                    </a:cubicBezTo>
                    <a:cubicBezTo>
                      <a:pt x="701" y="18"/>
                      <a:pt x="703" y="17"/>
                      <a:pt x="704" y="16"/>
                    </a:cubicBezTo>
                    <a:cubicBezTo>
                      <a:pt x="705" y="15"/>
                      <a:pt x="706" y="13"/>
                      <a:pt x="706" y="11"/>
                    </a:cubicBezTo>
                    <a:cubicBezTo>
                      <a:pt x="708" y="11"/>
                      <a:pt x="708" y="11"/>
                      <a:pt x="708" y="11"/>
                    </a:cubicBezTo>
                    <a:cubicBezTo>
                      <a:pt x="708" y="40"/>
                      <a:pt x="708" y="40"/>
                      <a:pt x="708" y="40"/>
                    </a:cubicBezTo>
                    <a:cubicBezTo>
                      <a:pt x="706" y="40"/>
                      <a:pt x="706" y="40"/>
                      <a:pt x="706" y="40"/>
                    </a:cubicBezTo>
                    <a:cubicBezTo>
                      <a:pt x="706" y="38"/>
                      <a:pt x="705" y="36"/>
                      <a:pt x="704" y="35"/>
                    </a:cubicBezTo>
                    <a:cubicBezTo>
                      <a:pt x="703" y="34"/>
                      <a:pt x="701" y="34"/>
                      <a:pt x="698" y="34"/>
                    </a:cubicBezTo>
                    <a:cubicBezTo>
                      <a:pt x="687" y="33"/>
                      <a:pt x="687" y="33"/>
                      <a:pt x="687" y="33"/>
                    </a:cubicBezTo>
                    <a:cubicBezTo>
                      <a:pt x="663" y="46"/>
                      <a:pt x="663" y="46"/>
                      <a:pt x="663" y="46"/>
                    </a:cubicBezTo>
                    <a:cubicBezTo>
                      <a:pt x="661" y="47"/>
                      <a:pt x="660" y="48"/>
                      <a:pt x="659" y="49"/>
                    </a:cubicBezTo>
                    <a:cubicBezTo>
                      <a:pt x="658" y="50"/>
                      <a:pt x="658" y="51"/>
                      <a:pt x="658" y="53"/>
                    </a:cubicBezTo>
                    <a:cubicBezTo>
                      <a:pt x="656" y="53"/>
                      <a:pt x="656" y="53"/>
                      <a:pt x="656" y="53"/>
                    </a:cubicBezTo>
                    <a:cubicBezTo>
                      <a:pt x="656" y="26"/>
                      <a:pt x="656" y="26"/>
                      <a:pt x="656" y="26"/>
                    </a:cubicBezTo>
                    <a:cubicBezTo>
                      <a:pt x="658" y="26"/>
                      <a:pt x="658" y="26"/>
                      <a:pt x="658" y="26"/>
                    </a:cubicBezTo>
                    <a:cubicBezTo>
                      <a:pt x="658" y="27"/>
                      <a:pt x="658" y="28"/>
                      <a:pt x="659" y="29"/>
                    </a:cubicBezTo>
                    <a:cubicBezTo>
                      <a:pt x="659" y="29"/>
                      <a:pt x="660" y="30"/>
                      <a:pt x="660" y="30"/>
                    </a:cubicBezTo>
                    <a:cubicBezTo>
                      <a:pt x="661" y="30"/>
                      <a:pt x="661" y="30"/>
                      <a:pt x="661" y="30"/>
                    </a:cubicBezTo>
                    <a:cubicBezTo>
                      <a:pt x="662" y="29"/>
                      <a:pt x="662" y="29"/>
                      <a:pt x="662" y="29"/>
                    </a:cubicBezTo>
                    <a:cubicBezTo>
                      <a:pt x="681" y="20"/>
                      <a:pt x="681" y="20"/>
                      <a:pt x="681" y="20"/>
                    </a:cubicBezTo>
                    <a:cubicBezTo>
                      <a:pt x="664" y="10"/>
                      <a:pt x="664" y="10"/>
                      <a:pt x="664" y="10"/>
                    </a:cubicBezTo>
                    <a:cubicBezTo>
                      <a:pt x="663" y="10"/>
                      <a:pt x="663" y="10"/>
                      <a:pt x="663" y="10"/>
                    </a:cubicBezTo>
                    <a:cubicBezTo>
                      <a:pt x="662" y="9"/>
                      <a:pt x="662" y="9"/>
                      <a:pt x="661" y="9"/>
                    </a:cubicBezTo>
                    <a:cubicBezTo>
                      <a:pt x="660" y="9"/>
                      <a:pt x="660" y="10"/>
                      <a:pt x="659" y="11"/>
                    </a:cubicBezTo>
                    <a:cubicBezTo>
                      <a:pt x="659" y="11"/>
                      <a:pt x="659" y="13"/>
                      <a:pt x="659" y="14"/>
                    </a:cubicBezTo>
                    <a:cubicBezTo>
                      <a:pt x="659" y="15"/>
                      <a:pt x="659" y="15"/>
                      <a:pt x="659" y="15"/>
                    </a:cubicBezTo>
                    <a:cubicBezTo>
                      <a:pt x="657" y="15"/>
                      <a:pt x="657" y="15"/>
                      <a:pt x="657" y="15"/>
                    </a:cubicBezTo>
                    <a:cubicBezTo>
                      <a:pt x="657" y="0"/>
                      <a:pt x="657" y="0"/>
                      <a:pt x="657" y="0"/>
                    </a:cubicBezTo>
                    <a:cubicBezTo>
                      <a:pt x="659" y="0"/>
                      <a:pt x="659" y="0"/>
                      <a:pt x="659" y="0"/>
                    </a:cubicBezTo>
                    <a:cubicBezTo>
                      <a:pt x="659" y="1"/>
                      <a:pt x="659" y="1"/>
                      <a:pt x="659" y="1"/>
                    </a:cubicBezTo>
                    <a:cubicBezTo>
                      <a:pt x="659" y="1"/>
                      <a:pt x="659" y="2"/>
                      <a:pt x="660" y="3"/>
                    </a:cubicBezTo>
                    <a:cubicBezTo>
                      <a:pt x="660" y="4"/>
                      <a:pt x="661" y="5"/>
                      <a:pt x="663" y="6"/>
                    </a:cubicBezTo>
                    <a:lnTo>
                      <a:pt x="684" y="17"/>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solidFill>
                    <a:srgbClr val="000000"/>
                  </a:solidFill>
                </a:endParaRPr>
              </a:p>
            </p:txBody>
          </p:sp>
          <p:sp>
            <p:nvSpPr>
              <p:cNvPr id="26" name="îṩḻîḓè"/>
              <p:cNvSpPr/>
              <p:nvPr/>
            </p:nvSpPr>
            <p:spPr bwMode="auto">
              <a:xfrm>
                <a:off x="2840038" y="4119563"/>
                <a:ext cx="493713" cy="128588"/>
              </a:xfrm>
              <a:custGeom>
                <a:avLst/>
                <a:gdLst>
                  <a:gd name="T0" fmla="*/ 0 w 150"/>
                  <a:gd name="T1" fmla="*/ 36 h 39"/>
                  <a:gd name="T2" fmla="*/ 9 w 150"/>
                  <a:gd name="T3" fmla="*/ 33 h 39"/>
                  <a:gd name="T4" fmla="*/ 8 w 150"/>
                  <a:gd name="T5" fmla="*/ 7 h 39"/>
                  <a:gd name="T6" fmla="*/ 3 w 150"/>
                  <a:gd name="T7" fmla="*/ 7 h 39"/>
                  <a:gd name="T8" fmla="*/ 1 w 150"/>
                  <a:gd name="T9" fmla="*/ 5 h 39"/>
                  <a:gd name="T10" fmla="*/ 17 w 150"/>
                  <a:gd name="T11" fmla="*/ 0 h 39"/>
                  <a:gd name="T12" fmla="*/ 19 w 150"/>
                  <a:gd name="T13" fmla="*/ 33 h 39"/>
                  <a:gd name="T14" fmla="*/ 28 w 150"/>
                  <a:gd name="T15" fmla="*/ 36 h 39"/>
                  <a:gd name="T16" fmla="*/ 21 w 150"/>
                  <a:gd name="T17" fmla="*/ 38 h 39"/>
                  <a:gd name="T18" fmla="*/ 6 w 150"/>
                  <a:gd name="T19" fmla="*/ 38 h 39"/>
                  <a:gd name="T20" fmla="*/ 0 w 150"/>
                  <a:gd name="T21" fmla="*/ 38 h 39"/>
                  <a:gd name="T22" fmla="*/ 46 w 150"/>
                  <a:gd name="T23" fmla="*/ 24 h 39"/>
                  <a:gd name="T24" fmla="*/ 48 w 150"/>
                  <a:gd name="T25" fmla="*/ 34 h 39"/>
                  <a:gd name="T26" fmla="*/ 61 w 150"/>
                  <a:gd name="T27" fmla="*/ 34 h 39"/>
                  <a:gd name="T28" fmla="*/ 60 w 150"/>
                  <a:gd name="T29" fmla="*/ 25 h 39"/>
                  <a:gd name="T30" fmla="*/ 51 w 150"/>
                  <a:gd name="T31" fmla="*/ 21 h 39"/>
                  <a:gd name="T32" fmla="*/ 60 w 150"/>
                  <a:gd name="T33" fmla="*/ 12 h 39"/>
                  <a:gd name="T34" fmla="*/ 59 w 150"/>
                  <a:gd name="T35" fmla="*/ 4 h 39"/>
                  <a:gd name="T36" fmla="*/ 48 w 150"/>
                  <a:gd name="T37" fmla="*/ 4 h 39"/>
                  <a:gd name="T38" fmla="*/ 49 w 150"/>
                  <a:gd name="T39" fmla="*/ 11 h 39"/>
                  <a:gd name="T40" fmla="*/ 56 w 150"/>
                  <a:gd name="T41" fmla="*/ 15 h 39"/>
                  <a:gd name="T42" fmla="*/ 41 w 150"/>
                  <a:gd name="T43" fmla="*/ 15 h 39"/>
                  <a:gd name="T44" fmla="*/ 43 w 150"/>
                  <a:gd name="T45" fmla="*/ 3 h 39"/>
                  <a:gd name="T46" fmla="*/ 65 w 150"/>
                  <a:gd name="T47" fmla="*/ 3 h 39"/>
                  <a:gd name="T48" fmla="*/ 67 w 150"/>
                  <a:gd name="T49" fmla="*/ 13 h 39"/>
                  <a:gd name="T50" fmla="*/ 68 w 150"/>
                  <a:gd name="T51" fmla="*/ 21 h 39"/>
                  <a:gd name="T52" fmla="*/ 66 w 150"/>
                  <a:gd name="T53" fmla="*/ 36 h 39"/>
                  <a:gd name="T54" fmla="*/ 41 w 150"/>
                  <a:gd name="T55" fmla="*/ 36 h 39"/>
                  <a:gd name="T56" fmla="*/ 39 w 150"/>
                  <a:gd name="T57" fmla="*/ 23 h 39"/>
                  <a:gd name="T58" fmla="*/ 47 w 150"/>
                  <a:gd name="T59" fmla="*/ 19 h 39"/>
                  <a:gd name="T60" fmla="*/ 80 w 150"/>
                  <a:gd name="T61" fmla="*/ 33 h 39"/>
                  <a:gd name="T62" fmla="*/ 87 w 150"/>
                  <a:gd name="T63" fmla="*/ 36 h 39"/>
                  <a:gd name="T64" fmla="*/ 100 w 150"/>
                  <a:gd name="T65" fmla="*/ 20 h 39"/>
                  <a:gd name="T66" fmla="*/ 95 w 150"/>
                  <a:gd name="T67" fmla="*/ 25 h 39"/>
                  <a:gd name="T68" fmla="*/ 79 w 150"/>
                  <a:gd name="T69" fmla="*/ 23 h 39"/>
                  <a:gd name="T70" fmla="*/ 81 w 150"/>
                  <a:gd name="T71" fmla="*/ 4 h 39"/>
                  <a:gd name="T72" fmla="*/ 105 w 150"/>
                  <a:gd name="T73" fmla="*/ 5 h 39"/>
                  <a:gd name="T74" fmla="*/ 108 w 150"/>
                  <a:gd name="T75" fmla="*/ 26 h 39"/>
                  <a:gd name="T76" fmla="*/ 96 w 150"/>
                  <a:gd name="T77" fmla="*/ 38 h 39"/>
                  <a:gd name="T78" fmla="*/ 81 w 150"/>
                  <a:gd name="T79" fmla="*/ 38 h 39"/>
                  <a:gd name="T80" fmla="*/ 77 w 150"/>
                  <a:gd name="T81" fmla="*/ 36 h 39"/>
                  <a:gd name="T82" fmla="*/ 98 w 150"/>
                  <a:gd name="T83" fmla="*/ 19 h 39"/>
                  <a:gd name="T84" fmla="*/ 98 w 150"/>
                  <a:gd name="T85" fmla="*/ 6 h 39"/>
                  <a:gd name="T86" fmla="*/ 87 w 150"/>
                  <a:gd name="T87" fmla="*/ 6 h 39"/>
                  <a:gd name="T88" fmla="*/ 88 w 150"/>
                  <a:gd name="T89" fmla="*/ 19 h 39"/>
                  <a:gd name="T90" fmla="*/ 93 w 150"/>
                  <a:gd name="T91" fmla="*/ 21 h 39"/>
                  <a:gd name="T92" fmla="*/ 128 w 150"/>
                  <a:gd name="T93" fmla="*/ 20 h 39"/>
                  <a:gd name="T94" fmla="*/ 129 w 150"/>
                  <a:gd name="T95" fmla="*/ 33 h 39"/>
                  <a:gd name="T96" fmla="*/ 139 w 150"/>
                  <a:gd name="T97" fmla="*/ 34 h 39"/>
                  <a:gd name="T98" fmla="*/ 139 w 150"/>
                  <a:gd name="T99" fmla="*/ 21 h 39"/>
                  <a:gd name="T100" fmla="*/ 133 w 150"/>
                  <a:gd name="T101" fmla="*/ 18 h 39"/>
                  <a:gd name="T102" fmla="*/ 146 w 150"/>
                  <a:gd name="T103" fmla="*/ 6 h 39"/>
                  <a:gd name="T104" fmla="*/ 139 w 150"/>
                  <a:gd name="T105" fmla="*/ 4 h 39"/>
                  <a:gd name="T106" fmla="*/ 126 w 150"/>
                  <a:gd name="T107" fmla="*/ 19 h 39"/>
                  <a:gd name="T108" fmla="*/ 131 w 150"/>
                  <a:gd name="T109" fmla="*/ 15 h 39"/>
                  <a:gd name="T110" fmla="*/ 147 w 150"/>
                  <a:gd name="T111" fmla="*/ 16 h 39"/>
                  <a:gd name="T112" fmla="*/ 146 w 150"/>
                  <a:gd name="T113" fmla="*/ 35 h 39"/>
                  <a:gd name="T114" fmla="*/ 121 w 150"/>
                  <a:gd name="T115" fmla="*/ 35 h 39"/>
                  <a:gd name="T116" fmla="*/ 118 w 150"/>
                  <a:gd name="T117" fmla="*/ 13 h 39"/>
                  <a:gd name="T118" fmla="*/ 130 w 150"/>
                  <a:gd name="T119" fmla="*/ 2 h 39"/>
                  <a:gd name="T120" fmla="*/ 145 w 150"/>
                  <a:gd name="T121" fmla="*/ 1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50" h="39">
                    <a:moveTo>
                      <a:pt x="0" y="38"/>
                    </a:moveTo>
                    <a:cubicBezTo>
                      <a:pt x="0" y="36"/>
                      <a:pt x="0" y="36"/>
                      <a:pt x="0" y="36"/>
                    </a:cubicBezTo>
                    <a:cubicBezTo>
                      <a:pt x="4" y="36"/>
                      <a:pt x="6" y="36"/>
                      <a:pt x="8" y="35"/>
                    </a:cubicBezTo>
                    <a:cubicBezTo>
                      <a:pt x="9" y="35"/>
                      <a:pt x="9" y="34"/>
                      <a:pt x="9" y="33"/>
                    </a:cubicBezTo>
                    <a:cubicBezTo>
                      <a:pt x="9" y="10"/>
                      <a:pt x="9" y="10"/>
                      <a:pt x="9" y="10"/>
                    </a:cubicBezTo>
                    <a:cubicBezTo>
                      <a:pt x="9" y="9"/>
                      <a:pt x="9" y="8"/>
                      <a:pt x="8" y="7"/>
                    </a:cubicBezTo>
                    <a:cubicBezTo>
                      <a:pt x="8" y="7"/>
                      <a:pt x="7" y="7"/>
                      <a:pt x="5" y="7"/>
                    </a:cubicBezTo>
                    <a:cubicBezTo>
                      <a:pt x="5" y="7"/>
                      <a:pt x="4" y="7"/>
                      <a:pt x="3" y="7"/>
                    </a:cubicBezTo>
                    <a:cubicBezTo>
                      <a:pt x="2" y="7"/>
                      <a:pt x="2" y="7"/>
                      <a:pt x="1" y="7"/>
                    </a:cubicBezTo>
                    <a:cubicBezTo>
                      <a:pt x="1" y="5"/>
                      <a:pt x="1" y="5"/>
                      <a:pt x="1" y="5"/>
                    </a:cubicBezTo>
                    <a:cubicBezTo>
                      <a:pt x="4" y="4"/>
                      <a:pt x="7" y="4"/>
                      <a:pt x="9" y="3"/>
                    </a:cubicBezTo>
                    <a:cubicBezTo>
                      <a:pt x="12" y="3"/>
                      <a:pt x="14" y="2"/>
                      <a:pt x="17" y="0"/>
                    </a:cubicBezTo>
                    <a:cubicBezTo>
                      <a:pt x="19" y="0"/>
                      <a:pt x="19" y="0"/>
                      <a:pt x="19" y="0"/>
                    </a:cubicBezTo>
                    <a:cubicBezTo>
                      <a:pt x="19" y="33"/>
                      <a:pt x="19" y="33"/>
                      <a:pt x="19" y="33"/>
                    </a:cubicBezTo>
                    <a:cubicBezTo>
                      <a:pt x="19" y="34"/>
                      <a:pt x="20" y="35"/>
                      <a:pt x="21" y="35"/>
                    </a:cubicBezTo>
                    <a:cubicBezTo>
                      <a:pt x="22" y="36"/>
                      <a:pt x="24" y="36"/>
                      <a:pt x="28" y="36"/>
                    </a:cubicBezTo>
                    <a:cubicBezTo>
                      <a:pt x="28" y="38"/>
                      <a:pt x="28" y="38"/>
                      <a:pt x="28" y="38"/>
                    </a:cubicBezTo>
                    <a:cubicBezTo>
                      <a:pt x="26" y="38"/>
                      <a:pt x="23" y="38"/>
                      <a:pt x="21" y="38"/>
                    </a:cubicBezTo>
                    <a:cubicBezTo>
                      <a:pt x="19" y="38"/>
                      <a:pt x="16" y="38"/>
                      <a:pt x="14" y="38"/>
                    </a:cubicBezTo>
                    <a:cubicBezTo>
                      <a:pt x="11" y="38"/>
                      <a:pt x="8" y="38"/>
                      <a:pt x="6" y="38"/>
                    </a:cubicBezTo>
                    <a:cubicBezTo>
                      <a:pt x="4" y="38"/>
                      <a:pt x="2" y="38"/>
                      <a:pt x="0" y="38"/>
                    </a:cubicBezTo>
                    <a:cubicBezTo>
                      <a:pt x="0" y="38"/>
                      <a:pt x="0" y="38"/>
                      <a:pt x="0" y="38"/>
                    </a:cubicBezTo>
                    <a:close/>
                    <a:moveTo>
                      <a:pt x="51" y="21"/>
                    </a:moveTo>
                    <a:cubicBezTo>
                      <a:pt x="49" y="22"/>
                      <a:pt x="48" y="23"/>
                      <a:pt x="46" y="24"/>
                    </a:cubicBezTo>
                    <a:cubicBezTo>
                      <a:pt x="45" y="26"/>
                      <a:pt x="45" y="27"/>
                      <a:pt x="45" y="28"/>
                    </a:cubicBezTo>
                    <a:cubicBezTo>
                      <a:pt x="45" y="31"/>
                      <a:pt x="46" y="32"/>
                      <a:pt x="48" y="34"/>
                    </a:cubicBezTo>
                    <a:cubicBezTo>
                      <a:pt x="50" y="35"/>
                      <a:pt x="52" y="36"/>
                      <a:pt x="55" y="36"/>
                    </a:cubicBezTo>
                    <a:cubicBezTo>
                      <a:pt x="57" y="36"/>
                      <a:pt x="59" y="36"/>
                      <a:pt x="61" y="34"/>
                    </a:cubicBezTo>
                    <a:cubicBezTo>
                      <a:pt x="62" y="33"/>
                      <a:pt x="63" y="32"/>
                      <a:pt x="63" y="30"/>
                    </a:cubicBezTo>
                    <a:cubicBezTo>
                      <a:pt x="63" y="28"/>
                      <a:pt x="62" y="27"/>
                      <a:pt x="60" y="25"/>
                    </a:cubicBezTo>
                    <a:cubicBezTo>
                      <a:pt x="58" y="24"/>
                      <a:pt x="55" y="23"/>
                      <a:pt x="51" y="21"/>
                    </a:cubicBezTo>
                    <a:cubicBezTo>
                      <a:pt x="51" y="21"/>
                      <a:pt x="51" y="21"/>
                      <a:pt x="51" y="21"/>
                    </a:cubicBezTo>
                    <a:close/>
                    <a:moveTo>
                      <a:pt x="56" y="15"/>
                    </a:moveTo>
                    <a:cubicBezTo>
                      <a:pt x="58" y="14"/>
                      <a:pt x="59" y="13"/>
                      <a:pt x="60" y="12"/>
                    </a:cubicBezTo>
                    <a:cubicBezTo>
                      <a:pt x="61" y="11"/>
                      <a:pt x="61" y="10"/>
                      <a:pt x="61" y="8"/>
                    </a:cubicBezTo>
                    <a:cubicBezTo>
                      <a:pt x="61" y="7"/>
                      <a:pt x="60" y="5"/>
                      <a:pt x="59" y="4"/>
                    </a:cubicBezTo>
                    <a:cubicBezTo>
                      <a:pt x="57" y="3"/>
                      <a:pt x="56" y="3"/>
                      <a:pt x="53" y="3"/>
                    </a:cubicBezTo>
                    <a:cubicBezTo>
                      <a:pt x="51" y="3"/>
                      <a:pt x="50" y="3"/>
                      <a:pt x="48" y="4"/>
                    </a:cubicBezTo>
                    <a:cubicBezTo>
                      <a:pt x="47" y="5"/>
                      <a:pt x="46" y="6"/>
                      <a:pt x="46" y="7"/>
                    </a:cubicBezTo>
                    <a:cubicBezTo>
                      <a:pt x="46" y="9"/>
                      <a:pt x="47" y="10"/>
                      <a:pt x="49" y="11"/>
                    </a:cubicBezTo>
                    <a:cubicBezTo>
                      <a:pt x="50" y="13"/>
                      <a:pt x="53" y="14"/>
                      <a:pt x="56" y="15"/>
                    </a:cubicBezTo>
                    <a:cubicBezTo>
                      <a:pt x="56" y="15"/>
                      <a:pt x="56" y="15"/>
                      <a:pt x="56" y="15"/>
                    </a:cubicBezTo>
                    <a:close/>
                    <a:moveTo>
                      <a:pt x="47" y="19"/>
                    </a:moveTo>
                    <a:cubicBezTo>
                      <a:pt x="44" y="18"/>
                      <a:pt x="42" y="16"/>
                      <a:pt x="41" y="15"/>
                    </a:cubicBezTo>
                    <a:cubicBezTo>
                      <a:pt x="39" y="13"/>
                      <a:pt x="39" y="12"/>
                      <a:pt x="39" y="10"/>
                    </a:cubicBezTo>
                    <a:cubicBezTo>
                      <a:pt x="39" y="7"/>
                      <a:pt x="40" y="5"/>
                      <a:pt x="43" y="3"/>
                    </a:cubicBezTo>
                    <a:cubicBezTo>
                      <a:pt x="46" y="1"/>
                      <a:pt x="50" y="0"/>
                      <a:pt x="55" y="0"/>
                    </a:cubicBezTo>
                    <a:cubicBezTo>
                      <a:pt x="59" y="0"/>
                      <a:pt x="62" y="1"/>
                      <a:pt x="65" y="3"/>
                    </a:cubicBezTo>
                    <a:cubicBezTo>
                      <a:pt x="67" y="4"/>
                      <a:pt x="69" y="6"/>
                      <a:pt x="69" y="8"/>
                    </a:cubicBezTo>
                    <a:cubicBezTo>
                      <a:pt x="69" y="10"/>
                      <a:pt x="68" y="11"/>
                      <a:pt x="67" y="13"/>
                    </a:cubicBezTo>
                    <a:cubicBezTo>
                      <a:pt x="65" y="14"/>
                      <a:pt x="63" y="15"/>
                      <a:pt x="60" y="17"/>
                    </a:cubicBezTo>
                    <a:cubicBezTo>
                      <a:pt x="64" y="18"/>
                      <a:pt x="66" y="20"/>
                      <a:pt x="68" y="21"/>
                    </a:cubicBezTo>
                    <a:cubicBezTo>
                      <a:pt x="70" y="23"/>
                      <a:pt x="71" y="25"/>
                      <a:pt x="71" y="28"/>
                    </a:cubicBezTo>
                    <a:cubicBezTo>
                      <a:pt x="71" y="31"/>
                      <a:pt x="69" y="34"/>
                      <a:pt x="66" y="36"/>
                    </a:cubicBezTo>
                    <a:cubicBezTo>
                      <a:pt x="63" y="38"/>
                      <a:pt x="59" y="39"/>
                      <a:pt x="54" y="39"/>
                    </a:cubicBezTo>
                    <a:cubicBezTo>
                      <a:pt x="48" y="39"/>
                      <a:pt x="44" y="38"/>
                      <a:pt x="41" y="36"/>
                    </a:cubicBezTo>
                    <a:cubicBezTo>
                      <a:pt x="38" y="34"/>
                      <a:pt x="36" y="32"/>
                      <a:pt x="36" y="29"/>
                    </a:cubicBezTo>
                    <a:cubicBezTo>
                      <a:pt x="36" y="27"/>
                      <a:pt x="37" y="25"/>
                      <a:pt x="39" y="23"/>
                    </a:cubicBezTo>
                    <a:cubicBezTo>
                      <a:pt x="40" y="22"/>
                      <a:pt x="43" y="20"/>
                      <a:pt x="47" y="19"/>
                    </a:cubicBezTo>
                    <a:cubicBezTo>
                      <a:pt x="47" y="19"/>
                      <a:pt x="47" y="19"/>
                      <a:pt x="47" y="19"/>
                    </a:cubicBezTo>
                    <a:close/>
                    <a:moveTo>
                      <a:pt x="77" y="36"/>
                    </a:moveTo>
                    <a:cubicBezTo>
                      <a:pt x="80" y="33"/>
                      <a:pt x="80" y="33"/>
                      <a:pt x="80" y="33"/>
                    </a:cubicBezTo>
                    <a:cubicBezTo>
                      <a:pt x="81" y="34"/>
                      <a:pt x="82" y="35"/>
                      <a:pt x="83" y="35"/>
                    </a:cubicBezTo>
                    <a:cubicBezTo>
                      <a:pt x="85" y="35"/>
                      <a:pt x="86" y="36"/>
                      <a:pt x="87" y="36"/>
                    </a:cubicBezTo>
                    <a:cubicBezTo>
                      <a:pt x="91" y="36"/>
                      <a:pt x="94" y="34"/>
                      <a:pt x="97" y="31"/>
                    </a:cubicBezTo>
                    <a:cubicBezTo>
                      <a:pt x="99" y="28"/>
                      <a:pt x="100" y="25"/>
                      <a:pt x="100" y="20"/>
                    </a:cubicBezTo>
                    <a:cubicBezTo>
                      <a:pt x="100" y="20"/>
                      <a:pt x="100" y="20"/>
                      <a:pt x="100" y="20"/>
                    </a:cubicBezTo>
                    <a:cubicBezTo>
                      <a:pt x="99" y="22"/>
                      <a:pt x="97" y="24"/>
                      <a:pt x="95" y="25"/>
                    </a:cubicBezTo>
                    <a:cubicBezTo>
                      <a:pt x="93" y="26"/>
                      <a:pt x="91" y="26"/>
                      <a:pt x="88" y="26"/>
                    </a:cubicBezTo>
                    <a:cubicBezTo>
                      <a:pt x="85" y="26"/>
                      <a:pt x="82" y="25"/>
                      <a:pt x="79" y="23"/>
                    </a:cubicBezTo>
                    <a:cubicBezTo>
                      <a:pt x="77" y="21"/>
                      <a:pt x="76" y="18"/>
                      <a:pt x="76" y="15"/>
                    </a:cubicBezTo>
                    <a:cubicBezTo>
                      <a:pt x="76" y="11"/>
                      <a:pt x="78" y="7"/>
                      <a:pt x="81" y="4"/>
                    </a:cubicBezTo>
                    <a:cubicBezTo>
                      <a:pt x="84" y="2"/>
                      <a:pt x="88" y="0"/>
                      <a:pt x="93" y="0"/>
                    </a:cubicBezTo>
                    <a:cubicBezTo>
                      <a:pt x="98" y="0"/>
                      <a:pt x="102" y="2"/>
                      <a:pt x="105" y="5"/>
                    </a:cubicBezTo>
                    <a:cubicBezTo>
                      <a:pt x="108" y="8"/>
                      <a:pt x="110" y="12"/>
                      <a:pt x="110" y="17"/>
                    </a:cubicBezTo>
                    <a:cubicBezTo>
                      <a:pt x="110" y="20"/>
                      <a:pt x="109" y="23"/>
                      <a:pt x="108" y="26"/>
                    </a:cubicBezTo>
                    <a:cubicBezTo>
                      <a:pt x="107" y="29"/>
                      <a:pt x="106" y="31"/>
                      <a:pt x="104" y="33"/>
                    </a:cubicBezTo>
                    <a:cubicBezTo>
                      <a:pt x="101" y="35"/>
                      <a:pt x="99" y="36"/>
                      <a:pt x="96" y="38"/>
                    </a:cubicBezTo>
                    <a:cubicBezTo>
                      <a:pt x="93" y="39"/>
                      <a:pt x="91" y="39"/>
                      <a:pt x="87" y="39"/>
                    </a:cubicBezTo>
                    <a:cubicBezTo>
                      <a:pt x="85" y="39"/>
                      <a:pt x="83" y="39"/>
                      <a:pt x="81" y="38"/>
                    </a:cubicBezTo>
                    <a:cubicBezTo>
                      <a:pt x="80" y="38"/>
                      <a:pt x="78" y="37"/>
                      <a:pt x="77" y="36"/>
                    </a:cubicBezTo>
                    <a:cubicBezTo>
                      <a:pt x="77" y="36"/>
                      <a:pt x="77" y="36"/>
                      <a:pt x="77" y="36"/>
                    </a:cubicBezTo>
                    <a:close/>
                    <a:moveTo>
                      <a:pt x="93" y="21"/>
                    </a:moveTo>
                    <a:cubicBezTo>
                      <a:pt x="95" y="21"/>
                      <a:pt x="97" y="21"/>
                      <a:pt x="98" y="19"/>
                    </a:cubicBezTo>
                    <a:cubicBezTo>
                      <a:pt x="99" y="18"/>
                      <a:pt x="100" y="16"/>
                      <a:pt x="100" y="14"/>
                    </a:cubicBezTo>
                    <a:cubicBezTo>
                      <a:pt x="100" y="11"/>
                      <a:pt x="99" y="8"/>
                      <a:pt x="98" y="6"/>
                    </a:cubicBezTo>
                    <a:cubicBezTo>
                      <a:pt x="96" y="4"/>
                      <a:pt x="94" y="3"/>
                      <a:pt x="92" y="3"/>
                    </a:cubicBezTo>
                    <a:cubicBezTo>
                      <a:pt x="90" y="3"/>
                      <a:pt x="88" y="4"/>
                      <a:pt x="87" y="6"/>
                    </a:cubicBezTo>
                    <a:cubicBezTo>
                      <a:pt x="86" y="7"/>
                      <a:pt x="86" y="9"/>
                      <a:pt x="86" y="12"/>
                    </a:cubicBezTo>
                    <a:cubicBezTo>
                      <a:pt x="86" y="15"/>
                      <a:pt x="87" y="17"/>
                      <a:pt x="88" y="19"/>
                    </a:cubicBezTo>
                    <a:cubicBezTo>
                      <a:pt x="89" y="21"/>
                      <a:pt x="91" y="21"/>
                      <a:pt x="93" y="21"/>
                    </a:cubicBezTo>
                    <a:cubicBezTo>
                      <a:pt x="93" y="21"/>
                      <a:pt x="93" y="21"/>
                      <a:pt x="93" y="21"/>
                    </a:cubicBezTo>
                    <a:close/>
                    <a:moveTo>
                      <a:pt x="133" y="18"/>
                    </a:moveTo>
                    <a:cubicBezTo>
                      <a:pt x="131" y="18"/>
                      <a:pt x="130" y="19"/>
                      <a:pt x="128" y="20"/>
                    </a:cubicBezTo>
                    <a:cubicBezTo>
                      <a:pt x="127" y="21"/>
                      <a:pt x="127" y="23"/>
                      <a:pt x="127" y="25"/>
                    </a:cubicBezTo>
                    <a:cubicBezTo>
                      <a:pt x="127" y="29"/>
                      <a:pt x="127" y="31"/>
                      <a:pt x="129" y="33"/>
                    </a:cubicBezTo>
                    <a:cubicBezTo>
                      <a:pt x="130" y="35"/>
                      <a:pt x="132" y="36"/>
                      <a:pt x="134" y="36"/>
                    </a:cubicBezTo>
                    <a:cubicBezTo>
                      <a:pt x="136" y="36"/>
                      <a:pt x="138" y="35"/>
                      <a:pt x="139" y="34"/>
                    </a:cubicBezTo>
                    <a:cubicBezTo>
                      <a:pt x="140" y="33"/>
                      <a:pt x="140" y="31"/>
                      <a:pt x="140" y="28"/>
                    </a:cubicBezTo>
                    <a:cubicBezTo>
                      <a:pt x="140" y="25"/>
                      <a:pt x="140" y="22"/>
                      <a:pt x="139" y="21"/>
                    </a:cubicBezTo>
                    <a:cubicBezTo>
                      <a:pt x="137" y="19"/>
                      <a:pt x="136" y="18"/>
                      <a:pt x="133" y="18"/>
                    </a:cubicBezTo>
                    <a:cubicBezTo>
                      <a:pt x="133" y="18"/>
                      <a:pt x="133" y="18"/>
                      <a:pt x="133" y="18"/>
                    </a:cubicBezTo>
                    <a:close/>
                    <a:moveTo>
                      <a:pt x="150" y="4"/>
                    </a:moveTo>
                    <a:cubicBezTo>
                      <a:pt x="146" y="6"/>
                      <a:pt x="146" y="6"/>
                      <a:pt x="146" y="6"/>
                    </a:cubicBezTo>
                    <a:cubicBezTo>
                      <a:pt x="145" y="5"/>
                      <a:pt x="144" y="5"/>
                      <a:pt x="143" y="5"/>
                    </a:cubicBezTo>
                    <a:cubicBezTo>
                      <a:pt x="142" y="4"/>
                      <a:pt x="141" y="4"/>
                      <a:pt x="139" y="4"/>
                    </a:cubicBezTo>
                    <a:cubicBezTo>
                      <a:pt x="135" y="4"/>
                      <a:pt x="132" y="5"/>
                      <a:pt x="130" y="8"/>
                    </a:cubicBezTo>
                    <a:cubicBezTo>
                      <a:pt x="127" y="11"/>
                      <a:pt x="126" y="15"/>
                      <a:pt x="126" y="19"/>
                    </a:cubicBezTo>
                    <a:cubicBezTo>
                      <a:pt x="126" y="19"/>
                      <a:pt x="126" y="19"/>
                      <a:pt x="126" y="19"/>
                    </a:cubicBezTo>
                    <a:cubicBezTo>
                      <a:pt x="127" y="17"/>
                      <a:pt x="129" y="16"/>
                      <a:pt x="131" y="15"/>
                    </a:cubicBezTo>
                    <a:cubicBezTo>
                      <a:pt x="133" y="14"/>
                      <a:pt x="135" y="13"/>
                      <a:pt x="138" y="13"/>
                    </a:cubicBezTo>
                    <a:cubicBezTo>
                      <a:pt x="142" y="13"/>
                      <a:pt x="145" y="14"/>
                      <a:pt x="147" y="16"/>
                    </a:cubicBezTo>
                    <a:cubicBezTo>
                      <a:pt x="149" y="18"/>
                      <a:pt x="150" y="21"/>
                      <a:pt x="150" y="25"/>
                    </a:cubicBezTo>
                    <a:cubicBezTo>
                      <a:pt x="150" y="29"/>
                      <a:pt x="149" y="32"/>
                      <a:pt x="146" y="35"/>
                    </a:cubicBezTo>
                    <a:cubicBezTo>
                      <a:pt x="143" y="38"/>
                      <a:pt x="139" y="39"/>
                      <a:pt x="134" y="39"/>
                    </a:cubicBezTo>
                    <a:cubicBezTo>
                      <a:pt x="128" y="39"/>
                      <a:pt x="124" y="38"/>
                      <a:pt x="121" y="35"/>
                    </a:cubicBezTo>
                    <a:cubicBezTo>
                      <a:pt x="118" y="32"/>
                      <a:pt x="116" y="27"/>
                      <a:pt x="116" y="22"/>
                    </a:cubicBezTo>
                    <a:cubicBezTo>
                      <a:pt x="116" y="19"/>
                      <a:pt x="117" y="16"/>
                      <a:pt x="118" y="13"/>
                    </a:cubicBezTo>
                    <a:cubicBezTo>
                      <a:pt x="119" y="11"/>
                      <a:pt x="121" y="9"/>
                      <a:pt x="123" y="7"/>
                    </a:cubicBezTo>
                    <a:cubicBezTo>
                      <a:pt x="125" y="5"/>
                      <a:pt x="127" y="3"/>
                      <a:pt x="130" y="2"/>
                    </a:cubicBezTo>
                    <a:cubicBezTo>
                      <a:pt x="133" y="1"/>
                      <a:pt x="136" y="0"/>
                      <a:pt x="139" y="0"/>
                    </a:cubicBezTo>
                    <a:cubicBezTo>
                      <a:pt x="141" y="0"/>
                      <a:pt x="143" y="1"/>
                      <a:pt x="145" y="1"/>
                    </a:cubicBezTo>
                    <a:cubicBezTo>
                      <a:pt x="147" y="2"/>
                      <a:pt x="148" y="3"/>
                      <a:pt x="150"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solidFill>
                    <a:srgbClr val="000000"/>
                  </a:solidFill>
                </a:endParaRPr>
              </a:p>
            </p:txBody>
          </p:sp>
          <p:sp>
            <p:nvSpPr>
              <p:cNvPr id="27" name="ïsļîḑè"/>
              <p:cNvSpPr/>
              <p:nvPr/>
            </p:nvSpPr>
            <p:spPr bwMode="auto">
              <a:xfrm>
                <a:off x="2190751" y="2551113"/>
                <a:ext cx="1754188" cy="1651000"/>
              </a:xfrm>
              <a:custGeom>
                <a:avLst/>
                <a:gdLst>
                  <a:gd name="T0" fmla="*/ 266 w 532"/>
                  <a:gd name="T1" fmla="*/ 0 h 500"/>
                  <a:gd name="T2" fmla="*/ 532 w 532"/>
                  <a:gd name="T3" fmla="*/ 266 h 500"/>
                  <a:gd name="T4" fmla="*/ 395 w 532"/>
                  <a:gd name="T5" fmla="*/ 500 h 500"/>
                  <a:gd name="T6" fmla="*/ 389 w 532"/>
                  <a:gd name="T7" fmla="*/ 489 h 500"/>
                  <a:gd name="T8" fmla="*/ 521 w 532"/>
                  <a:gd name="T9" fmla="*/ 266 h 500"/>
                  <a:gd name="T10" fmla="*/ 266 w 532"/>
                  <a:gd name="T11" fmla="*/ 12 h 500"/>
                  <a:gd name="T12" fmla="*/ 11 w 532"/>
                  <a:gd name="T13" fmla="*/ 266 h 500"/>
                  <a:gd name="T14" fmla="*/ 144 w 532"/>
                  <a:gd name="T15" fmla="*/ 490 h 500"/>
                  <a:gd name="T16" fmla="*/ 139 w 532"/>
                  <a:gd name="T17" fmla="*/ 500 h 500"/>
                  <a:gd name="T18" fmla="*/ 0 w 532"/>
                  <a:gd name="T19" fmla="*/ 266 h 500"/>
                  <a:gd name="T20" fmla="*/ 266 w 532"/>
                  <a:gd name="T21" fmla="*/ 0 h 5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32" h="500">
                    <a:moveTo>
                      <a:pt x="266" y="0"/>
                    </a:moveTo>
                    <a:cubicBezTo>
                      <a:pt x="413" y="0"/>
                      <a:pt x="532" y="120"/>
                      <a:pt x="532" y="266"/>
                    </a:cubicBezTo>
                    <a:cubicBezTo>
                      <a:pt x="532" y="367"/>
                      <a:pt x="477" y="454"/>
                      <a:pt x="395" y="500"/>
                    </a:cubicBezTo>
                    <a:cubicBezTo>
                      <a:pt x="389" y="489"/>
                      <a:pt x="389" y="489"/>
                      <a:pt x="389" y="489"/>
                    </a:cubicBezTo>
                    <a:cubicBezTo>
                      <a:pt x="468" y="446"/>
                      <a:pt x="521" y="362"/>
                      <a:pt x="521" y="266"/>
                    </a:cubicBezTo>
                    <a:cubicBezTo>
                      <a:pt x="521" y="126"/>
                      <a:pt x="407" y="12"/>
                      <a:pt x="266" y="12"/>
                    </a:cubicBezTo>
                    <a:cubicBezTo>
                      <a:pt x="126" y="12"/>
                      <a:pt x="11" y="126"/>
                      <a:pt x="11" y="266"/>
                    </a:cubicBezTo>
                    <a:cubicBezTo>
                      <a:pt x="11" y="363"/>
                      <a:pt x="65" y="447"/>
                      <a:pt x="144" y="490"/>
                    </a:cubicBezTo>
                    <a:cubicBezTo>
                      <a:pt x="139" y="500"/>
                      <a:pt x="139" y="500"/>
                      <a:pt x="139" y="500"/>
                    </a:cubicBezTo>
                    <a:cubicBezTo>
                      <a:pt x="56" y="455"/>
                      <a:pt x="0" y="367"/>
                      <a:pt x="0" y="266"/>
                    </a:cubicBezTo>
                    <a:cubicBezTo>
                      <a:pt x="0" y="120"/>
                      <a:pt x="120" y="0"/>
                      <a:pt x="266"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solidFill>
                    <a:srgbClr val="000000"/>
                  </a:solidFill>
                </a:endParaRPr>
              </a:p>
            </p:txBody>
          </p:sp>
        </p:grpSp>
        <p:sp>
          <p:nvSpPr>
            <p:cNvPr id="8" name="íšľïḋé"/>
            <p:cNvSpPr/>
            <p:nvPr/>
          </p:nvSpPr>
          <p:spPr bwMode="auto">
            <a:xfrm>
              <a:off x="10398657" y="734847"/>
              <a:ext cx="1120243" cy="66549"/>
            </a:xfrm>
            <a:custGeom>
              <a:avLst/>
              <a:gdLst>
                <a:gd name="T0" fmla="*/ 2 w 1702"/>
                <a:gd name="T1" fmla="*/ 29 h 101"/>
                <a:gd name="T2" fmla="*/ 49 w 1702"/>
                <a:gd name="T3" fmla="*/ 13 h 101"/>
                <a:gd name="T4" fmla="*/ 59 w 1702"/>
                <a:gd name="T5" fmla="*/ 92 h 101"/>
                <a:gd name="T6" fmla="*/ 87 w 1702"/>
                <a:gd name="T7" fmla="*/ 93 h 101"/>
                <a:gd name="T8" fmla="*/ 110 w 1702"/>
                <a:gd name="T9" fmla="*/ 3 h 101"/>
                <a:gd name="T10" fmla="*/ 133 w 1702"/>
                <a:gd name="T11" fmla="*/ 99 h 101"/>
                <a:gd name="T12" fmla="*/ 235 w 1702"/>
                <a:gd name="T13" fmla="*/ 34 h 101"/>
                <a:gd name="T14" fmla="*/ 240 w 1702"/>
                <a:gd name="T15" fmla="*/ 77 h 101"/>
                <a:gd name="T16" fmla="*/ 254 w 1702"/>
                <a:gd name="T17" fmla="*/ 99 h 101"/>
                <a:gd name="T18" fmla="*/ 263 w 1702"/>
                <a:gd name="T19" fmla="*/ 2 h 101"/>
                <a:gd name="T20" fmla="*/ 326 w 1702"/>
                <a:gd name="T21" fmla="*/ 9 h 101"/>
                <a:gd name="T22" fmla="*/ 354 w 1702"/>
                <a:gd name="T23" fmla="*/ 9 h 101"/>
                <a:gd name="T24" fmla="*/ 318 w 1702"/>
                <a:gd name="T25" fmla="*/ 93 h 101"/>
                <a:gd name="T26" fmla="*/ 299 w 1702"/>
                <a:gd name="T27" fmla="*/ 98 h 101"/>
                <a:gd name="T28" fmla="*/ 377 w 1702"/>
                <a:gd name="T29" fmla="*/ 2 h 101"/>
                <a:gd name="T30" fmla="*/ 415 w 1702"/>
                <a:gd name="T31" fmla="*/ 82 h 101"/>
                <a:gd name="T32" fmla="*/ 454 w 1702"/>
                <a:gd name="T33" fmla="*/ 2 h 101"/>
                <a:gd name="T34" fmla="*/ 398 w 1702"/>
                <a:gd name="T35" fmla="*/ 93 h 101"/>
                <a:gd name="T36" fmla="*/ 510 w 1702"/>
                <a:gd name="T37" fmla="*/ 93 h 101"/>
                <a:gd name="T38" fmla="*/ 528 w 1702"/>
                <a:gd name="T39" fmla="*/ 2 h 101"/>
                <a:gd name="T40" fmla="*/ 534 w 1702"/>
                <a:gd name="T41" fmla="*/ 93 h 101"/>
                <a:gd name="T42" fmla="*/ 669 w 1702"/>
                <a:gd name="T43" fmla="*/ 9 h 101"/>
                <a:gd name="T44" fmla="*/ 680 w 1702"/>
                <a:gd name="T45" fmla="*/ 17 h 101"/>
                <a:gd name="T46" fmla="*/ 598 w 1702"/>
                <a:gd name="T47" fmla="*/ 98 h 101"/>
                <a:gd name="T48" fmla="*/ 607 w 1702"/>
                <a:gd name="T49" fmla="*/ 3 h 101"/>
                <a:gd name="T50" fmla="*/ 793 w 1702"/>
                <a:gd name="T51" fmla="*/ 3 h 101"/>
                <a:gd name="T52" fmla="*/ 827 w 1702"/>
                <a:gd name="T53" fmla="*/ 89 h 101"/>
                <a:gd name="T54" fmla="*/ 860 w 1702"/>
                <a:gd name="T55" fmla="*/ 2 h 101"/>
                <a:gd name="T56" fmla="*/ 781 w 1702"/>
                <a:gd name="T57" fmla="*/ 16 h 101"/>
                <a:gd name="T58" fmla="*/ 981 w 1702"/>
                <a:gd name="T59" fmla="*/ 7 h 101"/>
                <a:gd name="T60" fmla="*/ 914 w 1702"/>
                <a:gd name="T61" fmla="*/ 99 h 101"/>
                <a:gd name="T62" fmla="*/ 882 w 1702"/>
                <a:gd name="T63" fmla="*/ 7 h 101"/>
                <a:gd name="T64" fmla="*/ 1006 w 1702"/>
                <a:gd name="T65" fmla="*/ 91 h 101"/>
                <a:gd name="T66" fmla="*/ 1042 w 1702"/>
                <a:gd name="T67" fmla="*/ 2 h 101"/>
                <a:gd name="T68" fmla="*/ 1020 w 1702"/>
                <a:gd name="T69" fmla="*/ 98 h 101"/>
                <a:gd name="T70" fmla="*/ 1054 w 1702"/>
                <a:gd name="T71" fmla="*/ 2 h 101"/>
                <a:gd name="T72" fmla="*/ 1090 w 1702"/>
                <a:gd name="T73" fmla="*/ 15 h 101"/>
                <a:gd name="T74" fmla="*/ 1137 w 1702"/>
                <a:gd name="T75" fmla="*/ 2 h 101"/>
                <a:gd name="T76" fmla="*/ 1173 w 1702"/>
                <a:gd name="T77" fmla="*/ 91 h 101"/>
                <a:gd name="T78" fmla="*/ 1224 w 1702"/>
                <a:gd name="T79" fmla="*/ 2 h 101"/>
                <a:gd name="T80" fmla="*/ 1210 w 1702"/>
                <a:gd name="T81" fmla="*/ 46 h 101"/>
                <a:gd name="T82" fmla="*/ 1211 w 1702"/>
                <a:gd name="T83" fmla="*/ 52 h 101"/>
                <a:gd name="T84" fmla="*/ 1221 w 1702"/>
                <a:gd name="T85" fmla="*/ 98 h 101"/>
                <a:gd name="T86" fmla="*/ 1267 w 1702"/>
                <a:gd name="T87" fmla="*/ 9 h 101"/>
                <a:gd name="T88" fmla="*/ 1333 w 1702"/>
                <a:gd name="T89" fmla="*/ 40 h 101"/>
                <a:gd name="T90" fmla="*/ 1324 w 1702"/>
                <a:gd name="T91" fmla="*/ 96 h 101"/>
                <a:gd name="T92" fmla="*/ 1302 w 1702"/>
                <a:gd name="T93" fmla="*/ 93 h 101"/>
                <a:gd name="T94" fmla="*/ 1318 w 1702"/>
                <a:gd name="T95" fmla="*/ 28 h 101"/>
                <a:gd name="T96" fmla="*/ 1413 w 1702"/>
                <a:gd name="T97" fmla="*/ 88 h 101"/>
                <a:gd name="T98" fmla="*/ 1431 w 1702"/>
                <a:gd name="T99" fmla="*/ 4 h 101"/>
                <a:gd name="T100" fmla="*/ 1407 w 1702"/>
                <a:gd name="T101" fmla="*/ 38 h 101"/>
                <a:gd name="T102" fmla="*/ 1370 w 1702"/>
                <a:gd name="T103" fmla="*/ 73 h 101"/>
                <a:gd name="T104" fmla="*/ 1465 w 1702"/>
                <a:gd name="T105" fmla="*/ 9 h 101"/>
                <a:gd name="T106" fmla="*/ 1491 w 1702"/>
                <a:gd name="T107" fmla="*/ 16 h 101"/>
                <a:gd name="T108" fmla="*/ 1456 w 1702"/>
                <a:gd name="T109" fmla="*/ 99 h 101"/>
                <a:gd name="T110" fmla="*/ 1517 w 1702"/>
                <a:gd name="T111" fmla="*/ 26 h 101"/>
                <a:gd name="T112" fmla="*/ 1586 w 1702"/>
                <a:gd name="T113" fmla="*/ 13 h 101"/>
                <a:gd name="T114" fmla="*/ 1545 w 1702"/>
                <a:gd name="T115" fmla="*/ 98 h 101"/>
                <a:gd name="T116" fmla="*/ 1656 w 1702"/>
                <a:gd name="T117" fmla="*/ 98 h 101"/>
                <a:gd name="T118" fmla="*/ 1610 w 1702"/>
                <a:gd name="T119" fmla="*/ 7 h 101"/>
                <a:gd name="T120" fmla="*/ 1644 w 1702"/>
                <a:gd name="T121" fmla="*/ 12 h 101"/>
                <a:gd name="T122" fmla="*/ 1688 w 1702"/>
                <a:gd name="T123" fmla="*/ 3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702" h="101">
                  <a:moveTo>
                    <a:pt x="1" y="66"/>
                  </a:moveTo>
                  <a:cubicBezTo>
                    <a:pt x="11" y="66"/>
                    <a:pt x="11" y="66"/>
                    <a:pt x="11" y="66"/>
                  </a:cubicBezTo>
                  <a:cubicBezTo>
                    <a:pt x="11" y="75"/>
                    <a:pt x="13" y="81"/>
                    <a:pt x="16" y="85"/>
                  </a:cubicBezTo>
                  <a:cubicBezTo>
                    <a:pt x="20" y="90"/>
                    <a:pt x="25" y="92"/>
                    <a:pt x="32" y="92"/>
                  </a:cubicBezTo>
                  <a:cubicBezTo>
                    <a:pt x="37" y="92"/>
                    <a:pt x="41" y="90"/>
                    <a:pt x="44" y="88"/>
                  </a:cubicBezTo>
                  <a:cubicBezTo>
                    <a:pt x="48" y="85"/>
                    <a:pt x="49" y="82"/>
                    <a:pt x="49" y="77"/>
                  </a:cubicBezTo>
                  <a:cubicBezTo>
                    <a:pt x="49" y="74"/>
                    <a:pt x="48" y="71"/>
                    <a:pt x="46" y="68"/>
                  </a:cubicBezTo>
                  <a:cubicBezTo>
                    <a:pt x="44" y="66"/>
                    <a:pt x="39" y="63"/>
                    <a:pt x="31" y="60"/>
                  </a:cubicBezTo>
                  <a:cubicBezTo>
                    <a:pt x="20" y="55"/>
                    <a:pt x="12" y="51"/>
                    <a:pt x="8" y="46"/>
                  </a:cubicBezTo>
                  <a:cubicBezTo>
                    <a:pt x="4" y="41"/>
                    <a:pt x="2" y="36"/>
                    <a:pt x="2" y="29"/>
                  </a:cubicBezTo>
                  <a:cubicBezTo>
                    <a:pt x="2" y="20"/>
                    <a:pt x="5" y="13"/>
                    <a:pt x="11" y="8"/>
                  </a:cubicBezTo>
                  <a:cubicBezTo>
                    <a:pt x="17" y="2"/>
                    <a:pt x="25" y="0"/>
                    <a:pt x="34" y="0"/>
                  </a:cubicBezTo>
                  <a:cubicBezTo>
                    <a:pt x="38" y="0"/>
                    <a:pt x="42" y="0"/>
                    <a:pt x="47" y="1"/>
                  </a:cubicBezTo>
                  <a:cubicBezTo>
                    <a:pt x="51" y="1"/>
                    <a:pt x="56" y="2"/>
                    <a:pt x="62" y="3"/>
                  </a:cubicBezTo>
                  <a:cubicBezTo>
                    <a:pt x="62" y="4"/>
                    <a:pt x="62" y="4"/>
                    <a:pt x="62" y="4"/>
                  </a:cubicBezTo>
                  <a:cubicBezTo>
                    <a:pt x="62" y="9"/>
                    <a:pt x="62" y="14"/>
                    <a:pt x="62" y="17"/>
                  </a:cubicBezTo>
                  <a:cubicBezTo>
                    <a:pt x="62" y="19"/>
                    <a:pt x="62" y="23"/>
                    <a:pt x="62" y="29"/>
                  </a:cubicBezTo>
                  <a:cubicBezTo>
                    <a:pt x="62" y="29"/>
                    <a:pt x="62" y="29"/>
                    <a:pt x="62" y="29"/>
                  </a:cubicBezTo>
                  <a:cubicBezTo>
                    <a:pt x="54" y="29"/>
                    <a:pt x="54" y="29"/>
                    <a:pt x="54" y="29"/>
                  </a:cubicBezTo>
                  <a:cubicBezTo>
                    <a:pt x="54" y="22"/>
                    <a:pt x="53" y="17"/>
                    <a:pt x="49" y="13"/>
                  </a:cubicBezTo>
                  <a:cubicBezTo>
                    <a:pt x="46" y="10"/>
                    <a:pt x="42" y="8"/>
                    <a:pt x="36" y="8"/>
                  </a:cubicBezTo>
                  <a:cubicBezTo>
                    <a:pt x="31" y="8"/>
                    <a:pt x="27" y="9"/>
                    <a:pt x="25" y="11"/>
                  </a:cubicBezTo>
                  <a:cubicBezTo>
                    <a:pt x="22" y="14"/>
                    <a:pt x="21" y="17"/>
                    <a:pt x="21" y="21"/>
                  </a:cubicBezTo>
                  <a:cubicBezTo>
                    <a:pt x="21" y="24"/>
                    <a:pt x="22" y="27"/>
                    <a:pt x="24" y="30"/>
                  </a:cubicBezTo>
                  <a:cubicBezTo>
                    <a:pt x="26" y="32"/>
                    <a:pt x="31" y="35"/>
                    <a:pt x="39" y="38"/>
                  </a:cubicBezTo>
                  <a:cubicBezTo>
                    <a:pt x="40" y="38"/>
                    <a:pt x="41" y="39"/>
                    <a:pt x="43" y="40"/>
                  </a:cubicBezTo>
                  <a:cubicBezTo>
                    <a:pt x="51" y="43"/>
                    <a:pt x="57" y="46"/>
                    <a:pt x="60" y="49"/>
                  </a:cubicBezTo>
                  <a:cubicBezTo>
                    <a:pt x="63" y="51"/>
                    <a:pt x="65" y="55"/>
                    <a:pt x="66" y="58"/>
                  </a:cubicBezTo>
                  <a:cubicBezTo>
                    <a:pt x="68" y="61"/>
                    <a:pt x="69" y="65"/>
                    <a:pt x="69" y="69"/>
                  </a:cubicBezTo>
                  <a:cubicBezTo>
                    <a:pt x="69" y="79"/>
                    <a:pt x="65" y="86"/>
                    <a:pt x="59" y="92"/>
                  </a:cubicBezTo>
                  <a:cubicBezTo>
                    <a:pt x="53" y="98"/>
                    <a:pt x="44" y="101"/>
                    <a:pt x="33" y="101"/>
                  </a:cubicBezTo>
                  <a:cubicBezTo>
                    <a:pt x="27" y="101"/>
                    <a:pt x="21" y="100"/>
                    <a:pt x="16" y="99"/>
                  </a:cubicBezTo>
                  <a:cubicBezTo>
                    <a:pt x="11" y="98"/>
                    <a:pt x="5" y="96"/>
                    <a:pt x="0" y="93"/>
                  </a:cubicBezTo>
                  <a:cubicBezTo>
                    <a:pt x="1" y="90"/>
                    <a:pt x="1" y="87"/>
                    <a:pt x="1" y="83"/>
                  </a:cubicBezTo>
                  <a:cubicBezTo>
                    <a:pt x="1" y="80"/>
                    <a:pt x="1" y="77"/>
                    <a:pt x="1" y="73"/>
                  </a:cubicBezTo>
                  <a:cubicBezTo>
                    <a:pt x="1" y="71"/>
                    <a:pt x="1" y="70"/>
                    <a:pt x="1" y="69"/>
                  </a:cubicBezTo>
                  <a:cubicBezTo>
                    <a:pt x="1" y="68"/>
                    <a:pt x="1" y="67"/>
                    <a:pt x="1" y="66"/>
                  </a:cubicBezTo>
                  <a:cubicBezTo>
                    <a:pt x="1" y="66"/>
                    <a:pt x="1" y="66"/>
                    <a:pt x="1" y="66"/>
                  </a:cubicBezTo>
                  <a:close/>
                  <a:moveTo>
                    <a:pt x="87" y="99"/>
                  </a:moveTo>
                  <a:cubicBezTo>
                    <a:pt x="87" y="93"/>
                    <a:pt x="87" y="93"/>
                    <a:pt x="87" y="93"/>
                  </a:cubicBezTo>
                  <a:cubicBezTo>
                    <a:pt x="88" y="93"/>
                    <a:pt x="88" y="93"/>
                    <a:pt x="88" y="93"/>
                  </a:cubicBezTo>
                  <a:cubicBezTo>
                    <a:pt x="93" y="93"/>
                    <a:pt x="95" y="92"/>
                    <a:pt x="97" y="91"/>
                  </a:cubicBezTo>
                  <a:cubicBezTo>
                    <a:pt x="98" y="89"/>
                    <a:pt x="99" y="86"/>
                    <a:pt x="99" y="81"/>
                  </a:cubicBezTo>
                  <a:cubicBezTo>
                    <a:pt x="99" y="16"/>
                    <a:pt x="99" y="16"/>
                    <a:pt x="99" y="16"/>
                  </a:cubicBezTo>
                  <a:cubicBezTo>
                    <a:pt x="99" y="13"/>
                    <a:pt x="98" y="11"/>
                    <a:pt x="97" y="9"/>
                  </a:cubicBezTo>
                  <a:cubicBezTo>
                    <a:pt x="95" y="8"/>
                    <a:pt x="93" y="7"/>
                    <a:pt x="89" y="7"/>
                  </a:cubicBezTo>
                  <a:cubicBezTo>
                    <a:pt x="87" y="7"/>
                    <a:pt x="87" y="7"/>
                    <a:pt x="87" y="7"/>
                  </a:cubicBezTo>
                  <a:cubicBezTo>
                    <a:pt x="87" y="2"/>
                    <a:pt x="87" y="2"/>
                    <a:pt x="87" y="2"/>
                  </a:cubicBezTo>
                  <a:cubicBezTo>
                    <a:pt x="91" y="2"/>
                    <a:pt x="95" y="2"/>
                    <a:pt x="99" y="2"/>
                  </a:cubicBezTo>
                  <a:cubicBezTo>
                    <a:pt x="103" y="3"/>
                    <a:pt x="107" y="3"/>
                    <a:pt x="110" y="3"/>
                  </a:cubicBezTo>
                  <a:cubicBezTo>
                    <a:pt x="114" y="3"/>
                    <a:pt x="118" y="3"/>
                    <a:pt x="122" y="2"/>
                  </a:cubicBezTo>
                  <a:cubicBezTo>
                    <a:pt x="126" y="2"/>
                    <a:pt x="129" y="2"/>
                    <a:pt x="133" y="2"/>
                  </a:cubicBezTo>
                  <a:cubicBezTo>
                    <a:pt x="133" y="7"/>
                    <a:pt x="133" y="7"/>
                    <a:pt x="133" y="7"/>
                  </a:cubicBezTo>
                  <a:cubicBezTo>
                    <a:pt x="129" y="7"/>
                    <a:pt x="126" y="8"/>
                    <a:pt x="125" y="9"/>
                  </a:cubicBezTo>
                  <a:cubicBezTo>
                    <a:pt x="123" y="10"/>
                    <a:pt x="122" y="12"/>
                    <a:pt x="122" y="16"/>
                  </a:cubicBezTo>
                  <a:cubicBezTo>
                    <a:pt x="122" y="81"/>
                    <a:pt x="122" y="81"/>
                    <a:pt x="122" y="81"/>
                  </a:cubicBezTo>
                  <a:cubicBezTo>
                    <a:pt x="122" y="86"/>
                    <a:pt x="123" y="89"/>
                    <a:pt x="124" y="91"/>
                  </a:cubicBezTo>
                  <a:cubicBezTo>
                    <a:pt x="126" y="92"/>
                    <a:pt x="128" y="93"/>
                    <a:pt x="133" y="93"/>
                  </a:cubicBezTo>
                  <a:cubicBezTo>
                    <a:pt x="133" y="93"/>
                    <a:pt x="133" y="93"/>
                    <a:pt x="133" y="93"/>
                  </a:cubicBezTo>
                  <a:cubicBezTo>
                    <a:pt x="133" y="99"/>
                    <a:pt x="133" y="99"/>
                    <a:pt x="133" y="99"/>
                  </a:cubicBezTo>
                  <a:cubicBezTo>
                    <a:pt x="130" y="98"/>
                    <a:pt x="126" y="98"/>
                    <a:pt x="122" y="98"/>
                  </a:cubicBezTo>
                  <a:cubicBezTo>
                    <a:pt x="118" y="98"/>
                    <a:pt x="114" y="98"/>
                    <a:pt x="110" y="98"/>
                  </a:cubicBezTo>
                  <a:cubicBezTo>
                    <a:pt x="107" y="98"/>
                    <a:pt x="104" y="98"/>
                    <a:pt x="100" y="98"/>
                  </a:cubicBezTo>
                  <a:cubicBezTo>
                    <a:pt x="96" y="98"/>
                    <a:pt x="92" y="98"/>
                    <a:pt x="87" y="99"/>
                  </a:cubicBezTo>
                  <a:cubicBezTo>
                    <a:pt x="87" y="99"/>
                    <a:pt x="87" y="99"/>
                    <a:pt x="87" y="99"/>
                  </a:cubicBezTo>
                  <a:close/>
                  <a:moveTo>
                    <a:pt x="236" y="4"/>
                  </a:moveTo>
                  <a:cubicBezTo>
                    <a:pt x="236" y="8"/>
                    <a:pt x="235" y="11"/>
                    <a:pt x="235" y="14"/>
                  </a:cubicBezTo>
                  <a:cubicBezTo>
                    <a:pt x="235" y="17"/>
                    <a:pt x="235" y="20"/>
                    <a:pt x="235" y="23"/>
                  </a:cubicBezTo>
                  <a:cubicBezTo>
                    <a:pt x="235" y="24"/>
                    <a:pt x="235" y="26"/>
                    <a:pt x="235" y="27"/>
                  </a:cubicBezTo>
                  <a:cubicBezTo>
                    <a:pt x="235" y="29"/>
                    <a:pt x="235" y="31"/>
                    <a:pt x="235" y="34"/>
                  </a:cubicBezTo>
                  <a:cubicBezTo>
                    <a:pt x="227" y="34"/>
                    <a:pt x="227" y="34"/>
                    <a:pt x="227" y="34"/>
                  </a:cubicBezTo>
                  <a:cubicBezTo>
                    <a:pt x="226" y="25"/>
                    <a:pt x="224" y="18"/>
                    <a:pt x="220" y="14"/>
                  </a:cubicBezTo>
                  <a:cubicBezTo>
                    <a:pt x="216" y="10"/>
                    <a:pt x="211" y="7"/>
                    <a:pt x="205" y="7"/>
                  </a:cubicBezTo>
                  <a:cubicBezTo>
                    <a:pt x="195" y="7"/>
                    <a:pt x="188" y="11"/>
                    <a:pt x="183" y="18"/>
                  </a:cubicBezTo>
                  <a:cubicBezTo>
                    <a:pt x="178" y="25"/>
                    <a:pt x="175" y="35"/>
                    <a:pt x="175" y="47"/>
                  </a:cubicBezTo>
                  <a:cubicBezTo>
                    <a:pt x="175" y="60"/>
                    <a:pt x="178" y="71"/>
                    <a:pt x="184" y="78"/>
                  </a:cubicBezTo>
                  <a:cubicBezTo>
                    <a:pt x="189" y="86"/>
                    <a:pt x="197" y="90"/>
                    <a:pt x="206" y="90"/>
                  </a:cubicBezTo>
                  <a:cubicBezTo>
                    <a:pt x="211" y="90"/>
                    <a:pt x="216" y="89"/>
                    <a:pt x="220" y="86"/>
                  </a:cubicBezTo>
                  <a:cubicBezTo>
                    <a:pt x="224" y="83"/>
                    <a:pt x="229" y="79"/>
                    <a:pt x="233" y="73"/>
                  </a:cubicBezTo>
                  <a:cubicBezTo>
                    <a:pt x="240" y="77"/>
                    <a:pt x="240" y="77"/>
                    <a:pt x="240" y="77"/>
                  </a:cubicBezTo>
                  <a:cubicBezTo>
                    <a:pt x="234" y="85"/>
                    <a:pt x="229" y="91"/>
                    <a:pt x="222" y="95"/>
                  </a:cubicBezTo>
                  <a:cubicBezTo>
                    <a:pt x="215" y="99"/>
                    <a:pt x="208" y="101"/>
                    <a:pt x="199" y="101"/>
                  </a:cubicBezTo>
                  <a:cubicBezTo>
                    <a:pt x="184" y="101"/>
                    <a:pt x="172" y="96"/>
                    <a:pt x="164" y="87"/>
                  </a:cubicBezTo>
                  <a:cubicBezTo>
                    <a:pt x="155" y="78"/>
                    <a:pt x="151" y="66"/>
                    <a:pt x="151" y="50"/>
                  </a:cubicBezTo>
                  <a:cubicBezTo>
                    <a:pt x="151" y="35"/>
                    <a:pt x="156" y="23"/>
                    <a:pt x="165" y="14"/>
                  </a:cubicBezTo>
                  <a:cubicBezTo>
                    <a:pt x="175" y="4"/>
                    <a:pt x="187" y="0"/>
                    <a:pt x="203" y="0"/>
                  </a:cubicBezTo>
                  <a:cubicBezTo>
                    <a:pt x="209" y="0"/>
                    <a:pt x="218" y="1"/>
                    <a:pt x="233" y="4"/>
                  </a:cubicBezTo>
                  <a:cubicBezTo>
                    <a:pt x="234" y="4"/>
                    <a:pt x="235" y="4"/>
                    <a:pt x="236" y="4"/>
                  </a:cubicBezTo>
                  <a:cubicBezTo>
                    <a:pt x="236" y="4"/>
                    <a:pt x="236" y="4"/>
                    <a:pt x="236" y="4"/>
                  </a:cubicBezTo>
                  <a:close/>
                  <a:moveTo>
                    <a:pt x="254" y="99"/>
                  </a:moveTo>
                  <a:cubicBezTo>
                    <a:pt x="254" y="93"/>
                    <a:pt x="254" y="93"/>
                    <a:pt x="254" y="93"/>
                  </a:cubicBezTo>
                  <a:cubicBezTo>
                    <a:pt x="255" y="93"/>
                    <a:pt x="255" y="93"/>
                    <a:pt x="255" y="93"/>
                  </a:cubicBezTo>
                  <a:cubicBezTo>
                    <a:pt x="259" y="93"/>
                    <a:pt x="262" y="92"/>
                    <a:pt x="263" y="91"/>
                  </a:cubicBezTo>
                  <a:cubicBezTo>
                    <a:pt x="265" y="89"/>
                    <a:pt x="265" y="86"/>
                    <a:pt x="265" y="81"/>
                  </a:cubicBezTo>
                  <a:cubicBezTo>
                    <a:pt x="265" y="16"/>
                    <a:pt x="265" y="16"/>
                    <a:pt x="265" y="16"/>
                  </a:cubicBezTo>
                  <a:cubicBezTo>
                    <a:pt x="265" y="13"/>
                    <a:pt x="265" y="11"/>
                    <a:pt x="263" y="9"/>
                  </a:cubicBezTo>
                  <a:cubicBezTo>
                    <a:pt x="262" y="8"/>
                    <a:pt x="259" y="7"/>
                    <a:pt x="256" y="7"/>
                  </a:cubicBezTo>
                  <a:cubicBezTo>
                    <a:pt x="254" y="7"/>
                    <a:pt x="254" y="7"/>
                    <a:pt x="254" y="7"/>
                  </a:cubicBezTo>
                  <a:cubicBezTo>
                    <a:pt x="254" y="2"/>
                    <a:pt x="254" y="2"/>
                    <a:pt x="254" y="2"/>
                  </a:cubicBezTo>
                  <a:cubicBezTo>
                    <a:pt x="257" y="2"/>
                    <a:pt x="260" y="2"/>
                    <a:pt x="263" y="2"/>
                  </a:cubicBezTo>
                  <a:cubicBezTo>
                    <a:pt x="267" y="3"/>
                    <a:pt x="271" y="3"/>
                    <a:pt x="277" y="3"/>
                  </a:cubicBezTo>
                  <a:cubicBezTo>
                    <a:pt x="282" y="3"/>
                    <a:pt x="286" y="3"/>
                    <a:pt x="290" y="2"/>
                  </a:cubicBezTo>
                  <a:cubicBezTo>
                    <a:pt x="294" y="2"/>
                    <a:pt x="297" y="2"/>
                    <a:pt x="299" y="2"/>
                  </a:cubicBezTo>
                  <a:cubicBezTo>
                    <a:pt x="299" y="7"/>
                    <a:pt x="299" y="7"/>
                    <a:pt x="299" y="7"/>
                  </a:cubicBezTo>
                  <a:cubicBezTo>
                    <a:pt x="295" y="7"/>
                    <a:pt x="292" y="8"/>
                    <a:pt x="291" y="9"/>
                  </a:cubicBezTo>
                  <a:cubicBezTo>
                    <a:pt x="289" y="10"/>
                    <a:pt x="288" y="12"/>
                    <a:pt x="288" y="16"/>
                  </a:cubicBezTo>
                  <a:cubicBezTo>
                    <a:pt x="288" y="43"/>
                    <a:pt x="288" y="43"/>
                    <a:pt x="288" y="43"/>
                  </a:cubicBezTo>
                  <a:cubicBezTo>
                    <a:pt x="329" y="43"/>
                    <a:pt x="329" y="43"/>
                    <a:pt x="329" y="43"/>
                  </a:cubicBezTo>
                  <a:cubicBezTo>
                    <a:pt x="329" y="16"/>
                    <a:pt x="329" y="16"/>
                    <a:pt x="329" y="16"/>
                  </a:cubicBezTo>
                  <a:cubicBezTo>
                    <a:pt x="329" y="13"/>
                    <a:pt x="328" y="10"/>
                    <a:pt x="326" y="9"/>
                  </a:cubicBezTo>
                  <a:cubicBezTo>
                    <a:pt x="325" y="8"/>
                    <a:pt x="322" y="7"/>
                    <a:pt x="318" y="7"/>
                  </a:cubicBezTo>
                  <a:cubicBezTo>
                    <a:pt x="317" y="7"/>
                    <a:pt x="317" y="7"/>
                    <a:pt x="317" y="7"/>
                  </a:cubicBezTo>
                  <a:cubicBezTo>
                    <a:pt x="317" y="2"/>
                    <a:pt x="317" y="2"/>
                    <a:pt x="317" y="2"/>
                  </a:cubicBezTo>
                  <a:cubicBezTo>
                    <a:pt x="321" y="2"/>
                    <a:pt x="324" y="2"/>
                    <a:pt x="328" y="2"/>
                  </a:cubicBezTo>
                  <a:cubicBezTo>
                    <a:pt x="331" y="3"/>
                    <a:pt x="336" y="3"/>
                    <a:pt x="340" y="3"/>
                  </a:cubicBezTo>
                  <a:cubicBezTo>
                    <a:pt x="345" y="3"/>
                    <a:pt x="349" y="3"/>
                    <a:pt x="352" y="2"/>
                  </a:cubicBezTo>
                  <a:cubicBezTo>
                    <a:pt x="356" y="2"/>
                    <a:pt x="359" y="2"/>
                    <a:pt x="362" y="2"/>
                  </a:cubicBezTo>
                  <a:cubicBezTo>
                    <a:pt x="362" y="7"/>
                    <a:pt x="362" y="7"/>
                    <a:pt x="362" y="7"/>
                  </a:cubicBezTo>
                  <a:cubicBezTo>
                    <a:pt x="361" y="7"/>
                    <a:pt x="361" y="7"/>
                    <a:pt x="361" y="7"/>
                  </a:cubicBezTo>
                  <a:cubicBezTo>
                    <a:pt x="357" y="7"/>
                    <a:pt x="355" y="8"/>
                    <a:pt x="354" y="9"/>
                  </a:cubicBezTo>
                  <a:cubicBezTo>
                    <a:pt x="352" y="11"/>
                    <a:pt x="351" y="13"/>
                    <a:pt x="351" y="16"/>
                  </a:cubicBezTo>
                  <a:cubicBezTo>
                    <a:pt x="351" y="81"/>
                    <a:pt x="351" y="81"/>
                    <a:pt x="351" y="81"/>
                  </a:cubicBezTo>
                  <a:cubicBezTo>
                    <a:pt x="351" y="86"/>
                    <a:pt x="352" y="89"/>
                    <a:pt x="354" y="90"/>
                  </a:cubicBezTo>
                  <a:cubicBezTo>
                    <a:pt x="355" y="92"/>
                    <a:pt x="358" y="93"/>
                    <a:pt x="362" y="93"/>
                  </a:cubicBezTo>
                  <a:cubicBezTo>
                    <a:pt x="362" y="99"/>
                    <a:pt x="362" y="99"/>
                    <a:pt x="362" y="99"/>
                  </a:cubicBezTo>
                  <a:cubicBezTo>
                    <a:pt x="358" y="98"/>
                    <a:pt x="354" y="98"/>
                    <a:pt x="350" y="98"/>
                  </a:cubicBezTo>
                  <a:cubicBezTo>
                    <a:pt x="346" y="98"/>
                    <a:pt x="343" y="98"/>
                    <a:pt x="340" y="98"/>
                  </a:cubicBezTo>
                  <a:cubicBezTo>
                    <a:pt x="338" y="98"/>
                    <a:pt x="336" y="98"/>
                    <a:pt x="332" y="98"/>
                  </a:cubicBezTo>
                  <a:cubicBezTo>
                    <a:pt x="328" y="98"/>
                    <a:pt x="323" y="98"/>
                    <a:pt x="318" y="99"/>
                  </a:cubicBezTo>
                  <a:cubicBezTo>
                    <a:pt x="318" y="93"/>
                    <a:pt x="318" y="93"/>
                    <a:pt x="318" y="93"/>
                  </a:cubicBezTo>
                  <a:cubicBezTo>
                    <a:pt x="318" y="93"/>
                    <a:pt x="318" y="93"/>
                    <a:pt x="318" y="93"/>
                  </a:cubicBezTo>
                  <a:cubicBezTo>
                    <a:pt x="323" y="93"/>
                    <a:pt x="325" y="92"/>
                    <a:pt x="327" y="91"/>
                  </a:cubicBezTo>
                  <a:cubicBezTo>
                    <a:pt x="328" y="89"/>
                    <a:pt x="329" y="86"/>
                    <a:pt x="329" y="81"/>
                  </a:cubicBezTo>
                  <a:cubicBezTo>
                    <a:pt x="329" y="50"/>
                    <a:pt x="329" y="50"/>
                    <a:pt x="329" y="50"/>
                  </a:cubicBezTo>
                  <a:cubicBezTo>
                    <a:pt x="288" y="50"/>
                    <a:pt x="288" y="50"/>
                    <a:pt x="288" y="50"/>
                  </a:cubicBezTo>
                  <a:cubicBezTo>
                    <a:pt x="288" y="81"/>
                    <a:pt x="288" y="81"/>
                    <a:pt x="288" y="81"/>
                  </a:cubicBezTo>
                  <a:cubicBezTo>
                    <a:pt x="288" y="86"/>
                    <a:pt x="289" y="89"/>
                    <a:pt x="290" y="91"/>
                  </a:cubicBezTo>
                  <a:cubicBezTo>
                    <a:pt x="292" y="92"/>
                    <a:pt x="294" y="93"/>
                    <a:pt x="299" y="93"/>
                  </a:cubicBezTo>
                  <a:cubicBezTo>
                    <a:pt x="299" y="93"/>
                    <a:pt x="299" y="93"/>
                    <a:pt x="299" y="93"/>
                  </a:cubicBezTo>
                  <a:cubicBezTo>
                    <a:pt x="299" y="98"/>
                    <a:pt x="299" y="98"/>
                    <a:pt x="299" y="98"/>
                  </a:cubicBezTo>
                  <a:cubicBezTo>
                    <a:pt x="294" y="98"/>
                    <a:pt x="290" y="98"/>
                    <a:pt x="286" y="98"/>
                  </a:cubicBezTo>
                  <a:cubicBezTo>
                    <a:pt x="282" y="98"/>
                    <a:pt x="279" y="98"/>
                    <a:pt x="277" y="98"/>
                  </a:cubicBezTo>
                  <a:cubicBezTo>
                    <a:pt x="273" y="98"/>
                    <a:pt x="270" y="98"/>
                    <a:pt x="266" y="98"/>
                  </a:cubicBezTo>
                  <a:cubicBezTo>
                    <a:pt x="262" y="98"/>
                    <a:pt x="258" y="98"/>
                    <a:pt x="254" y="99"/>
                  </a:cubicBezTo>
                  <a:cubicBezTo>
                    <a:pt x="254" y="99"/>
                    <a:pt x="254" y="99"/>
                    <a:pt x="254" y="99"/>
                  </a:cubicBezTo>
                  <a:close/>
                  <a:moveTo>
                    <a:pt x="388" y="16"/>
                  </a:moveTo>
                  <a:cubicBezTo>
                    <a:pt x="388" y="13"/>
                    <a:pt x="387" y="11"/>
                    <a:pt x="386" y="9"/>
                  </a:cubicBezTo>
                  <a:cubicBezTo>
                    <a:pt x="384" y="8"/>
                    <a:pt x="382" y="7"/>
                    <a:pt x="378" y="7"/>
                  </a:cubicBezTo>
                  <a:cubicBezTo>
                    <a:pt x="377" y="7"/>
                    <a:pt x="377" y="7"/>
                    <a:pt x="377" y="7"/>
                  </a:cubicBezTo>
                  <a:cubicBezTo>
                    <a:pt x="377" y="2"/>
                    <a:pt x="377" y="2"/>
                    <a:pt x="377" y="2"/>
                  </a:cubicBezTo>
                  <a:cubicBezTo>
                    <a:pt x="382" y="2"/>
                    <a:pt x="386" y="2"/>
                    <a:pt x="390" y="3"/>
                  </a:cubicBezTo>
                  <a:cubicBezTo>
                    <a:pt x="393" y="3"/>
                    <a:pt x="397" y="3"/>
                    <a:pt x="400" y="3"/>
                  </a:cubicBezTo>
                  <a:cubicBezTo>
                    <a:pt x="403" y="3"/>
                    <a:pt x="406" y="3"/>
                    <a:pt x="410" y="3"/>
                  </a:cubicBezTo>
                  <a:cubicBezTo>
                    <a:pt x="414" y="2"/>
                    <a:pt x="418" y="2"/>
                    <a:pt x="423" y="2"/>
                  </a:cubicBezTo>
                  <a:cubicBezTo>
                    <a:pt x="423" y="7"/>
                    <a:pt x="423" y="7"/>
                    <a:pt x="423" y="7"/>
                  </a:cubicBezTo>
                  <a:cubicBezTo>
                    <a:pt x="418" y="7"/>
                    <a:pt x="415" y="8"/>
                    <a:pt x="414" y="9"/>
                  </a:cubicBezTo>
                  <a:cubicBezTo>
                    <a:pt x="412" y="10"/>
                    <a:pt x="411" y="12"/>
                    <a:pt x="411" y="16"/>
                  </a:cubicBezTo>
                  <a:cubicBezTo>
                    <a:pt x="411" y="60"/>
                    <a:pt x="411" y="60"/>
                    <a:pt x="411" y="60"/>
                  </a:cubicBezTo>
                  <a:cubicBezTo>
                    <a:pt x="411" y="67"/>
                    <a:pt x="412" y="72"/>
                    <a:pt x="412" y="75"/>
                  </a:cubicBezTo>
                  <a:cubicBezTo>
                    <a:pt x="413" y="78"/>
                    <a:pt x="414" y="80"/>
                    <a:pt x="415" y="82"/>
                  </a:cubicBezTo>
                  <a:cubicBezTo>
                    <a:pt x="417" y="84"/>
                    <a:pt x="420" y="86"/>
                    <a:pt x="423" y="88"/>
                  </a:cubicBezTo>
                  <a:cubicBezTo>
                    <a:pt x="426" y="89"/>
                    <a:pt x="430" y="89"/>
                    <a:pt x="434" y="89"/>
                  </a:cubicBezTo>
                  <a:cubicBezTo>
                    <a:pt x="442" y="89"/>
                    <a:pt x="448" y="87"/>
                    <a:pt x="452" y="83"/>
                  </a:cubicBezTo>
                  <a:cubicBezTo>
                    <a:pt x="456" y="78"/>
                    <a:pt x="457" y="70"/>
                    <a:pt x="457" y="60"/>
                  </a:cubicBezTo>
                  <a:cubicBezTo>
                    <a:pt x="457" y="59"/>
                    <a:pt x="457" y="59"/>
                    <a:pt x="457" y="59"/>
                  </a:cubicBezTo>
                  <a:cubicBezTo>
                    <a:pt x="457" y="18"/>
                    <a:pt x="457" y="18"/>
                    <a:pt x="457" y="18"/>
                  </a:cubicBezTo>
                  <a:cubicBezTo>
                    <a:pt x="457" y="14"/>
                    <a:pt x="457" y="11"/>
                    <a:pt x="455" y="9"/>
                  </a:cubicBezTo>
                  <a:cubicBezTo>
                    <a:pt x="454" y="8"/>
                    <a:pt x="451" y="7"/>
                    <a:pt x="446" y="7"/>
                  </a:cubicBezTo>
                  <a:cubicBezTo>
                    <a:pt x="446" y="2"/>
                    <a:pt x="446" y="2"/>
                    <a:pt x="446" y="2"/>
                  </a:cubicBezTo>
                  <a:cubicBezTo>
                    <a:pt x="449" y="2"/>
                    <a:pt x="452" y="2"/>
                    <a:pt x="454" y="2"/>
                  </a:cubicBezTo>
                  <a:cubicBezTo>
                    <a:pt x="456" y="2"/>
                    <a:pt x="458" y="3"/>
                    <a:pt x="460" y="3"/>
                  </a:cubicBezTo>
                  <a:cubicBezTo>
                    <a:pt x="462" y="3"/>
                    <a:pt x="465" y="2"/>
                    <a:pt x="467" y="2"/>
                  </a:cubicBezTo>
                  <a:cubicBezTo>
                    <a:pt x="469" y="2"/>
                    <a:pt x="472" y="2"/>
                    <a:pt x="474" y="2"/>
                  </a:cubicBezTo>
                  <a:cubicBezTo>
                    <a:pt x="474" y="7"/>
                    <a:pt x="474" y="7"/>
                    <a:pt x="474" y="7"/>
                  </a:cubicBezTo>
                  <a:cubicBezTo>
                    <a:pt x="471" y="7"/>
                    <a:pt x="469" y="8"/>
                    <a:pt x="468" y="9"/>
                  </a:cubicBezTo>
                  <a:cubicBezTo>
                    <a:pt x="467" y="10"/>
                    <a:pt x="466" y="13"/>
                    <a:pt x="466" y="18"/>
                  </a:cubicBezTo>
                  <a:cubicBezTo>
                    <a:pt x="465" y="62"/>
                    <a:pt x="465" y="62"/>
                    <a:pt x="465" y="62"/>
                  </a:cubicBezTo>
                  <a:cubicBezTo>
                    <a:pt x="465" y="76"/>
                    <a:pt x="462" y="86"/>
                    <a:pt x="456" y="92"/>
                  </a:cubicBezTo>
                  <a:cubicBezTo>
                    <a:pt x="450" y="98"/>
                    <a:pt x="440" y="101"/>
                    <a:pt x="427" y="101"/>
                  </a:cubicBezTo>
                  <a:cubicBezTo>
                    <a:pt x="414" y="101"/>
                    <a:pt x="405" y="98"/>
                    <a:pt x="398" y="93"/>
                  </a:cubicBezTo>
                  <a:cubicBezTo>
                    <a:pt x="391" y="87"/>
                    <a:pt x="388" y="79"/>
                    <a:pt x="388" y="69"/>
                  </a:cubicBezTo>
                  <a:cubicBezTo>
                    <a:pt x="388" y="16"/>
                    <a:pt x="388" y="16"/>
                    <a:pt x="388" y="16"/>
                  </a:cubicBezTo>
                  <a:close/>
                  <a:moveTo>
                    <a:pt x="524" y="27"/>
                  </a:moveTo>
                  <a:cubicBezTo>
                    <a:pt x="511" y="60"/>
                    <a:pt x="511" y="60"/>
                    <a:pt x="511" y="60"/>
                  </a:cubicBezTo>
                  <a:cubicBezTo>
                    <a:pt x="536" y="60"/>
                    <a:pt x="536" y="60"/>
                    <a:pt x="536" y="60"/>
                  </a:cubicBezTo>
                  <a:cubicBezTo>
                    <a:pt x="524" y="27"/>
                    <a:pt x="524" y="27"/>
                    <a:pt x="524" y="27"/>
                  </a:cubicBezTo>
                  <a:close/>
                  <a:moveTo>
                    <a:pt x="501" y="84"/>
                  </a:moveTo>
                  <a:cubicBezTo>
                    <a:pt x="500" y="85"/>
                    <a:pt x="500" y="86"/>
                    <a:pt x="500" y="86"/>
                  </a:cubicBezTo>
                  <a:cubicBezTo>
                    <a:pt x="500" y="87"/>
                    <a:pt x="500" y="88"/>
                    <a:pt x="500" y="88"/>
                  </a:cubicBezTo>
                  <a:cubicBezTo>
                    <a:pt x="500" y="91"/>
                    <a:pt x="503" y="92"/>
                    <a:pt x="510" y="93"/>
                  </a:cubicBezTo>
                  <a:cubicBezTo>
                    <a:pt x="510" y="93"/>
                    <a:pt x="510" y="93"/>
                    <a:pt x="510" y="93"/>
                  </a:cubicBezTo>
                  <a:cubicBezTo>
                    <a:pt x="510" y="99"/>
                    <a:pt x="510" y="99"/>
                    <a:pt x="510" y="99"/>
                  </a:cubicBezTo>
                  <a:cubicBezTo>
                    <a:pt x="507" y="98"/>
                    <a:pt x="505" y="98"/>
                    <a:pt x="502" y="98"/>
                  </a:cubicBezTo>
                  <a:cubicBezTo>
                    <a:pt x="499" y="98"/>
                    <a:pt x="497" y="98"/>
                    <a:pt x="495" y="98"/>
                  </a:cubicBezTo>
                  <a:cubicBezTo>
                    <a:pt x="493" y="98"/>
                    <a:pt x="492" y="98"/>
                    <a:pt x="490" y="98"/>
                  </a:cubicBezTo>
                  <a:cubicBezTo>
                    <a:pt x="488" y="98"/>
                    <a:pt x="484" y="98"/>
                    <a:pt x="480" y="99"/>
                  </a:cubicBezTo>
                  <a:cubicBezTo>
                    <a:pt x="480" y="93"/>
                    <a:pt x="480" y="93"/>
                    <a:pt x="480" y="93"/>
                  </a:cubicBezTo>
                  <a:cubicBezTo>
                    <a:pt x="483" y="92"/>
                    <a:pt x="485" y="91"/>
                    <a:pt x="487" y="90"/>
                  </a:cubicBezTo>
                  <a:cubicBezTo>
                    <a:pt x="489" y="88"/>
                    <a:pt x="491" y="85"/>
                    <a:pt x="493" y="81"/>
                  </a:cubicBezTo>
                  <a:cubicBezTo>
                    <a:pt x="528" y="2"/>
                    <a:pt x="528" y="2"/>
                    <a:pt x="528" y="2"/>
                  </a:cubicBezTo>
                  <a:cubicBezTo>
                    <a:pt x="537" y="2"/>
                    <a:pt x="537" y="2"/>
                    <a:pt x="537" y="2"/>
                  </a:cubicBezTo>
                  <a:cubicBezTo>
                    <a:pt x="568" y="86"/>
                    <a:pt x="568" y="86"/>
                    <a:pt x="568" y="86"/>
                  </a:cubicBezTo>
                  <a:cubicBezTo>
                    <a:pt x="569" y="89"/>
                    <a:pt x="571" y="90"/>
                    <a:pt x="572" y="91"/>
                  </a:cubicBezTo>
                  <a:cubicBezTo>
                    <a:pt x="574" y="92"/>
                    <a:pt x="576" y="93"/>
                    <a:pt x="579" y="93"/>
                  </a:cubicBezTo>
                  <a:cubicBezTo>
                    <a:pt x="579" y="99"/>
                    <a:pt x="579" y="99"/>
                    <a:pt x="579" y="99"/>
                  </a:cubicBezTo>
                  <a:cubicBezTo>
                    <a:pt x="575" y="98"/>
                    <a:pt x="571" y="98"/>
                    <a:pt x="567" y="98"/>
                  </a:cubicBezTo>
                  <a:cubicBezTo>
                    <a:pt x="564" y="98"/>
                    <a:pt x="560" y="98"/>
                    <a:pt x="557" y="98"/>
                  </a:cubicBezTo>
                  <a:cubicBezTo>
                    <a:pt x="554" y="98"/>
                    <a:pt x="551" y="98"/>
                    <a:pt x="547" y="98"/>
                  </a:cubicBezTo>
                  <a:cubicBezTo>
                    <a:pt x="543" y="98"/>
                    <a:pt x="538" y="98"/>
                    <a:pt x="534" y="99"/>
                  </a:cubicBezTo>
                  <a:cubicBezTo>
                    <a:pt x="534" y="93"/>
                    <a:pt x="534" y="93"/>
                    <a:pt x="534" y="93"/>
                  </a:cubicBezTo>
                  <a:cubicBezTo>
                    <a:pt x="539" y="93"/>
                    <a:pt x="542" y="92"/>
                    <a:pt x="543" y="92"/>
                  </a:cubicBezTo>
                  <a:cubicBezTo>
                    <a:pt x="545" y="91"/>
                    <a:pt x="545" y="90"/>
                    <a:pt x="545" y="88"/>
                  </a:cubicBezTo>
                  <a:cubicBezTo>
                    <a:pt x="545" y="88"/>
                    <a:pt x="545" y="87"/>
                    <a:pt x="545" y="87"/>
                  </a:cubicBezTo>
                  <a:cubicBezTo>
                    <a:pt x="545" y="86"/>
                    <a:pt x="545" y="86"/>
                    <a:pt x="545" y="85"/>
                  </a:cubicBezTo>
                  <a:cubicBezTo>
                    <a:pt x="538" y="67"/>
                    <a:pt x="538" y="67"/>
                    <a:pt x="538" y="67"/>
                  </a:cubicBezTo>
                  <a:cubicBezTo>
                    <a:pt x="508" y="67"/>
                    <a:pt x="508" y="67"/>
                    <a:pt x="508" y="67"/>
                  </a:cubicBezTo>
                  <a:cubicBezTo>
                    <a:pt x="501" y="84"/>
                    <a:pt x="501" y="84"/>
                    <a:pt x="501" y="84"/>
                  </a:cubicBezTo>
                  <a:close/>
                  <a:moveTo>
                    <a:pt x="672" y="64"/>
                  </a:moveTo>
                  <a:cubicBezTo>
                    <a:pt x="672" y="17"/>
                    <a:pt x="672" y="17"/>
                    <a:pt x="672" y="17"/>
                  </a:cubicBezTo>
                  <a:cubicBezTo>
                    <a:pt x="672" y="13"/>
                    <a:pt x="671" y="10"/>
                    <a:pt x="669" y="9"/>
                  </a:cubicBezTo>
                  <a:cubicBezTo>
                    <a:pt x="668" y="8"/>
                    <a:pt x="664" y="7"/>
                    <a:pt x="659" y="7"/>
                  </a:cubicBezTo>
                  <a:cubicBezTo>
                    <a:pt x="659" y="2"/>
                    <a:pt x="659" y="2"/>
                    <a:pt x="659" y="2"/>
                  </a:cubicBezTo>
                  <a:cubicBezTo>
                    <a:pt x="661" y="2"/>
                    <a:pt x="664" y="2"/>
                    <a:pt x="666" y="2"/>
                  </a:cubicBezTo>
                  <a:cubicBezTo>
                    <a:pt x="669" y="2"/>
                    <a:pt x="672" y="2"/>
                    <a:pt x="675" y="2"/>
                  </a:cubicBezTo>
                  <a:cubicBezTo>
                    <a:pt x="678" y="2"/>
                    <a:pt x="680" y="2"/>
                    <a:pt x="683" y="2"/>
                  </a:cubicBezTo>
                  <a:cubicBezTo>
                    <a:pt x="685" y="2"/>
                    <a:pt x="688" y="2"/>
                    <a:pt x="690" y="2"/>
                  </a:cubicBezTo>
                  <a:cubicBezTo>
                    <a:pt x="690" y="7"/>
                    <a:pt x="690" y="7"/>
                    <a:pt x="690" y="7"/>
                  </a:cubicBezTo>
                  <a:cubicBezTo>
                    <a:pt x="689" y="7"/>
                    <a:pt x="689" y="7"/>
                    <a:pt x="689" y="7"/>
                  </a:cubicBezTo>
                  <a:cubicBezTo>
                    <a:pt x="686" y="7"/>
                    <a:pt x="683" y="8"/>
                    <a:pt x="682" y="9"/>
                  </a:cubicBezTo>
                  <a:cubicBezTo>
                    <a:pt x="681" y="11"/>
                    <a:pt x="680" y="13"/>
                    <a:pt x="680" y="17"/>
                  </a:cubicBezTo>
                  <a:cubicBezTo>
                    <a:pt x="680" y="99"/>
                    <a:pt x="680" y="99"/>
                    <a:pt x="680" y="99"/>
                  </a:cubicBezTo>
                  <a:cubicBezTo>
                    <a:pt x="671" y="99"/>
                    <a:pt x="671" y="99"/>
                    <a:pt x="671" y="99"/>
                  </a:cubicBezTo>
                  <a:cubicBezTo>
                    <a:pt x="610" y="20"/>
                    <a:pt x="610" y="20"/>
                    <a:pt x="610" y="20"/>
                  </a:cubicBezTo>
                  <a:cubicBezTo>
                    <a:pt x="610" y="81"/>
                    <a:pt x="610" y="81"/>
                    <a:pt x="610" y="81"/>
                  </a:cubicBezTo>
                  <a:cubicBezTo>
                    <a:pt x="610" y="86"/>
                    <a:pt x="611" y="89"/>
                    <a:pt x="612" y="91"/>
                  </a:cubicBezTo>
                  <a:cubicBezTo>
                    <a:pt x="614" y="92"/>
                    <a:pt x="617" y="93"/>
                    <a:pt x="623" y="93"/>
                  </a:cubicBezTo>
                  <a:cubicBezTo>
                    <a:pt x="623" y="99"/>
                    <a:pt x="623" y="99"/>
                    <a:pt x="623" y="99"/>
                  </a:cubicBezTo>
                  <a:cubicBezTo>
                    <a:pt x="620" y="98"/>
                    <a:pt x="617" y="98"/>
                    <a:pt x="614" y="98"/>
                  </a:cubicBezTo>
                  <a:cubicBezTo>
                    <a:pt x="611" y="98"/>
                    <a:pt x="608" y="98"/>
                    <a:pt x="605" y="98"/>
                  </a:cubicBezTo>
                  <a:cubicBezTo>
                    <a:pt x="603" y="98"/>
                    <a:pt x="600" y="98"/>
                    <a:pt x="598" y="98"/>
                  </a:cubicBezTo>
                  <a:cubicBezTo>
                    <a:pt x="595" y="98"/>
                    <a:pt x="592" y="98"/>
                    <a:pt x="590" y="99"/>
                  </a:cubicBezTo>
                  <a:cubicBezTo>
                    <a:pt x="590" y="93"/>
                    <a:pt x="590" y="93"/>
                    <a:pt x="590" y="93"/>
                  </a:cubicBezTo>
                  <a:cubicBezTo>
                    <a:pt x="595" y="93"/>
                    <a:pt x="598" y="92"/>
                    <a:pt x="599" y="91"/>
                  </a:cubicBezTo>
                  <a:cubicBezTo>
                    <a:pt x="601" y="89"/>
                    <a:pt x="602" y="86"/>
                    <a:pt x="602" y="81"/>
                  </a:cubicBezTo>
                  <a:cubicBezTo>
                    <a:pt x="602" y="17"/>
                    <a:pt x="602" y="17"/>
                    <a:pt x="602" y="17"/>
                  </a:cubicBezTo>
                  <a:cubicBezTo>
                    <a:pt x="602" y="13"/>
                    <a:pt x="601" y="11"/>
                    <a:pt x="599" y="9"/>
                  </a:cubicBezTo>
                  <a:cubicBezTo>
                    <a:pt x="598" y="8"/>
                    <a:pt x="595" y="8"/>
                    <a:pt x="591" y="7"/>
                  </a:cubicBezTo>
                  <a:cubicBezTo>
                    <a:pt x="591" y="2"/>
                    <a:pt x="591" y="2"/>
                    <a:pt x="591" y="2"/>
                  </a:cubicBezTo>
                  <a:cubicBezTo>
                    <a:pt x="595" y="2"/>
                    <a:pt x="599" y="2"/>
                    <a:pt x="601" y="2"/>
                  </a:cubicBezTo>
                  <a:cubicBezTo>
                    <a:pt x="603" y="2"/>
                    <a:pt x="605" y="3"/>
                    <a:pt x="607" y="3"/>
                  </a:cubicBezTo>
                  <a:cubicBezTo>
                    <a:pt x="609" y="3"/>
                    <a:pt x="612" y="2"/>
                    <a:pt x="614" y="2"/>
                  </a:cubicBezTo>
                  <a:cubicBezTo>
                    <a:pt x="617" y="2"/>
                    <a:pt x="620" y="2"/>
                    <a:pt x="623" y="2"/>
                  </a:cubicBezTo>
                  <a:cubicBezTo>
                    <a:pt x="672" y="64"/>
                    <a:pt x="672" y="64"/>
                    <a:pt x="672" y="64"/>
                  </a:cubicBezTo>
                  <a:close/>
                  <a:moveTo>
                    <a:pt x="781" y="16"/>
                  </a:moveTo>
                  <a:cubicBezTo>
                    <a:pt x="781" y="13"/>
                    <a:pt x="780" y="11"/>
                    <a:pt x="779" y="9"/>
                  </a:cubicBezTo>
                  <a:cubicBezTo>
                    <a:pt x="777" y="8"/>
                    <a:pt x="775" y="7"/>
                    <a:pt x="771" y="7"/>
                  </a:cubicBezTo>
                  <a:cubicBezTo>
                    <a:pt x="770" y="7"/>
                    <a:pt x="770" y="7"/>
                    <a:pt x="770" y="7"/>
                  </a:cubicBezTo>
                  <a:cubicBezTo>
                    <a:pt x="770" y="2"/>
                    <a:pt x="770" y="2"/>
                    <a:pt x="770" y="2"/>
                  </a:cubicBezTo>
                  <a:cubicBezTo>
                    <a:pt x="775" y="2"/>
                    <a:pt x="779" y="2"/>
                    <a:pt x="782" y="3"/>
                  </a:cubicBezTo>
                  <a:cubicBezTo>
                    <a:pt x="786" y="3"/>
                    <a:pt x="790" y="3"/>
                    <a:pt x="793" y="3"/>
                  </a:cubicBezTo>
                  <a:cubicBezTo>
                    <a:pt x="796" y="3"/>
                    <a:pt x="799" y="3"/>
                    <a:pt x="803" y="3"/>
                  </a:cubicBezTo>
                  <a:cubicBezTo>
                    <a:pt x="807" y="2"/>
                    <a:pt x="811" y="2"/>
                    <a:pt x="815" y="2"/>
                  </a:cubicBezTo>
                  <a:cubicBezTo>
                    <a:pt x="815" y="7"/>
                    <a:pt x="815" y="7"/>
                    <a:pt x="815" y="7"/>
                  </a:cubicBezTo>
                  <a:cubicBezTo>
                    <a:pt x="811" y="7"/>
                    <a:pt x="808" y="8"/>
                    <a:pt x="807" y="9"/>
                  </a:cubicBezTo>
                  <a:cubicBezTo>
                    <a:pt x="805" y="10"/>
                    <a:pt x="804" y="12"/>
                    <a:pt x="804" y="16"/>
                  </a:cubicBezTo>
                  <a:cubicBezTo>
                    <a:pt x="804" y="60"/>
                    <a:pt x="804" y="60"/>
                    <a:pt x="804" y="60"/>
                  </a:cubicBezTo>
                  <a:cubicBezTo>
                    <a:pt x="804" y="67"/>
                    <a:pt x="805" y="72"/>
                    <a:pt x="805" y="75"/>
                  </a:cubicBezTo>
                  <a:cubicBezTo>
                    <a:pt x="806" y="78"/>
                    <a:pt x="807" y="80"/>
                    <a:pt x="808" y="82"/>
                  </a:cubicBezTo>
                  <a:cubicBezTo>
                    <a:pt x="810" y="84"/>
                    <a:pt x="813" y="86"/>
                    <a:pt x="816" y="88"/>
                  </a:cubicBezTo>
                  <a:cubicBezTo>
                    <a:pt x="819" y="89"/>
                    <a:pt x="822" y="89"/>
                    <a:pt x="827" y="89"/>
                  </a:cubicBezTo>
                  <a:cubicBezTo>
                    <a:pt x="835" y="89"/>
                    <a:pt x="841" y="87"/>
                    <a:pt x="845" y="83"/>
                  </a:cubicBezTo>
                  <a:cubicBezTo>
                    <a:pt x="848" y="78"/>
                    <a:pt x="850" y="70"/>
                    <a:pt x="850" y="60"/>
                  </a:cubicBezTo>
                  <a:cubicBezTo>
                    <a:pt x="850" y="59"/>
                    <a:pt x="850" y="59"/>
                    <a:pt x="850" y="59"/>
                  </a:cubicBezTo>
                  <a:cubicBezTo>
                    <a:pt x="850" y="18"/>
                    <a:pt x="850" y="18"/>
                    <a:pt x="850" y="18"/>
                  </a:cubicBezTo>
                  <a:cubicBezTo>
                    <a:pt x="850" y="14"/>
                    <a:pt x="849" y="11"/>
                    <a:pt x="848" y="9"/>
                  </a:cubicBezTo>
                  <a:cubicBezTo>
                    <a:pt x="847" y="8"/>
                    <a:pt x="844" y="7"/>
                    <a:pt x="839" y="7"/>
                  </a:cubicBezTo>
                  <a:cubicBezTo>
                    <a:pt x="839" y="2"/>
                    <a:pt x="839" y="2"/>
                    <a:pt x="839" y="2"/>
                  </a:cubicBezTo>
                  <a:cubicBezTo>
                    <a:pt x="842" y="2"/>
                    <a:pt x="845" y="2"/>
                    <a:pt x="847" y="2"/>
                  </a:cubicBezTo>
                  <a:cubicBezTo>
                    <a:pt x="849" y="2"/>
                    <a:pt x="851" y="3"/>
                    <a:pt x="853" y="3"/>
                  </a:cubicBezTo>
                  <a:cubicBezTo>
                    <a:pt x="855" y="3"/>
                    <a:pt x="857" y="2"/>
                    <a:pt x="860" y="2"/>
                  </a:cubicBezTo>
                  <a:cubicBezTo>
                    <a:pt x="862" y="2"/>
                    <a:pt x="865" y="2"/>
                    <a:pt x="867" y="2"/>
                  </a:cubicBezTo>
                  <a:cubicBezTo>
                    <a:pt x="867" y="7"/>
                    <a:pt x="867" y="7"/>
                    <a:pt x="867" y="7"/>
                  </a:cubicBezTo>
                  <a:cubicBezTo>
                    <a:pt x="864" y="7"/>
                    <a:pt x="862" y="8"/>
                    <a:pt x="861" y="9"/>
                  </a:cubicBezTo>
                  <a:cubicBezTo>
                    <a:pt x="860" y="10"/>
                    <a:pt x="859" y="13"/>
                    <a:pt x="859" y="18"/>
                  </a:cubicBezTo>
                  <a:cubicBezTo>
                    <a:pt x="858" y="62"/>
                    <a:pt x="858" y="62"/>
                    <a:pt x="858" y="62"/>
                  </a:cubicBezTo>
                  <a:cubicBezTo>
                    <a:pt x="858" y="76"/>
                    <a:pt x="855" y="86"/>
                    <a:pt x="849" y="92"/>
                  </a:cubicBezTo>
                  <a:cubicBezTo>
                    <a:pt x="843" y="98"/>
                    <a:pt x="833" y="101"/>
                    <a:pt x="820" y="101"/>
                  </a:cubicBezTo>
                  <a:cubicBezTo>
                    <a:pt x="807" y="101"/>
                    <a:pt x="797" y="98"/>
                    <a:pt x="791" y="93"/>
                  </a:cubicBezTo>
                  <a:cubicBezTo>
                    <a:pt x="784" y="87"/>
                    <a:pt x="781" y="79"/>
                    <a:pt x="781" y="69"/>
                  </a:cubicBezTo>
                  <a:cubicBezTo>
                    <a:pt x="781" y="16"/>
                    <a:pt x="781" y="16"/>
                    <a:pt x="781" y="16"/>
                  </a:cubicBezTo>
                  <a:close/>
                  <a:moveTo>
                    <a:pt x="963" y="64"/>
                  </a:moveTo>
                  <a:cubicBezTo>
                    <a:pt x="963" y="17"/>
                    <a:pt x="963" y="17"/>
                    <a:pt x="963" y="17"/>
                  </a:cubicBezTo>
                  <a:cubicBezTo>
                    <a:pt x="963" y="13"/>
                    <a:pt x="962" y="10"/>
                    <a:pt x="961" y="9"/>
                  </a:cubicBezTo>
                  <a:cubicBezTo>
                    <a:pt x="959" y="8"/>
                    <a:pt x="956" y="7"/>
                    <a:pt x="950" y="7"/>
                  </a:cubicBezTo>
                  <a:cubicBezTo>
                    <a:pt x="950" y="2"/>
                    <a:pt x="950" y="2"/>
                    <a:pt x="950" y="2"/>
                  </a:cubicBezTo>
                  <a:cubicBezTo>
                    <a:pt x="953" y="2"/>
                    <a:pt x="955" y="2"/>
                    <a:pt x="958" y="2"/>
                  </a:cubicBezTo>
                  <a:cubicBezTo>
                    <a:pt x="960" y="2"/>
                    <a:pt x="963" y="2"/>
                    <a:pt x="966" y="2"/>
                  </a:cubicBezTo>
                  <a:cubicBezTo>
                    <a:pt x="969" y="2"/>
                    <a:pt x="972" y="2"/>
                    <a:pt x="974" y="2"/>
                  </a:cubicBezTo>
                  <a:cubicBezTo>
                    <a:pt x="977" y="2"/>
                    <a:pt x="979" y="2"/>
                    <a:pt x="981" y="2"/>
                  </a:cubicBezTo>
                  <a:cubicBezTo>
                    <a:pt x="981" y="7"/>
                    <a:pt x="981" y="7"/>
                    <a:pt x="981" y="7"/>
                  </a:cubicBezTo>
                  <a:cubicBezTo>
                    <a:pt x="980" y="7"/>
                    <a:pt x="980" y="7"/>
                    <a:pt x="980" y="7"/>
                  </a:cubicBezTo>
                  <a:cubicBezTo>
                    <a:pt x="977" y="7"/>
                    <a:pt x="975" y="8"/>
                    <a:pt x="973" y="9"/>
                  </a:cubicBezTo>
                  <a:cubicBezTo>
                    <a:pt x="972" y="11"/>
                    <a:pt x="971" y="13"/>
                    <a:pt x="971" y="17"/>
                  </a:cubicBezTo>
                  <a:cubicBezTo>
                    <a:pt x="971" y="99"/>
                    <a:pt x="971" y="99"/>
                    <a:pt x="971" y="99"/>
                  </a:cubicBezTo>
                  <a:cubicBezTo>
                    <a:pt x="963" y="99"/>
                    <a:pt x="963" y="99"/>
                    <a:pt x="963" y="99"/>
                  </a:cubicBezTo>
                  <a:cubicBezTo>
                    <a:pt x="901" y="20"/>
                    <a:pt x="901" y="20"/>
                    <a:pt x="901" y="20"/>
                  </a:cubicBezTo>
                  <a:cubicBezTo>
                    <a:pt x="901" y="81"/>
                    <a:pt x="901" y="81"/>
                    <a:pt x="901" y="81"/>
                  </a:cubicBezTo>
                  <a:cubicBezTo>
                    <a:pt x="901" y="86"/>
                    <a:pt x="902" y="89"/>
                    <a:pt x="904" y="91"/>
                  </a:cubicBezTo>
                  <a:cubicBezTo>
                    <a:pt x="905" y="92"/>
                    <a:pt x="909" y="93"/>
                    <a:pt x="914" y="93"/>
                  </a:cubicBezTo>
                  <a:cubicBezTo>
                    <a:pt x="914" y="99"/>
                    <a:pt x="914" y="99"/>
                    <a:pt x="914" y="99"/>
                  </a:cubicBezTo>
                  <a:cubicBezTo>
                    <a:pt x="911" y="98"/>
                    <a:pt x="908" y="98"/>
                    <a:pt x="905" y="98"/>
                  </a:cubicBezTo>
                  <a:cubicBezTo>
                    <a:pt x="902" y="98"/>
                    <a:pt x="900" y="98"/>
                    <a:pt x="897" y="98"/>
                  </a:cubicBezTo>
                  <a:cubicBezTo>
                    <a:pt x="894" y="98"/>
                    <a:pt x="892" y="98"/>
                    <a:pt x="889" y="98"/>
                  </a:cubicBezTo>
                  <a:cubicBezTo>
                    <a:pt x="886" y="98"/>
                    <a:pt x="884" y="98"/>
                    <a:pt x="881" y="99"/>
                  </a:cubicBezTo>
                  <a:cubicBezTo>
                    <a:pt x="881" y="93"/>
                    <a:pt x="881" y="93"/>
                    <a:pt x="881" y="93"/>
                  </a:cubicBezTo>
                  <a:cubicBezTo>
                    <a:pt x="886" y="93"/>
                    <a:pt x="889" y="92"/>
                    <a:pt x="891" y="91"/>
                  </a:cubicBezTo>
                  <a:cubicBezTo>
                    <a:pt x="892" y="89"/>
                    <a:pt x="893" y="86"/>
                    <a:pt x="893" y="81"/>
                  </a:cubicBezTo>
                  <a:cubicBezTo>
                    <a:pt x="893" y="17"/>
                    <a:pt x="893" y="17"/>
                    <a:pt x="893" y="17"/>
                  </a:cubicBezTo>
                  <a:cubicBezTo>
                    <a:pt x="893" y="13"/>
                    <a:pt x="892" y="11"/>
                    <a:pt x="891" y="9"/>
                  </a:cubicBezTo>
                  <a:cubicBezTo>
                    <a:pt x="889" y="8"/>
                    <a:pt x="886" y="8"/>
                    <a:pt x="882" y="7"/>
                  </a:cubicBezTo>
                  <a:cubicBezTo>
                    <a:pt x="882" y="2"/>
                    <a:pt x="882" y="2"/>
                    <a:pt x="882" y="2"/>
                  </a:cubicBezTo>
                  <a:cubicBezTo>
                    <a:pt x="887" y="2"/>
                    <a:pt x="890" y="2"/>
                    <a:pt x="892" y="2"/>
                  </a:cubicBezTo>
                  <a:cubicBezTo>
                    <a:pt x="895" y="2"/>
                    <a:pt x="897" y="3"/>
                    <a:pt x="899" y="3"/>
                  </a:cubicBezTo>
                  <a:cubicBezTo>
                    <a:pt x="901" y="3"/>
                    <a:pt x="903" y="2"/>
                    <a:pt x="906" y="2"/>
                  </a:cubicBezTo>
                  <a:cubicBezTo>
                    <a:pt x="908" y="2"/>
                    <a:pt x="911" y="2"/>
                    <a:pt x="915" y="2"/>
                  </a:cubicBezTo>
                  <a:cubicBezTo>
                    <a:pt x="963" y="64"/>
                    <a:pt x="963" y="64"/>
                    <a:pt x="963" y="64"/>
                  </a:cubicBezTo>
                  <a:close/>
                  <a:moveTo>
                    <a:pt x="997" y="99"/>
                  </a:moveTo>
                  <a:cubicBezTo>
                    <a:pt x="997" y="93"/>
                    <a:pt x="997" y="93"/>
                    <a:pt x="997" y="93"/>
                  </a:cubicBezTo>
                  <a:cubicBezTo>
                    <a:pt x="997" y="93"/>
                    <a:pt x="997" y="93"/>
                    <a:pt x="997" y="93"/>
                  </a:cubicBezTo>
                  <a:cubicBezTo>
                    <a:pt x="1002" y="93"/>
                    <a:pt x="1005" y="92"/>
                    <a:pt x="1006" y="91"/>
                  </a:cubicBezTo>
                  <a:cubicBezTo>
                    <a:pt x="1007" y="89"/>
                    <a:pt x="1008" y="86"/>
                    <a:pt x="1008" y="81"/>
                  </a:cubicBezTo>
                  <a:cubicBezTo>
                    <a:pt x="1008" y="16"/>
                    <a:pt x="1008" y="16"/>
                    <a:pt x="1008" y="16"/>
                  </a:cubicBezTo>
                  <a:cubicBezTo>
                    <a:pt x="1008" y="13"/>
                    <a:pt x="1007" y="11"/>
                    <a:pt x="1006" y="9"/>
                  </a:cubicBezTo>
                  <a:cubicBezTo>
                    <a:pt x="1004" y="8"/>
                    <a:pt x="1002" y="7"/>
                    <a:pt x="998" y="7"/>
                  </a:cubicBezTo>
                  <a:cubicBezTo>
                    <a:pt x="997" y="7"/>
                    <a:pt x="997" y="7"/>
                    <a:pt x="997" y="7"/>
                  </a:cubicBezTo>
                  <a:cubicBezTo>
                    <a:pt x="997" y="2"/>
                    <a:pt x="997" y="2"/>
                    <a:pt x="997" y="2"/>
                  </a:cubicBezTo>
                  <a:cubicBezTo>
                    <a:pt x="1001" y="2"/>
                    <a:pt x="1004" y="2"/>
                    <a:pt x="1008" y="2"/>
                  </a:cubicBezTo>
                  <a:cubicBezTo>
                    <a:pt x="1012" y="3"/>
                    <a:pt x="1016" y="3"/>
                    <a:pt x="1020" y="3"/>
                  </a:cubicBezTo>
                  <a:cubicBezTo>
                    <a:pt x="1023" y="3"/>
                    <a:pt x="1027" y="3"/>
                    <a:pt x="1031" y="2"/>
                  </a:cubicBezTo>
                  <a:cubicBezTo>
                    <a:pt x="1035" y="2"/>
                    <a:pt x="1039" y="2"/>
                    <a:pt x="1042" y="2"/>
                  </a:cubicBezTo>
                  <a:cubicBezTo>
                    <a:pt x="1042" y="7"/>
                    <a:pt x="1042" y="7"/>
                    <a:pt x="1042" y="7"/>
                  </a:cubicBezTo>
                  <a:cubicBezTo>
                    <a:pt x="1038" y="7"/>
                    <a:pt x="1035" y="8"/>
                    <a:pt x="1034" y="9"/>
                  </a:cubicBezTo>
                  <a:cubicBezTo>
                    <a:pt x="1032" y="10"/>
                    <a:pt x="1031" y="12"/>
                    <a:pt x="1031" y="16"/>
                  </a:cubicBezTo>
                  <a:cubicBezTo>
                    <a:pt x="1031" y="81"/>
                    <a:pt x="1031" y="81"/>
                    <a:pt x="1031" y="81"/>
                  </a:cubicBezTo>
                  <a:cubicBezTo>
                    <a:pt x="1031" y="86"/>
                    <a:pt x="1032" y="89"/>
                    <a:pt x="1033" y="91"/>
                  </a:cubicBezTo>
                  <a:cubicBezTo>
                    <a:pt x="1035" y="92"/>
                    <a:pt x="1038" y="93"/>
                    <a:pt x="1042" y="93"/>
                  </a:cubicBezTo>
                  <a:cubicBezTo>
                    <a:pt x="1042" y="93"/>
                    <a:pt x="1042" y="93"/>
                    <a:pt x="1042" y="93"/>
                  </a:cubicBezTo>
                  <a:cubicBezTo>
                    <a:pt x="1042" y="99"/>
                    <a:pt x="1042" y="99"/>
                    <a:pt x="1042" y="99"/>
                  </a:cubicBezTo>
                  <a:cubicBezTo>
                    <a:pt x="1039" y="98"/>
                    <a:pt x="1035" y="98"/>
                    <a:pt x="1031" y="98"/>
                  </a:cubicBezTo>
                  <a:cubicBezTo>
                    <a:pt x="1027" y="98"/>
                    <a:pt x="1024" y="98"/>
                    <a:pt x="1020" y="98"/>
                  </a:cubicBezTo>
                  <a:cubicBezTo>
                    <a:pt x="1016" y="98"/>
                    <a:pt x="1013" y="98"/>
                    <a:pt x="1009" y="98"/>
                  </a:cubicBezTo>
                  <a:cubicBezTo>
                    <a:pt x="1005" y="98"/>
                    <a:pt x="1001" y="98"/>
                    <a:pt x="997" y="99"/>
                  </a:cubicBezTo>
                  <a:cubicBezTo>
                    <a:pt x="997" y="99"/>
                    <a:pt x="997" y="99"/>
                    <a:pt x="997" y="99"/>
                  </a:cubicBezTo>
                  <a:close/>
                  <a:moveTo>
                    <a:pt x="1107" y="100"/>
                  </a:moveTo>
                  <a:cubicBezTo>
                    <a:pt x="1097" y="100"/>
                    <a:pt x="1097" y="100"/>
                    <a:pt x="1097" y="100"/>
                  </a:cubicBezTo>
                  <a:cubicBezTo>
                    <a:pt x="1066" y="16"/>
                    <a:pt x="1066" y="16"/>
                    <a:pt x="1066" y="16"/>
                  </a:cubicBezTo>
                  <a:cubicBezTo>
                    <a:pt x="1065" y="13"/>
                    <a:pt x="1064" y="11"/>
                    <a:pt x="1062" y="9"/>
                  </a:cubicBezTo>
                  <a:cubicBezTo>
                    <a:pt x="1060" y="8"/>
                    <a:pt x="1058" y="7"/>
                    <a:pt x="1055" y="7"/>
                  </a:cubicBezTo>
                  <a:cubicBezTo>
                    <a:pt x="1054" y="7"/>
                    <a:pt x="1054" y="7"/>
                    <a:pt x="1054" y="7"/>
                  </a:cubicBezTo>
                  <a:cubicBezTo>
                    <a:pt x="1054" y="2"/>
                    <a:pt x="1054" y="2"/>
                    <a:pt x="1054" y="2"/>
                  </a:cubicBezTo>
                  <a:cubicBezTo>
                    <a:pt x="1058" y="2"/>
                    <a:pt x="1062" y="2"/>
                    <a:pt x="1066" y="2"/>
                  </a:cubicBezTo>
                  <a:cubicBezTo>
                    <a:pt x="1070" y="2"/>
                    <a:pt x="1073" y="3"/>
                    <a:pt x="1076" y="3"/>
                  </a:cubicBezTo>
                  <a:cubicBezTo>
                    <a:pt x="1079" y="3"/>
                    <a:pt x="1081" y="2"/>
                    <a:pt x="1085" y="2"/>
                  </a:cubicBezTo>
                  <a:cubicBezTo>
                    <a:pt x="1088" y="2"/>
                    <a:pt x="1093" y="2"/>
                    <a:pt x="1100" y="2"/>
                  </a:cubicBezTo>
                  <a:cubicBezTo>
                    <a:pt x="1100" y="7"/>
                    <a:pt x="1100" y="7"/>
                    <a:pt x="1100" y="7"/>
                  </a:cubicBezTo>
                  <a:cubicBezTo>
                    <a:pt x="1099" y="7"/>
                    <a:pt x="1099" y="7"/>
                    <a:pt x="1099" y="7"/>
                  </a:cubicBezTo>
                  <a:cubicBezTo>
                    <a:pt x="1095" y="7"/>
                    <a:pt x="1093" y="8"/>
                    <a:pt x="1092" y="8"/>
                  </a:cubicBezTo>
                  <a:cubicBezTo>
                    <a:pt x="1090" y="9"/>
                    <a:pt x="1089" y="11"/>
                    <a:pt x="1089" y="12"/>
                  </a:cubicBezTo>
                  <a:cubicBezTo>
                    <a:pt x="1089" y="13"/>
                    <a:pt x="1089" y="13"/>
                    <a:pt x="1090" y="14"/>
                  </a:cubicBezTo>
                  <a:cubicBezTo>
                    <a:pt x="1090" y="14"/>
                    <a:pt x="1090" y="15"/>
                    <a:pt x="1090" y="15"/>
                  </a:cubicBezTo>
                  <a:cubicBezTo>
                    <a:pt x="1110" y="74"/>
                    <a:pt x="1110" y="74"/>
                    <a:pt x="1110" y="74"/>
                  </a:cubicBezTo>
                  <a:cubicBezTo>
                    <a:pt x="1133" y="16"/>
                    <a:pt x="1133" y="16"/>
                    <a:pt x="1133" y="16"/>
                  </a:cubicBezTo>
                  <a:cubicBezTo>
                    <a:pt x="1134" y="14"/>
                    <a:pt x="1134" y="14"/>
                    <a:pt x="1134" y="13"/>
                  </a:cubicBezTo>
                  <a:cubicBezTo>
                    <a:pt x="1134" y="12"/>
                    <a:pt x="1135" y="11"/>
                    <a:pt x="1135" y="11"/>
                  </a:cubicBezTo>
                  <a:cubicBezTo>
                    <a:pt x="1135" y="9"/>
                    <a:pt x="1134" y="9"/>
                    <a:pt x="1132" y="8"/>
                  </a:cubicBezTo>
                  <a:cubicBezTo>
                    <a:pt x="1131" y="7"/>
                    <a:pt x="1128" y="7"/>
                    <a:pt x="1125" y="7"/>
                  </a:cubicBezTo>
                  <a:cubicBezTo>
                    <a:pt x="1124" y="7"/>
                    <a:pt x="1124" y="7"/>
                    <a:pt x="1124" y="7"/>
                  </a:cubicBezTo>
                  <a:cubicBezTo>
                    <a:pt x="1124" y="2"/>
                    <a:pt x="1124" y="2"/>
                    <a:pt x="1124" y="2"/>
                  </a:cubicBezTo>
                  <a:cubicBezTo>
                    <a:pt x="1126" y="2"/>
                    <a:pt x="1128" y="2"/>
                    <a:pt x="1130" y="2"/>
                  </a:cubicBezTo>
                  <a:cubicBezTo>
                    <a:pt x="1132" y="2"/>
                    <a:pt x="1135" y="2"/>
                    <a:pt x="1137" y="2"/>
                  </a:cubicBezTo>
                  <a:cubicBezTo>
                    <a:pt x="1140" y="2"/>
                    <a:pt x="1143" y="2"/>
                    <a:pt x="1145" y="2"/>
                  </a:cubicBezTo>
                  <a:cubicBezTo>
                    <a:pt x="1147" y="2"/>
                    <a:pt x="1149" y="2"/>
                    <a:pt x="1151" y="2"/>
                  </a:cubicBezTo>
                  <a:cubicBezTo>
                    <a:pt x="1152" y="7"/>
                    <a:pt x="1152" y="7"/>
                    <a:pt x="1152" y="7"/>
                  </a:cubicBezTo>
                  <a:cubicBezTo>
                    <a:pt x="1149" y="7"/>
                    <a:pt x="1148" y="8"/>
                    <a:pt x="1146" y="9"/>
                  </a:cubicBezTo>
                  <a:cubicBezTo>
                    <a:pt x="1145" y="10"/>
                    <a:pt x="1144" y="12"/>
                    <a:pt x="1143" y="15"/>
                  </a:cubicBezTo>
                  <a:cubicBezTo>
                    <a:pt x="1107" y="100"/>
                    <a:pt x="1107" y="100"/>
                    <a:pt x="1107" y="100"/>
                  </a:cubicBezTo>
                  <a:close/>
                  <a:moveTo>
                    <a:pt x="1163" y="99"/>
                  </a:moveTo>
                  <a:cubicBezTo>
                    <a:pt x="1163" y="93"/>
                    <a:pt x="1163" y="93"/>
                    <a:pt x="1163" y="93"/>
                  </a:cubicBezTo>
                  <a:cubicBezTo>
                    <a:pt x="1165" y="93"/>
                    <a:pt x="1165" y="93"/>
                    <a:pt x="1165" y="93"/>
                  </a:cubicBezTo>
                  <a:cubicBezTo>
                    <a:pt x="1168" y="93"/>
                    <a:pt x="1171" y="92"/>
                    <a:pt x="1173" y="91"/>
                  </a:cubicBezTo>
                  <a:cubicBezTo>
                    <a:pt x="1174" y="89"/>
                    <a:pt x="1175" y="87"/>
                    <a:pt x="1175" y="84"/>
                  </a:cubicBezTo>
                  <a:cubicBezTo>
                    <a:pt x="1175" y="16"/>
                    <a:pt x="1175" y="16"/>
                    <a:pt x="1175" y="16"/>
                  </a:cubicBezTo>
                  <a:cubicBezTo>
                    <a:pt x="1175" y="13"/>
                    <a:pt x="1174" y="11"/>
                    <a:pt x="1173" y="10"/>
                  </a:cubicBezTo>
                  <a:cubicBezTo>
                    <a:pt x="1171" y="8"/>
                    <a:pt x="1168" y="7"/>
                    <a:pt x="1165" y="7"/>
                  </a:cubicBezTo>
                  <a:cubicBezTo>
                    <a:pt x="1163" y="7"/>
                    <a:pt x="1163" y="7"/>
                    <a:pt x="1163" y="7"/>
                  </a:cubicBezTo>
                  <a:cubicBezTo>
                    <a:pt x="1163" y="2"/>
                    <a:pt x="1163" y="2"/>
                    <a:pt x="1163" y="2"/>
                  </a:cubicBezTo>
                  <a:cubicBezTo>
                    <a:pt x="1166" y="2"/>
                    <a:pt x="1170" y="2"/>
                    <a:pt x="1174" y="2"/>
                  </a:cubicBezTo>
                  <a:cubicBezTo>
                    <a:pt x="1178" y="2"/>
                    <a:pt x="1184" y="2"/>
                    <a:pt x="1193" y="2"/>
                  </a:cubicBezTo>
                  <a:cubicBezTo>
                    <a:pt x="1207" y="2"/>
                    <a:pt x="1207" y="2"/>
                    <a:pt x="1207" y="2"/>
                  </a:cubicBezTo>
                  <a:cubicBezTo>
                    <a:pt x="1214" y="2"/>
                    <a:pt x="1219" y="2"/>
                    <a:pt x="1224" y="2"/>
                  </a:cubicBezTo>
                  <a:cubicBezTo>
                    <a:pt x="1228" y="2"/>
                    <a:pt x="1232" y="2"/>
                    <a:pt x="1236" y="2"/>
                  </a:cubicBezTo>
                  <a:cubicBezTo>
                    <a:pt x="1236" y="5"/>
                    <a:pt x="1236" y="9"/>
                    <a:pt x="1236" y="13"/>
                  </a:cubicBezTo>
                  <a:cubicBezTo>
                    <a:pt x="1236" y="16"/>
                    <a:pt x="1237" y="21"/>
                    <a:pt x="1237" y="25"/>
                  </a:cubicBezTo>
                  <a:cubicBezTo>
                    <a:pt x="1231" y="25"/>
                    <a:pt x="1231" y="25"/>
                    <a:pt x="1231" y="25"/>
                  </a:cubicBezTo>
                  <a:cubicBezTo>
                    <a:pt x="1230" y="19"/>
                    <a:pt x="1228" y="15"/>
                    <a:pt x="1225" y="12"/>
                  </a:cubicBezTo>
                  <a:cubicBezTo>
                    <a:pt x="1222" y="10"/>
                    <a:pt x="1216" y="9"/>
                    <a:pt x="1208" y="9"/>
                  </a:cubicBezTo>
                  <a:cubicBezTo>
                    <a:pt x="1204" y="9"/>
                    <a:pt x="1201" y="9"/>
                    <a:pt x="1200" y="10"/>
                  </a:cubicBezTo>
                  <a:cubicBezTo>
                    <a:pt x="1198" y="10"/>
                    <a:pt x="1198" y="12"/>
                    <a:pt x="1198" y="13"/>
                  </a:cubicBezTo>
                  <a:cubicBezTo>
                    <a:pt x="1198" y="46"/>
                    <a:pt x="1198" y="46"/>
                    <a:pt x="1198" y="46"/>
                  </a:cubicBezTo>
                  <a:cubicBezTo>
                    <a:pt x="1210" y="46"/>
                    <a:pt x="1210" y="46"/>
                    <a:pt x="1210" y="46"/>
                  </a:cubicBezTo>
                  <a:cubicBezTo>
                    <a:pt x="1214" y="46"/>
                    <a:pt x="1217" y="45"/>
                    <a:pt x="1219" y="42"/>
                  </a:cubicBezTo>
                  <a:cubicBezTo>
                    <a:pt x="1221" y="40"/>
                    <a:pt x="1222" y="37"/>
                    <a:pt x="1222" y="32"/>
                  </a:cubicBezTo>
                  <a:cubicBezTo>
                    <a:pt x="1227" y="32"/>
                    <a:pt x="1227" y="32"/>
                    <a:pt x="1227" y="32"/>
                  </a:cubicBezTo>
                  <a:cubicBezTo>
                    <a:pt x="1227" y="35"/>
                    <a:pt x="1227" y="38"/>
                    <a:pt x="1227" y="40"/>
                  </a:cubicBezTo>
                  <a:cubicBezTo>
                    <a:pt x="1227" y="43"/>
                    <a:pt x="1227" y="46"/>
                    <a:pt x="1227" y="49"/>
                  </a:cubicBezTo>
                  <a:cubicBezTo>
                    <a:pt x="1227" y="52"/>
                    <a:pt x="1227" y="54"/>
                    <a:pt x="1227" y="57"/>
                  </a:cubicBezTo>
                  <a:cubicBezTo>
                    <a:pt x="1227" y="60"/>
                    <a:pt x="1227" y="63"/>
                    <a:pt x="1227" y="65"/>
                  </a:cubicBezTo>
                  <a:cubicBezTo>
                    <a:pt x="1222" y="65"/>
                    <a:pt x="1222" y="65"/>
                    <a:pt x="1222" y="65"/>
                  </a:cubicBezTo>
                  <a:cubicBezTo>
                    <a:pt x="1222" y="60"/>
                    <a:pt x="1221" y="57"/>
                    <a:pt x="1219" y="55"/>
                  </a:cubicBezTo>
                  <a:cubicBezTo>
                    <a:pt x="1218" y="53"/>
                    <a:pt x="1215" y="52"/>
                    <a:pt x="1211" y="52"/>
                  </a:cubicBezTo>
                  <a:cubicBezTo>
                    <a:pt x="1198" y="52"/>
                    <a:pt x="1198" y="52"/>
                    <a:pt x="1198" y="52"/>
                  </a:cubicBezTo>
                  <a:cubicBezTo>
                    <a:pt x="1198" y="85"/>
                    <a:pt x="1198" y="85"/>
                    <a:pt x="1198" y="85"/>
                  </a:cubicBezTo>
                  <a:cubicBezTo>
                    <a:pt x="1198" y="87"/>
                    <a:pt x="1198" y="88"/>
                    <a:pt x="1199" y="89"/>
                  </a:cubicBezTo>
                  <a:cubicBezTo>
                    <a:pt x="1201" y="90"/>
                    <a:pt x="1202" y="90"/>
                    <a:pt x="1205" y="90"/>
                  </a:cubicBezTo>
                  <a:cubicBezTo>
                    <a:pt x="1216" y="90"/>
                    <a:pt x="1224" y="89"/>
                    <a:pt x="1229" y="86"/>
                  </a:cubicBezTo>
                  <a:cubicBezTo>
                    <a:pt x="1233" y="83"/>
                    <a:pt x="1236" y="78"/>
                    <a:pt x="1238" y="71"/>
                  </a:cubicBezTo>
                  <a:cubicBezTo>
                    <a:pt x="1244" y="71"/>
                    <a:pt x="1244" y="71"/>
                    <a:pt x="1244" y="71"/>
                  </a:cubicBezTo>
                  <a:cubicBezTo>
                    <a:pt x="1243" y="76"/>
                    <a:pt x="1242" y="80"/>
                    <a:pt x="1241" y="85"/>
                  </a:cubicBezTo>
                  <a:cubicBezTo>
                    <a:pt x="1240" y="90"/>
                    <a:pt x="1239" y="94"/>
                    <a:pt x="1239" y="99"/>
                  </a:cubicBezTo>
                  <a:cubicBezTo>
                    <a:pt x="1233" y="98"/>
                    <a:pt x="1228" y="98"/>
                    <a:pt x="1221" y="98"/>
                  </a:cubicBezTo>
                  <a:cubicBezTo>
                    <a:pt x="1215" y="98"/>
                    <a:pt x="1208" y="98"/>
                    <a:pt x="1201" y="98"/>
                  </a:cubicBezTo>
                  <a:cubicBezTo>
                    <a:pt x="1193" y="98"/>
                    <a:pt x="1186" y="98"/>
                    <a:pt x="1180" y="98"/>
                  </a:cubicBezTo>
                  <a:cubicBezTo>
                    <a:pt x="1174" y="98"/>
                    <a:pt x="1168" y="98"/>
                    <a:pt x="1163" y="99"/>
                  </a:cubicBezTo>
                  <a:cubicBezTo>
                    <a:pt x="1163" y="99"/>
                    <a:pt x="1163" y="99"/>
                    <a:pt x="1163" y="99"/>
                  </a:cubicBezTo>
                  <a:close/>
                  <a:moveTo>
                    <a:pt x="1259" y="99"/>
                  </a:moveTo>
                  <a:cubicBezTo>
                    <a:pt x="1259" y="93"/>
                    <a:pt x="1259" y="93"/>
                    <a:pt x="1259" y="93"/>
                  </a:cubicBezTo>
                  <a:cubicBezTo>
                    <a:pt x="1263" y="93"/>
                    <a:pt x="1266" y="92"/>
                    <a:pt x="1267" y="91"/>
                  </a:cubicBezTo>
                  <a:cubicBezTo>
                    <a:pt x="1269" y="89"/>
                    <a:pt x="1270" y="86"/>
                    <a:pt x="1270" y="81"/>
                  </a:cubicBezTo>
                  <a:cubicBezTo>
                    <a:pt x="1270" y="16"/>
                    <a:pt x="1270" y="16"/>
                    <a:pt x="1270" y="16"/>
                  </a:cubicBezTo>
                  <a:cubicBezTo>
                    <a:pt x="1270" y="13"/>
                    <a:pt x="1269" y="11"/>
                    <a:pt x="1267" y="9"/>
                  </a:cubicBezTo>
                  <a:cubicBezTo>
                    <a:pt x="1266" y="8"/>
                    <a:pt x="1263" y="7"/>
                    <a:pt x="1260" y="7"/>
                  </a:cubicBezTo>
                  <a:cubicBezTo>
                    <a:pt x="1259" y="7"/>
                    <a:pt x="1259" y="7"/>
                    <a:pt x="1259" y="7"/>
                  </a:cubicBezTo>
                  <a:cubicBezTo>
                    <a:pt x="1259" y="2"/>
                    <a:pt x="1259" y="2"/>
                    <a:pt x="1259" y="2"/>
                  </a:cubicBezTo>
                  <a:cubicBezTo>
                    <a:pt x="1262" y="2"/>
                    <a:pt x="1265" y="2"/>
                    <a:pt x="1268" y="2"/>
                  </a:cubicBezTo>
                  <a:cubicBezTo>
                    <a:pt x="1271" y="2"/>
                    <a:pt x="1274" y="3"/>
                    <a:pt x="1277" y="3"/>
                  </a:cubicBezTo>
                  <a:cubicBezTo>
                    <a:pt x="1281" y="3"/>
                    <a:pt x="1286" y="2"/>
                    <a:pt x="1292" y="2"/>
                  </a:cubicBezTo>
                  <a:cubicBezTo>
                    <a:pt x="1298" y="2"/>
                    <a:pt x="1302" y="2"/>
                    <a:pt x="1305" y="2"/>
                  </a:cubicBezTo>
                  <a:cubicBezTo>
                    <a:pt x="1316" y="2"/>
                    <a:pt x="1325" y="4"/>
                    <a:pt x="1330" y="7"/>
                  </a:cubicBezTo>
                  <a:cubicBezTo>
                    <a:pt x="1336" y="11"/>
                    <a:pt x="1339" y="17"/>
                    <a:pt x="1339" y="24"/>
                  </a:cubicBezTo>
                  <a:cubicBezTo>
                    <a:pt x="1339" y="30"/>
                    <a:pt x="1337" y="36"/>
                    <a:pt x="1333" y="40"/>
                  </a:cubicBezTo>
                  <a:cubicBezTo>
                    <a:pt x="1329" y="45"/>
                    <a:pt x="1323" y="49"/>
                    <a:pt x="1316" y="51"/>
                  </a:cubicBezTo>
                  <a:cubicBezTo>
                    <a:pt x="1320" y="53"/>
                    <a:pt x="1324" y="56"/>
                    <a:pt x="1328" y="61"/>
                  </a:cubicBezTo>
                  <a:cubicBezTo>
                    <a:pt x="1332" y="66"/>
                    <a:pt x="1336" y="73"/>
                    <a:pt x="1341" y="82"/>
                  </a:cubicBezTo>
                  <a:cubicBezTo>
                    <a:pt x="1341" y="83"/>
                    <a:pt x="1341" y="84"/>
                    <a:pt x="1342" y="85"/>
                  </a:cubicBezTo>
                  <a:cubicBezTo>
                    <a:pt x="1345" y="92"/>
                    <a:pt x="1348" y="95"/>
                    <a:pt x="1351" y="95"/>
                  </a:cubicBezTo>
                  <a:cubicBezTo>
                    <a:pt x="1352" y="95"/>
                    <a:pt x="1352" y="95"/>
                    <a:pt x="1352" y="95"/>
                  </a:cubicBezTo>
                  <a:cubicBezTo>
                    <a:pt x="1352" y="100"/>
                    <a:pt x="1352" y="100"/>
                    <a:pt x="1352" y="100"/>
                  </a:cubicBezTo>
                  <a:cubicBezTo>
                    <a:pt x="1347" y="99"/>
                    <a:pt x="1341" y="99"/>
                    <a:pt x="1334" y="98"/>
                  </a:cubicBezTo>
                  <a:cubicBezTo>
                    <a:pt x="1333" y="98"/>
                    <a:pt x="1333" y="98"/>
                    <a:pt x="1332" y="98"/>
                  </a:cubicBezTo>
                  <a:cubicBezTo>
                    <a:pt x="1328" y="98"/>
                    <a:pt x="1326" y="97"/>
                    <a:pt x="1324" y="96"/>
                  </a:cubicBezTo>
                  <a:cubicBezTo>
                    <a:pt x="1322" y="94"/>
                    <a:pt x="1320" y="91"/>
                    <a:pt x="1318" y="86"/>
                  </a:cubicBezTo>
                  <a:cubicBezTo>
                    <a:pt x="1317" y="83"/>
                    <a:pt x="1316" y="80"/>
                    <a:pt x="1314" y="75"/>
                  </a:cubicBezTo>
                  <a:cubicBezTo>
                    <a:pt x="1310" y="64"/>
                    <a:pt x="1307" y="58"/>
                    <a:pt x="1304" y="56"/>
                  </a:cubicBezTo>
                  <a:cubicBezTo>
                    <a:pt x="1303" y="56"/>
                    <a:pt x="1302" y="55"/>
                    <a:pt x="1301" y="55"/>
                  </a:cubicBezTo>
                  <a:cubicBezTo>
                    <a:pt x="1300" y="55"/>
                    <a:pt x="1298" y="55"/>
                    <a:pt x="1296" y="55"/>
                  </a:cubicBezTo>
                  <a:cubicBezTo>
                    <a:pt x="1296" y="55"/>
                    <a:pt x="1295" y="55"/>
                    <a:pt x="1295" y="55"/>
                  </a:cubicBezTo>
                  <a:cubicBezTo>
                    <a:pt x="1294" y="55"/>
                    <a:pt x="1293" y="55"/>
                    <a:pt x="1292" y="55"/>
                  </a:cubicBezTo>
                  <a:cubicBezTo>
                    <a:pt x="1292" y="81"/>
                    <a:pt x="1292" y="81"/>
                    <a:pt x="1292" y="81"/>
                  </a:cubicBezTo>
                  <a:cubicBezTo>
                    <a:pt x="1292" y="86"/>
                    <a:pt x="1293" y="89"/>
                    <a:pt x="1294" y="90"/>
                  </a:cubicBezTo>
                  <a:cubicBezTo>
                    <a:pt x="1295" y="92"/>
                    <a:pt x="1298" y="93"/>
                    <a:pt x="1302" y="93"/>
                  </a:cubicBezTo>
                  <a:cubicBezTo>
                    <a:pt x="1302" y="99"/>
                    <a:pt x="1302" y="99"/>
                    <a:pt x="1302" y="99"/>
                  </a:cubicBezTo>
                  <a:cubicBezTo>
                    <a:pt x="1297" y="98"/>
                    <a:pt x="1292" y="98"/>
                    <a:pt x="1289" y="98"/>
                  </a:cubicBezTo>
                  <a:cubicBezTo>
                    <a:pt x="1285" y="98"/>
                    <a:pt x="1282" y="98"/>
                    <a:pt x="1281" y="98"/>
                  </a:cubicBezTo>
                  <a:cubicBezTo>
                    <a:pt x="1277" y="98"/>
                    <a:pt x="1274" y="98"/>
                    <a:pt x="1270" y="98"/>
                  </a:cubicBezTo>
                  <a:cubicBezTo>
                    <a:pt x="1267" y="98"/>
                    <a:pt x="1263" y="98"/>
                    <a:pt x="1259" y="99"/>
                  </a:cubicBezTo>
                  <a:cubicBezTo>
                    <a:pt x="1259" y="99"/>
                    <a:pt x="1259" y="99"/>
                    <a:pt x="1259" y="99"/>
                  </a:cubicBezTo>
                  <a:close/>
                  <a:moveTo>
                    <a:pt x="1292" y="48"/>
                  </a:moveTo>
                  <a:cubicBezTo>
                    <a:pt x="1298" y="48"/>
                    <a:pt x="1298" y="48"/>
                    <a:pt x="1298" y="48"/>
                  </a:cubicBezTo>
                  <a:cubicBezTo>
                    <a:pt x="1305" y="48"/>
                    <a:pt x="1310" y="46"/>
                    <a:pt x="1313" y="43"/>
                  </a:cubicBezTo>
                  <a:cubicBezTo>
                    <a:pt x="1316" y="40"/>
                    <a:pt x="1318" y="35"/>
                    <a:pt x="1318" y="28"/>
                  </a:cubicBezTo>
                  <a:cubicBezTo>
                    <a:pt x="1318" y="21"/>
                    <a:pt x="1316" y="16"/>
                    <a:pt x="1313" y="13"/>
                  </a:cubicBezTo>
                  <a:cubicBezTo>
                    <a:pt x="1309" y="10"/>
                    <a:pt x="1304" y="8"/>
                    <a:pt x="1297" y="8"/>
                  </a:cubicBezTo>
                  <a:cubicBezTo>
                    <a:pt x="1295" y="8"/>
                    <a:pt x="1295" y="8"/>
                    <a:pt x="1294" y="8"/>
                  </a:cubicBezTo>
                  <a:cubicBezTo>
                    <a:pt x="1293" y="9"/>
                    <a:pt x="1293" y="9"/>
                    <a:pt x="1292" y="9"/>
                  </a:cubicBezTo>
                  <a:cubicBezTo>
                    <a:pt x="1292" y="48"/>
                    <a:pt x="1292" y="48"/>
                    <a:pt x="1292" y="48"/>
                  </a:cubicBezTo>
                  <a:close/>
                  <a:moveTo>
                    <a:pt x="1370" y="66"/>
                  </a:moveTo>
                  <a:cubicBezTo>
                    <a:pt x="1380" y="66"/>
                    <a:pt x="1380" y="66"/>
                    <a:pt x="1380" y="66"/>
                  </a:cubicBezTo>
                  <a:cubicBezTo>
                    <a:pt x="1380" y="75"/>
                    <a:pt x="1382" y="81"/>
                    <a:pt x="1385" y="85"/>
                  </a:cubicBezTo>
                  <a:cubicBezTo>
                    <a:pt x="1389" y="90"/>
                    <a:pt x="1394" y="92"/>
                    <a:pt x="1400" y="92"/>
                  </a:cubicBezTo>
                  <a:cubicBezTo>
                    <a:pt x="1406" y="92"/>
                    <a:pt x="1410" y="90"/>
                    <a:pt x="1413" y="88"/>
                  </a:cubicBezTo>
                  <a:cubicBezTo>
                    <a:pt x="1416" y="85"/>
                    <a:pt x="1418" y="82"/>
                    <a:pt x="1418" y="77"/>
                  </a:cubicBezTo>
                  <a:cubicBezTo>
                    <a:pt x="1418" y="74"/>
                    <a:pt x="1417" y="71"/>
                    <a:pt x="1415" y="68"/>
                  </a:cubicBezTo>
                  <a:cubicBezTo>
                    <a:pt x="1413" y="66"/>
                    <a:pt x="1408" y="63"/>
                    <a:pt x="1400" y="60"/>
                  </a:cubicBezTo>
                  <a:cubicBezTo>
                    <a:pt x="1389" y="55"/>
                    <a:pt x="1381" y="51"/>
                    <a:pt x="1377" y="46"/>
                  </a:cubicBezTo>
                  <a:cubicBezTo>
                    <a:pt x="1373" y="41"/>
                    <a:pt x="1371" y="36"/>
                    <a:pt x="1371" y="29"/>
                  </a:cubicBezTo>
                  <a:cubicBezTo>
                    <a:pt x="1371" y="20"/>
                    <a:pt x="1374" y="13"/>
                    <a:pt x="1380" y="8"/>
                  </a:cubicBezTo>
                  <a:cubicBezTo>
                    <a:pt x="1386" y="2"/>
                    <a:pt x="1393" y="0"/>
                    <a:pt x="1403" y="0"/>
                  </a:cubicBezTo>
                  <a:cubicBezTo>
                    <a:pt x="1407" y="0"/>
                    <a:pt x="1411" y="0"/>
                    <a:pt x="1415" y="1"/>
                  </a:cubicBezTo>
                  <a:cubicBezTo>
                    <a:pt x="1420" y="1"/>
                    <a:pt x="1425" y="2"/>
                    <a:pt x="1431" y="3"/>
                  </a:cubicBezTo>
                  <a:cubicBezTo>
                    <a:pt x="1431" y="4"/>
                    <a:pt x="1431" y="4"/>
                    <a:pt x="1431" y="4"/>
                  </a:cubicBezTo>
                  <a:cubicBezTo>
                    <a:pt x="1431" y="9"/>
                    <a:pt x="1431" y="14"/>
                    <a:pt x="1431" y="17"/>
                  </a:cubicBezTo>
                  <a:cubicBezTo>
                    <a:pt x="1431" y="19"/>
                    <a:pt x="1431" y="23"/>
                    <a:pt x="1431" y="29"/>
                  </a:cubicBezTo>
                  <a:cubicBezTo>
                    <a:pt x="1431" y="29"/>
                    <a:pt x="1431" y="29"/>
                    <a:pt x="1431" y="29"/>
                  </a:cubicBezTo>
                  <a:cubicBezTo>
                    <a:pt x="1423" y="29"/>
                    <a:pt x="1423" y="29"/>
                    <a:pt x="1423" y="29"/>
                  </a:cubicBezTo>
                  <a:cubicBezTo>
                    <a:pt x="1423" y="22"/>
                    <a:pt x="1421" y="17"/>
                    <a:pt x="1418" y="13"/>
                  </a:cubicBezTo>
                  <a:cubicBezTo>
                    <a:pt x="1415" y="10"/>
                    <a:pt x="1410" y="8"/>
                    <a:pt x="1404" y="8"/>
                  </a:cubicBezTo>
                  <a:cubicBezTo>
                    <a:pt x="1400" y="8"/>
                    <a:pt x="1396" y="9"/>
                    <a:pt x="1393" y="11"/>
                  </a:cubicBezTo>
                  <a:cubicBezTo>
                    <a:pt x="1391" y="14"/>
                    <a:pt x="1389" y="17"/>
                    <a:pt x="1389" y="21"/>
                  </a:cubicBezTo>
                  <a:cubicBezTo>
                    <a:pt x="1389" y="24"/>
                    <a:pt x="1390" y="27"/>
                    <a:pt x="1392" y="30"/>
                  </a:cubicBezTo>
                  <a:cubicBezTo>
                    <a:pt x="1395" y="32"/>
                    <a:pt x="1400" y="35"/>
                    <a:pt x="1407" y="38"/>
                  </a:cubicBezTo>
                  <a:cubicBezTo>
                    <a:pt x="1408" y="38"/>
                    <a:pt x="1410" y="39"/>
                    <a:pt x="1412" y="40"/>
                  </a:cubicBezTo>
                  <a:cubicBezTo>
                    <a:pt x="1420" y="43"/>
                    <a:pt x="1426" y="46"/>
                    <a:pt x="1429" y="49"/>
                  </a:cubicBezTo>
                  <a:cubicBezTo>
                    <a:pt x="1432" y="51"/>
                    <a:pt x="1434" y="55"/>
                    <a:pt x="1435" y="58"/>
                  </a:cubicBezTo>
                  <a:cubicBezTo>
                    <a:pt x="1437" y="61"/>
                    <a:pt x="1437" y="65"/>
                    <a:pt x="1437" y="69"/>
                  </a:cubicBezTo>
                  <a:cubicBezTo>
                    <a:pt x="1437" y="79"/>
                    <a:pt x="1434" y="86"/>
                    <a:pt x="1428" y="92"/>
                  </a:cubicBezTo>
                  <a:cubicBezTo>
                    <a:pt x="1421" y="98"/>
                    <a:pt x="1413" y="101"/>
                    <a:pt x="1402" y="101"/>
                  </a:cubicBezTo>
                  <a:cubicBezTo>
                    <a:pt x="1396" y="101"/>
                    <a:pt x="1390" y="100"/>
                    <a:pt x="1385" y="99"/>
                  </a:cubicBezTo>
                  <a:cubicBezTo>
                    <a:pt x="1379" y="98"/>
                    <a:pt x="1374" y="96"/>
                    <a:pt x="1369" y="93"/>
                  </a:cubicBezTo>
                  <a:cubicBezTo>
                    <a:pt x="1370" y="90"/>
                    <a:pt x="1370" y="87"/>
                    <a:pt x="1370" y="83"/>
                  </a:cubicBezTo>
                  <a:cubicBezTo>
                    <a:pt x="1370" y="80"/>
                    <a:pt x="1370" y="77"/>
                    <a:pt x="1370" y="73"/>
                  </a:cubicBezTo>
                  <a:cubicBezTo>
                    <a:pt x="1370" y="71"/>
                    <a:pt x="1370" y="70"/>
                    <a:pt x="1370" y="69"/>
                  </a:cubicBezTo>
                  <a:cubicBezTo>
                    <a:pt x="1370" y="68"/>
                    <a:pt x="1370" y="67"/>
                    <a:pt x="1370" y="66"/>
                  </a:cubicBezTo>
                  <a:cubicBezTo>
                    <a:pt x="1370" y="66"/>
                    <a:pt x="1370" y="66"/>
                    <a:pt x="1370" y="66"/>
                  </a:cubicBezTo>
                  <a:close/>
                  <a:moveTo>
                    <a:pt x="1456" y="99"/>
                  </a:moveTo>
                  <a:cubicBezTo>
                    <a:pt x="1456" y="93"/>
                    <a:pt x="1456" y="93"/>
                    <a:pt x="1456" y="93"/>
                  </a:cubicBezTo>
                  <a:cubicBezTo>
                    <a:pt x="1457" y="93"/>
                    <a:pt x="1457" y="93"/>
                    <a:pt x="1457" y="93"/>
                  </a:cubicBezTo>
                  <a:cubicBezTo>
                    <a:pt x="1461" y="93"/>
                    <a:pt x="1464" y="92"/>
                    <a:pt x="1466" y="91"/>
                  </a:cubicBezTo>
                  <a:cubicBezTo>
                    <a:pt x="1467" y="89"/>
                    <a:pt x="1468" y="86"/>
                    <a:pt x="1468" y="81"/>
                  </a:cubicBezTo>
                  <a:cubicBezTo>
                    <a:pt x="1468" y="16"/>
                    <a:pt x="1468" y="16"/>
                    <a:pt x="1468" y="16"/>
                  </a:cubicBezTo>
                  <a:cubicBezTo>
                    <a:pt x="1468" y="13"/>
                    <a:pt x="1467" y="11"/>
                    <a:pt x="1465" y="9"/>
                  </a:cubicBezTo>
                  <a:cubicBezTo>
                    <a:pt x="1464" y="8"/>
                    <a:pt x="1461" y="7"/>
                    <a:pt x="1458" y="7"/>
                  </a:cubicBezTo>
                  <a:cubicBezTo>
                    <a:pt x="1456" y="7"/>
                    <a:pt x="1456" y="7"/>
                    <a:pt x="1456" y="7"/>
                  </a:cubicBezTo>
                  <a:cubicBezTo>
                    <a:pt x="1456" y="2"/>
                    <a:pt x="1456" y="2"/>
                    <a:pt x="1456" y="2"/>
                  </a:cubicBezTo>
                  <a:cubicBezTo>
                    <a:pt x="1460" y="2"/>
                    <a:pt x="1464" y="2"/>
                    <a:pt x="1468" y="2"/>
                  </a:cubicBezTo>
                  <a:cubicBezTo>
                    <a:pt x="1472" y="3"/>
                    <a:pt x="1475" y="3"/>
                    <a:pt x="1479" y="3"/>
                  </a:cubicBezTo>
                  <a:cubicBezTo>
                    <a:pt x="1483" y="3"/>
                    <a:pt x="1487" y="3"/>
                    <a:pt x="1491" y="2"/>
                  </a:cubicBezTo>
                  <a:cubicBezTo>
                    <a:pt x="1494" y="2"/>
                    <a:pt x="1498" y="2"/>
                    <a:pt x="1502" y="2"/>
                  </a:cubicBezTo>
                  <a:cubicBezTo>
                    <a:pt x="1502" y="7"/>
                    <a:pt x="1502" y="7"/>
                    <a:pt x="1502" y="7"/>
                  </a:cubicBezTo>
                  <a:cubicBezTo>
                    <a:pt x="1498" y="7"/>
                    <a:pt x="1495" y="8"/>
                    <a:pt x="1493" y="9"/>
                  </a:cubicBezTo>
                  <a:cubicBezTo>
                    <a:pt x="1492" y="10"/>
                    <a:pt x="1491" y="12"/>
                    <a:pt x="1491" y="16"/>
                  </a:cubicBezTo>
                  <a:cubicBezTo>
                    <a:pt x="1491" y="81"/>
                    <a:pt x="1491" y="81"/>
                    <a:pt x="1491" y="81"/>
                  </a:cubicBezTo>
                  <a:cubicBezTo>
                    <a:pt x="1491" y="86"/>
                    <a:pt x="1492" y="89"/>
                    <a:pt x="1493" y="91"/>
                  </a:cubicBezTo>
                  <a:cubicBezTo>
                    <a:pt x="1494" y="92"/>
                    <a:pt x="1497" y="93"/>
                    <a:pt x="1501" y="93"/>
                  </a:cubicBezTo>
                  <a:cubicBezTo>
                    <a:pt x="1502" y="93"/>
                    <a:pt x="1502" y="93"/>
                    <a:pt x="1502" y="93"/>
                  </a:cubicBezTo>
                  <a:cubicBezTo>
                    <a:pt x="1502" y="99"/>
                    <a:pt x="1502" y="99"/>
                    <a:pt x="1502" y="99"/>
                  </a:cubicBezTo>
                  <a:cubicBezTo>
                    <a:pt x="1498" y="98"/>
                    <a:pt x="1495" y="98"/>
                    <a:pt x="1491" y="98"/>
                  </a:cubicBezTo>
                  <a:cubicBezTo>
                    <a:pt x="1487" y="98"/>
                    <a:pt x="1483" y="98"/>
                    <a:pt x="1479" y="98"/>
                  </a:cubicBezTo>
                  <a:cubicBezTo>
                    <a:pt x="1476" y="98"/>
                    <a:pt x="1472" y="98"/>
                    <a:pt x="1469" y="98"/>
                  </a:cubicBezTo>
                  <a:cubicBezTo>
                    <a:pt x="1465" y="98"/>
                    <a:pt x="1461" y="98"/>
                    <a:pt x="1456" y="99"/>
                  </a:cubicBezTo>
                  <a:cubicBezTo>
                    <a:pt x="1456" y="99"/>
                    <a:pt x="1456" y="99"/>
                    <a:pt x="1456" y="99"/>
                  </a:cubicBezTo>
                  <a:close/>
                  <a:moveTo>
                    <a:pt x="1533" y="99"/>
                  </a:moveTo>
                  <a:cubicBezTo>
                    <a:pt x="1533" y="93"/>
                    <a:pt x="1533" y="93"/>
                    <a:pt x="1533" y="93"/>
                  </a:cubicBezTo>
                  <a:cubicBezTo>
                    <a:pt x="1535" y="93"/>
                    <a:pt x="1535" y="93"/>
                    <a:pt x="1535" y="93"/>
                  </a:cubicBezTo>
                  <a:cubicBezTo>
                    <a:pt x="1539" y="93"/>
                    <a:pt x="1542" y="92"/>
                    <a:pt x="1543" y="91"/>
                  </a:cubicBezTo>
                  <a:cubicBezTo>
                    <a:pt x="1545" y="89"/>
                    <a:pt x="1546" y="87"/>
                    <a:pt x="1546" y="84"/>
                  </a:cubicBezTo>
                  <a:cubicBezTo>
                    <a:pt x="1546" y="9"/>
                    <a:pt x="1546" y="9"/>
                    <a:pt x="1546" y="9"/>
                  </a:cubicBezTo>
                  <a:cubicBezTo>
                    <a:pt x="1543" y="9"/>
                    <a:pt x="1543" y="9"/>
                    <a:pt x="1543" y="9"/>
                  </a:cubicBezTo>
                  <a:cubicBezTo>
                    <a:pt x="1537" y="9"/>
                    <a:pt x="1532" y="10"/>
                    <a:pt x="1528" y="13"/>
                  </a:cubicBezTo>
                  <a:cubicBezTo>
                    <a:pt x="1525" y="16"/>
                    <a:pt x="1523" y="20"/>
                    <a:pt x="1522" y="26"/>
                  </a:cubicBezTo>
                  <a:cubicBezTo>
                    <a:pt x="1517" y="26"/>
                    <a:pt x="1517" y="26"/>
                    <a:pt x="1517" y="26"/>
                  </a:cubicBezTo>
                  <a:cubicBezTo>
                    <a:pt x="1518" y="2"/>
                    <a:pt x="1518" y="2"/>
                    <a:pt x="1518" y="2"/>
                  </a:cubicBezTo>
                  <a:cubicBezTo>
                    <a:pt x="1520" y="2"/>
                    <a:pt x="1522" y="2"/>
                    <a:pt x="1524" y="2"/>
                  </a:cubicBezTo>
                  <a:cubicBezTo>
                    <a:pt x="1527" y="2"/>
                    <a:pt x="1531" y="2"/>
                    <a:pt x="1536" y="2"/>
                  </a:cubicBezTo>
                  <a:cubicBezTo>
                    <a:pt x="1557" y="2"/>
                    <a:pt x="1557" y="2"/>
                    <a:pt x="1557" y="2"/>
                  </a:cubicBezTo>
                  <a:cubicBezTo>
                    <a:pt x="1578" y="2"/>
                    <a:pt x="1578" y="2"/>
                    <a:pt x="1578" y="2"/>
                  </a:cubicBezTo>
                  <a:cubicBezTo>
                    <a:pt x="1584" y="2"/>
                    <a:pt x="1588" y="2"/>
                    <a:pt x="1591" y="2"/>
                  </a:cubicBezTo>
                  <a:cubicBezTo>
                    <a:pt x="1593" y="2"/>
                    <a:pt x="1595" y="2"/>
                    <a:pt x="1597" y="2"/>
                  </a:cubicBezTo>
                  <a:cubicBezTo>
                    <a:pt x="1598" y="26"/>
                    <a:pt x="1598" y="26"/>
                    <a:pt x="1598" y="26"/>
                  </a:cubicBezTo>
                  <a:cubicBezTo>
                    <a:pt x="1593" y="26"/>
                    <a:pt x="1593" y="26"/>
                    <a:pt x="1593" y="26"/>
                  </a:cubicBezTo>
                  <a:cubicBezTo>
                    <a:pt x="1592" y="20"/>
                    <a:pt x="1590" y="16"/>
                    <a:pt x="1586" y="13"/>
                  </a:cubicBezTo>
                  <a:cubicBezTo>
                    <a:pt x="1583" y="10"/>
                    <a:pt x="1578" y="9"/>
                    <a:pt x="1572" y="9"/>
                  </a:cubicBezTo>
                  <a:cubicBezTo>
                    <a:pt x="1569" y="9"/>
                    <a:pt x="1569" y="9"/>
                    <a:pt x="1569" y="9"/>
                  </a:cubicBezTo>
                  <a:cubicBezTo>
                    <a:pt x="1569" y="83"/>
                    <a:pt x="1569" y="83"/>
                    <a:pt x="1569" y="83"/>
                  </a:cubicBezTo>
                  <a:cubicBezTo>
                    <a:pt x="1569" y="87"/>
                    <a:pt x="1570" y="89"/>
                    <a:pt x="1571" y="91"/>
                  </a:cubicBezTo>
                  <a:cubicBezTo>
                    <a:pt x="1573" y="92"/>
                    <a:pt x="1576" y="93"/>
                    <a:pt x="1580" y="93"/>
                  </a:cubicBezTo>
                  <a:cubicBezTo>
                    <a:pt x="1581" y="93"/>
                    <a:pt x="1581" y="93"/>
                    <a:pt x="1581" y="93"/>
                  </a:cubicBezTo>
                  <a:cubicBezTo>
                    <a:pt x="1581" y="99"/>
                    <a:pt x="1581" y="99"/>
                    <a:pt x="1581" y="99"/>
                  </a:cubicBezTo>
                  <a:cubicBezTo>
                    <a:pt x="1576" y="98"/>
                    <a:pt x="1571" y="98"/>
                    <a:pt x="1567" y="98"/>
                  </a:cubicBezTo>
                  <a:cubicBezTo>
                    <a:pt x="1563" y="98"/>
                    <a:pt x="1560" y="98"/>
                    <a:pt x="1557" y="98"/>
                  </a:cubicBezTo>
                  <a:cubicBezTo>
                    <a:pt x="1553" y="98"/>
                    <a:pt x="1549" y="98"/>
                    <a:pt x="1545" y="98"/>
                  </a:cubicBezTo>
                  <a:cubicBezTo>
                    <a:pt x="1541" y="98"/>
                    <a:pt x="1537" y="98"/>
                    <a:pt x="1533" y="99"/>
                  </a:cubicBezTo>
                  <a:cubicBezTo>
                    <a:pt x="1533" y="99"/>
                    <a:pt x="1533" y="99"/>
                    <a:pt x="1533" y="99"/>
                  </a:cubicBezTo>
                  <a:close/>
                  <a:moveTo>
                    <a:pt x="1666" y="56"/>
                  </a:moveTo>
                  <a:cubicBezTo>
                    <a:pt x="1666" y="81"/>
                    <a:pt x="1666" y="81"/>
                    <a:pt x="1666" y="81"/>
                  </a:cubicBezTo>
                  <a:cubicBezTo>
                    <a:pt x="1666" y="86"/>
                    <a:pt x="1667" y="89"/>
                    <a:pt x="1669" y="91"/>
                  </a:cubicBezTo>
                  <a:cubicBezTo>
                    <a:pt x="1670" y="92"/>
                    <a:pt x="1673" y="93"/>
                    <a:pt x="1678" y="93"/>
                  </a:cubicBezTo>
                  <a:cubicBezTo>
                    <a:pt x="1680" y="93"/>
                    <a:pt x="1680" y="93"/>
                    <a:pt x="1680" y="93"/>
                  </a:cubicBezTo>
                  <a:cubicBezTo>
                    <a:pt x="1680" y="99"/>
                    <a:pt x="1680" y="99"/>
                    <a:pt x="1680" y="99"/>
                  </a:cubicBezTo>
                  <a:cubicBezTo>
                    <a:pt x="1675" y="98"/>
                    <a:pt x="1670" y="98"/>
                    <a:pt x="1666" y="98"/>
                  </a:cubicBezTo>
                  <a:cubicBezTo>
                    <a:pt x="1661" y="98"/>
                    <a:pt x="1658" y="98"/>
                    <a:pt x="1656" y="98"/>
                  </a:cubicBezTo>
                  <a:cubicBezTo>
                    <a:pt x="1653" y="98"/>
                    <a:pt x="1649" y="98"/>
                    <a:pt x="1645" y="98"/>
                  </a:cubicBezTo>
                  <a:cubicBezTo>
                    <a:pt x="1640" y="98"/>
                    <a:pt x="1635" y="98"/>
                    <a:pt x="1630" y="99"/>
                  </a:cubicBezTo>
                  <a:cubicBezTo>
                    <a:pt x="1630" y="93"/>
                    <a:pt x="1630" y="93"/>
                    <a:pt x="1630" y="93"/>
                  </a:cubicBezTo>
                  <a:cubicBezTo>
                    <a:pt x="1633" y="93"/>
                    <a:pt x="1633" y="93"/>
                    <a:pt x="1633" y="93"/>
                  </a:cubicBezTo>
                  <a:cubicBezTo>
                    <a:pt x="1638" y="93"/>
                    <a:pt x="1641" y="92"/>
                    <a:pt x="1642" y="91"/>
                  </a:cubicBezTo>
                  <a:cubicBezTo>
                    <a:pt x="1644" y="89"/>
                    <a:pt x="1644" y="86"/>
                    <a:pt x="1644" y="81"/>
                  </a:cubicBezTo>
                  <a:cubicBezTo>
                    <a:pt x="1644" y="56"/>
                    <a:pt x="1644" y="56"/>
                    <a:pt x="1644" y="56"/>
                  </a:cubicBezTo>
                  <a:cubicBezTo>
                    <a:pt x="1619" y="14"/>
                    <a:pt x="1619" y="14"/>
                    <a:pt x="1619" y="14"/>
                  </a:cubicBezTo>
                  <a:cubicBezTo>
                    <a:pt x="1619" y="14"/>
                    <a:pt x="1619" y="14"/>
                    <a:pt x="1619" y="14"/>
                  </a:cubicBezTo>
                  <a:cubicBezTo>
                    <a:pt x="1616" y="10"/>
                    <a:pt x="1613" y="7"/>
                    <a:pt x="1610" y="7"/>
                  </a:cubicBezTo>
                  <a:cubicBezTo>
                    <a:pt x="1608" y="7"/>
                    <a:pt x="1608" y="7"/>
                    <a:pt x="1608" y="7"/>
                  </a:cubicBezTo>
                  <a:cubicBezTo>
                    <a:pt x="1608" y="2"/>
                    <a:pt x="1608" y="2"/>
                    <a:pt x="1608" y="2"/>
                  </a:cubicBezTo>
                  <a:cubicBezTo>
                    <a:pt x="1612" y="2"/>
                    <a:pt x="1616" y="2"/>
                    <a:pt x="1620" y="2"/>
                  </a:cubicBezTo>
                  <a:cubicBezTo>
                    <a:pt x="1623" y="2"/>
                    <a:pt x="1627" y="3"/>
                    <a:pt x="1631" y="3"/>
                  </a:cubicBezTo>
                  <a:cubicBezTo>
                    <a:pt x="1636" y="3"/>
                    <a:pt x="1640" y="2"/>
                    <a:pt x="1644" y="2"/>
                  </a:cubicBezTo>
                  <a:cubicBezTo>
                    <a:pt x="1648" y="2"/>
                    <a:pt x="1651" y="2"/>
                    <a:pt x="1654" y="2"/>
                  </a:cubicBezTo>
                  <a:cubicBezTo>
                    <a:pt x="1654" y="7"/>
                    <a:pt x="1654" y="7"/>
                    <a:pt x="1654" y="7"/>
                  </a:cubicBezTo>
                  <a:cubicBezTo>
                    <a:pt x="1650" y="7"/>
                    <a:pt x="1647" y="7"/>
                    <a:pt x="1646" y="8"/>
                  </a:cubicBezTo>
                  <a:cubicBezTo>
                    <a:pt x="1644" y="9"/>
                    <a:pt x="1644" y="9"/>
                    <a:pt x="1644" y="11"/>
                  </a:cubicBezTo>
                  <a:cubicBezTo>
                    <a:pt x="1644" y="11"/>
                    <a:pt x="1644" y="11"/>
                    <a:pt x="1644" y="12"/>
                  </a:cubicBezTo>
                  <a:cubicBezTo>
                    <a:pt x="1644" y="12"/>
                    <a:pt x="1644" y="13"/>
                    <a:pt x="1644" y="13"/>
                  </a:cubicBezTo>
                  <a:cubicBezTo>
                    <a:pt x="1664" y="48"/>
                    <a:pt x="1664" y="48"/>
                    <a:pt x="1664" y="48"/>
                  </a:cubicBezTo>
                  <a:cubicBezTo>
                    <a:pt x="1683" y="13"/>
                    <a:pt x="1683" y="13"/>
                    <a:pt x="1683" y="13"/>
                  </a:cubicBezTo>
                  <a:cubicBezTo>
                    <a:pt x="1683" y="12"/>
                    <a:pt x="1683" y="12"/>
                    <a:pt x="1683" y="11"/>
                  </a:cubicBezTo>
                  <a:cubicBezTo>
                    <a:pt x="1683" y="11"/>
                    <a:pt x="1683" y="11"/>
                    <a:pt x="1683" y="10"/>
                  </a:cubicBezTo>
                  <a:cubicBezTo>
                    <a:pt x="1683" y="9"/>
                    <a:pt x="1683" y="8"/>
                    <a:pt x="1681" y="8"/>
                  </a:cubicBezTo>
                  <a:cubicBezTo>
                    <a:pt x="1679" y="7"/>
                    <a:pt x="1677" y="7"/>
                    <a:pt x="1673" y="7"/>
                  </a:cubicBezTo>
                  <a:cubicBezTo>
                    <a:pt x="1673" y="2"/>
                    <a:pt x="1673" y="2"/>
                    <a:pt x="1673" y="2"/>
                  </a:cubicBezTo>
                  <a:cubicBezTo>
                    <a:pt x="1676" y="2"/>
                    <a:pt x="1679" y="2"/>
                    <a:pt x="1682" y="2"/>
                  </a:cubicBezTo>
                  <a:cubicBezTo>
                    <a:pt x="1684" y="2"/>
                    <a:pt x="1686" y="3"/>
                    <a:pt x="1688" y="3"/>
                  </a:cubicBezTo>
                  <a:cubicBezTo>
                    <a:pt x="1691" y="3"/>
                    <a:pt x="1693" y="2"/>
                    <a:pt x="1695" y="2"/>
                  </a:cubicBezTo>
                  <a:cubicBezTo>
                    <a:pt x="1698" y="2"/>
                    <a:pt x="1700" y="2"/>
                    <a:pt x="1702" y="2"/>
                  </a:cubicBezTo>
                  <a:cubicBezTo>
                    <a:pt x="1702" y="7"/>
                    <a:pt x="1702" y="7"/>
                    <a:pt x="1702" y="7"/>
                  </a:cubicBezTo>
                  <a:cubicBezTo>
                    <a:pt x="1699" y="7"/>
                    <a:pt x="1697" y="8"/>
                    <a:pt x="1696" y="8"/>
                  </a:cubicBezTo>
                  <a:cubicBezTo>
                    <a:pt x="1695" y="9"/>
                    <a:pt x="1694" y="10"/>
                    <a:pt x="1692" y="13"/>
                  </a:cubicBezTo>
                  <a:lnTo>
                    <a:pt x="1666" y="56"/>
                  </a:lnTo>
                  <a:close/>
                </a:path>
              </a:pathLst>
            </a:custGeom>
            <a:solidFill>
              <a:srgbClr val="0A0A0A"/>
            </a:solidFill>
            <a:ln>
              <a:noFill/>
            </a:ln>
          </p:spPr>
          <p:txBody>
            <a:bodyPr anchor="ctr"/>
            <a:lstStyle/>
            <a:p>
              <a:pPr algn="ctr"/>
              <a:endParaRPr>
                <a:solidFill>
                  <a:srgbClr val="000000"/>
                </a:solidFill>
              </a:endParaRPr>
            </a:p>
          </p:txBody>
        </p:sp>
        <p:grpSp>
          <p:nvGrpSpPr>
            <p:cNvPr id="6" name="í$ļîdé"/>
            <p:cNvGrpSpPr/>
            <p:nvPr/>
          </p:nvGrpSpPr>
          <p:grpSpPr>
            <a:xfrm>
              <a:off x="10450629" y="404003"/>
              <a:ext cx="1011546" cy="270315"/>
              <a:chOff x="5102226" y="2428875"/>
              <a:chExt cx="5067300" cy="1354138"/>
            </a:xfrm>
            <a:solidFill>
              <a:srgbClr val="0A0A0A"/>
            </a:solidFill>
          </p:grpSpPr>
          <p:sp>
            <p:nvSpPr>
              <p:cNvPr id="10" name="ís1ïḋe"/>
              <p:cNvSpPr/>
              <p:nvPr/>
            </p:nvSpPr>
            <p:spPr bwMode="auto">
              <a:xfrm>
                <a:off x="5102226" y="2884488"/>
                <a:ext cx="1347788" cy="673100"/>
              </a:xfrm>
              <a:custGeom>
                <a:avLst/>
                <a:gdLst>
                  <a:gd name="T0" fmla="*/ 62 w 409"/>
                  <a:gd name="T1" fmla="*/ 79 h 204"/>
                  <a:gd name="T2" fmla="*/ 47 w 409"/>
                  <a:gd name="T3" fmla="*/ 55 h 204"/>
                  <a:gd name="T4" fmla="*/ 23 w 409"/>
                  <a:gd name="T5" fmla="*/ 49 h 204"/>
                  <a:gd name="T6" fmla="*/ 0 w 409"/>
                  <a:gd name="T7" fmla="*/ 87 h 204"/>
                  <a:gd name="T8" fmla="*/ 34 w 409"/>
                  <a:gd name="T9" fmla="*/ 193 h 204"/>
                  <a:gd name="T10" fmla="*/ 70 w 409"/>
                  <a:gd name="T11" fmla="*/ 186 h 204"/>
                  <a:gd name="T12" fmla="*/ 65 w 409"/>
                  <a:gd name="T13" fmla="*/ 129 h 204"/>
                  <a:gd name="T14" fmla="*/ 132 w 409"/>
                  <a:gd name="T15" fmla="*/ 63 h 204"/>
                  <a:gd name="T16" fmla="*/ 219 w 409"/>
                  <a:gd name="T17" fmla="*/ 42 h 204"/>
                  <a:gd name="T18" fmla="*/ 223 w 409"/>
                  <a:gd name="T19" fmla="*/ 63 h 204"/>
                  <a:gd name="T20" fmla="*/ 191 w 409"/>
                  <a:gd name="T21" fmla="*/ 105 h 204"/>
                  <a:gd name="T22" fmla="*/ 179 w 409"/>
                  <a:gd name="T23" fmla="*/ 103 h 204"/>
                  <a:gd name="T24" fmla="*/ 166 w 409"/>
                  <a:gd name="T25" fmla="*/ 77 h 204"/>
                  <a:gd name="T26" fmla="*/ 141 w 409"/>
                  <a:gd name="T27" fmla="*/ 85 h 204"/>
                  <a:gd name="T28" fmla="*/ 150 w 409"/>
                  <a:gd name="T29" fmla="*/ 113 h 204"/>
                  <a:gd name="T30" fmla="*/ 156 w 409"/>
                  <a:gd name="T31" fmla="*/ 127 h 204"/>
                  <a:gd name="T32" fmla="*/ 126 w 409"/>
                  <a:gd name="T33" fmla="*/ 142 h 204"/>
                  <a:gd name="T34" fmla="*/ 108 w 409"/>
                  <a:gd name="T35" fmla="*/ 153 h 204"/>
                  <a:gd name="T36" fmla="*/ 122 w 409"/>
                  <a:gd name="T37" fmla="*/ 177 h 204"/>
                  <a:gd name="T38" fmla="*/ 160 w 409"/>
                  <a:gd name="T39" fmla="*/ 156 h 204"/>
                  <a:gd name="T40" fmla="*/ 202 w 409"/>
                  <a:gd name="T41" fmla="*/ 149 h 204"/>
                  <a:gd name="T42" fmla="*/ 225 w 409"/>
                  <a:gd name="T43" fmla="*/ 169 h 204"/>
                  <a:gd name="T44" fmla="*/ 280 w 409"/>
                  <a:gd name="T45" fmla="*/ 173 h 204"/>
                  <a:gd name="T46" fmla="*/ 369 w 409"/>
                  <a:gd name="T47" fmla="*/ 139 h 204"/>
                  <a:gd name="T48" fmla="*/ 404 w 409"/>
                  <a:gd name="T49" fmla="*/ 129 h 204"/>
                  <a:gd name="T50" fmla="*/ 337 w 409"/>
                  <a:gd name="T51" fmla="*/ 21 h 204"/>
                  <a:gd name="T52" fmla="*/ 193 w 409"/>
                  <a:gd name="T53" fmla="*/ 12 h 204"/>
                  <a:gd name="T54" fmla="*/ 93 w 409"/>
                  <a:gd name="T55" fmla="*/ 54 h 204"/>
                  <a:gd name="T56" fmla="*/ 62 w 409"/>
                  <a:gd name="T57" fmla="*/ 79 h 204"/>
                  <a:gd name="T58" fmla="*/ 62 w 409"/>
                  <a:gd name="T59" fmla="*/ 79 h 204"/>
                  <a:gd name="T60" fmla="*/ 204 w 409"/>
                  <a:gd name="T61" fmla="*/ 125 h 204"/>
                  <a:gd name="T62" fmla="*/ 194 w 409"/>
                  <a:gd name="T63" fmla="*/ 124 h 204"/>
                  <a:gd name="T64" fmla="*/ 244 w 409"/>
                  <a:gd name="T65" fmla="*/ 90 h 204"/>
                  <a:gd name="T66" fmla="*/ 245 w 409"/>
                  <a:gd name="T67" fmla="*/ 60 h 204"/>
                  <a:gd name="T68" fmla="*/ 234 w 409"/>
                  <a:gd name="T69" fmla="*/ 45 h 204"/>
                  <a:gd name="T70" fmla="*/ 284 w 409"/>
                  <a:gd name="T71" fmla="*/ 43 h 204"/>
                  <a:gd name="T72" fmla="*/ 357 w 409"/>
                  <a:gd name="T73" fmla="*/ 75 h 204"/>
                  <a:gd name="T74" fmla="*/ 307 w 409"/>
                  <a:gd name="T75" fmla="*/ 112 h 204"/>
                  <a:gd name="T76" fmla="*/ 249 w 409"/>
                  <a:gd name="T77" fmla="*/ 142 h 204"/>
                  <a:gd name="T78" fmla="*/ 229 w 409"/>
                  <a:gd name="T79" fmla="*/ 127 h 204"/>
                  <a:gd name="T80" fmla="*/ 204 w 409"/>
                  <a:gd name="T81" fmla="*/ 125 h 2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409" h="204">
                    <a:moveTo>
                      <a:pt x="62" y="79"/>
                    </a:moveTo>
                    <a:cubicBezTo>
                      <a:pt x="56" y="77"/>
                      <a:pt x="57" y="61"/>
                      <a:pt x="47" y="55"/>
                    </a:cubicBezTo>
                    <a:cubicBezTo>
                      <a:pt x="38" y="49"/>
                      <a:pt x="30" y="49"/>
                      <a:pt x="23" y="49"/>
                    </a:cubicBezTo>
                    <a:cubicBezTo>
                      <a:pt x="16" y="50"/>
                      <a:pt x="1" y="62"/>
                      <a:pt x="0" y="87"/>
                    </a:cubicBezTo>
                    <a:cubicBezTo>
                      <a:pt x="0" y="112"/>
                      <a:pt x="25" y="181"/>
                      <a:pt x="34" y="193"/>
                    </a:cubicBezTo>
                    <a:cubicBezTo>
                      <a:pt x="43" y="204"/>
                      <a:pt x="74" y="198"/>
                      <a:pt x="70" y="186"/>
                    </a:cubicBezTo>
                    <a:cubicBezTo>
                      <a:pt x="65" y="175"/>
                      <a:pt x="57" y="144"/>
                      <a:pt x="65" y="129"/>
                    </a:cubicBezTo>
                    <a:cubicBezTo>
                      <a:pt x="73" y="115"/>
                      <a:pt x="88" y="89"/>
                      <a:pt x="132" y="63"/>
                    </a:cubicBezTo>
                    <a:cubicBezTo>
                      <a:pt x="177" y="38"/>
                      <a:pt x="211" y="39"/>
                      <a:pt x="219" y="42"/>
                    </a:cubicBezTo>
                    <a:cubicBezTo>
                      <a:pt x="227" y="45"/>
                      <a:pt x="224" y="59"/>
                      <a:pt x="223" y="63"/>
                    </a:cubicBezTo>
                    <a:cubicBezTo>
                      <a:pt x="221" y="67"/>
                      <a:pt x="191" y="102"/>
                      <a:pt x="191" y="105"/>
                    </a:cubicBezTo>
                    <a:cubicBezTo>
                      <a:pt x="190" y="108"/>
                      <a:pt x="180" y="114"/>
                      <a:pt x="179" y="103"/>
                    </a:cubicBezTo>
                    <a:cubicBezTo>
                      <a:pt x="179" y="92"/>
                      <a:pt x="177" y="81"/>
                      <a:pt x="166" y="77"/>
                    </a:cubicBezTo>
                    <a:cubicBezTo>
                      <a:pt x="156" y="73"/>
                      <a:pt x="146" y="71"/>
                      <a:pt x="141" y="85"/>
                    </a:cubicBezTo>
                    <a:cubicBezTo>
                      <a:pt x="137" y="99"/>
                      <a:pt x="144" y="109"/>
                      <a:pt x="150" y="113"/>
                    </a:cubicBezTo>
                    <a:cubicBezTo>
                      <a:pt x="155" y="118"/>
                      <a:pt x="164" y="126"/>
                      <a:pt x="156" y="127"/>
                    </a:cubicBezTo>
                    <a:cubicBezTo>
                      <a:pt x="149" y="127"/>
                      <a:pt x="126" y="142"/>
                      <a:pt x="126" y="142"/>
                    </a:cubicBezTo>
                    <a:cubicBezTo>
                      <a:pt x="126" y="142"/>
                      <a:pt x="111" y="140"/>
                      <a:pt x="108" y="153"/>
                    </a:cubicBezTo>
                    <a:cubicBezTo>
                      <a:pt x="106" y="166"/>
                      <a:pt x="115" y="181"/>
                      <a:pt x="122" y="177"/>
                    </a:cubicBezTo>
                    <a:cubicBezTo>
                      <a:pt x="128" y="173"/>
                      <a:pt x="148" y="161"/>
                      <a:pt x="160" y="156"/>
                    </a:cubicBezTo>
                    <a:cubicBezTo>
                      <a:pt x="173" y="151"/>
                      <a:pt x="194" y="144"/>
                      <a:pt x="202" y="149"/>
                    </a:cubicBezTo>
                    <a:cubicBezTo>
                      <a:pt x="210" y="154"/>
                      <a:pt x="211" y="162"/>
                      <a:pt x="225" y="169"/>
                    </a:cubicBezTo>
                    <a:cubicBezTo>
                      <a:pt x="240" y="177"/>
                      <a:pt x="268" y="178"/>
                      <a:pt x="280" y="173"/>
                    </a:cubicBezTo>
                    <a:cubicBezTo>
                      <a:pt x="292" y="167"/>
                      <a:pt x="356" y="138"/>
                      <a:pt x="369" y="139"/>
                    </a:cubicBezTo>
                    <a:cubicBezTo>
                      <a:pt x="383" y="140"/>
                      <a:pt x="398" y="154"/>
                      <a:pt x="404" y="129"/>
                    </a:cubicBezTo>
                    <a:cubicBezTo>
                      <a:pt x="409" y="104"/>
                      <a:pt x="378" y="37"/>
                      <a:pt x="337" y="21"/>
                    </a:cubicBezTo>
                    <a:cubicBezTo>
                      <a:pt x="295" y="5"/>
                      <a:pt x="248" y="0"/>
                      <a:pt x="193" y="12"/>
                    </a:cubicBezTo>
                    <a:cubicBezTo>
                      <a:pt x="139" y="23"/>
                      <a:pt x="113" y="34"/>
                      <a:pt x="93" y="54"/>
                    </a:cubicBezTo>
                    <a:cubicBezTo>
                      <a:pt x="73" y="73"/>
                      <a:pt x="68" y="82"/>
                      <a:pt x="62" y="79"/>
                    </a:cubicBezTo>
                    <a:cubicBezTo>
                      <a:pt x="62" y="79"/>
                      <a:pt x="62" y="79"/>
                      <a:pt x="62" y="79"/>
                    </a:cubicBezTo>
                    <a:close/>
                    <a:moveTo>
                      <a:pt x="204" y="125"/>
                    </a:moveTo>
                    <a:cubicBezTo>
                      <a:pt x="204" y="125"/>
                      <a:pt x="200" y="122"/>
                      <a:pt x="194" y="124"/>
                    </a:cubicBezTo>
                    <a:cubicBezTo>
                      <a:pt x="188" y="125"/>
                      <a:pt x="229" y="99"/>
                      <a:pt x="244" y="90"/>
                    </a:cubicBezTo>
                    <a:cubicBezTo>
                      <a:pt x="259" y="81"/>
                      <a:pt x="253" y="71"/>
                      <a:pt x="245" y="60"/>
                    </a:cubicBezTo>
                    <a:cubicBezTo>
                      <a:pt x="238" y="50"/>
                      <a:pt x="238" y="50"/>
                      <a:pt x="234" y="45"/>
                    </a:cubicBezTo>
                    <a:cubicBezTo>
                      <a:pt x="251" y="42"/>
                      <a:pt x="264" y="41"/>
                      <a:pt x="284" y="43"/>
                    </a:cubicBezTo>
                    <a:cubicBezTo>
                      <a:pt x="310" y="45"/>
                      <a:pt x="341" y="53"/>
                      <a:pt x="357" y="75"/>
                    </a:cubicBezTo>
                    <a:cubicBezTo>
                      <a:pt x="366" y="87"/>
                      <a:pt x="319" y="105"/>
                      <a:pt x="307" y="112"/>
                    </a:cubicBezTo>
                    <a:cubicBezTo>
                      <a:pt x="294" y="118"/>
                      <a:pt x="257" y="138"/>
                      <a:pt x="249" y="142"/>
                    </a:cubicBezTo>
                    <a:cubicBezTo>
                      <a:pt x="241" y="145"/>
                      <a:pt x="238" y="137"/>
                      <a:pt x="229" y="127"/>
                    </a:cubicBezTo>
                    <a:cubicBezTo>
                      <a:pt x="220" y="118"/>
                      <a:pt x="204" y="125"/>
                      <a:pt x="204" y="12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solidFill>
                    <a:srgbClr val="000000"/>
                  </a:solidFill>
                </a:endParaRPr>
              </a:p>
            </p:txBody>
          </p:sp>
          <p:sp>
            <p:nvSpPr>
              <p:cNvPr id="11" name="îślïḍê"/>
              <p:cNvSpPr/>
              <p:nvPr/>
            </p:nvSpPr>
            <p:spPr bwMode="auto">
              <a:xfrm>
                <a:off x="6911976" y="2584450"/>
                <a:ext cx="781050" cy="1198563"/>
              </a:xfrm>
              <a:custGeom>
                <a:avLst/>
                <a:gdLst>
                  <a:gd name="T0" fmla="*/ 35 w 237"/>
                  <a:gd name="T1" fmla="*/ 87 h 363"/>
                  <a:gd name="T2" fmla="*/ 18 w 237"/>
                  <a:gd name="T3" fmla="*/ 113 h 363"/>
                  <a:gd name="T4" fmla="*/ 29 w 237"/>
                  <a:gd name="T5" fmla="*/ 166 h 363"/>
                  <a:gd name="T6" fmla="*/ 18 w 237"/>
                  <a:gd name="T7" fmla="*/ 273 h 363"/>
                  <a:gd name="T8" fmla="*/ 7 w 237"/>
                  <a:gd name="T9" fmla="*/ 306 h 363"/>
                  <a:gd name="T10" fmla="*/ 16 w 237"/>
                  <a:gd name="T11" fmla="*/ 338 h 363"/>
                  <a:gd name="T12" fmla="*/ 35 w 237"/>
                  <a:gd name="T13" fmla="*/ 311 h 363"/>
                  <a:gd name="T14" fmla="*/ 48 w 237"/>
                  <a:gd name="T15" fmla="*/ 205 h 363"/>
                  <a:gd name="T16" fmla="*/ 52 w 237"/>
                  <a:gd name="T17" fmla="*/ 149 h 363"/>
                  <a:gd name="T18" fmla="*/ 54 w 237"/>
                  <a:gd name="T19" fmla="*/ 114 h 363"/>
                  <a:gd name="T20" fmla="*/ 35 w 237"/>
                  <a:gd name="T21" fmla="*/ 87 h 363"/>
                  <a:gd name="T22" fmla="*/ 35 w 237"/>
                  <a:gd name="T23" fmla="*/ 87 h 363"/>
                  <a:gd name="T24" fmla="*/ 112 w 237"/>
                  <a:gd name="T25" fmla="*/ 102 h 363"/>
                  <a:gd name="T26" fmla="*/ 94 w 237"/>
                  <a:gd name="T27" fmla="*/ 109 h 363"/>
                  <a:gd name="T28" fmla="*/ 98 w 237"/>
                  <a:gd name="T29" fmla="*/ 142 h 363"/>
                  <a:gd name="T30" fmla="*/ 103 w 237"/>
                  <a:gd name="T31" fmla="*/ 171 h 363"/>
                  <a:gd name="T32" fmla="*/ 106 w 237"/>
                  <a:gd name="T33" fmla="*/ 246 h 363"/>
                  <a:gd name="T34" fmla="*/ 127 w 237"/>
                  <a:gd name="T35" fmla="*/ 232 h 363"/>
                  <a:gd name="T36" fmla="*/ 133 w 237"/>
                  <a:gd name="T37" fmla="*/ 191 h 363"/>
                  <a:gd name="T38" fmla="*/ 135 w 237"/>
                  <a:gd name="T39" fmla="*/ 161 h 363"/>
                  <a:gd name="T40" fmla="*/ 133 w 237"/>
                  <a:gd name="T41" fmla="*/ 119 h 363"/>
                  <a:gd name="T42" fmla="*/ 112 w 237"/>
                  <a:gd name="T43" fmla="*/ 102 h 363"/>
                  <a:gd name="T44" fmla="*/ 112 w 237"/>
                  <a:gd name="T45" fmla="*/ 102 h 363"/>
                  <a:gd name="T46" fmla="*/ 209 w 237"/>
                  <a:gd name="T47" fmla="*/ 2 h 363"/>
                  <a:gd name="T48" fmla="*/ 186 w 237"/>
                  <a:gd name="T49" fmla="*/ 5 h 363"/>
                  <a:gd name="T50" fmla="*/ 184 w 237"/>
                  <a:gd name="T51" fmla="*/ 33 h 363"/>
                  <a:gd name="T52" fmla="*/ 190 w 237"/>
                  <a:gd name="T53" fmla="*/ 65 h 363"/>
                  <a:gd name="T54" fmla="*/ 191 w 237"/>
                  <a:gd name="T55" fmla="*/ 174 h 363"/>
                  <a:gd name="T56" fmla="*/ 189 w 237"/>
                  <a:gd name="T57" fmla="*/ 262 h 363"/>
                  <a:gd name="T58" fmla="*/ 199 w 237"/>
                  <a:gd name="T59" fmla="*/ 350 h 363"/>
                  <a:gd name="T60" fmla="*/ 221 w 237"/>
                  <a:gd name="T61" fmla="*/ 330 h 363"/>
                  <a:gd name="T62" fmla="*/ 212 w 237"/>
                  <a:gd name="T63" fmla="*/ 296 h 363"/>
                  <a:gd name="T64" fmla="*/ 208 w 237"/>
                  <a:gd name="T65" fmla="*/ 128 h 363"/>
                  <a:gd name="T66" fmla="*/ 217 w 237"/>
                  <a:gd name="T67" fmla="*/ 68 h 363"/>
                  <a:gd name="T68" fmla="*/ 234 w 237"/>
                  <a:gd name="T69" fmla="*/ 32 h 363"/>
                  <a:gd name="T70" fmla="*/ 209 w 237"/>
                  <a:gd name="T71" fmla="*/ 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237" h="363">
                    <a:moveTo>
                      <a:pt x="35" y="87"/>
                    </a:moveTo>
                    <a:cubicBezTo>
                      <a:pt x="23" y="88"/>
                      <a:pt x="16" y="93"/>
                      <a:pt x="18" y="113"/>
                    </a:cubicBezTo>
                    <a:cubicBezTo>
                      <a:pt x="21" y="132"/>
                      <a:pt x="33" y="134"/>
                      <a:pt x="29" y="166"/>
                    </a:cubicBezTo>
                    <a:cubicBezTo>
                      <a:pt x="25" y="197"/>
                      <a:pt x="18" y="262"/>
                      <a:pt x="18" y="273"/>
                    </a:cubicBezTo>
                    <a:cubicBezTo>
                      <a:pt x="18" y="283"/>
                      <a:pt x="9" y="299"/>
                      <a:pt x="7" y="306"/>
                    </a:cubicBezTo>
                    <a:cubicBezTo>
                      <a:pt x="4" y="313"/>
                      <a:pt x="0" y="335"/>
                      <a:pt x="16" y="338"/>
                    </a:cubicBezTo>
                    <a:cubicBezTo>
                      <a:pt x="32" y="341"/>
                      <a:pt x="33" y="320"/>
                      <a:pt x="35" y="311"/>
                    </a:cubicBezTo>
                    <a:cubicBezTo>
                      <a:pt x="38" y="301"/>
                      <a:pt x="48" y="218"/>
                      <a:pt x="48" y="205"/>
                    </a:cubicBezTo>
                    <a:cubicBezTo>
                      <a:pt x="47" y="192"/>
                      <a:pt x="49" y="160"/>
                      <a:pt x="52" y="149"/>
                    </a:cubicBezTo>
                    <a:cubicBezTo>
                      <a:pt x="55" y="138"/>
                      <a:pt x="59" y="128"/>
                      <a:pt x="54" y="114"/>
                    </a:cubicBezTo>
                    <a:cubicBezTo>
                      <a:pt x="49" y="101"/>
                      <a:pt x="47" y="86"/>
                      <a:pt x="35" y="87"/>
                    </a:cubicBezTo>
                    <a:cubicBezTo>
                      <a:pt x="35" y="87"/>
                      <a:pt x="35" y="87"/>
                      <a:pt x="35" y="87"/>
                    </a:cubicBezTo>
                    <a:close/>
                    <a:moveTo>
                      <a:pt x="112" y="102"/>
                    </a:moveTo>
                    <a:cubicBezTo>
                      <a:pt x="107" y="101"/>
                      <a:pt x="98" y="100"/>
                      <a:pt x="94" y="109"/>
                    </a:cubicBezTo>
                    <a:cubicBezTo>
                      <a:pt x="89" y="118"/>
                      <a:pt x="94" y="133"/>
                      <a:pt x="98" y="142"/>
                    </a:cubicBezTo>
                    <a:cubicBezTo>
                      <a:pt x="101" y="152"/>
                      <a:pt x="104" y="162"/>
                      <a:pt x="103" y="171"/>
                    </a:cubicBezTo>
                    <a:cubicBezTo>
                      <a:pt x="101" y="180"/>
                      <a:pt x="100" y="240"/>
                      <a:pt x="106" y="246"/>
                    </a:cubicBezTo>
                    <a:cubicBezTo>
                      <a:pt x="111" y="252"/>
                      <a:pt x="121" y="245"/>
                      <a:pt x="127" y="232"/>
                    </a:cubicBezTo>
                    <a:cubicBezTo>
                      <a:pt x="133" y="218"/>
                      <a:pt x="137" y="200"/>
                      <a:pt x="133" y="191"/>
                    </a:cubicBezTo>
                    <a:cubicBezTo>
                      <a:pt x="130" y="183"/>
                      <a:pt x="130" y="173"/>
                      <a:pt x="135" y="161"/>
                    </a:cubicBezTo>
                    <a:cubicBezTo>
                      <a:pt x="140" y="149"/>
                      <a:pt x="137" y="133"/>
                      <a:pt x="133" y="119"/>
                    </a:cubicBezTo>
                    <a:cubicBezTo>
                      <a:pt x="129" y="105"/>
                      <a:pt x="117" y="102"/>
                      <a:pt x="112" y="102"/>
                    </a:cubicBezTo>
                    <a:cubicBezTo>
                      <a:pt x="112" y="102"/>
                      <a:pt x="112" y="102"/>
                      <a:pt x="112" y="102"/>
                    </a:cubicBezTo>
                    <a:close/>
                    <a:moveTo>
                      <a:pt x="209" y="2"/>
                    </a:moveTo>
                    <a:cubicBezTo>
                      <a:pt x="203" y="1"/>
                      <a:pt x="190" y="0"/>
                      <a:pt x="186" y="5"/>
                    </a:cubicBezTo>
                    <a:cubicBezTo>
                      <a:pt x="181" y="10"/>
                      <a:pt x="179" y="21"/>
                      <a:pt x="184" y="33"/>
                    </a:cubicBezTo>
                    <a:cubicBezTo>
                      <a:pt x="190" y="46"/>
                      <a:pt x="191" y="57"/>
                      <a:pt x="190" y="65"/>
                    </a:cubicBezTo>
                    <a:cubicBezTo>
                      <a:pt x="189" y="72"/>
                      <a:pt x="191" y="153"/>
                      <a:pt x="191" y="174"/>
                    </a:cubicBezTo>
                    <a:cubicBezTo>
                      <a:pt x="191" y="195"/>
                      <a:pt x="188" y="235"/>
                      <a:pt x="189" y="262"/>
                    </a:cubicBezTo>
                    <a:cubicBezTo>
                      <a:pt x="190" y="289"/>
                      <a:pt x="189" y="337"/>
                      <a:pt x="199" y="350"/>
                    </a:cubicBezTo>
                    <a:cubicBezTo>
                      <a:pt x="210" y="363"/>
                      <a:pt x="225" y="344"/>
                      <a:pt x="221" y="330"/>
                    </a:cubicBezTo>
                    <a:cubicBezTo>
                      <a:pt x="217" y="317"/>
                      <a:pt x="216" y="321"/>
                      <a:pt x="212" y="296"/>
                    </a:cubicBezTo>
                    <a:cubicBezTo>
                      <a:pt x="209" y="270"/>
                      <a:pt x="208" y="138"/>
                      <a:pt x="208" y="128"/>
                    </a:cubicBezTo>
                    <a:cubicBezTo>
                      <a:pt x="209" y="117"/>
                      <a:pt x="212" y="79"/>
                      <a:pt x="217" y="68"/>
                    </a:cubicBezTo>
                    <a:cubicBezTo>
                      <a:pt x="221" y="57"/>
                      <a:pt x="237" y="45"/>
                      <a:pt x="234" y="32"/>
                    </a:cubicBezTo>
                    <a:cubicBezTo>
                      <a:pt x="236" y="20"/>
                      <a:pt x="215" y="4"/>
                      <a:pt x="209"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solidFill>
                    <a:srgbClr val="000000"/>
                  </a:solidFill>
                </a:endParaRPr>
              </a:p>
            </p:txBody>
          </p:sp>
          <p:sp>
            <p:nvSpPr>
              <p:cNvPr id="12" name="iśḷiḍê"/>
              <p:cNvSpPr/>
              <p:nvPr/>
            </p:nvSpPr>
            <p:spPr bwMode="auto">
              <a:xfrm>
                <a:off x="8172451" y="2600325"/>
                <a:ext cx="806450" cy="1046163"/>
              </a:xfrm>
              <a:custGeom>
                <a:avLst/>
                <a:gdLst>
                  <a:gd name="T0" fmla="*/ 144 w 245"/>
                  <a:gd name="T1" fmla="*/ 240 h 317"/>
                  <a:gd name="T2" fmla="*/ 216 w 245"/>
                  <a:gd name="T3" fmla="*/ 298 h 317"/>
                  <a:gd name="T4" fmla="*/ 221 w 245"/>
                  <a:gd name="T5" fmla="*/ 247 h 317"/>
                  <a:gd name="T6" fmla="*/ 155 w 245"/>
                  <a:gd name="T7" fmla="*/ 214 h 317"/>
                  <a:gd name="T8" fmla="*/ 144 w 245"/>
                  <a:gd name="T9" fmla="*/ 240 h 317"/>
                  <a:gd name="T10" fmla="*/ 144 w 245"/>
                  <a:gd name="T11" fmla="*/ 240 h 317"/>
                  <a:gd name="T12" fmla="*/ 117 w 245"/>
                  <a:gd name="T13" fmla="*/ 59 h 317"/>
                  <a:gd name="T14" fmla="*/ 114 w 245"/>
                  <a:gd name="T15" fmla="*/ 20 h 317"/>
                  <a:gd name="T16" fmla="*/ 132 w 245"/>
                  <a:gd name="T17" fmla="*/ 2 h 317"/>
                  <a:gd name="T18" fmla="*/ 151 w 245"/>
                  <a:gd name="T19" fmla="*/ 32 h 317"/>
                  <a:gd name="T20" fmla="*/ 142 w 245"/>
                  <a:gd name="T21" fmla="*/ 57 h 317"/>
                  <a:gd name="T22" fmla="*/ 136 w 245"/>
                  <a:gd name="T23" fmla="*/ 74 h 317"/>
                  <a:gd name="T24" fmla="*/ 131 w 245"/>
                  <a:gd name="T25" fmla="*/ 98 h 317"/>
                  <a:gd name="T26" fmla="*/ 151 w 245"/>
                  <a:gd name="T27" fmla="*/ 91 h 317"/>
                  <a:gd name="T28" fmla="*/ 177 w 245"/>
                  <a:gd name="T29" fmla="*/ 76 h 317"/>
                  <a:gd name="T30" fmla="*/ 208 w 245"/>
                  <a:gd name="T31" fmla="*/ 82 h 317"/>
                  <a:gd name="T32" fmla="*/ 199 w 245"/>
                  <a:gd name="T33" fmla="*/ 103 h 317"/>
                  <a:gd name="T34" fmla="*/ 172 w 245"/>
                  <a:gd name="T35" fmla="*/ 109 h 317"/>
                  <a:gd name="T36" fmla="*/ 124 w 245"/>
                  <a:gd name="T37" fmla="*/ 132 h 317"/>
                  <a:gd name="T38" fmla="*/ 107 w 245"/>
                  <a:gd name="T39" fmla="*/ 203 h 317"/>
                  <a:gd name="T40" fmla="*/ 65 w 245"/>
                  <a:gd name="T41" fmla="*/ 263 h 317"/>
                  <a:gd name="T42" fmla="*/ 32 w 245"/>
                  <a:gd name="T43" fmla="*/ 308 h 317"/>
                  <a:gd name="T44" fmla="*/ 14 w 245"/>
                  <a:gd name="T45" fmla="*/ 303 h 317"/>
                  <a:gd name="T46" fmla="*/ 8 w 245"/>
                  <a:gd name="T47" fmla="*/ 275 h 317"/>
                  <a:gd name="T48" fmla="*/ 24 w 245"/>
                  <a:gd name="T49" fmla="*/ 263 h 317"/>
                  <a:gd name="T50" fmla="*/ 36 w 245"/>
                  <a:gd name="T51" fmla="*/ 267 h 317"/>
                  <a:gd name="T52" fmla="*/ 70 w 245"/>
                  <a:gd name="T53" fmla="*/ 222 h 317"/>
                  <a:gd name="T54" fmla="*/ 93 w 245"/>
                  <a:gd name="T55" fmla="*/ 165 h 317"/>
                  <a:gd name="T56" fmla="*/ 98 w 245"/>
                  <a:gd name="T57" fmla="*/ 148 h 317"/>
                  <a:gd name="T58" fmla="*/ 79 w 245"/>
                  <a:gd name="T59" fmla="*/ 160 h 317"/>
                  <a:gd name="T60" fmla="*/ 46 w 245"/>
                  <a:gd name="T61" fmla="*/ 163 h 317"/>
                  <a:gd name="T62" fmla="*/ 20 w 245"/>
                  <a:gd name="T63" fmla="*/ 134 h 317"/>
                  <a:gd name="T64" fmla="*/ 30 w 245"/>
                  <a:gd name="T65" fmla="*/ 115 h 317"/>
                  <a:gd name="T66" fmla="*/ 64 w 245"/>
                  <a:gd name="T67" fmla="*/ 119 h 317"/>
                  <a:gd name="T68" fmla="*/ 105 w 245"/>
                  <a:gd name="T69" fmla="*/ 106 h 317"/>
                  <a:gd name="T70" fmla="*/ 106 w 245"/>
                  <a:gd name="T71" fmla="*/ 105 h 317"/>
                  <a:gd name="T72" fmla="*/ 117 w 245"/>
                  <a:gd name="T73" fmla="*/ 59 h 3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45" h="317">
                    <a:moveTo>
                      <a:pt x="144" y="240"/>
                    </a:moveTo>
                    <a:cubicBezTo>
                      <a:pt x="154" y="257"/>
                      <a:pt x="187" y="309"/>
                      <a:pt x="216" y="298"/>
                    </a:cubicBezTo>
                    <a:cubicBezTo>
                      <a:pt x="245" y="288"/>
                      <a:pt x="233" y="255"/>
                      <a:pt x="221" y="247"/>
                    </a:cubicBezTo>
                    <a:cubicBezTo>
                      <a:pt x="210" y="239"/>
                      <a:pt x="155" y="214"/>
                      <a:pt x="155" y="214"/>
                    </a:cubicBezTo>
                    <a:cubicBezTo>
                      <a:pt x="132" y="204"/>
                      <a:pt x="138" y="230"/>
                      <a:pt x="144" y="240"/>
                    </a:cubicBezTo>
                    <a:cubicBezTo>
                      <a:pt x="144" y="240"/>
                      <a:pt x="144" y="240"/>
                      <a:pt x="144" y="240"/>
                    </a:cubicBezTo>
                    <a:close/>
                    <a:moveTo>
                      <a:pt x="117" y="59"/>
                    </a:moveTo>
                    <a:cubicBezTo>
                      <a:pt x="120" y="57"/>
                      <a:pt x="113" y="32"/>
                      <a:pt x="114" y="20"/>
                    </a:cubicBezTo>
                    <a:cubicBezTo>
                      <a:pt x="115" y="8"/>
                      <a:pt x="124" y="0"/>
                      <a:pt x="132" y="2"/>
                    </a:cubicBezTo>
                    <a:cubicBezTo>
                      <a:pt x="140" y="4"/>
                      <a:pt x="152" y="23"/>
                      <a:pt x="151" y="32"/>
                    </a:cubicBezTo>
                    <a:cubicBezTo>
                      <a:pt x="150" y="42"/>
                      <a:pt x="145" y="53"/>
                      <a:pt x="142" y="57"/>
                    </a:cubicBezTo>
                    <a:cubicBezTo>
                      <a:pt x="139" y="60"/>
                      <a:pt x="137" y="64"/>
                      <a:pt x="136" y="74"/>
                    </a:cubicBezTo>
                    <a:cubicBezTo>
                      <a:pt x="135" y="80"/>
                      <a:pt x="133" y="89"/>
                      <a:pt x="131" y="98"/>
                    </a:cubicBezTo>
                    <a:cubicBezTo>
                      <a:pt x="140" y="95"/>
                      <a:pt x="148" y="93"/>
                      <a:pt x="151" y="91"/>
                    </a:cubicBezTo>
                    <a:cubicBezTo>
                      <a:pt x="157" y="87"/>
                      <a:pt x="168" y="83"/>
                      <a:pt x="177" y="76"/>
                    </a:cubicBezTo>
                    <a:cubicBezTo>
                      <a:pt x="187" y="68"/>
                      <a:pt x="197" y="76"/>
                      <a:pt x="208" y="82"/>
                    </a:cubicBezTo>
                    <a:cubicBezTo>
                      <a:pt x="218" y="88"/>
                      <a:pt x="209" y="98"/>
                      <a:pt x="199" y="103"/>
                    </a:cubicBezTo>
                    <a:cubicBezTo>
                      <a:pt x="188" y="109"/>
                      <a:pt x="179" y="106"/>
                      <a:pt x="172" y="109"/>
                    </a:cubicBezTo>
                    <a:cubicBezTo>
                      <a:pt x="166" y="112"/>
                      <a:pt x="138" y="124"/>
                      <a:pt x="124" y="132"/>
                    </a:cubicBezTo>
                    <a:cubicBezTo>
                      <a:pt x="121" y="152"/>
                      <a:pt x="113" y="188"/>
                      <a:pt x="107" y="203"/>
                    </a:cubicBezTo>
                    <a:cubicBezTo>
                      <a:pt x="101" y="221"/>
                      <a:pt x="77" y="248"/>
                      <a:pt x="65" y="263"/>
                    </a:cubicBezTo>
                    <a:cubicBezTo>
                      <a:pt x="52" y="279"/>
                      <a:pt x="45" y="300"/>
                      <a:pt x="32" y="308"/>
                    </a:cubicBezTo>
                    <a:cubicBezTo>
                      <a:pt x="19" y="317"/>
                      <a:pt x="16" y="311"/>
                      <a:pt x="14" y="303"/>
                    </a:cubicBezTo>
                    <a:cubicBezTo>
                      <a:pt x="12" y="295"/>
                      <a:pt x="0" y="285"/>
                      <a:pt x="8" y="275"/>
                    </a:cubicBezTo>
                    <a:cubicBezTo>
                      <a:pt x="16" y="264"/>
                      <a:pt x="18" y="252"/>
                      <a:pt x="24" y="263"/>
                    </a:cubicBezTo>
                    <a:cubicBezTo>
                      <a:pt x="29" y="273"/>
                      <a:pt x="38" y="267"/>
                      <a:pt x="36" y="267"/>
                    </a:cubicBezTo>
                    <a:cubicBezTo>
                      <a:pt x="34" y="266"/>
                      <a:pt x="62" y="236"/>
                      <a:pt x="70" y="222"/>
                    </a:cubicBezTo>
                    <a:cubicBezTo>
                      <a:pt x="79" y="207"/>
                      <a:pt x="89" y="173"/>
                      <a:pt x="93" y="165"/>
                    </a:cubicBezTo>
                    <a:cubicBezTo>
                      <a:pt x="94" y="163"/>
                      <a:pt x="96" y="157"/>
                      <a:pt x="98" y="148"/>
                    </a:cubicBezTo>
                    <a:cubicBezTo>
                      <a:pt x="91" y="152"/>
                      <a:pt x="84" y="156"/>
                      <a:pt x="79" y="160"/>
                    </a:cubicBezTo>
                    <a:cubicBezTo>
                      <a:pt x="68" y="168"/>
                      <a:pt x="66" y="171"/>
                      <a:pt x="46" y="163"/>
                    </a:cubicBezTo>
                    <a:cubicBezTo>
                      <a:pt x="26" y="154"/>
                      <a:pt x="21" y="145"/>
                      <a:pt x="20" y="134"/>
                    </a:cubicBezTo>
                    <a:cubicBezTo>
                      <a:pt x="18" y="123"/>
                      <a:pt x="24" y="116"/>
                      <a:pt x="30" y="115"/>
                    </a:cubicBezTo>
                    <a:cubicBezTo>
                      <a:pt x="37" y="113"/>
                      <a:pt x="53" y="117"/>
                      <a:pt x="64" y="119"/>
                    </a:cubicBezTo>
                    <a:cubicBezTo>
                      <a:pt x="76" y="121"/>
                      <a:pt x="99" y="108"/>
                      <a:pt x="105" y="106"/>
                    </a:cubicBezTo>
                    <a:cubicBezTo>
                      <a:pt x="105" y="106"/>
                      <a:pt x="106" y="105"/>
                      <a:pt x="106" y="105"/>
                    </a:cubicBezTo>
                    <a:cubicBezTo>
                      <a:pt x="111" y="82"/>
                      <a:pt x="115" y="60"/>
                      <a:pt x="117" y="5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solidFill>
                    <a:srgbClr val="000000"/>
                  </a:solidFill>
                </a:endParaRPr>
              </a:p>
            </p:txBody>
          </p:sp>
          <p:sp>
            <p:nvSpPr>
              <p:cNvPr id="13" name="iṧľíḑe"/>
              <p:cNvSpPr/>
              <p:nvPr/>
            </p:nvSpPr>
            <p:spPr bwMode="auto">
              <a:xfrm>
                <a:off x="9385301" y="2428875"/>
                <a:ext cx="784225" cy="1284288"/>
              </a:xfrm>
              <a:custGeom>
                <a:avLst/>
                <a:gdLst>
                  <a:gd name="T0" fmla="*/ 62 w 238"/>
                  <a:gd name="T1" fmla="*/ 102 h 389"/>
                  <a:gd name="T2" fmla="*/ 70 w 238"/>
                  <a:gd name="T3" fmla="*/ 150 h 389"/>
                  <a:gd name="T4" fmla="*/ 80 w 238"/>
                  <a:gd name="T5" fmla="*/ 191 h 389"/>
                  <a:gd name="T6" fmla="*/ 98 w 238"/>
                  <a:gd name="T7" fmla="*/ 182 h 389"/>
                  <a:gd name="T8" fmla="*/ 98 w 238"/>
                  <a:gd name="T9" fmla="*/ 198 h 389"/>
                  <a:gd name="T10" fmla="*/ 16 w 238"/>
                  <a:gd name="T11" fmla="*/ 237 h 389"/>
                  <a:gd name="T12" fmla="*/ 7 w 238"/>
                  <a:gd name="T13" fmla="*/ 265 h 389"/>
                  <a:gd name="T14" fmla="*/ 70 w 238"/>
                  <a:gd name="T15" fmla="*/ 235 h 389"/>
                  <a:gd name="T16" fmla="*/ 183 w 238"/>
                  <a:gd name="T17" fmla="*/ 180 h 389"/>
                  <a:gd name="T18" fmla="*/ 183 w 238"/>
                  <a:gd name="T19" fmla="*/ 205 h 389"/>
                  <a:gd name="T20" fmla="*/ 199 w 238"/>
                  <a:gd name="T21" fmla="*/ 209 h 389"/>
                  <a:gd name="T22" fmla="*/ 212 w 238"/>
                  <a:gd name="T23" fmla="*/ 164 h 389"/>
                  <a:gd name="T24" fmla="*/ 163 w 238"/>
                  <a:gd name="T25" fmla="*/ 161 h 389"/>
                  <a:gd name="T26" fmla="*/ 188 w 238"/>
                  <a:gd name="T27" fmla="*/ 110 h 389"/>
                  <a:gd name="T28" fmla="*/ 183 w 238"/>
                  <a:gd name="T29" fmla="*/ 77 h 389"/>
                  <a:gd name="T30" fmla="*/ 179 w 238"/>
                  <a:gd name="T31" fmla="*/ 43 h 389"/>
                  <a:gd name="T32" fmla="*/ 189 w 238"/>
                  <a:gd name="T33" fmla="*/ 22 h 389"/>
                  <a:gd name="T34" fmla="*/ 163 w 238"/>
                  <a:gd name="T35" fmla="*/ 5 h 389"/>
                  <a:gd name="T36" fmla="*/ 163 w 238"/>
                  <a:gd name="T37" fmla="*/ 42 h 389"/>
                  <a:gd name="T38" fmla="*/ 159 w 238"/>
                  <a:gd name="T39" fmla="*/ 65 h 389"/>
                  <a:gd name="T40" fmla="*/ 145 w 238"/>
                  <a:gd name="T41" fmla="*/ 96 h 389"/>
                  <a:gd name="T42" fmla="*/ 139 w 238"/>
                  <a:gd name="T43" fmla="*/ 145 h 389"/>
                  <a:gd name="T44" fmla="*/ 147 w 238"/>
                  <a:gd name="T45" fmla="*/ 172 h 389"/>
                  <a:gd name="T46" fmla="*/ 120 w 238"/>
                  <a:gd name="T47" fmla="*/ 172 h 389"/>
                  <a:gd name="T48" fmla="*/ 125 w 238"/>
                  <a:gd name="T49" fmla="*/ 127 h 389"/>
                  <a:gd name="T50" fmla="*/ 110 w 238"/>
                  <a:gd name="T51" fmla="*/ 117 h 389"/>
                  <a:gd name="T52" fmla="*/ 115 w 238"/>
                  <a:gd name="T53" fmla="*/ 39 h 389"/>
                  <a:gd name="T54" fmla="*/ 104 w 238"/>
                  <a:gd name="T55" fmla="*/ 73 h 389"/>
                  <a:gd name="T56" fmla="*/ 101 w 238"/>
                  <a:gd name="T57" fmla="*/ 134 h 389"/>
                  <a:gd name="T58" fmla="*/ 86 w 238"/>
                  <a:gd name="T59" fmla="*/ 96 h 389"/>
                  <a:gd name="T60" fmla="*/ 54 w 238"/>
                  <a:gd name="T61" fmla="*/ 88 h 389"/>
                  <a:gd name="T62" fmla="*/ 93 w 238"/>
                  <a:gd name="T63" fmla="*/ 244 h 389"/>
                  <a:gd name="T64" fmla="*/ 151 w 238"/>
                  <a:gd name="T65" fmla="*/ 216 h 389"/>
                  <a:gd name="T66" fmla="*/ 146 w 238"/>
                  <a:gd name="T67" fmla="*/ 262 h 389"/>
                  <a:gd name="T68" fmla="*/ 194 w 238"/>
                  <a:gd name="T69" fmla="*/ 265 h 389"/>
                  <a:gd name="T70" fmla="*/ 168 w 238"/>
                  <a:gd name="T71" fmla="*/ 297 h 389"/>
                  <a:gd name="T72" fmla="*/ 158 w 238"/>
                  <a:gd name="T73" fmla="*/ 349 h 389"/>
                  <a:gd name="T74" fmla="*/ 102 w 238"/>
                  <a:gd name="T75" fmla="*/ 372 h 389"/>
                  <a:gd name="T76" fmla="*/ 112 w 238"/>
                  <a:gd name="T77" fmla="*/ 355 h 389"/>
                  <a:gd name="T78" fmla="*/ 151 w 238"/>
                  <a:gd name="T79" fmla="*/ 319 h 389"/>
                  <a:gd name="T80" fmla="*/ 114 w 238"/>
                  <a:gd name="T81" fmla="*/ 312 h 389"/>
                  <a:gd name="T82" fmla="*/ 62 w 238"/>
                  <a:gd name="T83" fmla="*/ 309 h 389"/>
                  <a:gd name="T84" fmla="*/ 133 w 238"/>
                  <a:gd name="T85" fmla="*/ 280 h 389"/>
                  <a:gd name="T86" fmla="*/ 106 w 238"/>
                  <a:gd name="T87" fmla="*/ 259 h 3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238" h="389">
                    <a:moveTo>
                      <a:pt x="54" y="88"/>
                    </a:moveTo>
                    <a:cubicBezTo>
                      <a:pt x="55" y="91"/>
                      <a:pt x="59" y="99"/>
                      <a:pt x="62" y="102"/>
                    </a:cubicBezTo>
                    <a:cubicBezTo>
                      <a:pt x="66" y="106"/>
                      <a:pt x="73" y="113"/>
                      <a:pt x="72" y="116"/>
                    </a:cubicBezTo>
                    <a:cubicBezTo>
                      <a:pt x="72" y="120"/>
                      <a:pt x="70" y="144"/>
                      <a:pt x="70" y="150"/>
                    </a:cubicBezTo>
                    <a:cubicBezTo>
                      <a:pt x="70" y="156"/>
                      <a:pt x="67" y="172"/>
                      <a:pt x="71" y="176"/>
                    </a:cubicBezTo>
                    <a:cubicBezTo>
                      <a:pt x="74" y="180"/>
                      <a:pt x="80" y="191"/>
                      <a:pt x="80" y="191"/>
                    </a:cubicBezTo>
                    <a:cubicBezTo>
                      <a:pt x="80" y="191"/>
                      <a:pt x="88" y="193"/>
                      <a:pt x="90" y="187"/>
                    </a:cubicBezTo>
                    <a:cubicBezTo>
                      <a:pt x="92" y="180"/>
                      <a:pt x="98" y="182"/>
                      <a:pt x="98" y="182"/>
                    </a:cubicBezTo>
                    <a:cubicBezTo>
                      <a:pt x="98" y="182"/>
                      <a:pt x="110" y="187"/>
                      <a:pt x="107" y="190"/>
                    </a:cubicBezTo>
                    <a:cubicBezTo>
                      <a:pt x="104" y="193"/>
                      <a:pt x="105" y="194"/>
                      <a:pt x="98" y="198"/>
                    </a:cubicBezTo>
                    <a:cubicBezTo>
                      <a:pt x="92" y="202"/>
                      <a:pt x="39" y="231"/>
                      <a:pt x="39" y="231"/>
                    </a:cubicBezTo>
                    <a:cubicBezTo>
                      <a:pt x="39" y="231"/>
                      <a:pt x="21" y="236"/>
                      <a:pt x="16" y="237"/>
                    </a:cubicBezTo>
                    <a:cubicBezTo>
                      <a:pt x="11" y="238"/>
                      <a:pt x="4" y="236"/>
                      <a:pt x="2" y="243"/>
                    </a:cubicBezTo>
                    <a:cubicBezTo>
                      <a:pt x="0" y="250"/>
                      <a:pt x="2" y="260"/>
                      <a:pt x="7" y="265"/>
                    </a:cubicBezTo>
                    <a:cubicBezTo>
                      <a:pt x="10" y="266"/>
                      <a:pt x="22" y="271"/>
                      <a:pt x="33" y="266"/>
                    </a:cubicBezTo>
                    <a:cubicBezTo>
                      <a:pt x="47" y="260"/>
                      <a:pt x="60" y="244"/>
                      <a:pt x="70" y="235"/>
                    </a:cubicBezTo>
                    <a:cubicBezTo>
                      <a:pt x="88" y="221"/>
                      <a:pt x="104" y="211"/>
                      <a:pt x="119" y="204"/>
                    </a:cubicBezTo>
                    <a:cubicBezTo>
                      <a:pt x="134" y="198"/>
                      <a:pt x="167" y="182"/>
                      <a:pt x="183" y="180"/>
                    </a:cubicBezTo>
                    <a:cubicBezTo>
                      <a:pt x="199" y="178"/>
                      <a:pt x="202" y="186"/>
                      <a:pt x="199" y="190"/>
                    </a:cubicBezTo>
                    <a:cubicBezTo>
                      <a:pt x="197" y="195"/>
                      <a:pt x="188" y="203"/>
                      <a:pt x="183" y="205"/>
                    </a:cubicBezTo>
                    <a:cubicBezTo>
                      <a:pt x="179" y="208"/>
                      <a:pt x="181" y="213"/>
                      <a:pt x="181" y="213"/>
                    </a:cubicBezTo>
                    <a:cubicBezTo>
                      <a:pt x="181" y="213"/>
                      <a:pt x="185" y="213"/>
                      <a:pt x="199" y="209"/>
                    </a:cubicBezTo>
                    <a:cubicBezTo>
                      <a:pt x="214" y="205"/>
                      <a:pt x="234" y="205"/>
                      <a:pt x="236" y="200"/>
                    </a:cubicBezTo>
                    <a:cubicBezTo>
                      <a:pt x="238" y="196"/>
                      <a:pt x="230" y="165"/>
                      <a:pt x="212" y="164"/>
                    </a:cubicBezTo>
                    <a:cubicBezTo>
                      <a:pt x="193" y="163"/>
                      <a:pt x="172" y="168"/>
                      <a:pt x="167" y="170"/>
                    </a:cubicBezTo>
                    <a:cubicBezTo>
                      <a:pt x="162" y="171"/>
                      <a:pt x="157" y="167"/>
                      <a:pt x="163" y="161"/>
                    </a:cubicBezTo>
                    <a:cubicBezTo>
                      <a:pt x="169" y="154"/>
                      <a:pt x="178" y="146"/>
                      <a:pt x="182" y="133"/>
                    </a:cubicBezTo>
                    <a:cubicBezTo>
                      <a:pt x="186" y="119"/>
                      <a:pt x="192" y="116"/>
                      <a:pt x="188" y="110"/>
                    </a:cubicBezTo>
                    <a:cubicBezTo>
                      <a:pt x="183" y="104"/>
                      <a:pt x="176" y="92"/>
                      <a:pt x="173" y="90"/>
                    </a:cubicBezTo>
                    <a:cubicBezTo>
                      <a:pt x="170" y="88"/>
                      <a:pt x="173" y="81"/>
                      <a:pt x="183" y="77"/>
                    </a:cubicBezTo>
                    <a:cubicBezTo>
                      <a:pt x="193" y="72"/>
                      <a:pt x="204" y="61"/>
                      <a:pt x="198" y="54"/>
                    </a:cubicBezTo>
                    <a:cubicBezTo>
                      <a:pt x="192" y="46"/>
                      <a:pt x="180" y="50"/>
                      <a:pt x="179" y="43"/>
                    </a:cubicBezTo>
                    <a:cubicBezTo>
                      <a:pt x="179" y="35"/>
                      <a:pt x="173" y="31"/>
                      <a:pt x="179" y="29"/>
                    </a:cubicBezTo>
                    <a:cubicBezTo>
                      <a:pt x="185" y="27"/>
                      <a:pt x="191" y="25"/>
                      <a:pt x="189" y="22"/>
                    </a:cubicBezTo>
                    <a:cubicBezTo>
                      <a:pt x="187" y="18"/>
                      <a:pt x="184" y="12"/>
                      <a:pt x="180" y="6"/>
                    </a:cubicBezTo>
                    <a:cubicBezTo>
                      <a:pt x="175" y="1"/>
                      <a:pt x="164" y="0"/>
                      <a:pt x="163" y="5"/>
                    </a:cubicBezTo>
                    <a:cubicBezTo>
                      <a:pt x="161" y="11"/>
                      <a:pt x="161" y="21"/>
                      <a:pt x="161" y="26"/>
                    </a:cubicBezTo>
                    <a:cubicBezTo>
                      <a:pt x="161" y="31"/>
                      <a:pt x="160" y="38"/>
                      <a:pt x="163" y="42"/>
                    </a:cubicBezTo>
                    <a:cubicBezTo>
                      <a:pt x="167" y="46"/>
                      <a:pt x="168" y="48"/>
                      <a:pt x="167" y="52"/>
                    </a:cubicBezTo>
                    <a:cubicBezTo>
                      <a:pt x="166" y="55"/>
                      <a:pt x="166" y="61"/>
                      <a:pt x="159" y="65"/>
                    </a:cubicBezTo>
                    <a:cubicBezTo>
                      <a:pt x="151" y="69"/>
                      <a:pt x="147" y="69"/>
                      <a:pt x="145" y="74"/>
                    </a:cubicBezTo>
                    <a:cubicBezTo>
                      <a:pt x="142" y="80"/>
                      <a:pt x="142" y="94"/>
                      <a:pt x="145" y="96"/>
                    </a:cubicBezTo>
                    <a:cubicBezTo>
                      <a:pt x="147" y="97"/>
                      <a:pt x="155" y="95"/>
                      <a:pt x="153" y="105"/>
                    </a:cubicBezTo>
                    <a:cubicBezTo>
                      <a:pt x="150" y="116"/>
                      <a:pt x="138" y="141"/>
                      <a:pt x="139" y="145"/>
                    </a:cubicBezTo>
                    <a:cubicBezTo>
                      <a:pt x="140" y="150"/>
                      <a:pt x="148" y="148"/>
                      <a:pt x="148" y="153"/>
                    </a:cubicBezTo>
                    <a:cubicBezTo>
                      <a:pt x="148" y="159"/>
                      <a:pt x="151" y="169"/>
                      <a:pt x="147" y="172"/>
                    </a:cubicBezTo>
                    <a:cubicBezTo>
                      <a:pt x="143" y="176"/>
                      <a:pt x="130" y="180"/>
                      <a:pt x="130" y="180"/>
                    </a:cubicBezTo>
                    <a:cubicBezTo>
                      <a:pt x="130" y="180"/>
                      <a:pt x="116" y="184"/>
                      <a:pt x="120" y="172"/>
                    </a:cubicBezTo>
                    <a:cubicBezTo>
                      <a:pt x="123" y="160"/>
                      <a:pt x="126" y="141"/>
                      <a:pt x="127" y="137"/>
                    </a:cubicBezTo>
                    <a:cubicBezTo>
                      <a:pt x="127" y="133"/>
                      <a:pt x="131" y="128"/>
                      <a:pt x="125" y="127"/>
                    </a:cubicBezTo>
                    <a:cubicBezTo>
                      <a:pt x="120" y="127"/>
                      <a:pt x="126" y="117"/>
                      <a:pt x="119" y="120"/>
                    </a:cubicBezTo>
                    <a:cubicBezTo>
                      <a:pt x="113" y="122"/>
                      <a:pt x="108" y="125"/>
                      <a:pt x="110" y="117"/>
                    </a:cubicBezTo>
                    <a:cubicBezTo>
                      <a:pt x="111" y="108"/>
                      <a:pt x="121" y="80"/>
                      <a:pt x="124" y="63"/>
                    </a:cubicBezTo>
                    <a:cubicBezTo>
                      <a:pt x="126" y="46"/>
                      <a:pt x="120" y="43"/>
                      <a:pt x="115" y="39"/>
                    </a:cubicBezTo>
                    <a:cubicBezTo>
                      <a:pt x="110" y="36"/>
                      <a:pt x="95" y="44"/>
                      <a:pt x="95" y="50"/>
                    </a:cubicBezTo>
                    <a:cubicBezTo>
                      <a:pt x="95" y="56"/>
                      <a:pt x="103" y="65"/>
                      <a:pt x="104" y="73"/>
                    </a:cubicBezTo>
                    <a:cubicBezTo>
                      <a:pt x="105" y="81"/>
                      <a:pt x="103" y="107"/>
                      <a:pt x="104" y="110"/>
                    </a:cubicBezTo>
                    <a:cubicBezTo>
                      <a:pt x="104" y="113"/>
                      <a:pt x="102" y="130"/>
                      <a:pt x="101" y="134"/>
                    </a:cubicBezTo>
                    <a:cubicBezTo>
                      <a:pt x="100" y="137"/>
                      <a:pt x="83" y="150"/>
                      <a:pt x="85" y="136"/>
                    </a:cubicBezTo>
                    <a:cubicBezTo>
                      <a:pt x="88" y="122"/>
                      <a:pt x="89" y="105"/>
                      <a:pt x="86" y="96"/>
                    </a:cubicBezTo>
                    <a:cubicBezTo>
                      <a:pt x="82" y="87"/>
                      <a:pt x="67" y="75"/>
                      <a:pt x="62" y="74"/>
                    </a:cubicBezTo>
                    <a:cubicBezTo>
                      <a:pt x="58" y="74"/>
                      <a:pt x="54" y="84"/>
                      <a:pt x="54" y="88"/>
                    </a:cubicBezTo>
                    <a:cubicBezTo>
                      <a:pt x="54" y="88"/>
                      <a:pt x="54" y="88"/>
                      <a:pt x="54" y="88"/>
                    </a:cubicBezTo>
                    <a:close/>
                    <a:moveTo>
                      <a:pt x="93" y="244"/>
                    </a:moveTo>
                    <a:cubicBezTo>
                      <a:pt x="93" y="236"/>
                      <a:pt x="103" y="232"/>
                      <a:pt x="110" y="230"/>
                    </a:cubicBezTo>
                    <a:cubicBezTo>
                      <a:pt x="116" y="229"/>
                      <a:pt x="140" y="217"/>
                      <a:pt x="151" y="216"/>
                    </a:cubicBezTo>
                    <a:cubicBezTo>
                      <a:pt x="162" y="216"/>
                      <a:pt x="162" y="232"/>
                      <a:pt x="159" y="239"/>
                    </a:cubicBezTo>
                    <a:cubicBezTo>
                      <a:pt x="156" y="246"/>
                      <a:pt x="150" y="257"/>
                      <a:pt x="146" y="262"/>
                    </a:cubicBezTo>
                    <a:cubicBezTo>
                      <a:pt x="143" y="267"/>
                      <a:pt x="159" y="270"/>
                      <a:pt x="159" y="270"/>
                    </a:cubicBezTo>
                    <a:cubicBezTo>
                      <a:pt x="159" y="270"/>
                      <a:pt x="184" y="264"/>
                      <a:pt x="194" y="265"/>
                    </a:cubicBezTo>
                    <a:cubicBezTo>
                      <a:pt x="203" y="266"/>
                      <a:pt x="205" y="280"/>
                      <a:pt x="203" y="291"/>
                    </a:cubicBezTo>
                    <a:cubicBezTo>
                      <a:pt x="201" y="302"/>
                      <a:pt x="174" y="298"/>
                      <a:pt x="168" y="297"/>
                    </a:cubicBezTo>
                    <a:cubicBezTo>
                      <a:pt x="162" y="296"/>
                      <a:pt x="166" y="307"/>
                      <a:pt x="164" y="313"/>
                    </a:cubicBezTo>
                    <a:cubicBezTo>
                      <a:pt x="163" y="319"/>
                      <a:pt x="163" y="329"/>
                      <a:pt x="158" y="349"/>
                    </a:cubicBezTo>
                    <a:cubicBezTo>
                      <a:pt x="153" y="368"/>
                      <a:pt x="139" y="381"/>
                      <a:pt x="131" y="385"/>
                    </a:cubicBezTo>
                    <a:cubicBezTo>
                      <a:pt x="122" y="389"/>
                      <a:pt x="106" y="379"/>
                      <a:pt x="102" y="372"/>
                    </a:cubicBezTo>
                    <a:cubicBezTo>
                      <a:pt x="99" y="365"/>
                      <a:pt x="92" y="366"/>
                      <a:pt x="89" y="355"/>
                    </a:cubicBezTo>
                    <a:cubicBezTo>
                      <a:pt x="85" y="344"/>
                      <a:pt x="104" y="351"/>
                      <a:pt x="112" y="355"/>
                    </a:cubicBezTo>
                    <a:cubicBezTo>
                      <a:pt x="119" y="358"/>
                      <a:pt x="132" y="358"/>
                      <a:pt x="139" y="356"/>
                    </a:cubicBezTo>
                    <a:cubicBezTo>
                      <a:pt x="146" y="353"/>
                      <a:pt x="151" y="328"/>
                      <a:pt x="151" y="319"/>
                    </a:cubicBezTo>
                    <a:cubicBezTo>
                      <a:pt x="152" y="309"/>
                      <a:pt x="145" y="302"/>
                      <a:pt x="142" y="301"/>
                    </a:cubicBezTo>
                    <a:cubicBezTo>
                      <a:pt x="139" y="300"/>
                      <a:pt x="126" y="306"/>
                      <a:pt x="114" y="312"/>
                    </a:cubicBezTo>
                    <a:cubicBezTo>
                      <a:pt x="103" y="318"/>
                      <a:pt x="95" y="325"/>
                      <a:pt x="86" y="327"/>
                    </a:cubicBezTo>
                    <a:cubicBezTo>
                      <a:pt x="76" y="329"/>
                      <a:pt x="64" y="319"/>
                      <a:pt x="62" y="309"/>
                    </a:cubicBezTo>
                    <a:cubicBezTo>
                      <a:pt x="60" y="299"/>
                      <a:pt x="88" y="298"/>
                      <a:pt x="93" y="297"/>
                    </a:cubicBezTo>
                    <a:cubicBezTo>
                      <a:pt x="99" y="296"/>
                      <a:pt x="133" y="280"/>
                      <a:pt x="133" y="280"/>
                    </a:cubicBezTo>
                    <a:cubicBezTo>
                      <a:pt x="135" y="272"/>
                      <a:pt x="139" y="251"/>
                      <a:pt x="126" y="249"/>
                    </a:cubicBezTo>
                    <a:cubicBezTo>
                      <a:pt x="118" y="248"/>
                      <a:pt x="113" y="259"/>
                      <a:pt x="106" y="259"/>
                    </a:cubicBezTo>
                    <a:cubicBezTo>
                      <a:pt x="99" y="259"/>
                      <a:pt x="94" y="252"/>
                      <a:pt x="93" y="24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solidFill>
                    <a:srgbClr val="000000"/>
                  </a:solidFill>
                </a:endParaRPr>
              </a:p>
            </p:txBody>
          </p:sp>
        </p:grpSp>
      </p:grpSp>
      <p:pic>
        <p:nvPicPr>
          <p:cNvPr id="28" name="图片 27"/>
          <p:cNvPicPr>
            <a:picLocks noChangeAspect="1"/>
          </p:cNvPicPr>
          <p:nvPr userDrawn="1"/>
        </p:nvPicPr>
        <p:blipFill rotWithShape="1">
          <a:blip r:embed="rId2" cstate="email"/>
          <a:srcRect/>
          <a:stretch>
            <a:fillRect/>
          </a:stretch>
        </p:blipFill>
        <p:spPr>
          <a:xfrm>
            <a:off x="-1" y="-111239"/>
            <a:ext cx="1520613" cy="1143934"/>
          </a:xfrm>
          <a:prstGeom prst="rect">
            <a:avLst/>
          </a:prstGeom>
        </p:spPr>
      </p:pic>
      <p:pic>
        <p:nvPicPr>
          <p:cNvPr id="29" name="图片 28"/>
          <p:cNvPicPr>
            <a:picLocks noChangeAspect="1"/>
          </p:cNvPicPr>
          <p:nvPr userDrawn="1"/>
        </p:nvPicPr>
        <p:blipFill>
          <a:blip r:embed="rId3" cstate="email">
            <a:extLst>
              <a:ext uri="{BEBA8EAE-BF5A-486C-A8C5-ECC9F3942E4B}">
                <a14:imgProps xmlns:a14="http://schemas.microsoft.com/office/drawing/2010/main">
                  <a14:imgLayer r:embed="rId4">
                    <a14:imgEffect>
                      <a14:saturation sat="33000"/>
                    </a14:imgEffect>
                  </a14:imgLayer>
                </a14:imgProps>
              </a:ext>
            </a:extLst>
          </a:blip>
          <a:stretch>
            <a:fillRect/>
          </a:stretch>
        </p:blipFill>
        <p:spPr>
          <a:xfrm>
            <a:off x="0" y="4531283"/>
            <a:ext cx="12192000" cy="2323704"/>
          </a:xfrm>
          <a:prstGeom prst="rect">
            <a:avLst/>
          </a:prstGeom>
        </p:spPr>
      </p:pic>
      <p:sp>
        <p:nvSpPr>
          <p:cNvPr id="2" name="矩形 1"/>
          <p:cNvSpPr/>
          <p:nvPr userDrawn="1"/>
        </p:nvSpPr>
        <p:spPr>
          <a:xfrm>
            <a:off x="0" y="1028700"/>
            <a:ext cx="12192000" cy="5829300"/>
          </a:xfrm>
          <a:prstGeom prst="rect">
            <a:avLst/>
          </a:prstGeom>
          <a:gradFill>
            <a:gsLst>
              <a:gs pos="0">
                <a:schemeClr val="bg1">
                  <a:alpha val="0"/>
                </a:schemeClr>
              </a:gs>
              <a:gs pos="50000">
                <a:schemeClr val="bg1">
                  <a:alpha val="20000"/>
                </a:schemeClr>
              </a:gs>
              <a:gs pos="100000">
                <a:schemeClr val="bg1">
                  <a:alpha val="9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endParaRPr>
          </a:p>
        </p:txBody>
      </p:sp>
    </p:spTree>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7_标题和内容">
    <p:spTree>
      <p:nvGrpSpPr>
        <p:cNvPr id="1" name=""/>
        <p:cNvGrpSpPr/>
        <p:nvPr/>
      </p:nvGrpSpPr>
      <p:grpSpPr>
        <a:xfrm>
          <a:off x="0" y="0"/>
          <a:ext cx="0" cy="0"/>
          <a:chOff x="0" y="0"/>
          <a:chExt cx="0" cy="0"/>
        </a:xfrm>
      </p:grpSpPr>
      <p:sp>
        <p:nvSpPr>
          <p:cNvPr id="33" name="文本占位符 32"/>
          <p:cNvSpPr>
            <a:spLocks noGrp="1"/>
          </p:cNvSpPr>
          <p:nvPr>
            <p:ph type="body" sz="quarter" idx="10" hasCustomPrompt="1"/>
          </p:nvPr>
        </p:nvSpPr>
        <p:spPr>
          <a:xfrm>
            <a:off x="1587197" y="340254"/>
            <a:ext cx="3944854" cy="530225"/>
          </a:xfrm>
        </p:spPr>
        <p:txBody>
          <a:bodyPr lIns="0" rIns="0">
            <a:noAutofit/>
          </a:bodyPr>
          <a:lstStyle>
            <a:lvl1pPr marL="0" indent="0">
              <a:buNone/>
              <a:defRPr sz="3600" b="1">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请输入你的标题</a:t>
            </a:r>
          </a:p>
        </p:txBody>
      </p:sp>
      <p:cxnSp>
        <p:nvCxnSpPr>
          <p:cNvPr id="4" name="直接连接符 3"/>
          <p:cNvCxnSpPr/>
          <p:nvPr userDrawn="1"/>
        </p:nvCxnSpPr>
        <p:spPr>
          <a:xfrm>
            <a:off x="1083902" y="1028700"/>
            <a:ext cx="11108098" cy="0"/>
          </a:xfrm>
          <a:prstGeom prst="line">
            <a:avLst/>
          </a:prstGeom>
        </p:spPr>
        <p:style>
          <a:lnRef idx="1">
            <a:schemeClr val="accent1"/>
          </a:lnRef>
          <a:fillRef idx="0">
            <a:schemeClr val="accent1"/>
          </a:fillRef>
          <a:effectRef idx="0">
            <a:schemeClr val="accent1"/>
          </a:effectRef>
          <a:fontRef idx="minor">
            <a:schemeClr val="tx1"/>
          </a:fontRef>
        </p:style>
      </p:cxnSp>
      <p:grpSp>
        <p:nvGrpSpPr>
          <p:cNvPr id="3" name="组合 2"/>
          <p:cNvGrpSpPr/>
          <p:nvPr userDrawn="1"/>
        </p:nvGrpSpPr>
        <p:grpSpPr>
          <a:xfrm>
            <a:off x="9778483" y="337454"/>
            <a:ext cx="1740417" cy="533025"/>
            <a:chOff x="9778483" y="337454"/>
            <a:chExt cx="1740417" cy="533025"/>
          </a:xfrm>
        </p:grpSpPr>
        <p:grpSp>
          <p:nvGrpSpPr>
            <p:cNvPr id="7" name="íślïdé"/>
            <p:cNvGrpSpPr/>
            <p:nvPr/>
          </p:nvGrpSpPr>
          <p:grpSpPr>
            <a:xfrm>
              <a:off x="9778483" y="337454"/>
              <a:ext cx="532392" cy="533025"/>
              <a:chOff x="1735138" y="2095500"/>
              <a:chExt cx="2667000" cy="2670175"/>
            </a:xfrm>
            <a:solidFill>
              <a:schemeClr val="accent1"/>
            </a:solidFill>
          </p:grpSpPr>
          <p:sp>
            <p:nvSpPr>
              <p:cNvPr id="14" name="ïṡḻïḍê"/>
              <p:cNvSpPr/>
              <p:nvPr/>
            </p:nvSpPr>
            <p:spPr bwMode="auto">
              <a:xfrm>
                <a:off x="2913063" y="3238500"/>
                <a:ext cx="319088" cy="762000"/>
              </a:xfrm>
              <a:custGeom>
                <a:avLst/>
                <a:gdLst>
                  <a:gd name="T0" fmla="*/ 56 w 97"/>
                  <a:gd name="T1" fmla="*/ 193 h 231"/>
                  <a:gd name="T2" fmla="*/ 41 w 97"/>
                  <a:gd name="T3" fmla="*/ 193 h 231"/>
                  <a:gd name="T4" fmla="*/ 41 w 97"/>
                  <a:gd name="T5" fmla="*/ 22 h 231"/>
                  <a:gd name="T6" fmla="*/ 23 w 97"/>
                  <a:gd name="T7" fmla="*/ 0 h 231"/>
                  <a:gd name="T8" fmla="*/ 4 w 97"/>
                  <a:gd name="T9" fmla="*/ 22 h 231"/>
                  <a:gd name="T10" fmla="*/ 1 w 97"/>
                  <a:gd name="T11" fmla="*/ 175 h 231"/>
                  <a:gd name="T12" fmla="*/ 48 w 97"/>
                  <a:gd name="T13" fmla="*/ 231 h 231"/>
                  <a:gd name="T14" fmla="*/ 96 w 97"/>
                  <a:gd name="T15" fmla="*/ 175 h 231"/>
                  <a:gd name="T16" fmla="*/ 92 w 97"/>
                  <a:gd name="T17" fmla="*/ 22 h 231"/>
                  <a:gd name="T18" fmla="*/ 73 w 97"/>
                  <a:gd name="T19" fmla="*/ 0 h 231"/>
                  <a:gd name="T20" fmla="*/ 56 w 97"/>
                  <a:gd name="T21" fmla="*/ 22 h 231"/>
                  <a:gd name="T22" fmla="*/ 56 w 97"/>
                  <a:gd name="T23" fmla="*/ 193 h 2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97" h="231">
                    <a:moveTo>
                      <a:pt x="56" y="193"/>
                    </a:moveTo>
                    <a:cubicBezTo>
                      <a:pt x="41" y="193"/>
                      <a:pt x="41" y="193"/>
                      <a:pt x="41" y="193"/>
                    </a:cubicBezTo>
                    <a:cubicBezTo>
                      <a:pt x="41" y="136"/>
                      <a:pt x="41" y="79"/>
                      <a:pt x="41" y="22"/>
                    </a:cubicBezTo>
                    <a:cubicBezTo>
                      <a:pt x="40" y="11"/>
                      <a:pt x="38" y="1"/>
                      <a:pt x="23" y="0"/>
                    </a:cubicBezTo>
                    <a:cubicBezTo>
                      <a:pt x="13" y="0"/>
                      <a:pt x="4" y="7"/>
                      <a:pt x="4" y="22"/>
                    </a:cubicBezTo>
                    <a:cubicBezTo>
                      <a:pt x="3" y="73"/>
                      <a:pt x="2" y="124"/>
                      <a:pt x="1" y="175"/>
                    </a:cubicBezTo>
                    <a:cubicBezTo>
                      <a:pt x="0" y="206"/>
                      <a:pt x="15" y="231"/>
                      <a:pt x="48" y="231"/>
                    </a:cubicBezTo>
                    <a:cubicBezTo>
                      <a:pt x="82" y="231"/>
                      <a:pt x="97" y="206"/>
                      <a:pt x="96" y="175"/>
                    </a:cubicBezTo>
                    <a:cubicBezTo>
                      <a:pt x="95" y="124"/>
                      <a:pt x="94" y="73"/>
                      <a:pt x="92" y="22"/>
                    </a:cubicBezTo>
                    <a:cubicBezTo>
                      <a:pt x="92" y="7"/>
                      <a:pt x="84" y="0"/>
                      <a:pt x="73" y="0"/>
                    </a:cubicBezTo>
                    <a:cubicBezTo>
                      <a:pt x="58" y="1"/>
                      <a:pt x="56" y="11"/>
                      <a:pt x="56" y="22"/>
                    </a:cubicBezTo>
                    <a:cubicBezTo>
                      <a:pt x="56" y="79"/>
                      <a:pt x="56" y="136"/>
                      <a:pt x="56" y="19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solidFill>
                    <a:srgbClr val="000000"/>
                  </a:solidFill>
                </a:endParaRPr>
              </a:p>
            </p:txBody>
          </p:sp>
          <p:sp>
            <p:nvSpPr>
              <p:cNvPr id="15" name="ï$lîḍè"/>
              <p:cNvSpPr/>
              <p:nvPr/>
            </p:nvSpPr>
            <p:spPr bwMode="auto">
              <a:xfrm>
                <a:off x="2008188" y="2713038"/>
                <a:ext cx="257175" cy="342900"/>
              </a:xfrm>
              <a:custGeom>
                <a:avLst/>
                <a:gdLst>
                  <a:gd name="T0" fmla="*/ 13 w 78"/>
                  <a:gd name="T1" fmla="*/ 80 h 104"/>
                  <a:gd name="T2" fmla="*/ 6 w 78"/>
                  <a:gd name="T3" fmla="*/ 80 h 104"/>
                  <a:gd name="T4" fmla="*/ 1 w 78"/>
                  <a:gd name="T5" fmla="*/ 85 h 104"/>
                  <a:gd name="T6" fmla="*/ 7 w 78"/>
                  <a:gd name="T7" fmla="*/ 96 h 104"/>
                  <a:gd name="T8" fmla="*/ 36 w 78"/>
                  <a:gd name="T9" fmla="*/ 103 h 104"/>
                  <a:gd name="T10" fmla="*/ 40 w 78"/>
                  <a:gd name="T11" fmla="*/ 94 h 104"/>
                  <a:gd name="T12" fmla="*/ 26 w 78"/>
                  <a:gd name="T13" fmla="*/ 87 h 104"/>
                  <a:gd name="T14" fmla="*/ 20 w 78"/>
                  <a:gd name="T15" fmla="*/ 62 h 104"/>
                  <a:gd name="T16" fmla="*/ 27 w 78"/>
                  <a:gd name="T17" fmla="*/ 38 h 104"/>
                  <a:gd name="T18" fmla="*/ 32 w 78"/>
                  <a:gd name="T19" fmla="*/ 40 h 104"/>
                  <a:gd name="T20" fmla="*/ 38 w 78"/>
                  <a:gd name="T21" fmla="*/ 54 h 104"/>
                  <a:gd name="T22" fmla="*/ 35 w 78"/>
                  <a:gd name="T23" fmla="*/ 56 h 104"/>
                  <a:gd name="T24" fmla="*/ 28 w 78"/>
                  <a:gd name="T25" fmla="*/ 56 h 104"/>
                  <a:gd name="T26" fmla="*/ 26 w 78"/>
                  <a:gd name="T27" fmla="*/ 63 h 104"/>
                  <a:gd name="T28" fmla="*/ 34 w 78"/>
                  <a:gd name="T29" fmla="*/ 65 h 104"/>
                  <a:gd name="T30" fmla="*/ 38 w 78"/>
                  <a:gd name="T31" fmla="*/ 65 h 104"/>
                  <a:gd name="T32" fmla="*/ 37 w 78"/>
                  <a:gd name="T33" fmla="*/ 74 h 104"/>
                  <a:gd name="T34" fmla="*/ 37 w 78"/>
                  <a:gd name="T35" fmla="*/ 80 h 104"/>
                  <a:gd name="T36" fmla="*/ 45 w 78"/>
                  <a:gd name="T37" fmla="*/ 80 h 104"/>
                  <a:gd name="T38" fmla="*/ 45 w 78"/>
                  <a:gd name="T39" fmla="*/ 68 h 104"/>
                  <a:gd name="T40" fmla="*/ 49 w 78"/>
                  <a:gd name="T41" fmla="*/ 57 h 104"/>
                  <a:gd name="T42" fmla="*/ 58 w 78"/>
                  <a:gd name="T43" fmla="*/ 55 h 104"/>
                  <a:gd name="T44" fmla="*/ 66 w 78"/>
                  <a:gd name="T45" fmla="*/ 42 h 104"/>
                  <a:gd name="T46" fmla="*/ 71 w 78"/>
                  <a:gd name="T47" fmla="*/ 17 h 104"/>
                  <a:gd name="T48" fmla="*/ 73 w 78"/>
                  <a:gd name="T49" fmla="*/ 7 h 104"/>
                  <a:gd name="T50" fmla="*/ 38 w 78"/>
                  <a:gd name="T51" fmla="*/ 8 h 104"/>
                  <a:gd name="T52" fmla="*/ 16 w 78"/>
                  <a:gd name="T53" fmla="*/ 40 h 104"/>
                  <a:gd name="T54" fmla="*/ 12 w 78"/>
                  <a:gd name="T55" fmla="*/ 69 h 104"/>
                  <a:gd name="T56" fmla="*/ 13 w 78"/>
                  <a:gd name="T57" fmla="*/ 80 h 104"/>
                  <a:gd name="T58" fmla="*/ 13 w 78"/>
                  <a:gd name="T59" fmla="*/ 80 h 104"/>
                  <a:gd name="T60" fmla="*/ 44 w 78"/>
                  <a:gd name="T61" fmla="*/ 54 h 104"/>
                  <a:gd name="T62" fmla="*/ 42 w 78"/>
                  <a:gd name="T63" fmla="*/ 56 h 104"/>
                  <a:gd name="T64" fmla="*/ 42 w 78"/>
                  <a:gd name="T65" fmla="*/ 39 h 104"/>
                  <a:gd name="T66" fmla="*/ 35 w 78"/>
                  <a:gd name="T67" fmla="*/ 35 h 104"/>
                  <a:gd name="T68" fmla="*/ 29 w 78"/>
                  <a:gd name="T69" fmla="*/ 35 h 104"/>
                  <a:gd name="T70" fmla="*/ 36 w 78"/>
                  <a:gd name="T71" fmla="*/ 23 h 104"/>
                  <a:gd name="T72" fmla="*/ 54 w 78"/>
                  <a:gd name="T73" fmla="*/ 11 h 104"/>
                  <a:gd name="T74" fmla="*/ 55 w 78"/>
                  <a:gd name="T75" fmla="*/ 28 h 104"/>
                  <a:gd name="T76" fmla="*/ 54 w 78"/>
                  <a:gd name="T77" fmla="*/ 45 h 104"/>
                  <a:gd name="T78" fmla="*/ 48 w 78"/>
                  <a:gd name="T79" fmla="*/ 48 h 104"/>
                  <a:gd name="T80" fmla="*/ 44 w 78"/>
                  <a:gd name="T81" fmla="*/ 54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78" h="104">
                    <a:moveTo>
                      <a:pt x="13" y="80"/>
                    </a:moveTo>
                    <a:cubicBezTo>
                      <a:pt x="12" y="81"/>
                      <a:pt x="9" y="79"/>
                      <a:pt x="6" y="80"/>
                    </a:cubicBezTo>
                    <a:cubicBezTo>
                      <a:pt x="3" y="82"/>
                      <a:pt x="2" y="84"/>
                      <a:pt x="1" y="85"/>
                    </a:cubicBezTo>
                    <a:cubicBezTo>
                      <a:pt x="0" y="87"/>
                      <a:pt x="1" y="92"/>
                      <a:pt x="7" y="96"/>
                    </a:cubicBezTo>
                    <a:cubicBezTo>
                      <a:pt x="12" y="100"/>
                      <a:pt x="32" y="104"/>
                      <a:pt x="36" y="103"/>
                    </a:cubicBezTo>
                    <a:cubicBezTo>
                      <a:pt x="40" y="102"/>
                      <a:pt x="43" y="94"/>
                      <a:pt x="40" y="94"/>
                    </a:cubicBezTo>
                    <a:cubicBezTo>
                      <a:pt x="36" y="93"/>
                      <a:pt x="28" y="91"/>
                      <a:pt x="26" y="87"/>
                    </a:cubicBezTo>
                    <a:cubicBezTo>
                      <a:pt x="23" y="83"/>
                      <a:pt x="19" y="76"/>
                      <a:pt x="20" y="62"/>
                    </a:cubicBezTo>
                    <a:cubicBezTo>
                      <a:pt x="20" y="48"/>
                      <a:pt x="25" y="40"/>
                      <a:pt x="27" y="38"/>
                    </a:cubicBezTo>
                    <a:cubicBezTo>
                      <a:pt x="29" y="37"/>
                      <a:pt x="32" y="39"/>
                      <a:pt x="32" y="40"/>
                    </a:cubicBezTo>
                    <a:cubicBezTo>
                      <a:pt x="33" y="41"/>
                      <a:pt x="37" y="53"/>
                      <a:pt x="38" y="54"/>
                    </a:cubicBezTo>
                    <a:cubicBezTo>
                      <a:pt x="38" y="54"/>
                      <a:pt x="38" y="58"/>
                      <a:pt x="35" y="56"/>
                    </a:cubicBezTo>
                    <a:cubicBezTo>
                      <a:pt x="33" y="55"/>
                      <a:pt x="30" y="54"/>
                      <a:pt x="28" y="56"/>
                    </a:cubicBezTo>
                    <a:cubicBezTo>
                      <a:pt x="25" y="57"/>
                      <a:pt x="23" y="60"/>
                      <a:pt x="26" y="63"/>
                    </a:cubicBezTo>
                    <a:cubicBezTo>
                      <a:pt x="29" y="66"/>
                      <a:pt x="32" y="65"/>
                      <a:pt x="34" y="65"/>
                    </a:cubicBezTo>
                    <a:cubicBezTo>
                      <a:pt x="35" y="64"/>
                      <a:pt x="39" y="63"/>
                      <a:pt x="38" y="65"/>
                    </a:cubicBezTo>
                    <a:cubicBezTo>
                      <a:pt x="37" y="67"/>
                      <a:pt x="37" y="74"/>
                      <a:pt x="37" y="74"/>
                    </a:cubicBezTo>
                    <a:cubicBezTo>
                      <a:pt x="37" y="74"/>
                      <a:pt x="34" y="78"/>
                      <a:pt x="37" y="80"/>
                    </a:cubicBezTo>
                    <a:cubicBezTo>
                      <a:pt x="40" y="82"/>
                      <a:pt x="45" y="82"/>
                      <a:pt x="45" y="80"/>
                    </a:cubicBezTo>
                    <a:cubicBezTo>
                      <a:pt x="45" y="78"/>
                      <a:pt x="45" y="72"/>
                      <a:pt x="45" y="68"/>
                    </a:cubicBezTo>
                    <a:cubicBezTo>
                      <a:pt x="46" y="65"/>
                      <a:pt x="47" y="59"/>
                      <a:pt x="49" y="57"/>
                    </a:cubicBezTo>
                    <a:cubicBezTo>
                      <a:pt x="52" y="56"/>
                      <a:pt x="54" y="57"/>
                      <a:pt x="58" y="55"/>
                    </a:cubicBezTo>
                    <a:cubicBezTo>
                      <a:pt x="61" y="52"/>
                      <a:pt x="66" y="46"/>
                      <a:pt x="66" y="42"/>
                    </a:cubicBezTo>
                    <a:cubicBezTo>
                      <a:pt x="66" y="39"/>
                      <a:pt x="69" y="20"/>
                      <a:pt x="71" y="17"/>
                    </a:cubicBezTo>
                    <a:cubicBezTo>
                      <a:pt x="73" y="14"/>
                      <a:pt x="78" y="12"/>
                      <a:pt x="73" y="7"/>
                    </a:cubicBezTo>
                    <a:cubicBezTo>
                      <a:pt x="68" y="2"/>
                      <a:pt x="48" y="0"/>
                      <a:pt x="38" y="8"/>
                    </a:cubicBezTo>
                    <a:cubicBezTo>
                      <a:pt x="29" y="15"/>
                      <a:pt x="21" y="26"/>
                      <a:pt x="16" y="40"/>
                    </a:cubicBezTo>
                    <a:cubicBezTo>
                      <a:pt x="11" y="54"/>
                      <a:pt x="10" y="62"/>
                      <a:pt x="12" y="69"/>
                    </a:cubicBezTo>
                    <a:cubicBezTo>
                      <a:pt x="14" y="77"/>
                      <a:pt x="15" y="79"/>
                      <a:pt x="13" y="80"/>
                    </a:cubicBezTo>
                    <a:cubicBezTo>
                      <a:pt x="13" y="80"/>
                      <a:pt x="13" y="80"/>
                      <a:pt x="13" y="80"/>
                    </a:cubicBezTo>
                    <a:close/>
                    <a:moveTo>
                      <a:pt x="44" y="54"/>
                    </a:moveTo>
                    <a:cubicBezTo>
                      <a:pt x="44" y="54"/>
                      <a:pt x="43" y="54"/>
                      <a:pt x="42" y="56"/>
                    </a:cubicBezTo>
                    <a:cubicBezTo>
                      <a:pt x="42" y="57"/>
                      <a:pt x="42" y="44"/>
                      <a:pt x="42" y="39"/>
                    </a:cubicBezTo>
                    <a:cubicBezTo>
                      <a:pt x="42" y="34"/>
                      <a:pt x="38" y="34"/>
                      <a:pt x="35" y="35"/>
                    </a:cubicBezTo>
                    <a:cubicBezTo>
                      <a:pt x="31" y="35"/>
                      <a:pt x="31" y="35"/>
                      <a:pt x="29" y="35"/>
                    </a:cubicBezTo>
                    <a:cubicBezTo>
                      <a:pt x="31" y="31"/>
                      <a:pt x="33" y="28"/>
                      <a:pt x="36" y="23"/>
                    </a:cubicBezTo>
                    <a:cubicBezTo>
                      <a:pt x="40" y="17"/>
                      <a:pt x="46" y="11"/>
                      <a:pt x="54" y="11"/>
                    </a:cubicBezTo>
                    <a:cubicBezTo>
                      <a:pt x="58" y="10"/>
                      <a:pt x="56" y="24"/>
                      <a:pt x="55" y="28"/>
                    </a:cubicBezTo>
                    <a:cubicBezTo>
                      <a:pt x="55" y="31"/>
                      <a:pt x="55" y="43"/>
                      <a:pt x="54" y="45"/>
                    </a:cubicBezTo>
                    <a:cubicBezTo>
                      <a:pt x="54" y="48"/>
                      <a:pt x="52" y="47"/>
                      <a:pt x="48" y="48"/>
                    </a:cubicBezTo>
                    <a:cubicBezTo>
                      <a:pt x="45" y="49"/>
                      <a:pt x="44" y="54"/>
                      <a:pt x="44" y="5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solidFill>
                    <a:srgbClr val="000000"/>
                  </a:solidFill>
                </a:endParaRPr>
              </a:p>
            </p:txBody>
          </p:sp>
          <p:sp>
            <p:nvSpPr>
              <p:cNvPr id="16" name="îSļiḋé"/>
              <p:cNvSpPr/>
              <p:nvPr/>
            </p:nvSpPr>
            <p:spPr bwMode="auto">
              <a:xfrm>
                <a:off x="2540001" y="2389188"/>
                <a:ext cx="98425" cy="225425"/>
              </a:xfrm>
              <a:custGeom>
                <a:avLst/>
                <a:gdLst>
                  <a:gd name="T0" fmla="*/ 4 w 30"/>
                  <a:gd name="T1" fmla="*/ 2 h 68"/>
                  <a:gd name="T2" fmla="*/ 2 w 30"/>
                  <a:gd name="T3" fmla="*/ 10 h 68"/>
                  <a:gd name="T4" fmla="*/ 10 w 30"/>
                  <a:gd name="T5" fmla="*/ 22 h 68"/>
                  <a:gd name="T6" fmla="*/ 19 w 30"/>
                  <a:gd name="T7" fmla="*/ 50 h 68"/>
                  <a:gd name="T8" fmla="*/ 20 w 30"/>
                  <a:gd name="T9" fmla="*/ 60 h 68"/>
                  <a:gd name="T10" fmla="*/ 25 w 30"/>
                  <a:gd name="T11" fmla="*/ 67 h 68"/>
                  <a:gd name="T12" fmla="*/ 27 w 30"/>
                  <a:gd name="T13" fmla="*/ 58 h 68"/>
                  <a:gd name="T14" fmla="*/ 19 w 30"/>
                  <a:gd name="T15" fmla="*/ 30 h 68"/>
                  <a:gd name="T16" fmla="*/ 14 w 30"/>
                  <a:gd name="T17" fmla="*/ 15 h 68"/>
                  <a:gd name="T18" fmla="*/ 11 w 30"/>
                  <a:gd name="T19" fmla="*/ 6 h 68"/>
                  <a:gd name="T20" fmla="*/ 4 w 30"/>
                  <a:gd name="T21" fmla="*/ 2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0" h="68">
                    <a:moveTo>
                      <a:pt x="4" y="2"/>
                    </a:moveTo>
                    <a:cubicBezTo>
                      <a:pt x="1" y="3"/>
                      <a:pt x="0" y="5"/>
                      <a:pt x="2" y="10"/>
                    </a:cubicBezTo>
                    <a:cubicBezTo>
                      <a:pt x="5" y="14"/>
                      <a:pt x="8" y="13"/>
                      <a:pt x="10" y="22"/>
                    </a:cubicBezTo>
                    <a:cubicBezTo>
                      <a:pt x="13" y="30"/>
                      <a:pt x="18" y="47"/>
                      <a:pt x="19" y="50"/>
                    </a:cubicBezTo>
                    <a:cubicBezTo>
                      <a:pt x="20" y="53"/>
                      <a:pt x="20" y="58"/>
                      <a:pt x="20" y="60"/>
                    </a:cubicBezTo>
                    <a:cubicBezTo>
                      <a:pt x="20" y="62"/>
                      <a:pt x="21" y="68"/>
                      <a:pt x="25" y="67"/>
                    </a:cubicBezTo>
                    <a:cubicBezTo>
                      <a:pt x="30" y="66"/>
                      <a:pt x="28" y="61"/>
                      <a:pt x="27" y="58"/>
                    </a:cubicBezTo>
                    <a:cubicBezTo>
                      <a:pt x="27" y="55"/>
                      <a:pt x="21" y="33"/>
                      <a:pt x="19" y="30"/>
                    </a:cubicBezTo>
                    <a:cubicBezTo>
                      <a:pt x="18" y="27"/>
                      <a:pt x="15" y="18"/>
                      <a:pt x="14" y="15"/>
                    </a:cubicBezTo>
                    <a:cubicBezTo>
                      <a:pt x="14" y="12"/>
                      <a:pt x="14" y="9"/>
                      <a:pt x="11" y="6"/>
                    </a:cubicBezTo>
                    <a:cubicBezTo>
                      <a:pt x="9" y="4"/>
                      <a:pt x="7" y="0"/>
                      <a:pt x="4"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solidFill>
                    <a:srgbClr val="000000"/>
                  </a:solidFill>
                </a:endParaRPr>
              </a:p>
            </p:txBody>
          </p:sp>
          <p:sp>
            <p:nvSpPr>
              <p:cNvPr id="17" name="îŝļîḍé"/>
              <p:cNvSpPr/>
              <p:nvPr/>
            </p:nvSpPr>
            <p:spPr bwMode="auto">
              <a:xfrm>
                <a:off x="2608263" y="2376488"/>
                <a:ext cx="69850" cy="128588"/>
              </a:xfrm>
              <a:custGeom>
                <a:avLst/>
                <a:gdLst>
                  <a:gd name="T0" fmla="*/ 4 w 21"/>
                  <a:gd name="T1" fmla="*/ 1 h 39"/>
                  <a:gd name="T2" fmla="*/ 0 w 21"/>
                  <a:gd name="T3" fmla="*/ 5 h 39"/>
                  <a:gd name="T4" fmla="*/ 4 w 21"/>
                  <a:gd name="T5" fmla="*/ 13 h 39"/>
                  <a:gd name="T6" fmla="*/ 9 w 21"/>
                  <a:gd name="T7" fmla="*/ 19 h 39"/>
                  <a:gd name="T8" fmla="*/ 17 w 21"/>
                  <a:gd name="T9" fmla="*/ 38 h 39"/>
                  <a:gd name="T10" fmla="*/ 21 w 21"/>
                  <a:gd name="T11" fmla="*/ 32 h 39"/>
                  <a:gd name="T12" fmla="*/ 19 w 21"/>
                  <a:gd name="T13" fmla="*/ 21 h 39"/>
                  <a:gd name="T14" fmla="*/ 16 w 21"/>
                  <a:gd name="T15" fmla="*/ 14 h 39"/>
                  <a:gd name="T16" fmla="*/ 11 w 21"/>
                  <a:gd name="T17" fmla="*/ 3 h 39"/>
                  <a:gd name="T18" fmla="*/ 4 w 21"/>
                  <a:gd name="T19" fmla="*/ 1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1" h="39">
                    <a:moveTo>
                      <a:pt x="4" y="1"/>
                    </a:moveTo>
                    <a:cubicBezTo>
                      <a:pt x="2" y="2"/>
                      <a:pt x="0" y="2"/>
                      <a:pt x="0" y="5"/>
                    </a:cubicBezTo>
                    <a:cubicBezTo>
                      <a:pt x="0" y="8"/>
                      <a:pt x="3" y="11"/>
                      <a:pt x="4" y="13"/>
                    </a:cubicBezTo>
                    <a:cubicBezTo>
                      <a:pt x="6" y="15"/>
                      <a:pt x="8" y="17"/>
                      <a:pt x="9" y="19"/>
                    </a:cubicBezTo>
                    <a:cubicBezTo>
                      <a:pt x="9" y="22"/>
                      <a:pt x="15" y="37"/>
                      <a:pt x="17" y="38"/>
                    </a:cubicBezTo>
                    <a:cubicBezTo>
                      <a:pt x="19" y="39"/>
                      <a:pt x="21" y="36"/>
                      <a:pt x="21" y="32"/>
                    </a:cubicBezTo>
                    <a:cubicBezTo>
                      <a:pt x="21" y="28"/>
                      <a:pt x="20" y="23"/>
                      <a:pt x="19" y="21"/>
                    </a:cubicBezTo>
                    <a:cubicBezTo>
                      <a:pt x="17" y="20"/>
                      <a:pt x="16" y="17"/>
                      <a:pt x="16" y="14"/>
                    </a:cubicBezTo>
                    <a:cubicBezTo>
                      <a:pt x="16" y="10"/>
                      <a:pt x="13" y="6"/>
                      <a:pt x="11" y="3"/>
                    </a:cubicBezTo>
                    <a:cubicBezTo>
                      <a:pt x="8" y="0"/>
                      <a:pt x="5" y="1"/>
                      <a:pt x="4"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solidFill>
                    <a:srgbClr val="000000"/>
                  </a:solidFill>
                </a:endParaRPr>
              </a:p>
            </p:txBody>
          </p:sp>
          <p:sp>
            <p:nvSpPr>
              <p:cNvPr id="18" name="ïṩḻiďé"/>
              <p:cNvSpPr/>
              <p:nvPr/>
            </p:nvSpPr>
            <p:spPr bwMode="auto">
              <a:xfrm>
                <a:off x="2644776" y="2263775"/>
                <a:ext cx="155575" cy="300038"/>
              </a:xfrm>
              <a:custGeom>
                <a:avLst/>
                <a:gdLst>
                  <a:gd name="T0" fmla="*/ 7 w 47"/>
                  <a:gd name="T1" fmla="*/ 0 h 91"/>
                  <a:gd name="T2" fmla="*/ 1 w 47"/>
                  <a:gd name="T3" fmla="*/ 3 h 91"/>
                  <a:gd name="T4" fmla="*/ 4 w 47"/>
                  <a:gd name="T5" fmla="*/ 10 h 91"/>
                  <a:gd name="T6" fmla="*/ 8 w 47"/>
                  <a:gd name="T7" fmla="*/ 18 h 91"/>
                  <a:gd name="T8" fmla="*/ 20 w 47"/>
                  <a:gd name="T9" fmla="*/ 45 h 91"/>
                  <a:gd name="T10" fmla="*/ 29 w 47"/>
                  <a:gd name="T11" fmla="*/ 67 h 91"/>
                  <a:gd name="T12" fmla="*/ 41 w 47"/>
                  <a:gd name="T13" fmla="*/ 89 h 91"/>
                  <a:gd name="T14" fmla="*/ 44 w 47"/>
                  <a:gd name="T15" fmla="*/ 81 h 91"/>
                  <a:gd name="T16" fmla="*/ 38 w 47"/>
                  <a:gd name="T17" fmla="*/ 73 h 91"/>
                  <a:gd name="T18" fmla="*/ 20 w 47"/>
                  <a:gd name="T19" fmla="*/ 32 h 91"/>
                  <a:gd name="T20" fmla="*/ 16 w 47"/>
                  <a:gd name="T21" fmla="*/ 16 h 91"/>
                  <a:gd name="T22" fmla="*/ 16 w 47"/>
                  <a:gd name="T23" fmla="*/ 5 h 91"/>
                  <a:gd name="T24" fmla="*/ 7 w 47"/>
                  <a:gd name="T25" fmla="*/ 0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7" h="91">
                    <a:moveTo>
                      <a:pt x="7" y="0"/>
                    </a:moveTo>
                    <a:cubicBezTo>
                      <a:pt x="5" y="0"/>
                      <a:pt x="2" y="1"/>
                      <a:pt x="1" y="3"/>
                    </a:cubicBezTo>
                    <a:cubicBezTo>
                      <a:pt x="0" y="5"/>
                      <a:pt x="1" y="8"/>
                      <a:pt x="4" y="10"/>
                    </a:cubicBezTo>
                    <a:cubicBezTo>
                      <a:pt x="6" y="13"/>
                      <a:pt x="8" y="16"/>
                      <a:pt x="8" y="18"/>
                    </a:cubicBezTo>
                    <a:cubicBezTo>
                      <a:pt x="9" y="20"/>
                      <a:pt x="18" y="40"/>
                      <a:pt x="20" y="45"/>
                    </a:cubicBezTo>
                    <a:cubicBezTo>
                      <a:pt x="22" y="50"/>
                      <a:pt x="26" y="61"/>
                      <a:pt x="29" y="67"/>
                    </a:cubicBezTo>
                    <a:cubicBezTo>
                      <a:pt x="32" y="74"/>
                      <a:pt x="37" y="86"/>
                      <a:pt x="41" y="89"/>
                    </a:cubicBezTo>
                    <a:cubicBezTo>
                      <a:pt x="45" y="91"/>
                      <a:pt x="47" y="84"/>
                      <a:pt x="44" y="81"/>
                    </a:cubicBezTo>
                    <a:cubicBezTo>
                      <a:pt x="42" y="78"/>
                      <a:pt x="42" y="79"/>
                      <a:pt x="38" y="73"/>
                    </a:cubicBezTo>
                    <a:cubicBezTo>
                      <a:pt x="35" y="67"/>
                      <a:pt x="21" y="34"/>
                      <a:pt x="20" y="32"/>
                    </a:cubicBezTo>
                    <a:cubicBezTo>
                      <a:pt x="19" y="29"/>
                      <a:pt x="16" y="19"/>
                      <a:pt x="16" y="16"/>
                    </a:cubicBezTo>
                    <a:cubicBezTo>
                      <a:pt x="16" y="12"/>
                      <a:pt x="18" y="8"/>
                      <a:pt x="16" y="5"/>
                    </a:cubicBezTo>
                    <a:cubicBezTo>
                      <a:pt x="15" y="2"/>
                      <a:pt x="8" y="0"/>
                      <a:pt x="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solidFill>
                    <a:srgbClr val="000000"/>
                  </a:solidFill>
                </a:endParaRPr>
              </a:p>
            </p:txBody>
          </p:sp>
          <p:sp>
            <p:nvSpPr>
              <p:cNvPr id="19" name="ïṣ1ïḓè"/>
              <p:cNvSpPr/>
              <p:nvPr/>
            </p:nvSpPr>
            <p:spPr bwMode="auto">
              <a:xfrm>
                <a:off x="3508376" y="2495550"/>
                <a:ext cx="69850" cy="111125"/>
              </a:xfrm>
              <a:custGeom>
                <a:avLst/>
                <a:gdLst>
                  <a:gd name="T0" fmla="*/ 0 w 21"/>
                  <a:gd name="T1" fmla="*/ 11 h 34"/>
                  <a:gd name="T2" fmla="*/ 12 w 21"/>
                  <a:gd name="T3" fmla="*/ 33 h 34"/>
                  <a:gd name="T4" fmla="*/ 19 w 21"/>
                  <a:gd name="T5" fmla="*/ 21 h 34"/>
                  <a:gd name="T6" fmla="*/ 6 w 21"/>
                  <a:gd name="T7" fmla="*/ 5 h 34"/>
                  <a:gd name="T8" fmla="*/ 0 w 21"/>
                  <a:gd name="T9" fmla="*/ 11 h 34"/>
                </a:gdLst>
                <a:ahLst/>
                <a:cxnLst>
                  <a:cxn ang="0">
                    <a:pos x="T0" y="T1"/>
                  </a:cxn>
                  <a:cxn ang="0">
                    <a:pos x="T2" y="T3"/>
                  </a:cxn>
                  <a:cxn ang="0">
                    <a:pos x="T4" y="T5"/>
                  </a:cxn>
                  <a:cxn ang="0">
                    <a:pos x="T6" y="T7"/>
                  </a:cxn>
                  <a:cxn ang="0">
                    <a:pos x="T8" y="T9"/>
                  </a:cxn>
                </a:cxnLst>
                <a:rect l="0" t="0" r="r" b="b"/>
                <a:pathLst>
                  <a:path w="21" h="34">
                    <a:moveTo>
                      <a:pt x="0" y="11"/>
                    </a:moveTo>
                    <a:cubicBezTo>
                      <a:pt x="1" y="16"/>
                      <a:pt x="3" y="32"/>
                      <a:pt x="12" y="33"/>
                    </a:cubicBezTo>
                    <a:cubicBezTo>
                      <a:pt x="20" y="34"/>
                      <a:pt x="21" y="24"/>
                      <a:pt x="19" y="21"/>
                    </a:cubicBezTo>
                    <a:cubicBezTo>
                      <a:pt x="17" y="17"/>
                      <a:pt x="6" y="5"/>
                      <a:pt x="6" y="5"/>
                    </a:cubicBezTo>
                    <a:cubicBezTo>
                      <a:pt x="1" y="0"/>
                      <a:pt x="0" y="7"/>
                      <a:pt x="0" y="1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solidFill>
                    <a:srgbClr val="000000"/>
                  </a:solidFill>
                </a:endParaRPr>
              </a:p>
            </p:txBody>
          </p:sp>
          <p:sp>
            <p:nvSpPr>
              <p:cNvPr id="20" name="îsḻíḓê"/>
              <p:cNvSpPr/>
              <p:nvPr/>
            </p:nvSpPr>
            <p:spPr bwMode="auto">
              <a:xfrm>
                <a:off x="3967163" y="2887663"/>
                <a:ext cx="274638" cy="192088"/>
              </a:xfrm>
              <a:custGeom>
                <a:avLst/>
                <a:gdLst>
                  <a:gd name="T0" fmla="*/ 50 w 83"/>
                  <a:gd name="T1" fmla="*/ 1 h 58"/>
                  <a:gd name="T2" fmla="*/ 47 w 83"/>
                  <a:gd name="T3" fmla="*/ 4 h 58"/>
                  <a:gd name="T4" fmla="*/ 44 w 83"/>
                  <a:gd name="T5" fmla="*/ 8 h 58"/>
                  <a:gd name="T6" fmla="*/ 35 w 83"/>
                  <a:gd name="T7" fmla="*/ 10 h 58"/>
                  <a:gd name="T8" fmla="*/ 29 w 83"/>
                  <a:gd name="T9" fmla="*/ 12 h 58"/>
                  <a:gd name="T10" fmla="*/ 25 w 83"/>
                  <a:gd name="T11" fmla="*/ 16 h 58"/>
                  <a:gd name="T12" fmla="*/ 27 w 83"/>
                  <a:gd name="T13" fmla="*/ 18 h 58"/>
                  <a:gd name="T14" fmla="*/ 29 w 83"/>
                  <a:gd name="T15" fmla="*/ 20 h 58"/>
                  <a:gd name="T16" fmla="*/ 28 w 83"/>
                  <a:gd name="T17" fmla="*/ 23 h 58"/>
                  <a:gd name="T18" fmla="*/ 25 w 83"/>
                  <a:gd name="T19" fmla="*/ 21 h 58"/>
                  <a:gd name="T20" fmla="*/ 12 w 83"/>
                  <a:gd name="T21" fmla="*/ 8 h 58"/>
                  <a:gd name="T22" fmla="*/ 8 w 83"/>
                  <a:gd name="T23" fmla="*/ 3 h 58"/>
                  <a:gd name="T24" fmla="*/ 5 w 83"/>
                  <a:gd name="T25" fmla="*/ 0 h 58"/>
                  <a:gd name="T26" fmla="*/ 0 w 83"/>
                  <a:gd name="T27" fmla="*/ 3 h 58"/>
                  <a:gd name="T28" fmla="*/ 2 w 83"/>
                  <a:gd name="T29" fmla="*/ 10 h 58"/>
                  <a:gd name="T30" fmla="*/ 13 w 83"/>
                  <a:gd name="T31" fmla="*/ 17 h 58"/>
                  <a:gd name="T32" fmla="*/ 25 w 83"/>
                  <a:gd name="T33" fmla="*/ 27 h 58"/>
                  <a:gd name="T34" fmla="*/ 37 w 83"/>
                  <a:gd name="T35" fmla="*/ 42 h 58"/>
                  <a:gd name="T36" fmla="*/ 35 w 83"/>
                  <a:gd name="T37" fmla="*/ 47 h 58"/>
                  <a:gd name="T38" fmla="*/ 30 w 83"/>
                  <a:gd name="T39" fmla="*/ 44 h 58"/>
                  <a:gd name="T40" fmla="*/ 28 w 83"/>
                  <a:gd name="T41" fmla="*/ 44 h 58"/>
                  <a:gd name="T42" fmla="*/ 31 w 83"/>
                  <a:gd name="T43" fmla="*/ 49 h 58"/>
                  <a:gd name="T44" fmla="*/ 36 w 83"/>
                  <a:gd name="T45" fmla="*/ 58 h 58"/>
                  <a:gd name="T46" fmla="*/ 43 w 83"/>
                  <a:gd name="T47" fmla="*/ 48 h 58"/>
                  <a:gd name="T48" fmla="*/ 38 w 83"/>
                  <a:gd name="T49" fmla="*/ 37 h 58"/>
                  <a:gd name="T50" fmla="*/ 40 w 83"/>
                  <a:gd name="T51" fmla="*/ 35 h 58"/>
                  <a:gd name="T52" fmla="*/ 49 w 83"/>
                  <a:gd name="T53" fmla="*/ 38 h 58"/>
                  <a:gd name="T54" fmla="*/ 55 w 83"/>
                  <a:gd name="T55" fmla="*/ 38 h 58"/>
                  <a:gd name="T56" fmla="*/ 59 w 83"/>
                  <a:gd name="T57" fmla="*/ 32 h 58"/>
                  <a:gd name="T58" fmla="*/ 64 w 83"/>
                  <a:gd name="T59" fmla="*/ 33 h 58"/>
                  <a:gd name="T60" fmla="*/ 71 w 83"/>
                  <a:gd name="T61" fmla="*/ 36 h 58"/>
                  <a:gd name="T62" fmla="*/ 72 w 83"/>
                  <a:gd name="T63" fmla="*/ 30 h 58"/>
                  <a:gd name="T64" fmla="*/ 76 w 83"/>
                  <a:gd name="T65" fmla="*/ 29 h 58"/>
                  <a:gd name="T66" fmla="*/ 79 w 83"/>
                  <a:gd name="T67" fmla="*/ 31 h 58"/>
                  <a:gd name="T68" fmla="*/ 82 w 83"/>
                  <a:gd name="T69" fmla="*/ 27 h 58"/>
                  <a:gd name="T70" fmla="*/ 81 w 83"/>
                  <a:gd name="T71" fmla="*/ 22 h 58"/>
                  <a:gd name="T72" fmla="*/ 75 w 83"/>
                  <a:gd name="T73" fmla="*/ 24 h 58"/>
                  <a:gd name="T74" fmla="*/ 71 w 83"/>
                  <a:gd name="T75" fmla="*/ 26 h 58"/>
                  <a:gd name="T76" fmla="*/ 69 w 83"/>
                  <a:gd name="T77" fmla="*/ 27 h 58"/>
                  <a:gd name="T78" fmla="*/ 65 w 83"/>
                  <a:gd name="T79" fmla="*/ 26 h 58"/>
                  <a:gd name="T80" fmla="*/ 61 w 83"/>
                  <a:gd name="T81" fmla="*/ 23 h 58"/>
                  <a:gd name="T82" fmla="*/ 56 w 83"/>
                  <a:gd name="T83" fmla="*/ 25 h 58"/>
                  <a:gd name="T84" fmla="*/ 54 w 83"/>
                  <a:gd name="T85" fmla="*/ 28 h 58"/>
                  <a:gd name="T86" fmla="*/ 42 w 83"/>
                  <a:gd name="T87" fmla="*/ 28 h 58"/>
                  <a:gd name="T88" fmla="*/ 41 w 83"/>
                  <a:gd name="T89" fmla="*/ 31 h 58"/>
                  <a:gd name="T90" fmla="*/ 36 w 83"/>
                  <a:gd name="T91" fmla="*/ 32 h 58"/>
                  <a:gd name="T92" fmla="*/ 32 w 83"/>
                  <a:gd name="T93" fmla="*/ 28 h 58"/>
                  <a:gd name="T94" fmla="*/ 34 w 83"/>
                  <a:gd name="T95" fmla="*/ 25 h 58"/>
                  <a:gd name="T96" fmla="*/ 43 w 83"/>
                  <a:gd name="T97" fmla="*/ 24 h 58"/>
                  <a:gd name="T98" fmla="*/ 46 w 83"/>
                  <a:gd name="T99" fmla="*/ 23 h 58"/>
                  <a:gd name="T100" fmla="*/ 47 w 83"/>
                  <a:gd name="T101" fmla="*/ 20 h 58"/>
                  <a:gd name="T102" fmla="*/ 47 w 83"/>
                  <a:gd name="T103" fmla="*/ 18 h 58"/>
                  <a:gd name="T104" fmla="*/ 63 w 83"/>
                  <a:gd name="T105" fmla="*/ 17 h 58"/>
                  <a:gd name="T106" fmla="*/ 68 w 83"/>
                  <a:gd name="T107" fmla="*/ 13 h 58"/>
                  <a:gd name="T108" fmla="*/ 63 w 83"/>
                  <a:gd name="T109" fmla="*/ 8 h 58"/>
                  <a:gd name="T110" fmla="*/ 58 w 83"/>
                  <a:gd name="T111" fmla="*/ 13 h 58"/>
                  <a:gd name="T112" fmla="*/ 49 w 83"/>
                  <a:gd name="T113" fmla="*/ 16 h 58"/>
                  <a:gd name="T114" fmla="*/ 42 w 83"/>
                  <a:gd name="T115" fmla="*/ 17 h 58"/>
                  <a:gd name="T116" fmla="*/ 40 w 83"/>
                  <a:gd name="T117" fmla="*/ 13 h 58"/>
                  <a:gd name="T118" fmla="*/ 51 w 83"/>
                  <a:gd name="T119" fmla="*/ 10 h 58"/>
                  <a:gd name="T120" fmla="*/ 54 w 83"/>
                  <a:gd name="T121" fmla="*/ 2 h 58"/>
                  <a:gd name="T122" fmla="*/ 50 w 83"/>
                  <a:gd name="T123" fmla="*/ 1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83" h="58">
                    <a:moveTo>
                      <a:pt x="50" y="1"/>
                    </a:moveTo>
                    <a:cubicBezTo>
                      <a:pt x="50" y="1"/>
                      <a:pt x="48" y="3"/>
                      <a:pt x="47" y="4"/>
                    </a:cubicBezTo>
                    <a:cubicBezTo>
                      <a:pt x="47" y="5"/>
                      <a:pt x="45" y="8"/>
                      <a:pt x="44" y="8"/>
                    </a:cubicBezTo>
                    <a:cubicBezTo>
                      <a:pt x="43" y="8"/>
                      <a:pt x="37" y="10"/>
                      <a:pt x="35" y="10"/>
                    </a:cubicBezTo>
                    <a:cubicBezTo>
                      <a:pt x="34" y="10"/>
                      <a:pt x="29" y="11"/>
                      <a:pt x="29" y="12"/>
                    </a:cubicBezTo>
                    <a:cubicBezTo>
                      <a:pt x="28" y="14"/>
                      <a:pt x="25" y="16"/>
                      <a:pt x="25" y="16"/>
                    </a:cubicBezTo>
                    <a:cubicBezTo>
                      <a:pt x="25" y="16"/>
                      <a:pt x="25" y="18"/>
                      <a:pt x="27" y="18"/>
                    </a:cubicBezTo>
                    <a:cubicBezTo>
                      <a:pt x="29" y="18"/>
                      <a:pt x="29" y="20"/>
                      <a:pt x="29" y="20"/>
                    </a:cubicBezTo>
                    <a:cubicBezTo>
                      <a:pt x="29" y="20"/>
                      <a:pt x="29" y="24"/>
                      <a:pt x="28" y="23"/>
                    </a:cubicBezTo>
                    <a:cubicBezTo>
                      <a:pt x="27" y="22"/>
                      <a:pt x="27" y="23"/>
                      <a:pt x="25" y="21"/>
                    </a:cubicBezTo>
                    <a:cubicBezTo>
                      <a:pt x="24" y="20"/>
                      <a:pt x="12" y="8"/>
                      <a:pt x="12" y="8"/>
                    </a:cubicBezTo>
                    <a:cubicBezTo>
                      <a:pt x="12" y="8"/>
                      <a:pt x="9" y="4"/>
                      <a:pt x="8" y="3"/>
                    </a:cubicBezTo>
                    <a:cubicBezTo>
                      <a:pt x="8" y="2"/>
                      <a:pt x="7" y="0"/>
                      <a:pt x="5" y="0"/>
                    </a:cubicBezTo>
                    <a:cubicBezTo>
                      <a:pt x="3" y="0"/>
                      <a:pt x="1" y="1"/>
                      <a:pt x="0" y="3"/>
                    </a:cubicBezTo>
                    <a:cubicBezTo>
                      <a:pt x="0" y="4"/>
                      <a:pt x="0" y="7"/>
                      <a:pt x="2" y="10"/>
                    </a:cubicBezTo>
                    <a:cubicBezTo>
                      <a:pt x="5" y="13"/>
                      <a:pt x="10" y="15"/>
                      <a:pt x="13" y="17"/>
                    </a:cubicBezTo>
                    <a:cubicBezTo>
                      <a:pt x="18" y="20"/>
                      <a:pt x="22" y="24"/>
                      <a:pt x="25" y="27"/>
                    </a:cubicBezTo>
                    <a:cubicBezTo>
                      <a:pt x="28" y="31"/>
                      <a:pt x="35" y="38"/>
                      <a:pt x="37" y="42"/>
                    </a:cubicBezTo>
                    <a:cubicBezTo>
                      <a:pt x="38" y="46"/>
                      <a:pt x="37" y="47"/>
                      <a:pt x="35" y="47"/>
                    </a:cubicBezTo>
                    <a:cubicBezTo>
                      <a:pt x="34" y="47"/>
                      <a:pt x="31" y="45"/>
                      <a:pt x="30" y="44"/>
                    </a:cubicBezTo>
                    <a:cubicBezTo>
                      <a:pt x="29" y="43"/>
                      <a:pt x="28" y="44"/>
                      <a:pt x="28" y="44"/>
                    </a:cubicBezTo>
                    <a:cubicBezTo>
                      <a:pt x="28" y="44"/>
                      <a:pt x="28" y="45"/>
                      <a:pt x="31" y="49"/>
                    </a:cubicBezTo>
                    <a:cubicBezTo>
                      <a:pt x="33" y="52"/>
                      <a:pt x="34" y="57"/>
                      <a:pt x="36" y="58"/>
                    </a:cubicBezTo>
                    <a:cubicBezTo>
                      <a:pt x="37" y="58"/>
                      <a:pt x="45" y="53"/>
                      <a:pt x="43" y="48"/>
                    </a:cubicBezTo>
                    <a:cubicBezTo>
                      <a:pt x="42" y="43"/>
                      <a:pt x="39" y="38"/>
                      <a:pt x="38" y="37"/>
                    </a:cubicBezTo>
                    <a:cubicBezTo>
                      <a:pt x="37" y="36"/>
                      <a:pt x="38" y="34"/>
                      <a:pt x="40" y="35"/>
                    </a:cubicBezTo>
                    <a:cubicBezTo>
                      <a:pt x="42" y="36"/>
                      <a:pt x="45" y="38"/>
                      <a:pt x="49" y="38"/>
                    </a:cubicBezTo>
                    <a:cubicBezTo>
                      <a:pt x="53" y="38"/>
                      <a:pt x="54" y="39"/>
                      <a:pt x="55" y="38"/>
                    </a:cubicBezTo>
                    <a:cubicBezTo>
                      <a:pt x="57" y="36"/>
                      <a:pt x="59" y="33"/>
                      <a:pt x="59" y="32"/>
                    </a:cubicBezTo>
                    <a:cubicBezTo>
                      <a:pt x="60" y="31"/>
                      <a:pt x="62" y="31"/>
                      <a:pt x="64" y="33"/>
                    </a:cubicBezTo>
                    <a:cubicBezTo>
                      <a:pt x="66" y="36"/>
                      <a:pt x="69" y="38"/>
                      <a:pt x="71" y="36"/>
                    </a:cubicBezTo>
                    <a:cubicBezTo>
                      <a:pt x="72" y="33"/>
                      <a:pt x="70" y="30"/>
                      <a:pt x="72" y="30"/>
                    </a:cubicBezTo>
                    <a:cubicBezTo>
                      <a:pt x="74" y="29"/>
                      <a:pt x="75" y="27"/>
                      <a:pt x="76" y="29"/>
                    </a:cubicBezTo>
                    <a:cubicBezTo>
                      <a:pt x="77" y="30"/>
                      <a:pt x="78" y="32"/>
                      <a:pt x="79" y="31"/>
                    </a:cubicBezTo>
                    <a:cubicBezTo>
                      <a:pt x="79" y="30"/>
                      <a:pt x="81" y="29"/>
                      <a:pt x="82" y="27"/>
                    </a:cubicBezTo>
                    <a:cubicBezTo>
                      <a:pt x="83" y="25"/>
                      <a:pt x="82" y="22"/>
                      <a:pt x="81" y="22"/>
                    </a:cubicBezTo>
                    <a:cubicBezTo>
                      <a:pt x="79" y="23"/>
                      <a:pt x="76" y="23"/>
                      <a:pt x="75" y="24"/>
                    </a:cubicBezTo>
                    <a:cubicBezTo>
                      <a:pt x="74" y="24"/>
                      <a:pt x="72" y="24"/>
                      <a:pt x="71" y="26"/>
                    </a:cubicBezTo>
                    <a:cubicBezTo>
                      <a:pt x="70" y="27"/>
                      <a:pt x="70" y="27"/>
                      <a:pt x="69" y="27"/>
                    </a:cubicBezTo>
                    <a:cubicBezTo>
                      <a:pt x="68" y="27"/>
                      <a:pt x="66" y="28"/>
                      <a:pt x="65" y="26"/>
                    </a:cubicBezTo>
                    <a:cubicBezTo>
                      <a:pt x="63" y="25"/>
                      <a:pt x="63" y="23"/>
                      <a:pt x="61" y="23"/>
                    </a:cubicBezTo>
                    <a:cubicBezTo>
                      <a:pt x="60" y="23"/>
                      <a:pt x="56" y="24"/>
                      <a:pt x="56" y="25"/>
                    </a:cubicBezTo>
                    <a:cubicBezTo>
                      <a:pt x="55" y="26"/>
                      <a:pt x="57" y="28"/>
                      <a:pt x="54" y="28"/>
                    </a:cubicBezTo>
                    <a:cubicBezTo>
                      <a:pt x="51" y="28"/>
                      <a:pt x="43" y="27"/>
                      <a:pt x="42" y="28"/>
                    </a:cubicBezTo>
                    <a:cubicBezTo>
                      <a:pt x="41" y="28"/>
                      <a:pt x="42" y="30"/>
                      <a:pt x="41" y="31"/>
                    </a:cubicBezTo>
                    <a:cubicBezTo>
                      <a:pt x="39" y="31"/>
                      <a:pt x="37" y="33"/>
                      <a:pt x="36" y="32"/>
                    </a:cubicBezTo>
                    <a:cubicBezTo>
                      <a:pt x="35" y="31"/>
                      <a:pt x="32" y="28"/>
                      <a:pt x="32" y="28"/>
                    </a:cubicBezTo>
                    <a:cubicBezTo>
                      <a:pt x="32" y="28"/>
                      <a:pt x="30" y="25"/>
                      <a:pt x="34" y="25"/>
                    </a:cubicBezTo>
                    <a:cubicBezTo>
                      <a:pt x="37" y="25"/>
                      <a:pt x="42" y="24"/>
                      <a:pt x="43" y="24"/>
                    </a:cubicBezTo>
                    <a:cubicBezTo>
                      <a:pt x="44" y="24"/>
                      <a:pt x="46" y="24"/>
                      <a:pt x="46" y="23"/>
                    </a:cubicBezTo>
                    <a:cubicBezTo>
                      <a:pt x="45" y="21"/>
                      <a:pt x="48" y="22"/>
                      <a:pt x="47" y="20"/>
                    </a:cubicBezTo>
                    <a:cubicBezTo>
                      <a:pt x="46" y="19"/>
                      <a:pt x="45" y="18"/>
                      <a:pt x="47" y="18"/>
                    </a:cubicBezTo>
                    <a:cubicBezTo>
                      <a:pt x="50" y="17"/>
                      <a:pt x="58" y="18"/>
                      <a:pt x="63" y="17"/>
                    </a:cubicBezTo>
                    <a:cubicBezTo>
                      <a:pt x="67" y="16"/>
                      <a:pt x="67" y="14"/>
                      <a:pt x="68" y="13"/>
                    </a:cubicBezTo>
                    <a:cubicBezTo>
                      <a:pt x="68" y="11"/>
                      <a:pt x="65" y="8"/>
                      <a:pt x="63" y="8"/>
                    </a:cubicBezTo>
                    <a:cubicBezTo>
                      <a:pt x="62" y="9"/>
                      <a:pt x="60" y="12"/>
                      <a:pt x="58" y="13"/>
                    </a:cubicBezTo>
                    <a:cubicBezTo>
                      <a:pt x="56" y="13"/>
                      <a:pt x="49" y="15"/>
                      <a:pt x="49" y="16"/>
                    </a:cubicBezTo>
                    <a:cubicBezTo>
                      <a:pt x="48" y="16"/>
                      <a:pt x="43" y="17"/>
                      <a:pt x="42" y="17"/>
                    </a:cubicBezTo>
                    <a:cubicBezTo>
                      <a:pt x="41" y="17"/>
                      <a:pt x="36" y="13"/>
                      <a:pt x="40" y="13"/>
                    </a:cubicBezTo>
                    <a:cubicBezTo>
                      <a:pt x="44" y="12"/>
                      <a:pt x="49" y="11"/>
                      <a:pt x="51" y="10"/>
                    </a:cubicBezTo>
                    <a:cubicBezTo>
                      <a:pt x="53" y="8"/>
                      <a:pt x="55" y="3"/>
                      <a:pt x="54" y="2"/>
                    </a:cubicBezTo>
                    <a:cubicBezTo>
                      <a:pt x="54" y="1"/>
                      <a:pt x="51" y="0"/>
                      <a:pt x="5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solidFill>
                    <a:srgbClr val="000000"/>
                  </a:solidFill>
                </a:endParaRPr>
              </a:p>
            </p:txBody>
          </p:sp>
          <p:sp>
            <p:nvSpPr>
              <p:cNvPr id="21" name="ïşḷîďè"/>
              <p:cNvSpPr/>
              <p:nvPr/>
            </p:nvSpPr>
            <p:spPr bwMode="auto">
              <a:xfrm>
                <a:off x="3890963" y="2951163"/>
                <a:ext cx="161925" cy="125413"/>
              </a:xfrm>
              <a:custGeom>
                <a:avLst/>
                <a:gdLst>
                  <a:gd name="T0" fmla="*/ 36 w 49"/>
                  <a:gd name="T1" fmla="*/ 5 h 38"/>
                  <a:gd name="T2" fmla="*/ 33 w 49"/>
                  <a:gd name="T3" fmla="*/ 9 h 38"/>
                  <a:gd name="T4" fmla="*/ 37 w 49"/>
                  <a:gd name="T5" fmla="*/ 14 h 38"/>
                  <a:gd name="T6" fmla="*/ 30 w 49"/>
                  <a:gd name="T7" fmla="*/ 18 h 38"/>
                  <a:gd name="T8" fmla="*/ 22 w 49"/>
                  <a:gd name="T9" fmla="*/ 9 h 38"/>
                  <a:gd name="T10" fmla="*/ 16 w 49"/>
                  <a:gd name="T11" fmla="*/ 2 h 38"/>
                  <a:gd name="T12" fmla="*/ 13 w 49"/>
                  <a:gd name="T13" fmla="*/ 10 h 38"/>
                  <a:gd name="T14" fmla="*/ 20 w 49"/>
                  <a:gd name="T15" fmla="*/ 16 h 38"/>
                  <a:gd name="T16" fmla="*/ 25 w 49"/>
                  <a:gd name="T17" fmla="*/ 22 h 38"/>
                  <a:gd name="T18" fmla="*/ 21 w 49"/>
                  <a:gd name="T19" fmla="*/ 26 h 38"/>
                  <a:gd name="T20" fmla="*/ 10 w 49"/>
                  <a:gd name="T21" fmla="*/ 26 h 38"/>
                  <a:gd name="T22" fmla="*/ 8 w 49"/>
                  <a:gd name="T23" fmla="*/ 19 h 38"/>
                  <a:gd name="T24" fmla="*/ 6 w 49"/>
                  <a:gd name="T25" fmla="*/ 13 h 38"/>
                  <a:gd name="T26" fmla="*/ 3 w 49"/>
                  <a:gd name="T27" fmla="*/ 18 h 38"/>
                  <a:gd name="T28" fmla="*/ 2 w 49"/>
                  <a:gd name="T29" fmla="*/ 26 h 38"/>
                  <a:gd name="T30" fmla="*/ 14 w 49"/>
                  <a:gd name="T31" fmla="*/ 30 h 38"/>
                  <a:gd name="T32" fmla="*/ 23 w 49"/>
                  <a:gd name="T33" fmla="*/ 29 h 38"/>
                  <a:gd name="T34" fmla="*/ 28 w 49"/>
                  <a:gd name="T35" fmla="*/ 29 h 38"/>
                  <a:gd name="T36" fmla="*/ 32 w 49"/>
                  <a:gd name="T37" fmla="*/ 37 h 38"/>
                  <a:gd name="T38" fmla="*/ 38 w 49"/>
                  <a:gd name="T39" fmla="*/ 33 h 38"/>
                  <a:gd name="T40" fmla="*/ 34 w 49"/>
                  <a:gd name="T41" fmla="*/ 24 h 38"/>
                  <a:gd name="T42" fmla="*/ 35 w 49"/>
                  <a:gd name="T43" fmla="*/ 20 h 38"/>
                  <a:gd name="T44" fmla="*/ 42 w 49"/>
                  <a:gd name="T45" fmla="*/ 22 h 38"/>
                  <a:gd name="T46" fmla="*/ 48 w 49"/>
                  <a:gd name="T47" fmla="*/ 18 h 38"/>
                  <a:gd name="T48" fmla="*/ 41 w 49"/>
                  <a:gd name="T49" fmla="*/ 8 h 38"/>
                  <a:gd name="T50" fmla="*/ 36 w 49"/>
                  <a:gd name="T51" fmla="*/ 5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49" h="38">
                    <a:moveTo>
                      <a:pt x="36" y="5"/>
                    </a:moveTo>
                    <a:cubicBezTo>
                      <a:pt x="34" y="6"/>
                      <a:pt x="32" y="8"/>
                      <a:pt x="33" y="9"/>
                    </a:cubicBezTo>
                    <a:cubicBezTo>
                      <a:pt x="33" y="11"/>
                      <a:pt x="37" y="12"/>
                      <a:pt x="37" y="14"/>
                    </a:cubicBezTo>
                    <a:cubicBezTo>
                      <a:pt x="38" y="17"/>
                      <a:pt x="32" y="18"/>
                      <a:pt x="30" y="18"/>
                    </a:cubicBezTo>
                    <a:cubicBezTo>
                      <a:pt x="30" y="18"/>
                      <a:pt x="23" y="11"/>
                      <a:pt x="22" y="9"/>
                    </a:cubicBezTo>
                    <a:cubicBezTo>
                      <a:pt x="21" y="8"/>
                      <a:pt x="19" y="0"/>
                      <a:pt x="16" y="2"/>
                    </a:cubicBezTo>
                    <a:cubicBezTo>
                      <a:pt x="14" y="3"/>
                      <a:pt x="12" y="7"/>
                      <a:pt x="13" y="10"/>
                    </a:cubicBezTo>
                    <a:cubicBezTo>
                      <a:pt x="15" y="12"/>
                      <a:pt x="17" y="13"/>
                      <a:pt x="20" y="16"/>
                    </a:cubicBezTo>
                    <a:cubicBezTo>
                      <a:pt x="22" y="18"/>
                      <a:pt x="25" y="21"/>
                      <a:pt x="25" y="22"/>
                    </a:cubicBezTo>
                    <a:cubicBezTo>
                      <a:pt x="25" y="23"/>
                      <a:pt x="23" y="25"/>
                      <a:pt x="21" y="26"/>
                    </a:cubicBezTo>
                    <a:cubicBezTo>
                      <a:pt x="18" y="27"/>
                      <a:pt x="11" y="27"/>
                      <a:pt x="10" y="26"/>
                    </a:cubicBezTo>
                    <a:cubicBezTo>
                      <a:pt x="9" y="24"/>
                      <a:pt x="8" y="21"/>
                      <a:pt x="8" y="19"/>
                    </a:cubicBezTo>
                    <a:cubicBezTo>
                      <a:pt x="9" y="16"/>
                      <a:pt x="9" y="11"/>
                      <a:pt x="6" y="13"/>
                    </a:cubicBezTo>
                    <a:cubicBezTo>
                      <a:pt x="4" y="14"/>
                      <a:pt x="5" y="16"/>
                      <a:pt x="3" y="18"/>
                    </a:cubicBezTo>
                    <a:cubicBezTo>
                      <a:pt x="1" y="19"/>
                      <a:pt x="0" y="24"/>
                      <a:pt x="2" y="26"/>
                    </a:cubicBezTo>
                    <a:cubicBezTo>
                      <a:pt x="4" y="28"/>
                      <a:pt x="8" y="30"/>
                      <a:pt x="14" y="30"/>
                    </a:cubicBezTo>
                    <a:cubicBezTo>
                      <a:pt x="19" y="30"/>
                      <a:pt x="22" y="29"/>
                      <a:pt x="23" y="29"/>
                    </a:cubicBezTo>
                    <a:cubicBezTo>
                      <a:pt x="25" y="29"/>
                      <a:pt x="28" y="27"/>
                      <a:pt x="28" y="29"/>
                    </a:cubicBezTo>
                    <a:cubicBezTo>
                      <a:pt x="28" y="30"/>
                      <a:pt x="29" y="38"/>
                      <a:pt x="32" y="37"/>
                    </a:cubicBezTo>
                    <a:cubicBezTo>
                      <a:pt x="35" y="37"/>
                      <a:pt x="39" y="35"/>
                      <a:pt x="38" y="33"/>
                    </a:cubicBezTo>
                    <a:cubicBezTo>
                      <a:pt x="38" y="30"/>
                      <a:pt x="34" y="24"/>
                      <a:pt x="34" y="24"/>
                    </a:cubicBezTo>
                    <a:cubicBezTo>
                      <a:pt x="34" y="24"/>
                      <a:pt x="34" y="20"/>
                      <a:pt x="35" y="20"/>
                    </a:cubicBezTo>
                    <a:cubicBezTo>
                      <a:pt x="37" y="21"/>
                      <a:pt x="40" y="21"/>
                      <a:pt x="42" y="22"/>
                    </a:cubicBezTo>
                    <a:cubicBezTo>
                      <a:pt x="44" y="22"/>
                      <a:pt x="49" y="20"/>
                      <a:pt x="48" y="18"/>
                    </a:cubicBezTo>
                    <a:cubicBezTo>
                      <a:pt x="47" y="15"/>
                      <a:pt x="42" y="10"/>
                      <a:pt x="41" y="8"/>
                    </a:cubicBezTo>
                    <a:cubicBezTo>
                      <a:pt x="40" y="6"/>
                      <a:pt x="38" y="4"/>
                      <a:pt x="36"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solidFill>
                    <a:srgbClr val="000000"/>
                  </a:solidFill>
                </a:endParaRPr>
              </a:p>
            </p:txBody>
          </p:sp>
          <p:sp>
            <p:nvSpPr>
              <p:cNvPr id="22" name="îṡlïḋe"/>
              <p:cNvSpPr/>
              <p:nvPr/>
            </p:nvSpPr>
            <p:spPr bwMode="auto">
              <a:xfrm>
                <a:off x="3373438" y="2324100"/>
                <a:ext cx="254000" cy="223838"/>
              </a:xfrm>
              <a:custGeom>
                <a:avLst/>
                <a:gdLst>
                  <a:gd name="T0" fmla="*/ 54 w 77"/>
                  <a:gd name="T1" fmla="*/ 14 h 68"/>
                  <a:gd name="T2" fmla="*/ 47 w 77"/>
                  <a:gd name="T3" fmla="*/ 25 h 68"/>
                  <a:gd name="T4" fmla="*/ 46 w 77"/>
                  <a:gd name="T5" fmla="*/ 25 h 68"/>
                  <a:gd name="T6" fmla="*/ 35 w 77"/>
                  <a:gd name="T7" fmla="*/ 23 h 68"/>
                  <a:gd name="T8" fmla="*/ 27 w 77"/>
                  <a:gd name="T9" fmla="*/ 19 h 68"/>
                  <a:gd name="T10" fmla="*/ 22 w 77"/>
                  <a:gd name="T11" fmla="*/ 22 h 68"/>
                  <a:gd name="T12" fmla="*/ 25 w 77"/>
                  <a:gd name="T13" fmla="*/ 32 h 68"/>
                  <a:gd name="T14" fmla="*/ 34 w 77"/>
                  <a:gd name="T15" fmla="*/ 35 h 68"/>
                  <a:gd name="T16" fmla="*/ 40 w 77"/>
                  <a:gd name="T17" fmla="*/ 34 h 68"/>
                  <a:gd name="T18" fmla="*/ 37 w 77"/>
                  <a:gd name="T19" fmla="*/ 38 h 68"/>
                  <a:gd name="T20" fmla="*/ 25 w 77"/>
                  <a:gd name="T21" fmla="*/ 50 h 68"/>
                  <a:gd name="T22" fmla="*/ 11 w 77"/>
                  <a:gd name="T23" fmla="*/ 57 h 68"/>
                  <a:gd name="T24" fmla="*/ 9 w 77"/>
                  <a:gd name="T25" fmla="*/ 55 h 68"/>
                  <a:gd name="T26" fmla="*/ 3 w 77"/>
                  <a:gd name="T27" fmla="*/ 56 h 68"/>
                  <a:gd name="T28" fmla="*/ 2 w 77"/>
                  <a:gd name="T29" fmla="*/ 64 h 68"/>
                  <a:gd name="T30" fmla="*/ 6 w 77"/>
                  <a:gd name="T31" fmla="*/ 67 h 68"/>
                  <a:gd name="T32" fmla="*/ 19 w 77"/>
                  <a:gd name="T33" fmla="*/ 59 h 68"/>
                  <a:gd name="T34" fmla="*/ 36 w 77"/>
                  <a:gd name="T35" fmla="*/ 49 h 68"/>
                  <a:gd name="T36" fmla="*/ 48 w 77"/>
                  <a:gd name="T37" fmla="*/ 33 h 68"/>
                  <a:gd name="T38" fmla="*/ 63 w 77"/>
                  <a:gd name="T39" fmla="*/ 33 h 68"/>
                  <a:gd name="T40" fmla="*/ 70 w 77"/>
                  <a:gd name="T41" fmla="*/ 34 h 68"/>
                  <a:gd name="T42" fmla="*/ 75 w 77"/>
                  <a:gd name="T43" fmla="*/ 30 h 68"/>
                  <a:gd name="T44" fmla="*/ 68 w 77"/>
                  <a:gd name="T45" fmla="*/ 25 h 68"/>
                  <a:gd name="T46" fmla="*/ 59 w 77"/>
                  <a:gd name="T47" fmla="*/ 26 h 68"/>
                  <a:gd name="T48" fmla="*/ 54 w 77"/>
                  <a:gd name="T49" fmla="*/ 25 h 68"/>
                  <a:gd name="T50" fmla="*/ 57 w 77"/>
                  <a:gd name="T51" fmla="*/ 20 h 68"/>
                  <a:gd name="T52" fmla="*/ 61 w 77"/>
                  <a:gd name="T53" fmla="*/ 16 h 68"/>
                  <a:gd name="T54" fmla="*/ 66 w 77"/>
                  <a:gd name="T55" fmla="*/ 11 h 68"/>
                  <a:gd name="T56" fmla="*/ 65 w 77"/>
                  <a:gd name="T57" fmla="*/ 2 h 68"/>
                  <a:gd name="T58" fmla="*/ 58 w 77"/>
                  <a:gd name="T59" fmla="*/ 4 h 68"/>
                  <a:gd name="T60" fmla="*/ 54 w 77"/>
                  <a:gd name="T61" fmla="*/ 14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68">
                    <a:moveTo>
                      <a:pt x="54" y="14"/>
                    </a:moveTo>
                    <a:cubicBezTo>
                      <a:pt x="54" y="14"/>
                      <a:pt x="50" y="19"/>
                      <a:pt x="47" y="25"/>
                    </a:cubicBezTo>
                    <a:cubicBezTo>
                      <a:pt x="46" y="25"/>
                      <a:pt x="46" y="25"/>
                      <a:pt x="46" y="25"/>
                    </a:cubicBezTo>
                    <a:cubicBezTo>
                      <a:pt x="44" y="25"/>
                      <a:pt x="37" y="25"/>
                      <a:pt x="35" y="23"/>
                    </a:cubicBezTo>
                    <a:cubicBezTo>
                      <a:pt x="32" y="22"/>
                      <a:pt x="28" y="19"/>
                      <a:pt x="27" y="19"/>
                    </a:cubicBezTo>
                    <a:cubicBezTo>
                      <a:pt x="25" y="18"/>
                      <a:pt x="23" y="19"/>
                      <a:pt x="22" y="22"/>
                    </a:cubicBezTo>
                    <a:cubicBezTo>
                      <a:pt x="21" y="25"/>
                      <a:pt x="21" y="28"/>
                      <a:pt x="25" y="32"/>
                    </a:cubicBezTo>
                    <a:cubicBezTo>
                      <a:pt x="29" y="37"/>
                      <a:pt x="30" y="36"/>
                      <a:pt x="34" y="35"/>
                    </a:cubicBezTo>
                    <a:cubicBezTo>
                      <a:pt x="36" y="35"/>
                      <a:pt x="38" y="34"/>
                      <a:pt x="40" y="34"/>
                    </a:cubicBezTo>
                    <a:cubicBezTo>
                      <a:pt x="38" y="36"/>
                      <a:pt x="37" y="38"/>
                      <a:pt x="37" y="38"/>
                    </a:cubicBezTo>
                    <a:cubicBezTo>
                      <a:pt x="35" y="40"/>
                      <a:pt x="29" y="47"/>
                      <a:pt x="25" y="50"/>
                    </a:cubicBezTo>
                    <a:cubicBezTo>
                      <a:pt x="21" y="52"/>
                      <a:pt x="11" y="57"/>
                      <a:pt x="11" y="57"/>
                    </a:cubicBezTo>
                    <a:cubicBezTo>
                      <a:pt x="12" y="58"/>
                      <a:pt x="9" y="58"/>
                      <a:pt x="9" y="55"/>
                    </a:cubicBezTo>
                    <a:cubicBezTo>
                      <a:pt x="8" y="52"/>
                      <a:pt x="6" y="54"/>
                      <a:pt x="3" y="56"/>
                    </a:cubicBezTo>
                    <a:cubicBezTo>
                      <a:pt x="0" y="58"/>
                      <a:pt x="2" y="62"/>
                      <a:pt x="2" y="64"/>
                    </a:cubicBezTo>
                    <a:cubicBezTo>
                      <a:pt x="1" y="66"/>
                      <a:pt x="1" y="68"/>
                      <a:pt x="6" y="67"/>
                    </a:cubicBezTo>
                    <a:cubicBezTo>
                      <a:pt x="10" y="66"/>
                      <a:pt x="14" y="62"/>
                      <a:pt x="19" y="59"/>
                    </a:cubicBezTo>
                    <a:cubicBezTo>
                      <a:pt x="24" y="57"/>
                      <a:pt x="32" y="53"/>
                      <a:pt x="36" y="49"/>
                    </a:cubicBezTo>
                    <a:cubicBezTo>
                      <a:pt x="39" y="46"/>
                      <a:pt x="45" y="38"/>
                      <a:pt x="48" y="33"/>
                    </a:cubicBezTo>
                    <a:cubicBezTo>
                      <a:pt x="53" y="33"/>
                      <a:pt x="61" y="33"/>
                      <a:pt x="63" y="33"/>
                    </a:cubicBezTo>
                    <a:cubicBezTo>
                      <a:pt x="65" y="33"/>
                      <a:pt x="67" y="35"/>
                      <a:pt x="70" y="34"/>
                    </a:cubicBezTo>
                    <a:cubicBezTo>
                      <a:pt x="73" y="34"/>
                      <a:pt x="77" y="33"/>
                      <a:pt x="75" y="30"/>
                    </a:cubicBezTo>
                    <a:cubicBezTo>
                      <a:pt x="73" y="27"/>
                      <a:pt x="71" y="24"/>
                      <a:pt x="68" y="25"/>
                    </a:cubicBezTo>
                    <a:cubicBezTo>
                      <a:pt x="65" y="26"/>
                      <a:pt x="61" y="26"/>
                      <a:pt x="59" y="26"/>
                    </a:cubicBezTo>
                    <a:cubicBezTo>
                      <a:pt x="59" y="26"/>
                      <a:pt x="56" y="26"/>
                      <a:pt x="54" y="25"/>
                    </a:cubicBezTo>
                    <a:cubicBezTo>
                      <a:pt x="55" y="23"/>
                      <a:pt x="57" y="21"/>
                      <a:pt x="57" y="20"/>
                    </a:cubicBezTo>
                    <a:cubicBezTo>
                      <a:pt x="59" y="18"/>
                      <a:pt x="60" y="17"/>
                      <a:pt x="61" y="16"/>
                    </a:cubicBezTo>
                    <a:cubicBezTo>
                      <a:pt x="62" y="16"/>
                      <a:pt x="65" y="14"/>
                      <a:pt x="66" y="11"/>
                    </a:cubicBezTo>
                    <a:cubicBezTo>
                      <a:pt x="67" y="9"/>
                      <a:pt x="66" y="3"/>
                      <a:pt x="65" y="2"/>
                    </a:cubicBezTo>
                    <a:cubicBezTo>
                      <a:pt x="63" y="0"/>
                      <a:pt x="59" y="1"/>
                      <a:pt x="58" y="4"/>
                    </a:cubicBezTo>
                    <a:cubicBezTo>
                      <a:pt x="56" y="7"/>
                      <a:pt x="55" y="14"/>
                      <a:pt x="54" y="1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solidFill>
                    <a:srgbClr val="000000"/>
                  </a:solidFill>
                </a:endParaRPr>
              </a:p>
            </p:txBody>
          </p:sp>
          <p:sp>
            <p:nvSpPr>
              <p:cNvPr id="23" name="í$ḻíde"/>
              <p:cNvSpPr/>
              <p:nvPr/>
            </p:nvSpPr>
            <p:spPr bwMode="auto">
              <a:xfrm>
                <a:off x="2625726" y="2725738"/>
                <a:ext cx="890588" cy="1277938"/>
              </a:xfrm>
              <a:custGeom>
                <a:avLst/>
                <a:gdLst>
                  <a:gd name="T0" fmla="*/ 135 w 270"/>
                  <a:gd name="T1" fmla="*/ 22 h 387"/>
                  <a:gd name="T2" fmla="*/ 131 w 270"/>
                  <a:gd name="T3" fmla="*/ 22 h 387"/>
                  <a:gd name="T4" fmla="*/ 117 w 270"/>
                  <a:gd name="T5" fmla="*/ 6 h 387"/>
                  <a:gd name="T6" fmla="*/ 99 w 270"/>
                  <a:gd name="T7" fmla="*/ 6 h 387"/>
                  <a:gd name="T8" fmla="*/ 85 w 270"/>
                  <a:gd name="T9" fmla="*/ 0 h 387"/>
                  <a:gd name="T10" fmla="*/ 100 w 270"/>
                  <a:gd name="T11" fmla="*/ 20 h 387"/>
                  <a:gd name="T12" fmla="*/ 113 w 270"/>
                  <a:gd name="T13" fmla="*/ 20 h 387"/>
                  <a:gd name="T14" fmla="*/ 126 w 270"/>
                  <a:gd name="T15" fmla="*/ 23 h 387"/>
                  <a:gd name="T16" fmla="*/ 88 w 270"/>
                  <a:gd name="T17" fmla="*/ 45 h 387"/>
                  <a:gd name="T18" fmla="*/ 82 w 270"/>
                  <a:gd name="T19" fmla="*/ 108 h 387"/>
                  <a:gd name="T20" fmla="*/ 60 w 270"/>
                  <a:gd name="T21" fmla="*/ 108 h 387"/>
                  <a:gd name="T22" fmla="*/ 35 w 270"/>
                  <a:gd name="T23" fmla="*/ 142 h 387"/>
                  <a:gd name="T24" fmla="*/ 25 w 270"/>
                  <a:gd name="T25" fmla="*/ 309 h 387"/>
                  <a:gd name="T26" fmla="*/ 0 w 270"/>
                  <a:gd name="T27" fmla="*/ 387 h 387"/>
                  <a:gd name="T28" fmla="*/ 30 w 270"/>
                  <a:gd name="T29" fmla="*/ 387 h 387"/>
                  <a:gd name="T30" fmla="*/ 45 w 270"/>
                  <a:gd name="T31" fmla="*/ 367 h 387"/>
                  <a:gd name="T32" fmla="*/ 37 w 270"/>
                  <a:gd name="T33" fmla="*/ 387 h 387"/>
                  <a:gd name="T34" fmla="*/ 63 w 270"/>
                  <a:gd name="T35" fmla="*/ 387 h 387"/>
                  <a:gd name="T36" fmla="*/ 70 w 270"/>
                  <a:gd name="T37" fmla="*/ 353 h 387"/>
                  <a:gd name="T38" fmla="*/ 78 w 270"/>
                  <a:gd name="T39" fmla="*/ 167 h 387"/>
                  <a:gd name="T40" fmla="*/ 90 w 270"/>
                  <a:gd name="T41" fmla="*/ 151 h 387"/>
                  <a:gd name="T42" fmla="*/ 130 w 270"/>
                  <a:gd name="T43" fmla="*/ 151 h 387"/>
                  <a:gd name="T44" fmla="*/ 130 w 270"/>
                  <a:gd name="T45" fmla="*/ 69 h 387"/>
                  <a:gd name="T46" fmla="*/ 113 w 270"/>
                  <a:gd name="T47" fmla="*/ 48 h 387"/>
                  <a:gd name="T48" fmla="*/ 135 w 270"/>
                  <a:gd name="T49" fmla="*/ 27 h 387"/>
                  <a:gd name="T50" fmla="*/ 156 w 270"/>
                  <a:gd name="T51" fmla="*/ 48 h 387"/>
                  <a:gd name="T52" fmla="*/ 139 w 270"/>
                  <a:gd name="T53" fmla="*/ 69 h 387"/>
                  <a:gd name="T54" fmla="*/ 139 w 270"/>
                  <a:gd name="T55" fmla="*/ 151 h 387"/>
                  <a:gd name="T56" fmla="*/ 180 w 270"/>
                  <a:gd name="T57" fmla="*/ 151 h 387"/>
                  <a:gd name="T58" fmla="*/ 191 w 270"/>
                  <a:gd name="T59" fmla="*/ 167 h 387"/>
                  <a:gd name="T60" fmla="*/ 200 w 270"/>
                  <a:gd name="T61" fmla="*/ 353 h 387"/>
                  <a:gd name="T62" fmla="*/ 207 w 270"/>
                  <a:gd name="T63" fmla="*/ 387 h 387"/>
                  <a:gd name="T64" fmla="*/ 233 w 270"/>
                  <a:gd name="T65" fmla="*/ 387 h 387"/>
                  <a:gd name="T66" fmla="*/ 224 w 270"/>
                  <a:gd name="T67" fmla="*/ 367 h 387"/>
                  <a:gd name="T68" fmla="*/ 239 w 270"/>
                  <a:gd name="T69" fmla="*/ 387 h 387"/>
                  <a:gd name="T70" fmla="*/ 270 w 270"/>
                  <a:gd name="T71" fmla="*/ 387 h 387"/>
                  <a:gd name="T72" fmla="*/ 244 w 270"/>
                  <a:gd name="T73" fmla="*/ 309 h 387"/>
                  <a:gd name="T74" fmla="*/ 235 w 270"/>
                  <a:gd name="T75" fmla="*/ 142 h 387"/>
                  <a:gd name="T76" fmla="*/ 209 w 270"/>
                  <a:gd name="T77" fmla="*/ 108 h 387"/>
                  <a:gd name="T78" fmla="*/ 188 w 270"/>
                  <a:gd name="T79" fmla="*/ 108 h 387"/>
                  <a:gd name="T80" fmla="*/ 182 w 270"/>
                  <a:gd name="T81" fmla="*/ 45 h 387"/>
                  <a:gd name="T82" fmla="*/ 144 w 270"/>
                  <a:gd name="T83" fmla="*/ 23 h 387"/>
                  <a:gd name="T84" fmla="*/ 157 w 270"/>
                  <a:gd name="T85" fmla="*/ 20 h 387"/>
                  <a:gd name="T86" fmla="*/ 170 w 270"/>
                  <a:gd name="T87" fmla="*/ 20 h 387"/>
                  <a:gd name="T88" fmla="*/ 184 w 270"/>
                  <a:gd name="T89" fmla="*/ 0 h 387"/>
                  <a:gd name="T90" fmla="*/ 170 w 270"/>
                  <a:gd name="T91" fmla="*/ 6 h 387"/>
                  <a:gd name="T92" fmla="*/ 153 w 270"/>
                  <a:gd name="T93" fmla="*/ 6 h 387"/>
                  <a:gd name="T94" fmla="*/ 139 w 270"/>
                  <a:gd name="T95" fmla="*/ 22 h 387"/>
                  <a:gd name="T96" fmla="*/ 135 w 270"/>
                  <a:gd name="T97" fmla="*/ 22 h 3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70" h="387">
                    <a:moveTo>
                      <a:pt x="135" y="22"/>
                    </a:moveTo>
                    <a:cubicBezTo>
                      <a:pt x="133" y="22"/>
                      <a:pt x="132" y="22"/>
                      <a:pt x="131" y="22"/>
                    </a:cubicBezTo>
                    <a:cubicBezTo>
                      <a:pt x="130" y="15"/>
                      <a:pt x="126" y="6"/>
                      <a:pt x="117" y="6"/>
                    </a:cubicBezTo>
                    <a:cubicBezTo>
                      <a:pt x="110" y="6"/>
                      <a:pt x="106" y="6"/>
                      <a:pt x="99" y="6"/>
                    </a:cubicBezTo>
                    <a:cubicBezTo>
                      <a:pt x="93" y="6"/>
                      <a:pt x="88" y="4"/>
                      <a:pt x="85" y="0"/>
                    </a:cubicBezTo>
                    <a:cubicBezTo>
                      <a:pt x="87" y="9"/>
                      <a:pt x="90" y="18"/>
                      <a:pt x="100" y="20"/>
                    </a:cubicBezTo>
                    <a:cubicBezTo>
                      <a:pt x="104" y="20"/>
                      <a:pt x="109" y="20"/>
                      <a:pt x="113" y="20"/>
                    </a:cubicBezTo>
                    <a:cubicBezTo>
                      <a:pt x="120" y="20"/>
                      <a:pt x="123" y="21"/>
                      <a:pt x="126" y="23"/>
                    </a:cubicBezTo>
                    <a:cubicBezTo>
                      <a:pt x="109" y="24"/>
                      <a:pt x="93" y="30"/>
                      <a:pt x="88" y="45"/>
                    </a:cubicBezTo>
                    <a:cubicBezTo>
                      <a:pt x="83" y="59"/>
                      <a:pt x="85" y="92"/>
                      <a:pt x="82" y="108"/>
                    </a:cubicBezTo>
                    <a:cubicBezTo>
                      <a:pt x="75" y="108"/>
                      <a:pt x="67" y="108"/>
                      <a:pt x="60" y="108"/>
                    </a:cubicBezTo>
                    <a:cubicBezTo>
                      <a:pt x="42" y="107"/>
                      <a:pt x="36" y="123"/>
                      <a:pt x="35" y="142"/>
                    </a:cubicBezTo>
                    <a:cubicBezTo>
                      <a:pt x="32" y="198"/>
                      <a:pt x="28" y="253"/>
                      <a:pt x="25" y="309"/>
                    </a:cubicBezTo>
                    <a:cubicBezTo>
                      <a:pt x="23" y="352"/>
                      <a:pt x="14" y="372"/>
                      <a:pt x="0" y="387"/>
                    </a:cubicBezTo>
                    <a:cubicBezTo>
                      <a:pt x="10" y="387"/>
                      <a:pt x="20" y="387"/>
                      <a:pt x="30" y="387"/>
                    </a:cubicBezTo>
                    <a:cubicBezTo>
                      <a:pt x="35" y="383"/>
                      <a:pt x="38" y="378"/>
                      <a:pt x="45" y="367"/>
                    </a:cubicBezTo>
                    <a:cubicBezTo>
                      <a:pt x="42" y="377"/>
                      <a:pt x="40" y="382"/>
                      <a:pt x="37" y="387"/>
                    </a:cubicBezTo>
                    <a:cubicBezTo>
                      <a:pt x="46" y="387"/>
                      <a:pt x="54" y="387"/>
                      <a:pt x="63" y="387"/>
                    </a:cubicBezTo>
                    <a:cubicBezTo>
                      <a:pt x="68" y="377"/>
                      <a:pt x="70" y="365"/>
                      <a:pt x="70" y="353"/>
                    </a:cubicBezTo>
                    <a:cubicBezTo>
                      <a:pt x="73" y="291"/>
                      <a:pt x="76" y="229"/>
                      <a:pt x="78" y="167"/>
                    </a:cubicBezTo>
                    <a:cubicBezTo>
                      <a:pt x="79" y="157"/>
                      <a:pt x="82" y="151"/>
                      <a:pt x="90" y="151"/>
                    </a:cubicBezTo>
                    <a:cubicBezTo>
                      <a:pt x="103" y="151"/>
                      <a:pt x="117" y="151"/>
                      <a:pt x="130" y="151"/>
                    </a:cubicBezTo>
                    <a:cubicBezTo>
                      <a:pt x="130" y="124"/>
                      <a:pt x="130" y="96"/>
                      <a:pt x="130" y="69"/>
                    </a:cubicBezTo>
                    <a:cubicBezTo>
                      <a:pt x="121" y="67"/>
                      <a:pt x="113" y="58"/>
                      <a:pt x="113" y="48"/>
                    </a:cubicBezTo>
                    <a:cubicBezTo>
                      <a:pt x="113" y="36"/>
                      <a:pt x="123" y="27"/>
                      <a:pt x="135" y="27"/>
                    </a:cubicBezTo>
                    <a:cubicBezTo>
                      <a:pt x="147" y="27"/>
                      <a:pt x="156" y="36"/>
                      <a:pt x="156" y="48"/>
                    </a:cubicBezTo>
                    <a:cubicBezTo>
                      <a:pt x="156" y="58"/>
                      <a:pt x="149" y="67"/>
                      <a:pt x="139" y="69"/>
                    </a:cubicBezTo>
                    <a:cubicBezTo>
                      <a:pt x="139" y="96"/>
                      <a:pt x="139" y="124"/>
                      <a:pt x="139" y="151"/>
                    </a:cubicBezTo>
                    <a:cubicBezTo>
                      <a:pt x="153" y="151"/>
                      <a:pt x="166" y="151"/>
                      <a:pt x="180" y="151"/>
                    </a:cubicBezTo>
                    <a:cubicBezTo>
                      <a:pt x="188" y="151"/>
                      <a:pt x="191" y="157"/>
                      <a:pt x="191" y="167"/>
                    </a:cubicBezTo>
                    <a:cubicBezTo>
                      <a:pt x="194" y="229"/>
                      <a:pt x="197" y="291"/>
                      <a:pt x="200" y="353"/>
                    </a:cubicBezTo>
                    <a:cubicBezTo>
                      <a:pt x="200" y="365"/>
                      <a:pt x="202" y="377"/>
                      <a:pt x="207" y="387"/>
                    </a:cubicBezTo>
                    <a:cubicBezTo>
                      <a:pt x="215" y="387"/>
                      <a:pt x="224" y="387"/>
                      <a:pt x="233" y="387"/>
                    </a:cubicBezTo>
                    <a:cubicBezTo>
                      <a:pt x="230" y="382"/>
                      <a:pt x="227" y="377"/>
                      <a:pt x="224" y="367"/>
                    </a:cubicBezTo>
                    <a:cubicBezTo>
                      <a:pt x="232" y="378"/>
                      <a:pt x="235" y="383"/>
                      <a:pt x="239" y="387"/>
                    </a:cubicBezTo>
                    <a:cubicBezTo>
                      <a:pt x="249" y="387"/>
                      <a:pt x="260" y="387"/>
                      <a:pt x="270" y="387"/>
                    </a:cubicBezTo>
                    <a:cubicBezTo>
                      <a:pt x="256" y="372"/>
                      <a:pt x="247" y="352"/>
                      <a:pt x="244" y="309"/>
                    </a:cubicBezTo>
                    <a:cubicBezTo>
                      <a:pt x="242" y="253"/>
                      <a:pt x="238" y="198"/>
                      <a:pt x="235" y="142"/>
                    </a:cubicBezTo>
                    <a:cubicBezTo>
                      <a:pt x="234" y="123"/>
                      <a:pt x="228" y="107"/>
                      <a:pt x="209" y="108"/>
                    </a:cubicBezTo>
                    <a:cubicBezTo>
                      <a:pt x="202" y="108"/>
                      <a:pt x="195" y="108"/>
                      <a:pt x="188" y="108"/>
                    </a:cubicBezTo>
                    <a:cubicBezTo>
                      <a:pt x="185" y="92"/>
                      <a:pt x="186" y="59"/>
                      <a:pt x="182" y="45"/>
                    </a:cubicBezTo>
                    <a:cubicBezTo>
                      <a:pt x="176" y="30"/>
                      <a:pt x="161" y="24"/>
                      <a:pt x="144" y="23"/>
                    </a:cubicBezTo>
                    <a:cubicBezTo>
                      <a:pt x="146" y="21"/>
                      <a:pt x="150" y="20"/>
                      <a:pt x="157" y="20"/>
                    </a:cubicBezTo>
                    <a:cubicBezTo>
                      <a:pt x="161" y="20"/>
                      <a:pt x="166" y="20"/>
                      <a:pt x="170" y="20"/>
                    </a:cubicBezTo>
                    <a:cubicBezTo>
                      <a:pt x="180" y="18"/>
                      <a:pt x="183" y="9"/>
                      <a:pt x="184" y="0"/>
                    </a:cubicBezTo>
                    <a:cubicBezTo>
                      <a:pt x="181" y="4"/>
                      <a:pt x="177" y="6"/>
                      <a:pt x="170" y="6"/>
                    </a:cubicBezTo>
                    <a:cubicBezTo>
                      <a:pt x="164" y="6"/>
                      <a:pt x="159" y="6"/>
                      <a:pt x="153" y="6"/>
                    </a:cubicBezTo>
                    <a:cubicBezTo>
                      <a:pt x="144" y="6"/>
                      <a:pt x="140" y="15"/>
                      <a:pt x="139" y="22"/>
                    </a:cubicBezTo>
                    <a:cubicBezTo>
                      <a:pt x="138" y="22"/>
                      <a:pt x="136" y="22"/>
                      <a:pt x="135" y="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solidFill>
                    <a:srgbClr val="000000"/>
                  </a:solidFill>
                </a:endParaRPr>
              </a:p>
            </p:txBody>
          </p:sp>
          <p:sp>
            <p:nvSpPr>
              <p:cNvPr id="24" name="ïŝľîḑê"/>
              <p:cNvSpPr/>
              <p:nvPr/>
            </p:nvSpPr>
            <p:spPr bwMode="auto">
              <a:xfrm>
                <a:off x="1735138" y="2095500"/>
                <a:ext cx="2667000" cy="2670175"/>
              </a:xfrm>
              <a:custGeom>
                <a:avLst/>
                <a:gdLst>
                  <a:gd name="T0" fmla="*/ 404 w 809"/>
                  <a:gd name="T1" fmla="*/ 0 h 809"/>
                  <a:gd name="T2" fmla="*/ 809 w 809"/>
                  <a:gd name="T3" fmla="*/ 404 h 809"/>
                  <a:gd name="T4" fmla="*/ 404 w 809"/>
                  <a:gd name="T5" fmla="*/ 809 h 809"/>
                  <a:gd name="T6" fmla="*/ 0 w 809"/>
                  <a:gd name="T7" fmla="*/ 404 h 809"/>
                  <a:gd name="T8" fmla="*/ 404 w 809"/>
                  <a:gd name="T9" fmla="*/ 0 h 809"/>
                  <a:gd name="T10" fmla="*/ 404 w 809"/>
                  <a:gd name="T11" fmla="*/ 0 h 809"/>
                  <a:gd name="T12" fmla="*/ 404 w 809"/>
                  <a:gd name="T13" fmla="*/ 14 h 809"/>
                  <a:gd name="T14" fmla="*/ 14 w 809"/>
                  <a:gd name="T15" fmla="*/ 404 h 809"/>
                  <a:gd name="T16" fmla="*/ 404 w 809"/>
                  <a:gd name="T17" fmla="*/ 795 h 809"/>
                  <a:gd name="T18" fmla="*/ 795 w 809"/>
                  <a:gd name="T19" fmla="*/ 404 h 809"/>
                  <a:gd name="T20" fmla="*/ 404 w 809"/>
                  <a:gd name="T21" fmla="*/ 14 h 8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09" h="809">
                    <a:moveTo>
                      <a:pt x="404" y="0"/>
                    </a:moveTo>
                    <a:cubicBezTo>
                      <a:pt x="627" y="0"/>
                      <a:pt x="809" y="182"/>
                      <a:pt x="809" y="404"/>
                    </a:cubicBezTo>
                    <a:cubicBezTo>
                      <a:pt x="809" y="627"/>
                      <a:pt x="627" y="809"/>
                      <a:pt x="404" y="809"/>
                    </a:cubicBezTo>
                    <a:cubicBezTo>
                      <a:pt x="181" y="809"/>
                      <a:pt x="0" y="627"/>
                      <a:pt x="0" y="404"/>
                    </a:cubicBezTo>
                    <a:cubicBezTo>
                      <a:pt x="0" y="182"/>
                      <a:pt x="181" y="0"/>
                      <a:pt x="404" y="0"/>
                    </a:cubicBezTo>
                    <a:cubicBezTo>
                      <a:pt x="404" y="0"/>
                      <a:pt x="404" y="0"/>
                      <a:pt x="404" y="0"/>
                    </a:cubicBezTo>
                    <a:close/>
                    <a:moveTo>
                      <a:pt x="404" y="14"/>
                    </a:moveTo>
                    <a:cubicBezTo>
                      <a:pt x="189" y="14"/>
                      <a:pt x="14" y="189"/>
                      <a:pt x="14" y="404"/>
                    </a:cubicBezTo>
                    <a:cubicBezTo>
                      <a:pt x="14" y="619"/>
                      <a:pt x="189" y="795"/>
                      <a:pt x="404" y="795"/>
                    </a:cubicBezTo>
                    <a:cubicBezTo>
                      <a:pt x="619" y="795"/>
                      <a:pt x="795" y="619"/>
                      <a:pt x="795" y="404"/>
                    </a:cubicBezTo>
                    <a:cubicBezTo>
                      <a:pt x="795" y="189"/>
                      <a:pt x="619" y="14"/>
                      <a:pt x="404" y="1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solidFill>
                    <a:srgbClr val="000000"/>
                  </a:solidFill>
                </a:endParaRPr>
              </a:p>
            </p:txBody>
          </p:sp>
          <p:sp>
            <p:nvSpPr>
              <p:cNvPr id="25" name="išlíḑe"/>
              <p:cNvSpPr/>
              <p:nvPr/>
            </p:nvSpPr>
            <p:spPr bwMode="auto">
              <a:xfrm>
                <a:off x="1897063" y="3373438"/>
                <a:ext cx="2333625" cy="1227138"/>
              </a:xfrm>
              <a:custGeom>
                <a:avLst/>
                <a:gdLst>
                  <a:gd name="T0" fmla="*/ 21 w 708"/>
                  <a:gd name="T1" fmla="*/ 23 h 372"/>
                  <a:gd name="T2" fmla="*/ 53 w 708"/>
                  <a:gd name="T3" fmla="*/ 35 h 372"/>
                  <a:gd name="T4" fmla="*/ 51 w 708"/>
                  <a:gd name="T5" fmla="*/ 26 h 372"/>
                  <a:gd name="T6" fmla="*/ 18 w 708"/>
                  <a:gd name="T7" fmla="*/ 47 h 372"/>
                  <a:gd name="T8" fmla="*/ 18 w 708"/>
                  <a:gd name="T9" fmla="*/ 88 h 372"/>
                  <a:gd name="T10" fmla="*/ 48 w 708"/>
                  <a:gd name="T11" fmla="*/ 67 h 372"/>
                  <a:gd name="T12" fmla="*/ 18 w 708"/>
                  <a:gd name="T13" fmla="*/ 88 h 372"/>
                  <a:gd name="T14" fmla="*/ 62 w 708"/>
                  <a:gd name="T15" fmla="*/ 109 h 372"/>
                  <a:gd name="T16" fmla="*/ 64 w 708"/>
                  <a:gd name="T17" fmla="*/ 147 h 372"/>
                  <a:gd name="T18" fmla="*/ 42 w 708"/>
                  <a:gd name="T19" fmla="*/ 155 h 372"/>
                  <a:gd name="T20" fmla="*/ 57 w 708"/>
                  <a:gd name="T21" fmla="*/ 206 h 372"/>
                  <a:gd name="T22" fmla="*/ 116 w 708"/>
                  <a:gd name="T23" fmla="*/ 203 h 372"/>
                  <a:gd name="T24" fmla="*/ 93 w 708"/>
                  <a:gd name="T25" fmla="*/ 174 h 372"/>
                  <a:gd name="T26" fmla="*/ 46 w 708"/>
                  <a:gd name="T27" fmla="*/ 181 h 372"/>
                  <a:gd name="T28" fmla="*/ 129 w 708"/>
                  <a:gd name="T29" fmla="*/ 265 h 372"/>
                  <a:gd name="T30" fmla="*/ 149 w 708"/>
                  <a:gd name="T31" fmla="*/ 251 h 372"/>
                  <a:gd name="T32" fmla="*/ 121 w 708"/>
                  <a:gd name="T33" fmla="*/ 221 h 372"/>
                  <a:gd name="T34" fmla="*/ 111 w 708"/>
                  <a:gd name="T35" fmla="*/ 252 h 372"/>
                  <a:gd name="T36" fmla="*/ 164 w 708"/>
                  <a:gd name="T37" fmla="*/ 295 h 372"/>
                  <a:gd name="T38" fmla="*/ 175 w 708"/>
                  <a:gd name="T39" fmla="*/ 321 h 372"/>
                  <a:gd name="T40" fmla="*/ 132 w 708"/>
                  <a:gd name="T41" fmla="*/ 292 h 372"/>
                  <a:gd name="T42" fmla="*/ 146 w 708"/>
                  <a:gd name="T43" fmla="*/ 291 h 372"/>
                  <a:gd name="T44" fmla="*/ 211 w 708"/>
                  <a:gd name="T45" fmla="*/ 283 h 372"/>
                  <a:gd name="T46" fmla="*/ 260 w 708"/>
                  <a:gd name="T47" fmla="*/ 308 h 372"/>
                  <a:gd name="T48" fmla="*/ 205 w 708"/>
                  <a:gd name="T49" fmla="*/ 335 h 372"/>
                  <a:gd name="T50" fmla="*/ 342 w 708"/>
                  <a:gd name="T51" fmla="*/ 329 h 372"/>
                  <a:gd name="T52" fmla="*/ 344 w 708"/>
                  <a:gd name="T53" fmla="*/ 352 h 372"/>
                  <a:gd name="T54" fmla="*/ 303 w 708"/>
                  <a:gd name="T55" fmla="*/ 320 h 372"/>
                  <a:gd name="T56" fmla="*/ 320 w 708"/>
                  <a:gd name="T57" fmla="*/ 364 h 372"/>
                  <a:gd name="T58" fmla="*/ 360 w 708"/>
                  <a:gd name="T59" fmla="*/ 321 h 372"/>
                  <a:gd name="T60" fmla="*/ 416 w 708"/>
                  <a:gd name="T61" fmla="*/ 315 h 372"/>
                  <a:gd name="T62" fmla="*/ 384 w 708"/>
                  <a:gd name="T63" fmla="*/ 368 h 372"/>
                  <a:gd name="T64" fmla="*/ 464 w 708"/>
                  <a:gd name="T65" fmla="*/ 350 h 372"/>
                  <a:gd name="T66" fmla="*/ 433 w 708"/>
                  <a:gd name="T67" fmla="*/ 313 h 372"/>
                  <a:gd name="T68" fmla="*/ 508 w 708"/>
                  <a:gd name="T69" fmla="*/ 337 h 372"/>
                  <a:gd name="T70" fmla="*/ 500 w 708"/>
                  <a:gd name="T71" fmla="*/ 285 h 372"/>
                  <a:gd name="T72" fmla="*/ 483 w 708"/>
                  <a:gd name="T73" fmla="*/ 294 h 372"/>
                  <a:gd name="T74" fmla="*/ 508 w 708"/>
                  <a:gd name="T75" fmla="*/ 337 h 372"/>
                  <a:gd name="T76" fmla="*/ 515 w 708"/>
                  <a:gd name="T77" fmla="*/ 276 h 372"/>
                  <a:gd name="T78" fmla="*/ 548 w 708"/>
                  <a:gd name="T79" fmla="*/ 279 h 372"/>
                  <a:gd name="T80" fmla="*/ 550 w 708"/>
                  <a:gd name="T81" fmla="*/ 283 h 372"/>
                  <a:gd name="T82" fmla="*/ 547 w 708"/>
                  <a:gd name="T83" fmla="*/ 316 h 372"/>
                  <a:gd name="T84" fmla="*/ 609 w 708"/>
                  <a:gd name="T85" fmla="*/ 250 h 372"/>
                  <a:gd name="T86" fmla="*/ 608 w 708"/>
                  <a:gd name="T87" fmla="*/ 227 h 372"/>
                  <a:gd name="T88" fmla="*/ 573 w 708"/>
                  <a:gd name="T89" fmla="*/ 241 h 372"/>
                  <a:gd name="T90" fmla="*/ 609 w 708"/>
                  <a:gd name="T91" fmla="*/ 250 h 372"/>
                  <a:gd name="T92" fmla="*/ 656 w 708"/>
                  <a:gd name="T93" fmla="*/ 184 h 372"/>
                  <a:gd name="T94" fmla="*/ 613 w 708"/>
                  <a:gd name="T95" fmla="*/ 172 h 372"/>
                  <a:gd name="T96" fmla="*/ 625 w 708"/>
                  <a:gd name="T97" fmla="*/ 165 h 372"/>
                  <a:gd name="T98" fmla="*/ 650 w 708"/>
                  <a:gd name="T99" fmla="*/ 169 h 372"/>
                  <a:gd name="T100" fmla="*/ 651 w 708"/>
                  <a:gd name="T101" fmla="*/ 215 h 372"/>
                  <a:gd name="T102" fmla="*/ 635 w 708"/>
                  <a:gd name="T103" fmla="*/ 139 h 372"/>
                  <a:gd name="T104" fmla="*/ 683 w 708"/>
                  <a:gd name="T105" fmla="*/ 137 h 372"/>
                  <a:gd name="T106" fmla="*/ 655 w 708"/>
                  <a:gd name="T107" fmla="*/ 73 h 372"/>
                  <a:gd name="T108" fmla="*/ 690 w 708"/>
                  <a:gd name="T109" fmla="*/ 98 h 372"/>
                  <a:gd name="T110" fmla="*/ 684 w 708"/>
                  <a:gd name="T111" fmla="*/ 17 h 372"/>
                  <a:gd name="T112" fmla="*/ 698 w 708"/>
                  <a:gd name="T113" fmla="*/ 34 h 372"/>
                  <a:gd name="T114" fmla="*/ 659 w 708"/>
                  <a:gd name="T115" fmla="*/ 29 h 372"/>
                  <a:gd name="T116" fmla="*/ 659 w 708"/>
                  <a:gd name="T117" fmla="*/ 11 h 372"/>
                  <a:gd name="T118" fmla="*/ 663 w 708"/>
                  <a:gd name="T119" fmla="*/ 6 h 3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708" h="372">
                    <a:moveTo>
                      <a:pt x="0" y="6"/>
                    </a:moveTo>
                    <a:cubicBezTo>
                      <a:pt x="19" y="6"/>
                      <a:pt x="19" y="6"/>
                      <a:pt x="19" y="6"/>
                    </a:cubicBezTo>
                    <a:cubicBezTo>
                      <a:pt x="19" y="8"/>
                      <a:pt x="19" y="8"/>
                      <a:pt x="19" y="8"/>
                    </a:cubicBezTo>
                    <a:cubicBezTo>
                      <a:pt x="15" y="9"/>
                      <a:pt x="11" y="11"/>
                      <a:pt x="8" y="14"/>
                    </a:cubicBezTo>
                    <a:cubicBezTo>
                      <a:pt x="5" y="18"/>
                      <a:pt x="4" y="22"/>
                      <a:pt x="4" y="26"/>
                    </a:cubicBezTo>
                    <a:cubicBezTo>
                      <a:pt x="4" y="29"/>
                      <a:pt x="5" y="32"/>
                      <a:pt x="6" y="33"/>
                    </a:cubicBezTo>
                    <a:cubicBezTo>
                      <a:pt x="7" y="35"/>
                      <a:pt x="9" y="36"/>
                      <a:pt x="11" y="36"/>
                    </a:cubicBezTo>
                    <a:cubicBezTo>
                      <a:pt x="14" y="36"/>
                      <a:pt x="18" y="32"/>
                      <a:pt x="21" y="23"/>
                    </a:cubicBezTo>
                    <a:cubicBezTo>
                      <a:pt x="21" y="23"/>
                      <a:pt x="21" y="23"/>
                      <a:pt x="21" y="23"/>
                    </a:cubicBezTo>
                    <a:cubicBezTo>
                      <a:pt x="22" y="22"/>
                      <a:pt x="22" y="22"/>
                      <a:pt x="22" y="21"/>
                    </a:cubicBezTo>
                    <a:cubicBezTo>
                      <a:pt x="25" y="15"/>
                      <a:pt x="27" y="11"/>
                      <a:pt x="30" y="9"/>
                    </a:cubicBezTo>
                    <a:cubicBezTo>
                      <a:pt x="31" y="8"/>
                      <a:pt x="32" y="7"/>
                      <a:pt x="34" y="7"/>
                    </a:cubicBezTo>
                    <a:cubicBezTo>
                      <a:pt x="35" y="6"/>
                      <a:pt x="36" y="6"/>
                      <a:pt x="38" y="6"/>
                    </a:cubicBezTo>
                    <a:cubicBezTo>
                      <a:pt x="43" y="6"/>
                      <a:pt x="47" y="8"/>
                      <a:pt x="50" y="11"/>
                    </a:cubicBezTo>
                    <a:cubicBezTo>
                      <a:pt x="53" y="15"/>
                      <a:pt x="55" y="19"/>
                      <a:pt x="55" y="25"/>
                    </a:cubicBezTo>
                    <a:cubicBezTo>
                      <a:pt x="55" y="28"/>
                      <a:pt x="54" y="31"/>
                      <a:pt x="53" y="35"/>
                    </a:cubicBezTo>
                    <a:cubicBezTo>
                      <a:pt x="52" y="38"/>
                      <a:pt x="51" y="40"/>
                      <a:pt x="51" y="40"/>
                    </a:cubicBezTo>
                    <a:cubicBezTo>
                      <a:pt x="51" y="41"/>
                      <a:pt x="52" y="41"/>
                      <a:pt x="52" y="42"/>
                    </a:cubicBezTo>
                    <a:cubicBezTo>
                      <a:pt x="53" y="42"/>
                      <a:pt x="53" y="42"/>
                      <a:pt x="55" y="42"/>
                    </a:cubicBezTo>
                    <a:cubicBezTo>
                      <a:pt x="55" y="44"/>
                      <a:pt x="55" y="44"/>
                      <a:pt x="55" y="44"/>
                    </a:cubicBezTo>
                    <a:cubicBezTo>
                      <a:pt x="38" y="45"/>
                      <a:pt x="38" y="45"/>
                      <a:pt x="38" y="45"/>
                    </a:cubicBezTo>
                    <a:cubicBezTo>
                      <a:pt x="38" y="43"/>
                      <a:pt x="38" y="43"/>
                      <a:pt x="38" y="43"/>
                    </a:cubicBezTo>
                    <a:cubicBezTo>
                      <a:pt x="42" y="42"/>
                      <a:pt x="45" y="40"/>
                      <a:pt x="48" y="37"/>
                    </a:cubicBezTo>
                    <a:cubicBezTo>
                      <a:pt x="50" y="34"/>
                      <a:pt x="51" y="30"/>
                      <a:pt x="51" y="26"/>
                    </a:cubicBezTo>
                    <a:cubicBezTo>
                      <a:pt x="51" y="24"/>
                      <a:pt x="51" y="22"/>
                      <a:pt x="49" y="20"/>
                    </a:cubicBezTo>
                    <a:cubicBezTo>
                      <a:pt x="48" y="19"/>
                      <a:pt x="47" y="18"/>
                      <a:pt x="45" y="18"/>
                    </a:cubicBezTo>
                    <a:cubicBezTo>
                      <a:pt x="42" y="18"/>
                      <a:pt x="39" y="21"/>
                      <a:pt x="37" y="28"/>
                    </a:cubicBezTo>
                    <a:cubicBezTo>
                      <a:pt x="36" y="29"/>
                      <a:pt x="36" y="29"/>
                      <a:pt x="36" y="29"/>
                    </a:cubicBezTo>
                    <a:cubicBezTo>
                      <a:pt x="34" y="33"/>
                      <a:pt x="33" y="37"/>
                      <a:pt x="32" y="39"/>
                    </a:cubicBezTo>
                    <a:cubicBezTo>
                      <a:pt x="31" y="40"/>
                      <a:pt x="30" y="42"/>
                      <a:pt x="29" y="43"/>
                    </a:cubicBezTo>
                    <a:cubicBezTo>
                      <a:pt x="27" y="44"/>
                      <a:pt x="26" y="45"/>
                      <a:pt x="24" y="46"/>
                    </a:cubicBezTo>
                    <a:cubicBezTo>
                      <a:pt x="22" y="47"/>
                      <a:pt x="20" y="47"/>
                      <a:pt x="18" y="47"/>
                    </a:cubicBezTo>
                    <a:cubicBezTo>
                      <a:pt x="13" y="47"/>
                      <a:pt x="9" y="46"/>
                      <a:pt x="6" y="42"/>
                    </a:cubicBezTo>
                    <a:cubicBezTo>
                      <a:pt x="2" y="38"/>
                      <a:pt x="1" y="34"/>
                      <a:pt x="1" y="28"/>
                    </a:cubicBezTo>
                    <a:cubicBezTo>
                      <a:pt x="1" y="25"/>
                      <a:pt x="1" y="21"/>
                      <a:pt x="2" y="17"/>
                    </a:cubicBezTo>
                    <a:cubicBezTo>
                      <a:pt x="3" y="14"/>
                      <a:pt x="4" y="12"/>
                      <a:pt x="4" y="12"/>
                    </a:cubicBezTo>
                    <a:cubicBezTo>
                      <a:pt x="4" y="11"/>
                      <a:pt x="3" y="10"/>
                      <a:pt x="3" y="9"/>
                    </a:cubicBezTo>
                    <a:cubicBezTo>
                      <a:pt x="2" y="9"/>
                      <a:pt x="1" y="9"/>
                      <a:pt x="0" y="9"/>
                    </a:cubicBezTo>
                    <a:cubicBezTo>
                      <a:pt x="0" y="6"/>
                      <a:pt x="0" y="6"/>
                      <a:pt x="0" y="6"/>
                    </a:cubicBezTo>
                    <a:close/>
                    <a:moveTo>
                      <a:pt x="18" y="88"/>
                    </a:moveTo>
                    <a:cubicBezTo>
                      <a:pt x="16" y="89"/>
                      <a:pt x="14" y="90"/>
                      <a:pt x="13" y="91"/>
                    </a:cubicBezTo>
                    <a:cubicBezTo>
                      <a:pt x="12" y="92"/>
                      <a:pt x="12" y="94"/>
                      <a:pt x="12" y="96"/>
                    </a:cubicBezTo>
                    <a:cubicBezTo>
                      <a:pt x="10" y="96"/>
                      <a:pt x="10" y="96"/>
                      <a:pt x="10" y="96"/>
                    </a:cubicBezTo>
                    <a:cubicBezTo>
                      <a:pt x="5" y="68"/>
                      <a:pt x="5" y="68"/>
                      <a:pt x="5" y="68"/>
                    </a:cubicBezTo>
                    <a:cubicBezTo>
                      <a:pt x="7" y="67"/>
                      <a:pt x="7" y="67"/>
                      <a:pt x="7" y="67"/>
                    </a:cubicBezTo>
                    <a:cubicBezTo>
                      <a:pt x="8" y="70"/>
                      <a:pt x="8" y="71"/>
                      <a:pt x="10" y="72"/>
                    </a:cubicBezTo>
                    <a:cubicBezTo>
                      <a:pt x="11" y="73"/>
                      <a:pt x="13" y="73"/>
                      <a:pt x="16" y="73"/>
                    </a:cubicBezTo>
                    <a:cubicBezTo>
                      <a:pt x="48" y="67"/>
                      <a:pt x="48" y="67"/>
                      <a:pt x="48" y="67"/>
                    </a:cubicBezTo>
                    <a:cubicBezTo>
                      <a:pt x="50" y="66"/>
                      <a:pt x="52" y="66"/>
                      <a:pt x="53" y="64"/>
                    </a:cubicBezTo>
                    <a:cubicBezTo>
                      <a:pt x="54" y="63"/>
                      <a:pt x="54" y="61"/>
                      <a:pt x="54" y="59"/>
                    </a:cubicBezTo>
                    <a:cubicBezTo>
                      <a:pt x="56" y="59"/>
                      <a:pt x="56" y="59"/>
                      <a:pt x="56" y="59"/>
                    </a:cubicBezTo>
                    <a:cubicBezTo>
                      <a:pt x="61" y="88"/>
                      <a:pt x="61" y="88"/>
                      <a:pt x="61" y="88"/>
                    </a:cubicBezTo>
                    <a:cubicBezTo>
                      <a:pt x="59" y="88"/>
                      <a:pt x="59" y="88"/>
                      <a:pt x="59" y="88"/>
                    </a:cubicBezTo>
                    <a:cubicBezTo>
                      <a:pt x="59" y="85"/>
                      <a:pt x="58" y="84"/>
                      <a:pt x="56" y="83"/>
                    </a:cubicBezTo>
                    <a:cubicBezTo>
                      <a:pt x="55" y="82"/>
                      <a:pt x="53" y="82"/>
                      <a:pt x="51" y="83"/>
                    </a:cubicBezTo>
                    <a:cubicBezTo>
                      <a:pt x="18" y="88"/>
                      <a:pt x="18" y="88"/>
                      <a:pt x="18" y="88"/>
                    </a:cubicBezTo>
                    <a:close/>
                    <a:moveTo>
                      <a:pt x="41" y="158"/>
                    </a:moveTo>
                    <a:cubicBezTo>
                      <a:pt x="37" y="157"/>
                      <a:pt x="33" y="155"/>
                      <a:pt x="30" y="152"/>
                    </a:cubicBezTo>
                    <a:cubicBezTo>
                      <a:pt x="27" y="149"/>
                      <a:pt x="24" y="145"/>
                      <a:pt x="23" y="141"/>
                    </a:cubicBezTo>
                    <a:cubicBezTo>
                      <a:pt x="22" y="137"/>
                      <a:pt x="21" y="134"/>
                      <a:pt x="22" y="131"/>
                    </a:cubicBezTo>
                    <a:cubicBezTo>
                      <a:pt x="22" y="128"/>
                      <a:pt x="23" y="125"/>
                      <a:pt x="24" y="122"/>
                    </a:cubicBezTo>
                    <a:cubicBezTo>
                      <a:pt x="26" y="118"/>
                      <a:pt x="28" y="116"/>
                      <a:pt x="31" y="113"/>
                    </a:cubicBezTo>
                    <a:cubicBezTo>
                      <a:pt x="34" y="111"/>
                      <a:pt x="37" y="109"/>
                      <a:pt x="41" y="108"/>
                    </a:cubicBezTo>
                    <a:cubicBezTo>
                      <a:pt x="49" y="105"/>
                      <a:pt x="55" y="106"/>
                      <a:pt x="62" y="109"/>
                    </a:cubicBezTo>
                    <a:cubicBezTo>
                      <a:pt x="68" y="112"/>
                      <a:pt x="72" y="117"/>
                      <a:pt x="75" y="125"/>
                    </a:cubicBezTo>
                    <a:cubicBezTo>
                      <a:pt x="76" y="128"/>
                      <a:pt x="76" y="131"/>
                      <a:pt x="76" y="135"/>
                    </a:cubicBezTo>
                    <a:cubicBezTo>
                      <a:pt x="76" y="138"/>
                      <a:pt x="76" y="140"/>
                      <a:pt x="76" y="140"/>
                    </a:cubicBezTo>
                    <a:cubicBezTo>
                      <a:pt x="76" y="141"/>
                      <a:pt x="77" y="141"/>
                      <a:pt x="77" y="141"/>
                    </a:cubicBezTo>
                    <a:cubicBezTo>
                      <a:pt x="78" y="142"/>
                      <a:pt x="79" y="142"/>
                      <a:pt x="80" y="142"/>
                    </a:cubicBezTo>
                    <a:cubicBezTo>
                      <a:pt x="80" y="144"/>
                      <a:pt x="80" y="144"/>
                      <a:pt x="80" y="144"/>
                    </a:cubicBezTo>
                    <a:cubicBezTo>
                      <a:pt x="65" y="149"/>
                      <a:pt x="65" y="149"/>
                      <a:pt x="65" y="149"/>
                    </a:cubicBezTo>
                    <a:cubicBezTo>
                      <a:pt x="64" y="147"/>
                      <a:pt x="64" y="147"/>
                      <a:pt x="64" y="147"/>
                    </a:cubicBezTo>
                    <a:cubicBezTo>
                      <a:pt x="68" y="145"/>
                      <a:pt x="70" y="142"/>
                      <a:pt x="72" y="139"/>
                    </a:cubicBezTo>
                    <a:cubicBezTo>
                      <a:pt x="73" y="137"/>
                      <a:pt x="73" y="133"/>
                      <a:pt x="72" y="130"/>
                    </a:cubicBezTo>
                    <a:cubicBezTo>
                      <a:pt x="71" y="126"/>
                      <a:pt x="68" y="123"/>
                      <a:pt x="64" y="122"/>
                    </a:cubicBezTo>
                    <a:cubicBezTo>
                      <a:pt x="59" y="121"/>
                      <a:pt x="54" y="122"/>
                      <a:pt x="47" y="124"/>
                    </a:cubicBezTo>
                    <a:cubicBezTo>
                      <a:pt x="40" y="126"/>
                      <a:pt x="34" y="129"/>
                      <a:pt x="31" y="132"/>
                    </a:cubicBezTo>
                    <a:cubicBezTo>
                      <a:pt x="28" y="136"/>
                      <a:pt x="27" y="140"/>
                      <a:pt x="29" y="144"/>
                    </a:cubicBezTo>
                    <a:cubicBezTo>
                      <a:pt x="30" y="146"/>
                      <a:pt x="31" y="149"/>
                      <a:pt x="34" y="151"/>
                    </a:cubicBezTo>
                    <a:cubicBezTo>
                      <a:pt x="36" y="153"/>
                      <a:pt x="39" y="154"/>
                      <a:pt x="42" y="155"/>
                    </a:cubicBezTo>
                    <a:cubicBezTo>
                      <a:pt x="41" y="158"/>
                      <a:pt x="41" y="158"/>
                      <a:pt x="41" y="158"/>
                    </a:cubicBezTo>
                    <a:close/>
                    <a:moveTo>
                      <a:pt x="60" y="193"/>
                    </a:moveTo>
                    <a:cubicBezTo>
                      <a:pt x="73" y="185"/>
                      <a:pt x="73" y="185"/>
                      <a:pt x="73" y="185"/>
                    </a:cubicBezTo>
                    <a:cubicBezTo>
                      <a:pt x="81" y="198"/>
                      <a:pt x="81" y="198"/>
                      <a:pt x="81" y="198"/>
                    </a:cubicBezTo>
                    <a:cubicBezTo>
                      <a:pt x="68" y="207"/>
                      <a:pt x="68" y="207"/>
                      <a:pt x="68" y="207"/>
                    </a:cubicBezTo>
                    <a:cubicBezTo>
                      <a:pt x="66" y="208"/>
                      <a:pt x="64" y="208"/>
                      <a:pt x="63" y="208"/>
                    </a:cubicBezTo>
                    <a:cubicBezTo>
                      <a:pt x="61" y="208"/>
                      <a:pt x="60" y="207"/>
                      <a:pt x="59" y="205"/>
                    </a:cubicBezTo>
                    <a:cubicBezTo>
                      <a:pt x="57" y="206"/>
                      <a:pt x="57" y="206"/>
                      <a:pt x="57" y="206"/>
                    </a:cubicBezTo>
                    <a:cubicBezTo>
                      <a:pt x="72" y="231"/>
                      <a:pt x="72" y="231"/>
                      <a:pt x="72" y="231"/>
                    </a:cubicBezTo>
                    <a:cubicBezTo>
                      <a:pt x="74" y="230"/>
                      <a:pt x="74" y="230"/>
                      <a:pt x="74" y="230"/>
                    </a:cubicBezTo>
                    <a:cubicBezTo>
                      <a:pt x="73" y="228"/>
                      <a:pt x="72" y="226"/>
                      <a:pt x="73" y="224"/>
                    </a:cubicBezTo>
                    <a:cubicBezTo>
                      <a:pt x="73" y="223"/>
                      <a:pt x="75" y="222"/>
                      <a:pt x="77" y="220"/>
                    </a:cubicBezTo>
                    <a:cubicBezTo>
                      <a:pt x="105" y="203"/>
                      <a:pt x="105" y="203"/>
                      <a:pt x="105" y="203"/>
                    </a:cubicBezTo>
                    <a:cubicBezTo>
                      <a:pt x="107" y="201"/>
                      <a:pt x="109" y="201"/>
                      <a:pt x="110" y="201"/>
                    </a:cubicBezTo>
                    <a:cubicBezTo>
                      <a:pt x="112" y="201"/>
                      <a:pt x="113" y="202"/>
                      <a:pt x="114" y="204"/>
                    </a:cubicBezTo>
                    <a:cubicBezTo>
                      <a:pt x="116" y="203"/>
                      <a:pt x="116" y="203"/>
                      <a:pt x="116" y="203"/>
                    </a:cubicBezTo>
                    <a:cubicBezTo>
                      <a:pt x="101" y="179"/>
                      <a:pt x="101" y="179"/>
                      <a:pt x="101" y="179"/>
                    </a:cubicBezTo>
                    <a:cubicBezTo>
                      <a:pt x="99" y="180"/>
                      <a:pt x="99" y="180"/>
                      <a:pt x="99" y="180"/>
                    </a:cubicBezTo>
                    <a:cubicBezTo>
                      <a:pt x="100" y="182"/>
                      <a:pt x="101" y="183"/>
                      <a:pt x="100" y="185"/>
                    </a:cubicBezTo>
                    <a:cubicBezTo>
                      <a:pt x="100" y="186"/>
                      <a:pt x="98" y="188"/>
                      <a:pt x="96" y="189"/>
                    </a:cubicBezTo>
                    <a:cubicBezTo>
                      <a:pt x="85" y="196"/>
                      <a:pt x="85" y="196"/>
                      <a:pt x="85" y="196"/>
                    </a:cubicBezTo>
                    <a:cubicBezTo>
                      <a:pt x="76" y="183"/>
                      <a:pt x="76" y="183"/>
                      <a:pt x="76" y="183"/>
                    </a:cubicBezTo>
                    <a:cubicBezTo>
                      <a:pt x="88" y="176"/>
                      <a:pt x="88" y="176"/>
                      <a:pt x="88" y="176"/>
                    </a:cubicBezTo>
                    <a:cubicBezTo>
                      <a:pt x="90" y="174"/>
                      <a:pt x="92" y="174"/>
                      <a:pt x="93" y="174"/>
                    </a:cubicBezTo>
                    <a:cubicBezTo>
                      <a:pt x="95" y="174"/>
                      <a:pt x="96" y="175"/>
                      <a:pt x="98" y="177"/>
                    </a:cubicBezTo>
                    <a:cubicBezTo>
                      <a:pt x="99" y="176"/>
                      <a:pt x="99" y="176"/>
                      <a:pt x="99" y="176"/>
                    </a:cubicBezTo>
                    <a:cubicBezTo>
                      <a:pt x="84" y="152"/>
                      <a:pt x="84" y="152"/>
                      <a:pt x="84" y="152"/>
                    </a:cubicBezTo>
                    <a:cubicBezTo>
                      <a:pt x="82" y="153"/>
                      <a:pt x="82" y="153"/>
                      <a:pt x="82" y="153"/>
                    </a:cubicBezTo>
                    <a:cubicBezTo>
                      <a:pt x="83" y="155"/>
                      <a:pt x="84" y="157"/>
                      <a:pt x="83" y="158"/>
                    </a:cubicBezTo>
                    <a:cubicBezTo>
                      <a:pt x="83" y="159"/>
                      <a:pt x="82" y="161"/>
                      <a:pt x="79" y="162"/>
                    </a:cubicBezTo>
                    <a:cubicBezTo>
                      <a:pt x="52" y="180"/>
                      <a:pt x="52" y="180"/>
                      <a:pt x="52" y="180"/>
                    </a:cubicBezTo>
                    <a:cubicBezTo>
                      <a:pt x="49" y="181"/>
                      <a:pt x="47" y="182"/>
                      <a:pt x="46" y="181"/>
                    </a:cubicBezTo>
                    <a:cubicBezTo>
                      <a:pt x="44" y="181"/>
                      <a:pt x="43" y="180"/>
                      <a:pt x="42" y="178"/>
                    </a:cubicBezTo>
                    <a:cubicBezTo>
                      <a:pt x="40" y="179"/>
                      <a:pt x="40" y="179"/>
                      <a:pt x="40" y="179"/>
                    </a:cubicBezTo>
                    <a:cubicBezTo>
                      <a:pt x="56" y="204"/>
                      <a:pt x="56" y="204"/>
                      <a:pt x="56" y="204"/>
                    </a:cubicBezTo>
                    <a:cubicBezTo>
                      <a:pt x="57" y="203"/>
                      <a:pt x="57" y="203"/>
                      <a:pt x="57" y="203"/>
                    </a:cubicBezTo>
                    <a:cubicBezTo>
                      <a:pt x="56" y="201"/>
                      <a:pt x="56" y="199"/>
                      <a:pt x="56" y="197"/>
                    </a:cubicBezTo>
                    <a:cubicBezTo>
                      <a:pt x="56" y="196"/>
                      <a:pt x="58" y="195"/>
                      <a:pt x="60" y="193"/>
                    </a:cubicBezTo>
                    <a:cubicBezTo>
                      <a:pt x="60" y="193"/>
                      <a:pt x="60" y="193"/>
                      <a:pt x="60" y="193"/>
                    </a:cubicBezTo>
                    <a:close/>
                    <a:moveTo>
                      <a:pt x="129" y="265"/>
                    </a:moveTo>
                    <a:cubicBezTo>
                      <a:pt x="146" y="249"/>
                      <a:pt x="146" y="249"/>
                      <a:pt x="146" y="249"/>
                    </a:cubicBezTo>
                    <a:cubicBezTo>
                      <a:pt x="148" y="247"/>
                      <a:pt x="149" y="245"/>
                      <a:pt x="149" y="244"/>
                    </a:cubicBezTo>
                    <a:cubicBezTo>
                      <a:pt x="150" y="242"/>
                      <a:pt x="149" y="241"/>
                      <a:pt x="147" y="239"/>
                    </a:cubicBezTo>
                    <a:cubicBezTo>
                      <a:pt x="149" y="238"/>
                      <a:pt x="149" y="238"/>
                      <a:pt x="149" y="238"/>
                    </a:cubicBezTo>
                    <a:cubicBezTo>
                      <a:pt x="160" y="250"/>
                      <a:pt x="160" y="250"/>
                      <a:pt x="160" y="250"/>
                    </a:cubicBezTo>
                    <a:cubicBezTo>
                      <a:pt x="159" y="251"/>
                      <a:pt x="159" y="251"/>
                      <a:pt x="159" y="251"/>
                    </a:cubicBezTo>
                    <a:cubicBezTo>
                      <a:pt x="157" y="249"/>
                      <a:pt x="155" y="248"/>
                      <a:pt x="154" y="248"/>
                    </a:cubicBezTo>
                    <a:cubicBezTo>
                      <a:pt x="152" y="248"/>
                      <a:pt x="151" y="249"/>
                      <a:pt x="149" y="251"/>
                    </a:cubicBezTo>
                    <a:cubicBezTo>
                      <a:pt x="132" y="267"/>
                      <a:pt x="132" y="267"/>
                      <a:pt x="132" y="267"/>
                    </a:cubicBezTo>
                    <a:cubicBezTo>
                      <a:pt x="129" y="270"/>
                      <a:pt x="127" y="271"/>
                      <a:pt x="125" y="272"/>
                    </a:cubicBezTo>
                    <a:cubicBezTo>
                      <a:pt x="123" y="273"/>
                      <a:pt x="121" y="274"/>
                      <a:pt x="119" y="274"/>
                    </a:cubicBezTo>
                    <a:cubicBezTo>
                      <a:pt x="116" y="274"/>
                      <a:pt x="114" y="273"/>
                      <a:pt x="111" y="272"/>
                    </a:cubicBezTo>
                    <a:cubicBezTo>
                      <a:pt x="108" y="270"/>
                      <a:pt x="105" y="268"/>
                      <a:pt x="103" y="265"/>
                    </a:cubicBezTo>
                    <a:cubicBezTo>
                      <a:pt x="98" y="260"/>
                      <a:pt x="96" y="256"/>
                      <a:pt x="96" y="251"/>
                    </a:cubicBezTo>
                    <a:cubicBezTo>
                      <a:pt x="96" y="246"/>
                      <a:pt x="98" y="242"/>
                      <a:pt x="103" y="238"/>
                    </a:cubicBezTo>
                    <a:cubicBezTo>
                      <a:pt x="121" y="221"/>
                      <a:pt x="121" y="221"/>
                      <a:pt x="121" y="221"/>
                    </a:cubicBezTo>
                    <a:cubicBezTo>
                      <a:pt x="122" y="219"/>
                      <a:pt x="123" y="217"/>
                      <a:pt x="124" y="216"/>
                    </a:cubicBezTo>
                    <a:cubicBezTo>
                      <a:pt x="124" y="215"/>
                      <a:pt x="123" y="213"/>
                      <a:pt x="121" y="211"/>
                    </a:cubicBezTo>
                    <a:cubicBezTo>
                      <a:pt x="123" y="210"/>
                      <a:pt x="123" y="210"/>
                      <a:pt x="123" y="210"/>
                    </a:cubicBezTo>
                    <a:cubicBezTo>
                      <a:pt x="143" y="231"/>
                      <a:pt x="143" y="231"/>
                      <a:pt x="143" y="231"/>
                    </a:cubicBezTo>
                    <a:cubicBezTo>
                      <a:pt x="141" y="232"/>
                      <a:pt x="141" y="232"/>
                      <a:pt x="141" y="232"/>
                    </a:cubicBezTo>
                    <a:cubicBezTo>
                      <a:pt x="140" y="231"/>
                      <a:pt x="138" y="230"/>
                      <a:pt x="137" y="230"/>
                    </a:cubicBezTo>
                    <a:cubicBezTo>
                      <a:pt x="135" y="230"/>
                      <a:pt x="133" y="231"/>
                      <a:pt x="131" y="233"/>
                    </a:cubicBezTo>
                    <a:cubicBezTo>
                      <a:pt x="111" y="252"/>
                      <a:pt x="111" y="252"/>
                      <a:pt x="111" y="252"/>
                    </a:cubicBezTo>
                    <a:cubicBezTo>
                      <a:pt x="108" y="254"/>
                      <a:pt x="106" y="257"/>
                      <a:pt x="106" y="259"/>
                    </a:cubicBezTo>
                    <a:cubicBezTo>
                      <a:pt x="106" y="262"/>
                      <a:pt x="107" y="264"/>
                      <a:pt x="109" y="267"/>
                    </a:cubicBezTo>
                    <a:cubicBezTo>
                      <a:pt x="112" y="270"/>
                      <a:pt x="115" y="271"/>
                      <a:pt x="118" y="271"/>
                    </a:cubicBezTo>
                    <a:cubicBezTo>
                      <a:pt x="122" y="270"/>
                      <a:pt x="125" y="268"/>
                      <a:pt x="129" y="265"/>
                    </a:cubicBezTo>
                    <a:cubicBezTo>
                      <a:pt x="129" y="265"/>
                      <a:pt x="129" y="265"/>
                      <a:pt x="129" y="265"/>
                    </a:cubicBezTo>
                    <a:close/>
                    <a:moveTo>
                      <a:pt x="146" y="291"/>
                    </a:moveTo>
                    <a:cubicBezTo>
                      <a:pt x="153" y="287"/>
                      <a:pt x="153" y="287"/>
                      <a:pt x="153" y="287"/>
                    </a:cubicBezTo>
                    <a:cubicBezTo>
                      <a:pt x="164" y="295"/>
                      <a:pt x="164" y="295"/>
                      <a:pt x="164" y="295"/>
                    </a:cubicBezTo>
                    <a:cubicBezTo>
                      <a:pt x="161" y="304"/>
                      <a:pt x="161" y="304"/>
                      <a:pt x="161" y="304"/>
                    </a:cubicBezTo>
                    <a:cubicBezTo>
                      <a:pt x="161" y="305"/>
                      <a:pt x="161" y="305"/>
                      <a:pt x="160" y="305"/>
                    </a:cubicBezTo>
                    <a:cubicBezTo>
                      <a:pt x="160" y="306"/>
                      <a:pt x="160" y="306"/>
                      <a:pt x="160" y="306"/>
                    </a:cubicBezTo>
                    <a:cubicBezTo>
                      <a:pt x="159" y="307"/>
                      <a:pt x="158" y="308"/>
                      <a:pt x="158" y="308"/>
                    </a:cubicBezTo>
                    <a:cubicBezTo>
                      <a:pt x="157" y="307"/>
                      <a:pt x="155" y="307"/>
                      <a:pt x="153" y="305"/>
                    </a:cubicBezTo>
                    <a:cubicBezTo>
                      <a:pt x="152" y="307"/>
                      <a:pt x="152" y="307"/>
                      <a:pt x="152" y="307"/>
                    </a:cubicBezTo>
                    <a:cubicBezTo>
                      <a:pt x="174" y="322"/>
                      <a:pt x="174" y="322"/>
                      <a:pt x="174" y="322"/>
                    </a:cubicBezTo>
                    <a:cubicBezTo>
                      <a:pt x="175" y="321"/>
                      <a:pt x="175" y="321"/>
                      <a:pt x="175" y="321"/>
                    </a:cubicBezTo>
                    <a:cubicBezTo>
                      <a:pt x="174" y="320"/>
                      <a:pt x="174" y="320"/>
                      <a:pt x="173" y="319"/>
                    </a:cubicBezTo>
                    <a:cubicBezTo>
                      <a:pt x="173" y="318"/>
                      <a:pt x="173" y="316"/>
                      <a:pt x="174" y="315"/>
                    </a:cubicBezTo>
                    <a:cubicBezTo>
                      <a:pt x="186" y="268"/>
                      <a:pt x="186" y="268"/>
                      <a:pt x="186" y="268"/>
                    </a:cubicBezTo>
                    <a:cubicBezTo>
                      <a:pt x="181" y="264"/>
                      <a:pt x="181" y="264"/>
                      <a:pt x="181" y="264"/>
                    </a:cubicBezTo>
                    <a:cubicBezTo>
                      <a:pt x="141" y="290"/>
                      <a:pt x="141" y="290"/>
                      <a:pt x="141" y="290"/>
                    </a:cubicBezTo>
                    <a:cubicBezTo>
                      <a:pt x="139" y="291"/>
                      <a:pt x="138" y="291"/>
                      <a:pt x="137" y="292"/>
                    </a:cubicBezTo>
                    <a:cubicBezTo>
                      <a:pt x="135" y="292"/>
                      <a:pt x="134" y="291"/>
                      <a:pt x="133" y="291"/>
                    </a:cubicBezTo>
                    <a:cubicBezTo>
                      <a:pt x="132" y="292"/>
                      <a:pt x="132" y="292"/>
                      <a:pt x="132" y="292"/>
                    </a:cubicBezTo>
                    <a:cubicBezTo>
                      <a:pt x="145" y="301"/>
                      <a:pt x="145" y="301"/>
                      <a:pt x="145" y="301"/>
                    </a:cubicBezTo>
                    <a:cubicBezTo>
                      <a:pt x="146" y="300"/>
                      <a:pt x="146" y="300"/>
                      <a:pt x="146" y="300"/>
                    </a:cubicBezTo>
                    <a:cubicBezTo>
                      <a:pt x="145" y="299"/>
                      <a:pt x="145" y="299"/>
                      <a:pt x="145" y="299"/>
                    </a:cubicBezTo>
                    <a:cubicBezTo>
                      <a:pt x="144" y="298"/>
                      <a:pt x="143" y="297"/>
                      <a:pt x="143" y="296"/>
                    </a:cubicBezTo>
                    <a:cubicBezTo>
                      <a:pt x="142" y="295"/>
                      <a:pt x="143" y="294"/>
                      <a:pt x="143" y="293"/>
                    </a:cubicBezTo>
                    <a:cubicBezTo>
                      <a:pt x="144" y="293"/>
                      <a:pt x="144" y="293"/>
                      <a:pt x="144" y="292"/>
                    </a:cubicBezTo>
                    <a:cubicBezTo>
                      <a:pt x="145" y="292"/>
                      <a:pt x="145" y="292"/>
                      <a:pt x="146" y="291"/>
                    </a:cubicBezTo>
                    <a:cubicBezTo>
                      <a:pt x="146" y="291"/>
                      <a:pt x="146" y="291"/>
                      <a:pt x="146" y="291"/>
                    </a:cubicBezTo>
                    <a:close/>
                    <a:moveTo>
                      <a:pt x="156" y="285"/>
                    </a:moveTo>
                    <a:cubicBezTo>
                      <a:pt x="169" y="276"/>
                      <a:pt x="169" y="276"/>
                      <a:pt x="169" y="276"/>
                    </a:cubicBezTo>
                    <a:cubicBezTo>
                      <a:pt x="164" y="291"/>
                      <a:pt x="164" y="291"/>
                      <a:pt x="164" y="291"/>
                    </a:cubicBezTo>
                    <a:cubicBezTo>
                      <a:pt x="156" y="285"/>
                      <a:pt x="156" y="285"/>
                      <a:pt x="156" y="285"/>
                    </a:cubicBezTo>
                    <a:close/>
                    <a:moveTo>
                      <a:pt x="213" y="294"/>
                    </a:moveTo>
                    <a:cubicBezTo>
                      <a:pt x="214" y="292"/>
                      <a:pt x="214" y="290"/>
                      <a:pt x="214" y="288"/>
                    </a:cubicBezTo>
                    <a:cubicBezTo>
                      <a:pt x="213" y="287"/>
                      <a:pt x="212" y="286"/>
                      <a:pt x="210" y="285"/>
                    </a:cubicBezTo>
                    <a:cubicBezTo>
                      <a:pt x="211" y="283"/>
                      <a:pt x="211" y="283"/>
                      <a:pt x="211" y="283"/>
                    </a:cubicBezTo>
                    <a:cubicBezTo>
                      <a:pt x="230" y="292"/>
                      <a:pt x="230" y="292"/>
                      <a:pt x="230" y="292"/>
                    </a:cubicBezTo>
                    <a:cubicBezTo>
                      <a:pt x="239" y="329"/>
                      <a:pt x="239" y="329"/>
                      <a:pt x="239" y="329"/>
                    </a:cubicBezTo>
                    <a:cubicBezTo>
                      <a:pt x="248" y="311"/>
                      <a:pt x="248" y="311"/>
                      <a:pt x="248" y="311"/>
                    </a:cubicBezTo>
                    <a:cubicBezTo>
                      <a:pt x="249" y="308"/>
                      <a:pt x="250" y="306"/>
                      <a:pt x="249" y="305"/>
                    </a:cubicBezTo>
                    <a:cubicBezTo>
                      <a:pt x="249" y="304"/>
                      <a:pt x="248" y="302"/>
                      <a:pt x="245" y="301"/>
                    </a:cubicBezTo>
                    <a:cubicBezTo>
                      <a:pt x="246" y="299"/>
                      <a:pt x="246" y="299"/>
                      <a:pt x="246" y="299"/>
                    </a:cubicBezTo>
                    <a:cubicBezTo>
                      <a:pt x="261" y="306"/>
                      <a:pt x="261" y="306"/>
                      <a:pt x="261" y="306"/>
                    </a:cubicBezTo>
                    <a:cubicBezTo>
                      <a:pt x="260" y="308"/>
                      <a:pt x="260" y="308"/>
                      <a:pt x="260" y="308"/>
                    </a:cubicBezTo>
                    <a:cubicBezTo>
                      <a:pt x="258" y="307"/>
                      <a:pt x="256" y="307"/>
                      <a:pt x="255" y="308"/>
                    </a:cubicBezTo>
                    <a:cubicBezTo>
                      <a:pt x="254" y="308"/>
                      <a:pt x="252" y="310"/>
                      <a:pt x="251" y="312"/>
                    </a:cubicBezTo>
                    <a:cubicBezTo>
                      <a:pt x="234" y="350"/>
                      <a:pt x="234" y="350"/>
                      <a:pt x="234" y="350"/>
                    </a:cubicBezTo>
                    <a:cubicBezTo>
                      <a:pt x="228" y="348"/>
                      <a:pt x="228" y="348"/>
                      <a:pt x="228" y="348"/>
                    </a:cubicBezTo>
                    <a:cubicBezTo>
                      <a:pt x="215" y="297"/>
                      <a:pt x="215" y="297"/>
                      <a:pt x="215" y="297"/>
                    </a:cubicBezTo>
                    <a:cubicBezTo>
                      <a:pt x="202" y="325"/>
                      <a:pt x="202" y="325"/>
                      <a:pt x="202" y="325"/>
                    </a:cubicBezTo>
                    <a:cubicBezTo>
                      <a:pt x="201" y="328"/>
                      <a:pt x="200" y="330"/>
                      <a:pt x="201" y="331"/>
                    </a:cubicBezTo>
                    <a:cubicBezTo>
                      <a:pt x="201" y="332"/>
                      <a:pt x="203" y="334"/>
                      <a:pt x="205" y="335"/>
                    </a:cubicBezTo>
                    <a:cubicBezTo>
                      <a:pt x="204" y="337"/>
                      <a:pt x="204" y="337"/>
                      <a:pt x="204" y="337"/>
                    </a:cubicBezTo>
                    <a:cubicBezTo>
                      <a:pt x="189" y="329"/>
                      <a:pt x="189" y="329"/>
                      <a:pt x="189" y="329"/>
                    </a:cubicBezTo>
                    <a:cubicBezTo>
                      <a:pt x="190" y="328"/>
                      <a:pt x="190" y="328"/>
                      <a:pt x="190" y="328"/>
                    </a:cubicBezTo>
                    <a:cubicBezTo>
                      <a:pt x="192" y="329"/>
                      <a:pt x="194" y="329"/>
                      <a:pt x="195" y="328"/>
                    </a:cubicBezTo>
                    <a:cubicBezTo>
                      <a:pt x="196" y="328"/>
                      <a:pt x="198" y="326"/>
                      <a:pt x="199" y="324"/>
                    </a:cubicBezTo>
                    <a:cubicBezTo>
                      <a:pt x="213" y="294"/>
                      <a:pt x="213" y="294"/>
                      <a:pt x="213" y="294"/>
                    </a:cubicBezTo>
                    <a:close/>
                    <a:moveTo>
                      <a:pt x="340" y="352"/>
                    </a:moveTo>
                    <a:cubicBezTo>
                      <a:pt x="342" y="329"/>
                      <a:pt x="342" y="329"/>
                      <a:pt x="342" y="329"/>
                    </a:cubicBezTo>
                    <a:cubicBezTo>
                      <a:pt x="342" y="326"/>
                      <a:pt x="342" y="324"/>
                      <a:pt x="341" y="323"/>
                    </a:cubicBezTo>
                    <a:cubicBezTo>
                      <a:pt x="340" y="322"/>
                      <a:pt x="339" y="321"/>
                      <a:pt x="336" y="321"/>
                    </a:cubicBezTo>
                    <a:cubicBezTo>
                      <a:pt x="337" y="319"/>
                      <a:pt x="337" y="319"/>
                      <a:pt x="337" y="319"/>
                    </a:cubicBezTo>
                    <a:cubicBezTo>
                      <a:pt x="353" y="320"/>
                      <a:pt x="353" y="320"/>
                      <a:pt x="353" y="320"/>
                    </a:cubicBezTo>
                    <a:cubicBezTo>
                      <a:pt x="353" y="322"/>
                      <a:pt x="353" y="322"/>
                      <a:pt x="353" y="322"/>
                    </a:cubicBezTo>
                    <a:cubicBezTo>
                      <a:pt x="351" y="322"/>
                      <a:pt x="349" y="323"/>
                      <a:pt x="348" y="324"/>
                    </a:cubicBezTo>
                    <a:cubicBezTo>
                      <a:pt x="347" y="325"/>
                      <a:pt x="346" y="327"/>
                      <a:pt x="346" y="329"/>
                    </a:cubicBezTo>
                    <a:cubicBezTo>
                      <a:pt x="344" y="352"/>
                      <a:pt x="344" y="352"/>
                      <a:pt x="344" y="352"/>
                    </a:cubicBezTo>
                    <a:cubicBezTo>
                      <a:pt x="343" y="356"/>
                      <a:pt x="343" y="359"/>
                      <a:pt x="342" y="361"/>
                    </a:cubicBezTo>
                    <a:cubicBezTo>
                      <a:pt x="341" y="363"/>
                      <a:pt x="340" y="364"/>
                      <a:pt x="339" y="366"/>
                    </a:cubicBezTo>
                    <a:cubicBezTo>
                      <a:pt x="337" y="368"/>
                      <a:pt x="334" y="369"/>
                      <a:pt x="331" y="370"/>
                    </a:cubicBezTo>
                    <a:cubicBezTo>
                      <a:pt x="328" y="371"/>
                      <a:pt x="325" y="371"/>
                      <a:pt x="321" y="371"/>
                    </a:cubicBezTo>
                    <a:cubicBezTo>
                      <a:pt x="314" y="370"/>
                      <a:pt x="309" y="368"/>
                      <a:pt x="306" y="365"/>
                    </a:cubicBezTo>
                    <a:cubicBezTo>
                      <a:pt x="303" y="361"/>
                      <a:pt x="302" y="356"/>
                      <a:pt x="302" y="350"/>
                    </a:cubicBezTo>
                    <a:cubicBezTo>
                      <a:pt x="304" y="326"/>
                      <a:pt x="304" y="326"/>
                      <a:pt x="304" y="326"/>
                    </a:cubicBezTo>
                    <a:cubicBezTo>
                      <a:pt x="305" y="323"/>
                      <a:pt x="304" y="321"/>
                      <a:pt x="303" y="320"/>
                    </a:cubicBezTo>
                    <a:cubicBezTo>
                      <a:pt x="303" y="319"/>
                      <a:pt x="301" y="318"/>
                      <a:pt x="299" y="318"/>
                    </a:cubicBezTo>
                    <a:cubicBezTo>
                      <a:pt x="299" y="316"/>
                      <a:pt x="299" y="316"/>
                      <a:pt x="299" y="316"/>
                    </a:cubicBezTo>
                    <a:cubicBezTo>
                      <a:pt x="328" y="318"/>
                      <a:pt x="328" y="318"/>
                      <a:pt x="328" y="318"/>
                    </a:cubicBezTo>
                    <a:cubicBezTo>
                      <a:pt x="328" y="320"/>
                      <a:pt x="328" y="320"/>
                      <a:pt x="328" y="320"/>
                    </a:cubicBezTo>
                    <a:cubicBezTo>
                      <a:pt x="325" y="320"/>
                      <a:pt x="323" y="321"/>
                      <a:pt x="322" y="322"/>
                    </a:cubicBezTo>
                    <a:cubicBezTo>
                      <a:pt x="321" y="323"/>
                      <a:pt x="321" y="324"/>
                      <a:pt x="320" y="327"/>
                    </a:cubicBezTo>
                    <a:cubicBezTo>
                      <a:pt x="318" y="355"/>
                      <a:pt x="318" y="355"/>
                      <a:pt x="318" y="355"/>
                    </a:cubicBezTo>
                    <a:cubicBezTo>
                      <a:pt x="318" y="359"/>
                      <a:pt x="318" y="362"/>
                      <a:pt x="320" y="364"/>
                    </a:cubicBezTo>
                    <a:cubicBezTo>
                      <a:pt x="321" y="366"/>
                      <a:pt x="323" y="367"/>
                      <a:pt x="327" y="367"/>
                    </a:cubicBezTo>
                    <a:cubicBezTo>
                      <a:pt x="331" y="367"/>
                      <a:pt x="334" y="366"/>
                      <a:pt x="336" y="364"/>
                    </a:cubicBezTo>
                    <a:cubicBezTo>
                      <a:pt x="338" y="361"/>
                      <a:pt x="340" y="358"/>
                      <a:pt x="340" y="352"/>
                    </a:cubicBezTo>
                    <a:cubicBezTo>
                      <a:pt x="340" y="352"/>
                      <a:pt x="340" y="352"/>
                      <a:pt x="340" y="352"/>
                    </a:cubicBezTo>
                    <a:close/>
                    <a:moveTo>
                      <a:pt x="368" y="329"/>
                    </a:moveTo>
                    <a:cubicBezTo>
                      <a:pt x="368" y="327"/>
                      <a:pt x="367" y="325"/>
                      <a:pt x="366" y="324"/>
                    </a:cubicBezTo>
                    <a:cubicBezTo>
                      <a:pt x="365" y="323"/>
                      <a:pt x="363" y="323"/>
                      <a:pt x="361" y="323"/>
                    </a:cubicBezTo>
                    <a:cubicBezTo>
                      <a:pt x="360" y="321"/>
                      <a:pt x="360" y="321"/>
                      <a:pt x="360" y="321"/>
                    </a:cubicBezTo>
                    <a:cubicBezTo>
                      <a:pt x="382" y="318"/>
                      <a:pt x="382" y="318"/>
                      <a:pt x="382" y="318"/>
                    </a:cubicBezTo>
                    <a:cubicBezTo>
                      <a:pt x="410" y="344"/>
                      <a:pt x="410" y="344"/>
                      <a:pt x="410" y="344"/>
                    </a:cubicBezTo>
                    <a:cubicBezTo>
                      <a:pt x="407" y="324"/>
                      <a:pt x="407" y="324"/>
                      <a:pt x="407" y="324"/>
                    </a:cubicBezTo>
                    <a:cubicBezTo>
                      <a:pt x="407" y="321"/>
                      <a:pt x="406" y="320"/>
                      <a:pt x="405" y="319"/>
                    </a:cubicBezTo>
                    <a:cubicBezTo>
                      <a:pt x="404" y="318"/>
                      <a:pt x="402" y="317"/>
                      <a:pt x="400" y="317"/>
                    </a:cubicBezTo>
                    <a:cubicBezTo>
                      <a:pt x="399" y="316"/>
                      <a:pt x="399" y="316"/>
                      <a:pt x="399" y="316"/>
                    </a:cubicBezTo>
                    <a:cubicBezTo>
                      <a:pt x="416" y="313"/>
                      <a:pt x="416" y="313"/>
                      <a:pt x="416" y="313"/>
                    </a:cubicBezTo>
                    <a:cubicBezTo>
                      <a:pt x="416" y="315"/>
                      <a:pt x="416" y="315"/>
                      <a:pt x="416" y="315"/>
                    </a:cubicBezTo>
                    <a:cubicBezTo>
                      <a:pt x="414" y="316"/>
                      <a:pt x="412" y="316"/>
                      <a:pt x="411" y="318"/>
                    </a:cubicBezTo>
                    <a:cubicBezTo>
                      <a:pt x="410" y="319"/>
                      <a:pt x="410" y="321"/>
                      <a:pt x="411" y="323"/>
                    </a:cubicBezTo>
                    <a:cubicBezTo>
                      <a:pt x="416" y="365"/>
                      <a:pt x="416" y="365"/>
                      <a:pt x="416" y="365"/>
                    </a:cubicBezTo>
                    <a:cubicBezTo>
                      <a:pt x="411" y="366"/>
                      <a:pt x="411" y="366"/>
                      <a:pt x="411" y="366"/>
                    </a:cubicBezTo>
                    <a:cubicBezTo>
                      <a:pt x="372" y="330"/>
                      <a:pt x="372" y="330"/>
                      <a:pt x="372" y="330"/>
                    </a:cubicBezTo>
                    <a:cubicBezTo>
                      <a:pt x="376" y="361"/>
                      <a:pt x="376" y="361"/>
                      <a:pt x="376" y="361"/>
                    </a:cubicBezTo>
                    <a:cubicBezTo>
                      <a:pt x="377" y="364"/>
                      <a:pt x="377" y="366"/>
                      <a:pt x="379" y="367"/>
                    </a:cubicBezTo>
                    <a:cubicBezTo>
                      <a:pt x="380" y="368"/>
                      <a:pt x="381" y="368"/>
                      <a:pt x="384" y="368"/>
                    </a:cubicBezTo>
                    <a:cubicBezTo>
                      <a:pt x="384" y="370"/>
                      <a:pt x="384" y="370"/>
                      <a:pt x="384" y="370"/>
                    </a:cubicBezTo>
                    <a:cubicBezTo>
                      <a:pt x="368" y="372"/>
                      <a:pt x="368" y="372"/>
                      <a:pt x="368" y="372"/>
                    </a:cubicBezTo>
                    <a:cubicBezTo>
                      <a:pt x="367" y="370"/>
                      <a:pt x="367" y="370"/>
                      <a:pt x="367" y="370"/>
                    </a:cubicBezTo>
                    <a:cubicBezTo>
                      <a:pt x="370" y="370"/>
                      <a:pt x="371" y="369"/>
                      <a:pt x="372" y="368"/>
                    </a:cubicBezTo>
                    <a:cubicBezTo>
                      <a:pt x="373" y="366"/>
                      <a:pt x="373" y="364"/>
                      <a:pt x="373" y="362"/>
                    </a:cubicBezTo>
                    <a:cubicBezTo>
                      <a:pt x="368" y="329"/>
                      <a:pt x="368" y="329"/>
                      <a:pt x="368" y="329"/>
                    </a:cubicBezTo>
                    <a:close/>
                    <a:moveTo>
                      <a:pt x="461" y="345"/>
                    </a:moveTo>
                    <a:cubicBezTo>
                      <a:pt x="462" y="348"/>
                      <a:pt x="463" y="349"/>
                      <a:pt x="464" y="350"/>
                    </a:cubicBezTo>
                    <a:cubicBezTo>
                      <a:pt x="465" y="351"/>
                      <a:pt x="467" y="351"/>
                      <a:pt x="469" y="351"/>
                    </a:cubicBezTo>
                    <a:cubicBezTo>
                      <a:pt x="470" y="352"/>
                      <a:pt x="470" y="352"/>
                      <a:pt x="470" y="352"/>
                    </a:cubicBezTo>
                    <a:cubicBezTo>
                      <a:pt x="442" y="360"/>
                      <a:pt x="442" y="360"/>
                      <a:pt x="442" y="360"/>
                    </a:cubicBezTo>
                    <a:cubicBezTo>
                      <a:pt x="441" y="359"/>
                      <a:pt x="441" y="359"/>
                      <a:pt x="441" y="359"/>
                    </a:cubicBezTo>
                    <a:cubicBezTo>
                      <a:pt x="444" y="358"/>
                      <a:pt x="445" y="357"/>
                      <a:pt x="446" y="355"/>
                    </a:cubicBezTo>
                    <a:cubicBezTo>
                      <a:pt x="446" y="354"/>
                      <a:pt x="446" y="352"/>
                      <a:pt x="446" y="350"/>
                    </a:cubicBezTo>
                    <a:cubicBezTo>
                      <a:pt x="436" y="318"/>
                      <a:pt x="436" y="318"/>
                      <a:pt x="436" y="318"/>
                    </a:cubicBezTo>
                    <a:cubicBezTo>
                      <a:pt x="436" y="316"/>
                      <a:pt x="435" y="314"/>
                      <a:pt x="433" y="313"/>
                    </a:cubicBezTo>
                    <a:cubicBezTo>
                      <a:pt x="432" y="312"/>
                      <a:pt x="430" y="312"/>
                      <a:pt x="428" y="313"/>
                    </a:cubicBezTo>
                    <a:cubicBezTo>
                      <a:pt x="428" y="311"/>
                      <a:pt x="428" y="311"/>
                      <a:pt x="428" y="311"/>
                    </a:cubicBezTo>
                    <a:cubicBezTo>
                      <a:pt x="456" y="303"/>
                      <a:pt x="456" y="303"/>
                      <a:pt x="456" y="303"/>
                    </a:cubicBezTo>
                    <a:cubicBezTo>
                      <a:pt x="456" y="305"/>
                      <a:pt x="456" y="305"/>
                      <a:pt x="456" y="305"/>
                    </a:cubicBezTo>
                    <a:cubicBezTo>
                      <a:pt x="454" y="306"/>
                      <a:pt x="452" y="307"/>
                      <a:pt x="452" y="308"/>
                    </a:cubicBezTo>
                    <a:cubicBezTo>
                      <a:pt x="451" y="309"/>
                      <a:pt x="451" y="311"/>
                      <a:pt x="452" y="314"/>
                    </a:cubicBezTo>
                    <a:cubicBezTo>
                      <a:pt x="461" y="345"/>
                      <a:pt x="461" y="345"/>
                      <a:pt x="461" y="345"/>
                    </a:cubicBezTo>
                    <a:close/>
                    <a:moveTo>
                      <a:pt x="508" y="337"/>
                    </a:moveTo>
                    <a:cubicBezTo>
                      <a:pt x="511" y="336"/>
                      <a:pt x="511" y="336"/>
                      <a:pt x="511" y="336"/>
                    </a:cubicBezTo>
                    <a:cubicBezTo>
                      <a:pt x="507" y="287"/>
                      <a:pt x="507" y="287"/>
                      <a:pt x="507" y="287"/>
                    </a:cubicBezTo>
                    <a:cubicBezTo>
                      <a:pt x="507" y="285"/>
                      <a:pt x="507" y="284"/>
                      <a:pt x="507" y="282"/>
                    </a:cubicBezTo>
                    <a:cubicBezTo>
                      <a:pt x="508" y="281"/>
                      <a:pt x="509" y="280"/>
                      <a:pt x="510" y="279"/>
                    </a:cubicBezTo>
                    <a:cubicBezTo>
                      <a:pt x="509" y="277"/>
                      <a:pt x="509" y="277"/>
                      <a:pt x="509" y="277"/>
                    </a:cubicBezTo>
                    <a:cubicBezTo>
                      <a:pt x="495" y="285"/>
                      <a:pt x="495" y="285"/>
                      <a:pt x="495" y="285"/>
                    </a:cubicBezTo>
                    <a:cubicBezTo>
                      <a:pt x="496" y="286"/>
                      <a:pt x="496" y="286"/>
                      <a:pt x="496" y="286"/>
                    </a:cubicBezTo>
                    <a:cubicBezTo>
                      <a:pt x="498" y="286"/>
                      <a:pt x="499" y="285"/>
                      <a:pt x="500" y="285"/>
                    </a:cubicBezTo>
                    <a:cubicBezTo>
                      <a:pt x="501" y="285"/>
                      <a:pt x="502" y="286"/>
                      <a:pt x="503" y="287"/>
                    </a:cubicBezTo>
                    <a:cubicBezTo>
                      <a:pt x="503" y="287"/>
                      <a:pt x="503" y="287"/>
                      <a:pt x="503" y="288"/>
                    </a:cubicBezTo>
                    <a:cubicBezTo>
                      <a:pt x="503" y="288"/>
                      <a:pt x="503" y="289"/>
                      <a:pt x="503" y="290"/>
                    </a:cubicBezTo>
                    <a:cubicBezTo>
                      <a:pt x="506" y="316"/>
                      <a:pt x="506" y="316"/>
                      <a:pt x="506" y="316"/>
                    </a:cubicBezTo>
                    <a:cubicBezTo>
                      <a:pt x="485" y="298"/>
                      <a:pt x="485" y="298"/>
                      <a:pt x="485" y="298"/>
                    </a:cubicBezTo>
                    <a:cubicBezTo>
                      <a:pt x="484" y="297"/>
                      <a:pt x="484" y="297"/>
                      <a:pt x="484" y="297"/>
                    </a:cubicBezTo>
                    <a:cubicBezTo>
                      <a:pt x="484" y="297"/>
                      <a:pt x="484" y="296"/>
                      <a:pt x="483" y="296"/>
                    </a:cubicBezTo>
                    <a:cubicBezTo>
                      <a:pt x="483" y="295"/>
                      <a:pt x="483" y="295"/>
                      <a:pt x="483" y="294"/>
                    </a:cubicBezTo>
                    <a:cubicBezTo>
                      <a:pt x="484" y="293"/>
                      <a:pt x="485" y="292"/>
                      <a:pt x="486" y="292"/>
                    </a:cubicBezTo>
                    <a:cubicBezTo>
                      <a:pt x="486" y="291"/>
                      <a:pt x="486" y="291"/>
                      <a:pt x="486" y="291"/>
                    </a:cubicBezTo>
                    <a:cubicBezTo>
                      <a:pt x="486" y="290"/>
                      <a:pt x="486" y="290"/>
                      <a:pt x="486" y="290"/>
                    </a:cubicBezTo>
                    <a:cubicBezTo>
                      <a:pt x="462" y="302"/>
                      <a:pt x="462" y="302"/>
                      <a:pt x="462" y="302"/>
                    </a:cubicBezTo>
                    <a:cubicBezTo>
                      <a:pt x="463" y="304"/>
                      <a:pt x="463" y="304"/>
                      <a:pt x="463" y="304"/>
                    </a:cubicBezTo>
                    <a:cubicBezTo>
                      <a:pt x="464" y="303"/>
                      <a:pt x="465" y="303"/>
                      <a:pt x="467" y="303"/>
                    </a:cubicBezTo>
                    <a:cubicBezTo>
                      <a:pt x="468" y="304"/>
                      <a:pt x="469" y="305"/>
                      <a:pt x="471" y="306"/>
                    </a:cubicBezTo>
                    <a:cubicBezTo>
                      <a:pt x="508" y="337"/>
                      <a:pt x="508" y="337"/>
                      <a:pt x="508" y="337"/>
                    </a:cubicBezTo>
                    <a:close/>
                    <a:moveTo>
                      <a:pt x="547" y="316"/>
                    </a:moveTo>
                    <a:cubicBezTo>
                      <a:pt x="546" y="315"/>
                      <a:pt x="546" y="315"/>
                      <a:pt x="546" y="315"/>
                    </a:cubicBezTo>
                    <a:cubicBezTo>
                      <a:pt x="548" y="313"/>
                      <a:pt x="549" y="311"/>
                      <a:pt x="549" y="310"/>
                    </a:cubicBezTo>
                    <a:cubicBezTo>
                      <a:pt x="549" y="308"/>
                      <a:pt x="548" y="307"/>
                      <a:pt x="547" y="305"/>
                    </a:cubicBezTo>
                    <a:cubicBezTo>
                      <a:pt x="526" y="279"/>
                      <a:pt x="526" y="279"/>
                      <a:pt x="526" y="279"/>
                    </a:cubicBezTo>
                    <a:cubicBezTo>
                      <a:pt x="524" y="277"/>
                      <a:pt x="523" y="276"/>
                      <a:pt x="521" y="276"/>
                    </a:cubicBezTo>
                    <a:cubicBezTo>
                      <a:pt x="520" y="275"/>
                      <a:pt x="518" y="276"/>
                      <a:pt x="516" y="277"/>
                    </a:cubicBezTo>
                    <a:cubicBezTo>
                      <a:pt x="515" y="276"/>
                      <a:pt x="515" y="276"/>
                      <a:pt x="515" y="276"/>
                    </a:cubicBezTo>
                    <a:cubicBezTo>
                      <a:pt x="550" y="248"/>
                      <a:pt x="550" y="248"/>
                      <a:pt x="550" y="248"/>
                    </a:cubicBezTo>
                    <a:cubicBezTo>
                      <a:pt x="559" y="258"/>
                      <a:pt x="559" y="258"/>
                      <a:pt x="559" y="258"/>
                    </a:cubicBezTo>
                    <a:cubicBezTo>
                      <a:pt x="558" y="260"/>
                      <a:pt x="558" y="260"/>
                      <a:pt x="558" y="260"/>
                    </a:cubicBezTo>
                    <a:cubicBezTo>
                      <a:pt x="555" y="257"/>
                      <a:pt x="552" y="256"/>
                      <a:pt x="549" y="256"/>
                    </a:cubicBezTo>
                    <a:cubicBezTo>
                      <a:pt x="547" y="255"/>
                      <a:pt x="544" y="257"/>
                      <a:pt x="540" y="260"/>
                    </a:cubicBezTo>
                    <a:cubicBezTo>
                      <a:pt x="535" y="264"/>
                      <a:pt x="535" y="264"/>
                      <a:pt x="535" y="264"/>
                    </a:cubicBezTo>
                    <a:cubicBezTo>
                      <a:pt x="547" y="280"/>
                      <a:pt x="547" y="280"/>
                      <a:pt x="547" y="280"/>
                    </a:cubicBezTo>
                    <a:cubicBezTo>
                      <a:pt x="548" y="279"/>
                      <a:pt x="548" y="279"/>
                      <a:pt x="548" y="279"/>
                    </a:cubicBezTo>
                    <a:cubicBezTo>
                      <a:pt x="550" y="278"/>
                      <a:pt x="551" y="276"/>
                      <a:pt x="551" y="274"/>
                    </a:cubicBezTo>
                    <a:cubicBezTo>
                      <a:pt x="551" y="271"/>
                      <a:pt x="550" y="269"/>
                      <a:pt x="548" y="266"/>
                    </a:cubicBezTo>
                    <a:cubicBezTo>
                      <a:pt x="550" y="264"/>
                      <a:pt x="550" y="264"/>
                      <a:pt x="550" y="264"/>
                    </a:cubicBezTo>
                    <a:cubicBezTo>
                      <a:pt x="565" y="284"/>
                      <a:pt x="565" y="284"/>
                      <a:pt x="565" y="284"/>
                    </a:cubicBezTo>
                    <a:cubicBezTo>
                      <a:pt x="564" y="285"/>
                      <a:pt x="564" y="285"/>
                      <a:pt x="564" y="285"/>
                    </a:cubicBezTo>
                    <a:cubicBezTo>
                      <a:pt x="561" y="282"/>
                      <a:pt x="559" y="280"/>
                      <a:pt x="557" y="280"/>
                    </a:cubicBezTo>
                    <a:cubicBezTo>
                      <a:pt x="554" y="280"/>
                      <a:pt x="552" y="280"/>
                      <a:pt x="550" y="282"/>
                    </a:cubicBezTo>
                    <a:cubicBezTo>
                      <a:pt x="550" y="283"/>
                      <a:pt x="550" y="283"/>
                      <a:pt x="550" y="283"/>
                    </a:cubicBezTo>
                    <a:cubicBezTo>
                      <a:pt x="560" y="295"/>
                      <a:pt x="560" y="295"/>
                      <a:pt x="560" y="295"/>
                    </a:cubicBezTo>
                    <a:cubicBezTo>
                      <a:pt x="561" y="297"/>
                      <a:pt x="562" y="298"/>
                      <a:pt x="563" y="298"/>
                    </a:cubicBezTo>
                    <a:cubicBezTo>
                      <a:pt x="564" y="298"/>
                      <a:pt x="566" y="297"/>
                      <a:pt x="568" y="295"/>
                    </a:cubicBezTo>
                    <a:cubicBezTo>
                      <a:pt x="572" y="292"/>
                      <a:pt x="574" y="289"/>
                      <a:pt x="575" y="286"/>
                    </a:cubicBezTo>
                    <a:cubicBezTo>
                      <a:pt x="576" y="282"/>
                      <a:pt x="575" y="279"/>
                      <a:pt x="573" y="274"/>
                    </a:cubicBezTo>
                    <a:cubicBezTo>
                      <a:pt x="575" y="273"/>
                      <a:pt x="575" y="273"/>
                      <a:pt x="575" y="273"/>
                    </a:cubicBezTo>
                    <a:cubicBezTo>
                      <a:pt x="583" y="287"/>
                      <a:pt x="583" y="287"/>
                      <a:pt x="583" y="287"/>
                    </a:cubicBezTo>
                    <a:cubicBezTo>
                      <a:pt x="547" y="316"/>
                      <a:pt x="547" y="316"/>
                      <a:pt x="547" y="316"/>
                    </a:cubicBezTo>
                    <a:close/>
                    <a:moveTo>
                      <a:pt x="595" y="239"/>
                    </a:moveTo>
                    <a:cubicBezTo>
                      <a:pt x="596" y="238"/>
                      <a:pt x="596" y="238"/>
                      <a:pt x="596" y="238"/>
                    </a:cubicBezTo>
                    <a:cubicBezTo>
                      <a:pt x="598" y="236"/>
                      <a:pt x="599" y="233"/>
                      <a:pt x="599" y="231"/>
                    </a:cubicBezTo>
                    <a:cubicBezTo>
                      <a:pt x="598" y="229"/>
                      <a:pt x="597" y="226"/>
                      <a:pt x="594" y="224"/>
                    </a:cubicBezTo>
                    <a:cubicBezTo>
                      <a:pt x="591" y="221"/>
                      <a:pt x="588" y="220"/>
                      <a:pt x="586" y="220"/>
                    </a:cubicBezTo>
                    <a:cubicBezTo>
                      <a:pt x="583" y="220"/>
                      <a:pt x="581" y="222"/>
                      <a:pt x="579" y="225"/>
                    </a:cubicBezTo>
                    <a:cubicBezTo>
                      <a:pt x="595" y="239"/>
                      <a:pt x="595" y="239"/>
                      <a:pt x="595" y="239"/>
                    </a:cubicBezTo>
                    <a:close/>
                    <a:moveTo>
                      <a:pt x="609" y="250"/>
                    </a:moveTo>
                    <a:cubicBezTo>
                      <a:pt x="598" y="241"/>
                      <a:pt x="598" y="241"/>
                      <a:pt x="598" y="241"/>
                    </a:cubicBezTo>
                    <a:cubicBezTo>
                      <a:pt x="599" y="240"/>
                      <a:pt x="599" y="240"/>
                      <a:pt x="599" y="240"/>
                    </a:cubicBezTo>
                    <a:cubicBezTo>
                      <a:pt x="625" y="245"/>
                      <a:pt x="625" y="245"/>
                      <a:pt x="625" y="245"/>
                    </a:cubicBezTo>
                    <a:cubicBezTo>
                      <a:pt x="637" y="230"/>
                      <a:pt x="637" y="230"/>
                      <a:pt x="637" y="230"/>
                    </a:cubicBezTo>
                    <a:cubicBezTo>
                      <a:pt x="636" y="229"/>
                      <a:pt x="636" y="229"/>
                      <a:pt x="636" y="229"/>
                    </a:cubicBezTo>
                    <a:cubicBezTo>
                      <a:pt x="635" y="230"/>
                      <a:pt x="634" y="231"/>
                      <a:pt x="633" y="231"/>
                    </a:cubicBezTo>
                    <a:cubicBezTo>
                      <a:pt x="632" y="231"/>
                      <a:pt x="630" y="231"/>
                      <a:pt x="628" y="231"/>
                    </a:cubicBezTo>
                    <a:cubicBezTo>
                      <a:pt x="608" y="227"/>
                      <a:pt x="608" y="227"/>
                      <a:pt x="608" y="227"/>
                    </a:cubicBezTo>
                    <a:cubicBezTo>
                      <a:pt x="609" y="224"/>
                      <a:pt x="609" y="221"/>
                      <a:pt x="609" y="218"/>
                    </a:cubicBezTo>
                    <a:cubicBezTo>
                      <a:pt x="608" y="215"/>
                      <a:pt x="607" y="213"/>
                      <a:pt x="604" y="211"/>
                    </a:cubicBezTo>
                    <a:cubicBezTo>
                      <a:pt x="601" y="208"/>
                      <a:pt x="597" y="207"/>
                      <a:pt x="593" y="209"/>
                    </a:cubicBezTo>
                    <a:cubicBezTo>
                      <a:pt x="589" y="210"/>
                      <a:pt x="585" y="213"/>
                      <a:pt x="580" y="218"/>
                    </a:cubicBezTo>
                    <a:cubicBezTo>
                      <a:pt x="562" y="240"/>
                      <a:pt x="562" y="240"/>
                      <a:pt x="562" y="240"/>
                    </a:cubicBezTo>
                    <a:cubicBezTo>
                      <a:pt x="563" y="241"/>
                      <a:pt x="563" y="241"/>
                      <a:pt x="563" y="241"/>
                    </a:cubicBezTo>
                    <a:cubicBezTo>
                      <a:pt x="565" y="240"/>
                      <a:pt x="567" y="239"/>
                      <a:pt x="568" y="239"/>
                    </a:cubicBezTo>
                    <a:cubicBezTo>
                      <a:pt x="569" y="239"/>
                      <a:pt x="571" y="239"/>
                      <a:pt x="573" y="241"/>
                    </a:cubicBezTo>
                    <a:cubicBezTo>
                      <a:pt x="598" y="262"/>
                      <a:pt x="598" y="262"/>
                      <a:pt x="598" y="262"/>
                    </a:cubicBezTo>
                    <a:cubicBezTo>
                      <a:pt x="600" y="264"/>
                      <a:pt x="602" y="266"/>
                      <a:pt x="602" y="267"/>
                    </a:cubicBezTo>
                    <a:cubicBezTo>
                      <a:pt x="602" y="269"/>
                      <a:pt x="601" y="270"/>
                      <a:pt x="600" y="272"/>
                    </a:cubicBezTo>
                    <a:cubicBezTo>
                      <a:pt x="601" y="273"/>
                      <a:pt x="601" y="273"/>
                      <a:pt x="601" y="273"/>
                    </a:cubicBezTo>
                    <a:cubicBezTo>
                      <a:pt x="620" y="251"/>
                      <a:pt x="620" y="251"/>
                      <a:pt x="620" y="251"/>
                    </a:cubicBezTo>
                    <a:cubicBezTo>
                      <a:pt x="619" y="249"/>
                      <a:pt x="619" y="249"/>
                      <a:pt x="619" y="249"/>
                    </a:cubicBezTo>
                    <a:cubicBezTo>
                      <a:pt x="617" y="251"/>
                      <a:pt x="616" y="252"/>
                      <a:pt x="614" y="252"/>
                    </a:cubicBezTo>
                    <a:cubicBezTo>
                      <a:pt x="613" y="253"/>
                      <a:pt x="611" y="252"/>
                      <a:pt x="609" y="250"/>
                    </a:cubicBezTo>
                    <a:cubicBezTo>
                      <a:pt x="609" y="250"/>
                      <a:pt x="609" y="250"/>
                      <a:pt x="609" y="250"/>
                    </a:cubicBezTo>
                    <a:close/>
                    <a:moveTo>
                      <a:pt x="651" y="215"/>
                    </a:moveTo>
                    <a:cubicBezTo>
                      <a:pt x="634" y="206"/>
                      <a:pt x="634" y="206"/>
                      <a:pt x="634" y="206"/>
                    </a:cubicBezTo>
                    <a:cubicBezTo>
                      <a:pt x="635" y="204"/>
                      <a:pt x="635" y="204"/>
                      <a:pt x="635" y="204"/>
                    </a:cubicBezTo>
                    <a:cubicBezTo>
                      <a:pt x="639" y="206"/>
                      <a:pt x="643" y="206"/>
                      <a:pt x="648" y="205"/>
                    </a:cubicBezTo>
                    <a:cubicBezTo>
                      <a:pt x="652" y="203"/>
                      <a:pt x="655" y="200"/>
                      <a:pt x="657" y="196"/>
                    </a:cubicBezTo>
                    <a:cubicBezTo>
                      <a:pt x="659" y="194"/>
                      <a:pt x="659" y="191"/>
                      <a:pt x="659" y="189"/>
                    </a:cubicBezTo>
                    <a:cubicBezTo>
                      <a:pt x="659" y="187"/>
                      <a:pt x="658" y="185"/>
                      <a:pt x="656" y="184"/>
                    </a:cubicBezTo>
                    <a:cubicBezTo>
                      <a:pt x="653" y="183"/>
                      <a:pt x="648" y="185"/>
                      <a:pt x="641" y="190"/>
                    </a:cubicBezTo>
                    <a:cubicBezTo>
                      <a:pt x="640" y="190"/>
                      <a:pt x="640" y="190"/>
                      <a:pt x="640" y="190"/>
                    </a:cubicBezTo>
                    <a:cubicBezTo>
                      <a:pt x="640" y="191"/>
                      <a:pt x="639" y="191"/>
                      <a:pt x="638" y="192"/>
                    </a:cubicBezTo>
                    <a:cubicBezTo>
                      <a:pt x="633" y="196"/>
                      <a:pt x="629" y="198"/>
                      <a:pt x="626" y="198"/>
                    </a:cubicBezTo>
                    <a:cubicBezTo>
                      <a:pt x="625" y="199"/>
                      <a:pt x="623" y="199"/>
                      <a:pt x="622" y="198"/>
                    </a:cubicBezTo>
                    <a:cubicBezTo>
                      <a:pt x="620" y="198"/>
                      <a:pt x="619" y="198"/>
                      <a:pt x="618" y="197"/>
                    </a:cubicBezTo>
                    <a:cubicBezTo>
                      <a:pt x="614" y="195"/>
                      <a:pt x="611" y="191"/>
                      <a:pt x="610" y="186"/>
                    </a:cubicBezTo>
                    <a:cubicBezTo>
                      <a:pt x="609" y="182"/>
                      <a:pt x="610" y="177"/>
                      <a:pt x="613" y="172"/>
                    </a:cubicBezTo>
                    <a:cubicBezTo>
                      <a:pt x="614" y="169"/>
                      <a:pt x="616" y="167"/>
                      <a:pt x="619" y="165"/>
                    </a:cubicBezTo>
                    <a:cubicBezTo>
                      <a:pt x="622" y="162"/>
                      <a:pt x="623" y="161"/>
                      <a:pt x="623" y="161"/>
                    </a:cubicBezTo>
                    <a:cubicBezTo>
                      <a:pt x="624" y="160"/>
                      <a:pt x="624" y="159"/>
                      <a:pt x="623" y="159"/>
                    </a:cubicBezTo>
                    <a:cubicBezTo>
                      <a:pt x="623" y="158"/>
                      <a:pt x="622" y="158"/>
                      <a:pt x="621" y="157"/>
                    </a:cubicBezTo>
                    <a:cubicBezTo>
                      <a:pt x="622" y="155"/>
                      <a:pt x="622" y="155"/>
                      <a:pt x="622" y="155"/>
                    </a:cubicBezTo>
                    <a:cubicBezTo>
                      <a:pt x="637" y="163"/>
                      <a:pt x="637" y="163"/>
                      <a:pt x="637" y="163"/>
                    </a:cubicBezTo>
                    <a:cubicBezTo>
                      <a:pt x="636" y="165"/>
                      <a:pt x="636" y="165"/>
                      <a:pt x="636" y="165"/>
                    </a:cubicBezTo>
                    <a:cubicBezTo>
                      <a:pt x="632" y="163"/>
                      <a:pt x="628" y="163"/>
                      <a:pt x="625" y="165"/>
                    </a:cubicBezTo>
                    <a:cubicBezTo>
                      <a:pt x="621" y="166"/>
                      <a:pt x="618" y="169"/>
                      <a:pt x="616" y="173"/>
                    </a:cubicBezTo>
                    <a:cubicBezTo>
                      <a:pt x="615" y="175"/>
                      <a:pt x="615" y="177"/>
                      <a:pt x="615" y="179"/>
                    </a:cubicBezTo>
                    <a:cubicBezTo>
                      <a:pt x="615" y="181"/>
                      <a:pt x="616" y="182"/>
                      <a:pt x="618" y="183"/>
                    </a:cubicBezTo>
                    <a:cubicBezTo>
                      <a:pt x="620" y="184"/>
                      <a:pt x="624" y="183"/>
                      <a:pt x="630" y="179"/>
                    </a:cubicBezTo>
                    <a:cubicBezTo>
                      <a:pt x="630" y="178"/>
                      <a:pt x="630" y="178"/>
                      <a:pt x="630" y="178"/>
                    </a:cubicBezTo>
                    <a:cubicBezTo>
                      <a:pt x="634" y="175"/>
                      <a:pt x="637" y="173"/>
                      <a:pt x="639" y="172"/>
                    </a:cubicBezTo>
                    <a:cubicBezTo>
                      <a:pt x="641" y="170"/>
                      <a:pt x="643" y="170"/>
                      <a:pt x="644" y="169"/>
                    </a:cubicBezTo>
                    <a:cubicBezTo>
                      <a:pt x="646" y="169"/>
                      <a:pt x="648" y="169"/>
                      <a:pt x="650" y="169"/>
                    </a:cubicBezTo>
                    <a:cubicBezTo>
                      <a:pt x="652" y="169"/>
                      <a:pt x="654" y="170"/>
                      <a:pt x="656" y="171"/>
                    </a:cubicBezTo>
                    <a:cubicBezTo>
                      <a:pt x="660" y="173"/>
                      <a:pt x="663" y="177"/>
                      <a:pt x="664" y="182"/>
                    </a:cubicBezTo>
                    <a:cubicBezTo>
                      <a:pt x="665" y="186"/>
                      <a:pt x="664" y="191"/>
                      <a:pt x="661" y="197"/>
                    </a:cubicBezTo>
                    <a:cubicBezTo>
                      <a:pt x="659" y="199"/>
                      <a:pt x="657" y="202"/>
                      <a:pt x="654" y="205"/>
                    </a:cubicBezTo>
                    <a:cubicBezTo>
                      <a:pt x="652" y="207"/>
                      <a:pt x="650" y="209"/>
                      <a:pt x="650" y="209"/>
                    </a:cubicBezTo>
                    <a:cubicBezTo>
                      <a:pt x="650" y="210"/>
                      <a:pt x="650" y="211"/>
                      <a:pt x="650" y="211"/>
                    </a:cubicBezTo>
                    <a:cubicBezTo>
                      <a:pt x="650" y="212"/>
                      <a:pt x="651" y="213"/>
                      <a:pt x="652" y="213"/>
                    </a:cubicBezTo>
                    <a:cubicBezTo>
                      <a:pt x="651" y="215"/>
                      <a:pt x="651" y="215"/>
                      <a:pt x="651" y="215"/>
                    </a:cubicBezTo>
                    <a:close/>
                    <a:moveTo>
                      <a:pt x="678" y="136"/>
                    </a:moveTo>
                    <a:cubicBezTo>
                      <a:pt x="647" y="124"/>
                      <a:pt x="647" y="124"/>
                      <a:pt x="647" y="124"/>
                    </a:cubicBezTo>
                    <a:cubicBezTo>
                      <a:pt x="644" y="123"/>
                      <a:pt x="643" y="122"/>
                      <a:pt x="642" y="121"/>
                    </a:cubicBezTo>
                    <a:cubicBezTo>
                      <a:pt x="642" y="120"/>
                      <a:pt x="642" y="118"/>
                      <a:pt x="642" y="116"/>
                    </a:cubicBezTo>
                    <a:cubicBezTo>
                      <a:pt x="641" y="115"/>
                      <a:pt x="641" y="115"/>
                      <a:pt x="641" y="115"/>
                    </a:cubicBezTo>
                    <a:cubicBezTo>
                      <a:pt x="630" y="142"/>
                      <a:pt x="630" y="142"/>
                      <a:pt x="630" y="142"/>
                    </a:cubicBezTo>
                    <a:cubicBezTo>
                      <a:pt x="632" y="143"/>
                      <a:pt x="632" y="143"/>
                      <a:pt x="632" y="143"/>
                    </a:cubicBezTo>
                    <a:cubicBezTo>
                      <a:pt x="633" y="141"/>
                      <a:pt x="634" y="139"/>
                      <a:pt x="635" y="139"/>
                    </a:cubicBezTo>
                    <a:cubicBezTo>
                      <a:pt x="637" y="138"/>
                      <a:pt x="639" y="138"/>
                      <a:pt x="641" y="139"/>
                    </a:cubicBezTo>
                    <a:cubicBezTo>
                      <a:pt x="672" y="151"/>
                      <a:pt x="672" y="151"/>
                      <a:pt x="672" y="151"/>
                    </a:cubicBezTo>
                    <a:cubicBezTo>
                      <a:pt x="674" y="152"/>
                      <a:pt x="676" y="153"/>
                      <a:pt x="677" y="154"/>
                    </a:cubicBezTo>
                    <a:cubicBezTo>
                      <a:pt x="677" y="156"/>
                      <a:pt x="677" y="158"/>
                      <a:pt x="676" y="160"/>
                    </a:cubicBezTo>
                    <a:cubicBezTo>
                      <a:pt x="678" y="161"/>
                      <a:pt x="678" y="161"/>
                      <a:pt x="678" y="161"/>
                    </a:cubicBezTo>
                    <a:cubicBezTo>
                      <a:pt x="689" y="133"/>
                      <a:pt x="689" y="133"/>
                      <a:pt x="689" y="133"/>
                    </a:cubicBezTo>
                    <a:cubicBezTo>
                      <a:pt x="687" y="133"/>
                      <a:pt x="687" y="133"/>
                      <a:pt x="687" y="133"/>
                    </a:cubicBezTo>
                    <a:cubicBezTo>
                      <a:pt x="686" y="135"/>
                      <a:pt x="685" y="136"/>
                      <a:pt x="683" y="137"/>
                    </a:cubicBezTo>
                    <a:cubicBezTo>
                      <a:pt x="682" y="137"/>
                      <a:pt x="680" y="137"/>
                      <a:pt x="678" y="136"/>
                    </a:cubicBezTo>
                    <a:cubicBezTo>
                      <a:pt x="678" y="136"/>
                      <a:pt x="678" y="136"/>
                      <a:pt x="678" y="136"/>
                    </a:cubicBezTo>
                    <a:close/>
                    <a:moveTo>
                      <a:pt x="656" y="57"/>
                    </a:moveTo>
                    <a:cubicBezTo>
                      <a:pt x="669" y="60"/>
                      <a:pt x="669" y="60"/>
                      <a:pt x="669" y="60"/>
                    </a:cubicBezTo>
                    <a:cubicBezTo>
                      <a:pt x="668" y="62"/>
                      <a:pt x="668" y="62"/>
                      <a:pt x="668" y="62"/>
                    </a:cubicBezTo>
                    <a:cubicBezTo>
                      <a:pt x="665" y="62"/>
                      <a:pt x="662" y="62"/>
                      <a:pt x="660" y="63"/>
                    </a:cubicBezTo>
                    <a:cubicBezTo>
                      <a:pt x="658" y="64"/>
                      <a:pt x="657" y="67"/>
                      <a:pt x="656" y="70"/>
                    </a:cubicBezTo>
                    <a:cubicBezTo>
                      <a:pt x="655" y="73"/>
                      <a:pt x="655" y="73"/>
                      <a:pt x="655" y="73"/>
                    </a:cubicBezTo>
                    <a:cubicBezTo>
                      <a:pt x="693" y="82"/>
                      <a:pt x="693" y="82"/>
                      <a:pt x="693" y="82"/>
                    </a:cubicBezTo>
                    <a:cubicBezTo>
                      <a:pt x="696" y="83"/>
                      <a:pt x="698" y="83"/>
                      <a:pt x="699" y="82"/>
                    </a:cubicBezTo>
                    <a:cubicBezTo>
                      <a:pt x="700" y="81"/>
                      <a:pt x="701" y="80"/>
                      <a:pt x="702" y="77"/>
                    </a:cubicBezTo>
                    <a:cubicBezTo>
                      <a:pt x="704" y="78"/>
                      <a:pt x="704" y="78"/>
                      <a:pt x="704" y="78"/>
                    </a:cubicBezTo>
                    <a:cubicBezTo>
                      <a:pt x="697" y="106"/>
                      <a:pt x="697" y="106"/>
                      <a:pt x="697" y="106"/>
                    </a:cubicBezTo>
                    <a:cubicBezTo>
                      <a:pt x="695" y="106"/>
                      <a:pt x="695" y="106"/>
                      <a:pt x="695" y="106"/>
                    </a:cubicBezTo>
                    <a:cubicBezTo>
                      <a:pt x="696" y="103"/>
                      <a:pt x="696" y="102"/>
                      <a:pt x="695" y="100"/>
                    </a:cubicBezTo>
                    <a:cubicBezTo>
                      <a:pt x="694" y="99"/>
                      <a:pt x="692" y="98"/>
                      <a:pt x="690" y="98"/>
                    </a:cubicBezTo>
                    <a:cubicBezTo>
                      <a:pt x="652" y="89"/>
                      <a:pt x="652" y="89"/>
                      <a:pt x="652" y="89"/>
                    </a:cubicBezTo>
                    <a:cubicBezTo>
                      <a:pt x="651" y="92"/>
                      <a:pt x="651" y="92"/>
                      <a:pt x="651" y="92"/>
                    </a:cubicBezTo>
                    <a:cubicBezTo>
                      <a:pt x="650" y="96"/>
                      <a:pt x="651" y="98"/>
                      <a:pt x="652" y="100"/>
                    </a:cubicBezTo>
                    <a:cubicBezTo>
                      <a:pt x="653" y="102"/>
                      <a:pt x="655" y="104"/>
                      <a:pt x="658" y="105"/>
                    </a:cubicBezTo>
                    <a:cubicBezTo>
                      <a:pt x="658" y="107"/>
                      <a:pt x="658" y="107"/>
                      <a:pt x="658" y="107"/>
                    </a:cubicBezTo>
                    <a:cubicBezTo>
                      <a:pt x="645" y="104"/>
                      <a:pt x="645" y="104"/>
                      <a:pt x="645" y="104"/>
                    </a:cubicBezTo>
                    <a:cubicBezTo>
                      <a:pt x="656" y="57"/>
                      <a:pt x="656" y="57"/>
                      <a:pt x="656" y="57"/>
                    </a:cubicBezTo>
                    <a:close/>
                    <a:moveTo>
                      <a:pt x="684" y="17"/>
                    </a:moveTo>
                    <a:cubicBezTo>
                      <a:pt x="699" y="18"/>
                      <a:pt x="699" y="18"/>
                      <a:pt x="699" y="18"/>
                    </a:cubicBezTo>
                    <a:cubicBezTo>
                      <a:pt x="701" y="18"/>
                      <a:pt x="703" y="17"/>
                      <a:pt x="704" y="16"/>
                    </a:cubicBezTo>
                    <a:cubicBezTo>
                      <a:pt x="705" y="15"/>
                      <a:pt x="706" y="13"/>
                      <a:pt x="706" y="11"/>
                    </a:cubicBezTo>
                    <a:cubicBezTo>
                      <a:pt x="708" y="11"/>
                      <a:pt x="708" y="11"/>
                      <a:pt x="708" y="11"/>
                    </a:cubicBezTo>
                    <a:cubicBezTo>
                      <a:pt x="708" y="40"/>
                      <a:pt x="708" y="40"/>
                      <a:pt x="708" y="40"/>
                    </a:cubicBezTo>
                    <a:cubicBezTo>
                      <a:pt x="706" y="40"/>
                      <a:pt x="706" y="40"/>
                      <a:pt x="706" y="40"/>
                    </a:cubicBezTo>
                    <a:cubicBezTo>
                      <a:pt x="706" y="38"/>
                      <a:pt x="705" y="36"/>
                      <a:pt x="704" y="35"/>
                    </a:cubicBezTo>
                    <a:cubicBezTo>
                      <a:pt x="703" y="34"/>
                      <a:pt x="701" y="34"/>
                      <a:pt x="698" y="34"/>
                    </a:cubicBezTo>
                    <a:cubicBezTo>
                      <a:pt x="687" y="33"/>
                      <a:pt x="687" y="33"/>
                      <a:pt x="687" y="33"/>
                    </a:cubicBezTo>
                    <a:cubicBezTo>
                      <a:pt x="663" y="46"/>
                      <a:pt x="663" y="46"/>
                      <a:pt x="663" y="46"/>
                    </a:cubicBezTo>
                    <a:cubicBezTo>
                      <a:pt x="661" y="47"/>
                      <a:pt x="660" y="48"/>
                      <a:pt x="659" y="49"/>
                    </a:cubicBezTo>
                    <a:cubicBezTo>
                      <a:pt x="658" y="50"/>
                      <a:pt x="658" y="51"/>
                      <a:pt x="658" y="53"/>
                    </a:cubicBezTo>
                    <a:cubicBezTo>
                      <a:pt x="656" y="53"/>
                      <a:pt x="656" y="53"/>
                      <a:pt x="656" y="53"/>
                    </a:cubicBezTo>
                    <a:cubicBezTo>
                      <a:pt x="656" y="26"/>
                      <a:pt x="656" y="26"/>
                      <a:pt x="656" y="26"/>
                    </a:cubicBezTo>
                    <a:cubicBezTo>
                      <a:pt x="658" y="26"/>
                      <a:pt x="658" y="26"/>
                      <a:pt x="658" y="26"/>
                    </a:cubicBezTo>
                    <a:cubicBezTo>
                      <a:pt x="658" y="27"/>
                      <a:pt x="658" y="28"/>
                      <a:pt x="659" y="29"/>
                    </a:cubicBezTo>
                    <a:cubicBezTo>
                      <a:pt x="659" y="29"/>
                      <a:pt x="660" y="30"/>
                      <a:pt x="660" y="30"/>
                    </a:cubicBezTo>
                    <a:cubicBezTo>
                      <a:pt x="661" y="30"/>
                      <a:pt x="661" y="30"/>
                      <a:pt x="661" y="30"/>
                    </a:cubicBezTo>
                    <a:cubicBezTo>
                      <a:pt x="662" y="29"/>
                      <a:pt x="662" y="29"/>
                      <a:pt x="662" y="29"/>
                    </a:cubicBezTo>
                    <a:cubicBezTo>
                      <a:pt x="681" y="20"/>
                      <a:pt x="681" y="20"/>
                      <a:pt x="681" y="20"/>
                    </a:cubicBezTo>
                    <a:cubicBezTo>
                      <a:pt x="664" y="10"/>
                      <a:pt x="664" y="10"/>
                      <a:pt x="664" y="10"/>
                    </a:cubicBezTo>
                    <a:cubicBezTo>
                      <a:pt x="663" y="10"/>
                      <a:pt x="663" y="10"/>
                      <a:pt x="663" y="10"/>
                    </a:cubicBezTo>
                    <a:cubicBezTo>
                      <a:pt x="662" y="9"/>
                      <a:pt x="662" y="9"/>
                      <a:pt x="661" y="9"/>
                    </a:cubicBezTo>
                    <a:cubicBezTo>
                      <a:pt x="660" y="9"/>
                      <a:pt x="660" y="10"/>
                      <a:pt x="659" y="11"/>
                    </a:cubicBezTo>
                    <a:cubicBezTo>
                      <a:pt x="659" y="11"/>
                      <a:pt x="659" y="13"/>
                      <a:pt x="659" y="14"/>
                    </a:cubicBezTo>
                    <a:cubicBezTo>
                      <a:pt x="659" y="15"/>
                      <a:pt x="659" y="15"/>
                      <a:pt x="659" y="15"/>
                    </a:cubicBezTo>
                    <a:cubicBezTo>
                      <a:pt x="657" y="15"/>
                      <a:pt x="657" y="15"/>
                      <a:pt x="657" y="15"/>
                    </a:cubicBezTo>
                    <a:cubicBezTo>
                      <a:pt x="657" y="0"/>
                      <a:pt x="657" y="0"/>
                      <a:pt x="657" y="0"/>
                    </a:cubicBezTo>
                    <a:cubicBezTo>
                      <a:pt x="659" y="0"/>
                      <a:pt x="659" y="0"/>
                      <a:pt x="659" y="0"/>
                    </a:cubicBezTo>
                    <a:cubicBezTo>
                      <a:pt x="659" y="1"/>
                      <a:pt x="659" y="1"/>
                      <a:pt x="659" y="1"/>
                    </a:cubicBezTo>
                    <a:cubicBezTo>
                      <a:pt x="659" y="1"/>
                      <a:pt x="659" y="2"/>
                      <a:pt x="660" y="3"/>
                    </a:cubicBezTo>
                    <a:cubicBezTo>
                      <a:pt x="660" y="4"/>
                      <a:pt x="661" y="5"/>
                      <a:pt x="663" y="6"/>
                    </a:cubicBezTo>
                    <a:lnTo>
                      <a:pt x="684" y="17"/>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solidFill>
                    <a:srgbClr val="000000"/>
                  </a:solidFill>
                </a:endParaRPr>
              </a:p>
            </p:txBody>
          </p:sp>
          <p:sp>
            <p:nvSpPr>
              <p:cNvPr id="26" name="îṩḻîḓè"/>
              <p:cNvSpPr/>
              <p:nvPr/>
            </p:nvSpPr>
            <p:spPr bwMode="auto">
              <a:xfrm>
                <a:off x="2840038" y="4119563"/>
                <a:ext cx="493713" cy="128588"/>
              </a:xfrm>
              <a:custGeom>
                <a:avLst/>
                <a:gdLst>
                  <a:gd name="T0" fmla="*/ 0 w 150"/>
                  <a:gd name="T1" fmla="*/ 36 h 39"/>
                  <a:gd name="T2" fmla="*/ 9 w 150"/>
                  <a:gd name="T3" fmla="*/ 33 h 39"/>
                  <a:gd name="T4" fmla="*/ 8 w 150"/>
                  <a:gd name="T5" fmla="*/ 7 h 39"/>
                  <a:gd name="T6" fmla="*/ 3 w 150"/>
                  <a:gd name="T7" fmla="*/ 7 h 39"/>
                  <a:gd name="T8" fmla="*/ 1 w 150"/>
                  <a:gd name="T9" fmla="*/ 5 h 39"/>
                  <a:gd name="T10" fmla="*/ 17 w 150"/>
                  <a:gd name="T11" fmla="*/ 0 h 39"/>
                  <a:gd name="T12" fmla="*/ 19 w 150"/>
                  <a:gd name="T13" fmla="*/ 33 h 39"/>
                  <a:gd name="T14" fmla="*/ 28 w 150"/>
                  <a:gd name="T15" fmla="*/ 36 h 39"/>
                  <a:gd name="T16" fmla="*/ 21 w 150"/>
                  <a:gd name="T17" fmla="*/ 38 h 39"/>
                  <a:gd name="T18" fmla="*/ 6 w 150"/>
                  <a:gd name="T19" fmla="*/ 38 h 39"/>
                  <a:gd name="T20" fmla="*/ 0 w 150"/>
                  <a:gd name="T21" fmla="*/ 38 h 39"/>
                  <a:gd name="T22" fmla="*/ 46 w 150"/>
                  <a:gd name="T23" fmla="*/ 24 h 39"/>
                  <a:gd name="T24" fmla="*/ 48 w 150"/>
                  <a:gd name="T25" fmla="*/ 34 h 39"/>
                  <a:gd name="T26" fmla="*/ 61 w 150"/>
                  <a:gd name="T27" fmla="*/ 34 h 39"/>
                  <a:gd name="T28" fmla="*/ 60 w 150"/>
                  <a:gd name="T29" fmla="*/ 25 h 39"/>
                  <a:gd name="T30" fmla="*/ 51 w 150"/>
                  <a:gd name="T31" fmla="*/ 21 h 39"/>
                  <a:gd name="T32" fmla="*/ 60 w 150"/>
                  <a:gd name="T33" fmla="*/ 12 h 39"/>
                  <a:gd name="T34" fmla="*/ 59 w 150"/>
                  <a:gd name="T35" fmla="*/ 4 h 39"/>
                  <a:gd name="T36" fmla="*/ 48 w 150"/>
                  <a:gd name="T37" fmla="*/ 4 h 39"/>
                  <a:gd name="T38" fmla="*/ 49 w 150"/>
                  <a:gd name="T39" fmla="*/ 11 h 39"/>
                  <a:gd name="T40" fmla="*/ 56 w 150"/>
                  <a:gd name="T41" fmla="*/ 15 h 39"/>
                  <a:gd name="T42" fmla="*/ 41 w 150"/>
                  <a:gd name="T43" fmla="*/ 15 h 39"/>
                  <a:gd name="T44" fmla="*/ 43 w 150"/>
                  <a:gd name="T45" fmla="*/ 3 h 39"/>
                  <a:gd name="T46" fmla="*/ 65 w 150"/>
                  <a:gd name="T47" fmla="*/ 3 h 39"/>
                  <a:gd name="T48" fmla="*/ 67 w 150"/>
                  <a:gd name="T49" fmla="*/ 13 h 39"/>
                  <a:gd name="T50" fmla="*/ 68 w 150"/>
                  <a:gd name="T51" fmla="*/ 21 h 39"/>
                  <a:gd name="T52" fmla="*/ 66 w 150"/>
                  <a:gd name="T53" fmla="*/ 36 h 39"/>
                  <a:gd name="T54" fmla="*/ 41 w 150"/>
                  <a:gd name="T55" fmla="*/ 36 h 39"/>
                  <a:gd name="T56" fmla="*/ 39 w 150"/>
                  <a:gd name="T57" fmla="*/ 23 h 39"/>
                  <a:gd name="T58" fmla="*/ 47 w 150"/>
                  <a:gd name="T59" fmla="*/ 19 h 39"/>
                  <a:gd name="T60" fmla="*/ 80 w 150"/>
                  <a:gd name="T61" fmla="*/ 33 h 39"/>
                  <a:gd name="T62" fmla="*/ 87 w 150"/>
                  <a:gd name="T63" fmla="*/ 36 h 39"/>
                  <a:gd name="T64" fmla="*/ 100 w 150"/>
                  <a:gd name="T65" fmla="*/ 20 h 39"/>
                  <a:gd name="T66" fmla="*/ 95 w 150"/>
                  <a:gd name="T67" fmla="*/ 25 h 39"/>
                  <a:gd name="T68" fmla="*/ 79 w 150"/>
                  <a:gd name="T69" fmla="*/ 23 h 39"/>
                  <a:gd name="T70" fmla="*/ 81 w 150"/>
                  <a:gd name="T71" fmla="*/ 4 h 39"/>
                  <a:gd name="T72" fmla="*/ 105 w 150"/>
                  <a:gd name="T73" fmla="*/ 5 h 39"/>
                  <a:gd name="T74" fmla="*/ 108 w 150"/>
                  <a:gd name="T75" fmla="*/ 26 h 39"/>
                  <a:gd name="T76" fmla="*/ 96 w 150"/>
                  <a:gd name="T77" fmla="*/ 38 h 39"/>
                  <a:gd name="T78" fmla="*/ 81 w 150"/>
                  <a:gd name="T79" fmla="*/ 38 h 39"/>
                  <a:gd name="T80" fmla="*/ 77 w 150"/>
                  <a:gd name="T81" fmla="*/ 36 h 39"/>
                  <a:gd name="T82" fmla="*/ 98 w 150"/>
                  <a:gd name="T83" fmla="*/ 19 h 39"/>
                  <a:gd name="T84" fmla="*/ 98 w 150"/>
                  <a:gd name="T85" fmla="*/ 6 h 39"/>
                  <a:gd name="T86" fmla="*/ 87 w 150"/>
                  <a:gd name="T87" fmla="*/ 6 h 39"/>
                  <a:gd name="T88" fmla="*/ 88 w 150"/>
                  <a:gd name="T89" fmla="*/ 19 h 39"/>
                  <a:gd name="T90" fmla="*/ 93 w 150"/>
                  <a:gd name="T91" fmla="*/ 21 h 39"/>
                  <a:gd name="T92" fmla="*/ 128 w 150"/>
                  <a:gd name="T93" fmla="*/ 20 h 39"/>
                  <a:gd name="T94" fmla="*/ 129 w 150"/>
                  <a:gd name="T95" fmla="*/ 33 h 39"/>
                  <a:gd name="T96" fmla="*/ 139 w 150"/>
                  <a:gd name="T97" fmla="*/ 34 h 39"/>
                  <a:gd name="T98" fmla="*/ 139 w 150"/>
                  <a:gd name="T99" fmla="*/ 21 h 39"/>
                  <a:gd name="T100" fmla="*/ 133 w 150"/>
                  <a:gd name="T101" fmla="*/ 18 h 39"/>
                  <a:gd name="T102" fmla="*/ 146 w 150"/>
                  <a:gd name="T103" fmla="*/ 6 h 39"/>
                  <a:gd name="T104" fmla="*/ 139 w 150"/>
                  <a:gd name="T105" fmla="*/ 4 h 39"/>
                  <a:gd name="T106" fmla="*/ 126 w 150"/>
                  <a:gd name="T107" fmla="*/ 19 h 39"/>
                  <a:gd name="T108" fmla="*/ 131 w 150"/>
                  <a:gd name="T109" fmla="*/ 15 h 39"/>
                  <a:gd name="T110" fmla="*/ 147 w 150"/>
                  <a:gd name="T111" fmla="*/ 16 h 39"/>
                  <a:gd name="T112" fmla="*/ 146 w 150"/>
                  <a:gd name="T113" fmla="*/ 35 h 39"/>
                  <a:gd name="T114" fmla="*/ 121 w 150"/>
                  <a:gd name="T115" fmla="*/ 35 h 39"/>
                  <a:gd name="T116" fmla="*/ 118 w 150"/>
                  <a:gd name="T117" fmla="*/ 13 h 39"/>
                  <a:gd name="T118" fmla="*/ 130 w 150"/>
                  <a:gd name="T119" fmla="*/ 2 h 39"/>
                  <a:gd name="T120" fmla="*/ 145 w 150"/>
                  <a:gd name="T121" fmla="*/ 1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50" h="39">
                    <a:moveTo>
                      <a:pt x="0" y="38"/>
                    </a:moveTo>
                    <a:cubicBezTo>
                      <a:pt x="0" y="36"/>
                      <a:pt x="0" y="36"/>
                      <a:pt x="0" y="36"/>
                    </a:cubicBezTo>
                    <a:cubicBezTo>
                      <a:pt x="4" y="36"/>
                      <a:pt x="6" y="36"/>
                      <a:pt x="8" y="35"/>
                    </a:cubicBezTo>
                    <a:cubicBezTo>
                      <a:pt x="9" y="35"/>
                      <a:pt x="9" y="34"/>
                      <a:pt x="9" y="33"/>
                    </a:cubicBezTo>
                    <a:cubicBezTo>
                      <a:pt x="9" y="10"/>
                      <a:pt x="9" y="10"/>
                      <a:pt x="9" y="10"/>
                    </a:cubicBezTo>
                    <a:cubicBezTo>
                      <a:pt x="9" y="9"/>
                      <a:pt x="9" y="8"/>
                      <a:pt x="8" y="7"/>
                    </a:cubicBezTo>
                    <a:cubicBezTo>
                      <a:pt x="8" y="7"/>
                      <a:pt x="7" y="7"/>
                      <a:pt x="5" y="7"/>
                    </a:cubicBezTo>
                    <a:cubicBezTo>
                      <a:pt x="5" y="7"/>
                      <a:pt x="4" y="7"/>
                      <a:pt x="3" y="7"/>
                    </a:cubicBezTo>
                    <a:cubicBezTo>
                      <a:pt x="2" y="7"/>
                      <a:pt x="2" y="7"/>
                      <a:pt x="1" y="7"/>
                    </a:cubicBezTo>
                    <a:cubicBezTo>
                      <a:pt x="1" y="5"/>
                      <a:pt x="1" y="5"/>
                      <a:pt x="1" y="5"/>
                    </a:cubicBezTo>
                    <a:cubicBezTo>
                      <a:pt x="4" y="4"/>
                      <a:pt x="7" y="4"/>
                      <a:pt x="9" y="3"/>
                    </a:cubicBezTo>
                    <a:cubicBezTo>
                      <a:pt x="12" y="3"/>
                      <a:pt x="14" y="2"/>
                      <a:pt x="17" y="0"/>
                    </a:cubicBezTo>
                    <a:cubicBezTo>
                      <a:pt x="19" y="0"/>
                      <a:pt x="19" y="0"/>
                      <a:pt x="19" y="0"/>
                    </a:cubicBezTo>
                    <a:cubicBezTo>
                      <a:pt x="19" y="33"/>
                      <a:pt x="19" y="33"/>
                      <a:pt x="19" y="33"/>
                    </a:cubicBezTo>
                    <a:cubicBezTo>
                      <a:pt x="19" y="34"/>
                      <a:pt x="20" y="35"/>
                      <a:pt x="21" y="35"/>
                    </a:cubicBezTo>
                    <a:cubicBezTo>
                      <a:pt x="22" y="36"/>
                      <a:pt x="24" y="36"/>
                      <a:pt x="28" y="36"/>
                    </a:cubicBezTo>
                    <a:cubicBezTo>
                      <a:pt x="28" y="38"/>
                      <a:pt x="28" y="38"/>
                      <a:pt x="28" y="38"/>
                    </a:cubicBezTo>
                    <a:cubicBezTo>
                      <a:pt x="26" y="38"/>
                      <a:pt x="23" y="38"/>
                      <a:pt x="21" y="38"/>
                    </a:cubicBezTo>
                    <a:cubicBezTo>
                      <a:pt x="19" y="38"/>
                      <a:pt x="16" y="38"/>
                      <a:pt x="14" y="38"/>
                    </a:cubicBezTo>
                    <a:cubicBezTo>
                      <a:pt x="11" y="38"/>
                      <a:pt x="8" y="38"/>
                      <a:pt x="6" y="38"/>
                    </a:cubicBezTo>
                    <a:cubicBezTo>
                      <a:pt x="4" y="38"/>
                      <a:pt x="2" y="38"/>
                      <a:pt x="0" y="38"/>
                    </a:cubicBezTo>
                    <a:cubicBezTo>
                      <a:pt x="0" y="38"/>
                      <a:pt x="0" y="38"/>
                      <a:pt x="0" y="38"/>
                    </a:cubicBezTo>
                    <a:close/>
                    <a:moveTo>
                      <a:pt x="51" y="21"/>
                    </a:moveTo>
                    <a:cubicBezTo>
                      <a:pt x="49" y="22"/>
                      <a:pt x="48" y="23"/>
                      <a:pt x="46" y="24"/>
                    </a:cubicBezTo>
                    <a:cubicBezTo>
                      <a:pt x="45" y="26"/>
                      <a:pt x="45" y="27"/>
                      <a:pt x="45" y="28"/>
                    </a:cubicBezTo>
                    <a:cubicBezTo>
                      <a:pt x="45" y="31"/>
                      <a:pt x="46" y="32"/>
                      <a:pt x="48" y="34"/>
                    </a:cubicBezTo>
                    <a:cubicBezTo>
                      <a:pt x="50" y="35"/>
                      <a:pt x="52" y="36"/>
                      <a:pt x="55" y="36"/>
                    </a:cubicBezTo>
                    <a:cubicBezTo>
                      <a:pt x="57" y="36"/>
                      <a:pt x="59" y="36"/>
                      <a:pt x="61" y="34"/>
                    </a:cubicBezTo>
                    <a:cubicBezTo>
                      <a:pt x="62" y="33"/>
                      <a:pt x="63" y="32"/>
                      <a:pt x="63" y="30"/>
                    </a:cubicBezTo>
                    <a:cubicBezTo>
                      <a:pt x="63" y="28"/>
                      <a:pt x="62" y="27"/>
                      <a:pt x="60" y="25"/>
                    </a:cubicBezTo>
                    <a:cubicBezTo>
                      <a:pt x="58" y="24"/>
                      <a:pt x="55" y="23"/>
                      <a:pt x="51" y="21"/>
                    </a:cubicBezTo>
                    <a:cubicBezTo>
                      <a:pt x="51" y="21"/>
                      <a:pt x="51" y="21"/>
                      <a:pt x="51" y="21"/>
                    </a:cubicBezTo>
                    <a:close/>
                    <a:moveTo>
                      <a:pt x="56" y="15"/>
                    </a:moveTo>
                    <a:cubicBezTo>
                      <a:pt x="58" y="14"/>
                      <a:pt x="59" y="13"/>
                      <a:pt x="60" y="12"/>
                    </a:cubicBezTo>
                    <a:cubicBezTo>
                      <a:pt x="61" y="11"/>
                      <a:pt x="61" y="10"/>
                      <a:pt x="61" y="8"/>
                    </a:cubicBezTo>
                    <a:cubicBezTo>
                      <a:pt x="61" y="7"/>
                      <a:pt x="60" y="5"/>
                      <a:pt x="59" y="4"/>
                    </a:cubicBezTo>
                    <a:cubicBezTo>
                      <a:pt x="57" y="3"/>
                      <a:pt x="56" y="3"/>
                      <a:pt x="53" y="3"/>
                    </a:cubicBezTo>
                    <a:cubicBezTo>
                      <a:pt x="51" y="3"/>
                      <a:pt x="50" y="3"/>
                      <a:pt x="48" y="4"/>
                    </a:cubicBezTo>
                    <a:cubicBezTo>
                      <a:pt x="47" y="5"/>
                      <a:pt x="46" y="6"/>
                      <a:pt x="46" y="7"/>
                    </a:cubicBezTo>
                    <a:cubicBezTo>
                      <a:pt x="46" y="9"/>
                      <a:pt x="47" y="10"/>
                      <a:pt x="49" y="11"/>
                    </a:cubicBezTo>
                    <a:cubicBezTo>
                      <a:pt x="50" y="13"/>
                      <a:pt x="53" y="14"/>
                      <a:pt x="56" y="15"/>
                    </a:cubicBezTo>
                    <a:cubicBezTo>
                      <a:pt x="56" y="15"/>
                      <a:pt x="56" y="15"/>
                      <a:pt x="56" y="15"/>
                    </a:cubicBezTo>
                    <a:close/>
                    <a:moveTo>
                      <a:pt x="47" y="19"/>
                    </a:moveTo>
                    <a:cubicBezTo>
                      <a:pt x="44" y="18"/>
                      <a:pt x="42" y="16"/>
                      <a:pt x="41" y="15"/>
                    </a:cubicBezTo>
                    <a:cubicBezTo>
                      <a:pt x="39" y="13"/>
                      <a:pt x="39" y="12"/>
                      <a:pt x="39" y="10"/>
                    </a:cubicBezTo>
                    <a:cubicBezTo>
                      <a:pt x="39" y="7"/>
                      <a:pt x="40" y="5"/>
                      <a:pt x="43" y="3"/>
                    </a:cubicBezTo>
                    <a:cubicBezTo>
                      <a:pt x="46" y="1"/>
                      <a:pt x="50" y="0"/>
                      <a:pt x="55" y="0"/>
                    </a:cubicBezTo>
                    <a:cubicBezTo>
                      <a:pt x="59" y="0"/>
                      <a:pt x="62" y="1"/>
                      <a:pt x="65" y="3"/>
                    </a:cubicBezTo>
                    <a:cubicBezTo>
                      <a:pt x="67" y="4"/>
                      <a:pt x="69" y="6"/>
                      <a:pt x="69" y="8"/>
                    </a:cubicBezTo>
                    <a:cubicBezTo>
                      <a:pt x="69" y="10"/>
                      <a:pt x="68" y="11"/>
                      <a:pt x="67" y="13"/>
                    </a:cubicBezTo>
                    <a:cubicBezTo>
                      <a:pt x="65" y="14"/>
                      <a:pt x="63" y="15"/>
                      <a:pt x="60" y="17"/>
                    </a:cubicBezTo>
                    <a:cubicBezTo>
                      <a:pt x="64" y="18"/>
                      <a:pt x="66" y="20"/>
                      <a:pt x="68" y="21"/>
                    </a:cubicBezTo>
                    <a:cubicBezTo>
                      <a:pt x="70" y="23"/>
                      <a:pt x="71" y="25"/>
                      <a:pt x="71" y="28"/>
                    </a:cubicBezTo>
                    <a:cubicBezTo>
                      <a:pt x="71" y="31"/>
                      <a:pt x="69" y="34"/>
                      <a:pt x="66" y="36"/>
                    </a:cubicBezTo>
                    <a:cubicBezTo>
                      <a:pt x="63" y="38"/>
                      <a:pt x="59" y="39"/>
                      <a:pt x="54" y="39"/>
                    </a:cubicBezTo>
                    <a:cubicBezTo>
                      <a:pt x="48" y="39"/>
                      <a:pt x="44" y="38"/>
                      <a:pt x="41" y="36"/>
                    </a:cubicBezTo>
                    <a:cubicBezTo>
                      <a:pt x="38" y="34"/>
                      <a:pt x="36" y="32"/>
                      <a:pt x="36" y="29"/>
                    </a:cubicBezTo>
                    <a:cubicBezTo>
                      <a:pt x="36" y="27"/>
                      <a:pt x="37" y="25"/>
                      <a:pt x="39" y="23"/>
                    </a:cubicBezTo>
                    <a:cubicBezTo>
                      <a:pt x="40" y="22"/>
                      <a:pt x="43" y="20"/>
                      <a:pt x="47" y="19"/>
                    </a:cubicBezTo>
                    <a:cubicBezTo>
                      <a:pt x="47" y="19"/>
                      <a:pt x="47" y="19"/>
                      <a:pt x="47" y="19"/>
                    </a:cubicBezTo>
                    <a:close/>
                    <a:moveTo>
                      <a:pt x="77" y="36"/>
                    </a:moveTo>
                    <a:cubicBezTo>
                      <a:pt x="80" y="33"/>
                      <a:pt x="80" y="33"/>
                      <a:pt x="80" y="33"/>
                    </a:cubicBezTo>
                    <a:cubicBezTo>
                      <a:pt x="81" y="34"/>
                      <a:pt x="82" y="35"/>
                      <a:pt x="83" y="35"/>
                    </a:cubicBezTo>
                    <a:cubicBezTo>
                      <a:pt x="85" y="35"/>
                      <a:pt x="86" y="36"/>
                      <a:pt x="87" y="36"/>
                    </a:cubicBezTo>
                    <a:cubicBezTo>
                      <a:pt x="91" y="36"/>
                      <a:pt x="94" y="34"/>
                      <a:pt x="97" y="31"/>
                    </a:cubicBezTo>
                    <a:cubicBezTo>
                      <a:pt x="99" y="28"/>
                      <a:pt x="100" y="25"/>
                      <a:pt x="100" y="20"/>
                    </a:cubicBezTo>
                    <a:cubicBezTo>
                      <a:pt x="100" y="20"/>
                      <a:pt x="100" y="20"/>
                      <a:pt x="100" y="20"/>
                    </a:cubicBezTo>
                    <a:cubicBezTo>
                      <a:pt x="99" y="22"/>
                      <a:pt x="97" y="24"/>
                      <a:pt x="95" y="25"/>
                    </a:cubicBezTo>
                    <a:cubicBezTo>
                      <a:pt x="93" y="26"/>
                      <a:pt x="91" y="26"/>
                      <a:pt x="88" y="26"/>
                    </a:cubicBezTo>
                    <a:cubicBezTo>
                      <a:pt x="85" y="26"/>
                      <a:pt x="82" y="25"/>
                      <a:pt x="79" y="23"/>
                    </a:cubicBezTo>
                    <a:cubicBezTo>
                      <a:pt x="77" y="21"/>
                      <a:pt x="76" y="18"/>
                      <a:pt x="76" y="15"/>
                    </a:cubicBezTo>
                    <a:cubicBezTo>
                      <a:pt x="76" y="11"/>
                      <a:pt x="78" y="7"/>
                      <a:pt x="81" y="4"/>
                    </a:cubicBezTo>
                    <a:cubicBezTo>
                      <a:pt x="84" y="2"/>
                      <a:pt x="88" y="0"/>
                      <a:pt x="93" y="0"/>
                    </a:cubicBezTo>
                    <a:cubicBezTo>
                      <a:pt x="98" y="0"/>
                      <a:pt x="102" y="2"/>
                      <a:pt x="105" y="5"/>
                    </a:cubicBezTo>
                    <a:cubicBezTo>
                      <a:pt x="108" y="8"/>
                      <a:pt x="110" y="12"/>
                      <a:pt x="110" y="17"/>
                    </a:cubicBezTo>
                    <a:cubicBezTo>
                      <a:pt x="110" y="20"/>
                      <a:pt x="109" y="23"/>
                      <a:pt x="108" y="26"/>
                    </a:cubicBezTo>
                    <a:cubicBezTo>
                      <a:pt x="107" y="29"/>
                      <a:pt x="106" y="31"/>
                      <a:pt x="104" y="33"/>
                    </a:cubicBezTo>
                    <a:cubicBezTo>
                      <a:pt x="101" y="35"/>
                      <a:pt x="99" y="36"/>
                      <a:pt x="96" y="38"/>
                    </a:cubicBezTo>
                    <a:cubicBezTo>
                      <a:pt x="93" y="39"/>
                      <a:pt x="91" y="39"/>
                      <a:pt x="87" y="39"/>
                    </a:cubicBezTo>
                    <a:cubicBezTo>
                      <a:pt x="85" y="39"/>
                      <a:pt x="83" y="39"/>
                      <a:pt x="81" y="38"/>
                    </a:cubicBezTo>
                    <a:cubicBezTo>
                      <a:pt x="80" y="38"/>
                      <a:pt x="78" y="37"/>
                      <a:pt x="77" y="36"/>
                    </a:cubicBezTo>
                    <a:cubicBezTo>
                      <a:pt x="77" y="36"/>
                      <a:pt x="77" y="36"/>
                      <a:pt x="77" y="36"/>
                    </a:cubicBezTo>
                    <a:close/>
                    <a:moveTo>
                      <a:pt x="93" y="21"/>
                    </a:moveTo>
                    <a:cubicBezTo>
                      <a:pt x="95" y="21"/>
                      <a:pt x="97" y="21"/>
                      <a:pt x="98" y="19"/>
                    </a:cubicBezTo>
                    <a:cubicBezTo>
                      <a:pt x="99" y="18"/>
                      <a:pt x="100" y="16"/>
                      <a:pt x="100" y="14"/>
                    </a:cubicBezTo>
                    <a:cubicBezTo>
                      <a:pt x="100" y="11"/>
                      <a:pt x="99" y="8"/>
                      <a:pt x="98" y="6"/>
                    </a:cubicBezTo>
                    <a:cubicBezTo>
                      <a:pt x="96" y="4"/>
                      <a:pt x="94" y="3"/>
                      <a:pt x="92" y="3"/>
                    </a:cubicBezTo>
                    <a:cubicBezTo>
                      <a:pt x="90" y="3"/>
                      <a:pt x="88" y="4"/>
                      <a:pt x="87" y="6"/>
                    </a:cubicBezTo>
                    <a:cubicBezTo>
                      <a:pt x="86" y="7"/>
                      <a:pt x="86" y="9"/>
                      <a:pt x="86" y="12"/>
                    </a:cubicBezTo>
                    <a:cubicBezTo>
                      <a:pt x="86" y="15"/>
                      <a:pt x="87" y="17"/>
                      <a:pt x="88" y="19"/>
                    </a:cubicBezTo>
                    <a:cubicBezTo>
                      <a:pt x="89" y="21"/>
                      <a:pt x="91" y="21"/>
                      <a:pt x="93" y="21"/>
                    </a:cubicBezTo>
                    <a:cubicBezTo>
                      <a:pt x="93" y="21"/>
                      <a:pt x="93" y="21"/>
                      <a:pt x="93" y="21"/>
                    </a:cubicBezTo>
                    <a:close/>
                    <a:moveTo>
                      <a:pt x="133" y="18"/>
                    </a:moveTo>
                    <a:cubicBezTo>
                      <a:pt x="131" y="18"/>
                      <a:pt x="130" y="19"/>
                      <a:pt x="128" y="20"/>
                    </a:cubicBezTo>
                    <a:cubicBezTo>
                      <a:pt x="127" y="21"/>
                      <a:pt x="127" y="23"/>
                      <a:pt x="127" y="25"/>
                    </a:cubicBezTo>
                    <a:cubicBezTo>
                      <a:pt x="127" y="29"/>
                      <a:pt x="127" y="31"/>
                      <a:pt x="129" y="33"/>
                    </a:cubicBezTo>
                    <a:cubicBezTo>
                      <a:pt x="130" y="35"/>
                      <a:pt x="132" y="36"/>
                      <a:pt x="134" y="36"/>
                    </a:cubicBezTo>
                    <a:cubicBezTo>
                      <a:pt x="136" y="36"/>
                      <a:pt x="138" y="35"/>
                      <a:pt x="139" y="34"/>
                    </a:cubicBezTo>
                    <a:cubicBezTo>
                      <a:pt x="140" y="33"/>
                      <a:pt x="140" y="31"/>
                      <a:pt x="140" y="28"/>
                    </a:cubicBezTo>
                    <a:cubicBezTo>
                      <a:pt x="140" y="25"/>
                      <a:pt x="140" y="22"/>
                      <a:pt x="139" y="21"/>
                    </a:cubicBezTo>
                    <a:cubicBezTo>
                      <a:pt x="137" y="19"/>
                      <a:pt x="136" y="18"/>
                      <a:pt x="133" y="18"/>
                    </a:cubicBezTo>
                    <a:cubicBezTo>
                      <a:pt x="133" y="18"/>
                      <a:pt x="133" y="18"/>
                      <a:pt x="133" y="18"/>
                    </a:cubicBezTo>
                    <a:close/>
                    <a:moveTo>
                      <a:pt x="150" y="4"/>
                    </a:moveTo>
                    <a:cubicBezTo>
                      <a:pt x="146" y="6"/>
                      <a:pt x="146" y="6"/>
                      <a:pt x="146" y="6"/>
                    </a:cubicBezTo>
                    <a:cubicBezTo>
                      <a:pt x="145" y="5"/>
                      <a:pt x="144" y="5"/>
                      <a:pt x="143" y="5"/>
                    </a:cubicBezTo>
                    <a:cubicBezTo>
                      <a:pt x="142" y="4"/>
                      <a:pt x="141" y="4"/>
                      <a:pt x="139" y="4"/>
                    </a:cubicBezTo>
                    <a:cubicBezTo>
                      <a:pt x="135" y="4"/>
                      <a:pt x="132" y="5"/>
                      <a:pt x="130" y="8"/>
                    </a:cubicBezTo>
                    <a:cubicBezTo>
                      <a:pt x="127" y="11"/>
                      <a:pt x="126" y="15"/>
                      <a:pt x="126" y="19"/>
                    </a:cubicBezTo>
                    <a:cubicBezTo>
                      <a:pt x="126" y="19"/>
                      <a:pt x="126" y="19"/>
                      <a:pt x="126" y="19"/>
                    </a:cubicBezTo>
                    <a:cubicBezTo>
                      <a:pt x="127" y="17"/>
                      <a:pt x="129" y="16"/>
                      <a:pt x="131" y="15"/>
                    </a:cubicBezTo>
                    <a:cubicBezTo>
                      <a:pt x="133" y="14"/>
                      <a:pt x="135" y="13"/>
                      <a:pt x="138" y="13"/>
                    </a:cubicBezTo>
                    <a:cubicBezTo>
                      <a:pt x="142" y="13"/>
                      <a:pt x="145" y="14"/>
                      <a:pt x="147" y="16"/>
                    </a:cubicBezTo>
                    <a:cubicBezTo>
                      <a:pt x="149" y="18"/>
                      <a:pt x="150" y="21"/>
                      <a:pt x="150" y="25"/>
                    </a:cubicBezTo>
                    <a:cubicBezTo>
                      <a:pt x="150" y="29"/>
                      <a:pt x="149" y="32"/>
                      <a:pt x="146" y="35"/>
                    </a:cubicBezTo>
                    <a:cubicBezTo>
                      <a:pt x="143" y="38"/>
                      <a:pt x="139" y="39"/>
                      <a:pt x="134" y="39"/>
                    </a:cubicBezTo>
                    <a:cubicBezTo>
                      <a:pt x="128" y="39"/>
                      <a:pt x="124" y="38"/>
                      <a:pt x="121" y="35"/>
                    </a:cubicBezTo>
                    <a:cubicBezTo>
                      <a:pt x="118" y="32"/>
                      <a:pt x="116" y="27"/>
                      <a:pt x="116" y="22"/>
                    </a:cubicBezTo>
                    <a:cubicBezTo>
                      <a:pt x="116" y="19"/>
                      <a:pt x="117" y="16"/>
                      <a:pt x="118" y="13"/>
                    </a:cubicBezTo>
                    <a:cubicBezTo>
                      <a:pt x="119" y="11"/>
                      <a:pt x="121" y="9"/>
                      <a:pt x="123" y="7"/>
                    </a:cubicBezTo>
                    <a:cubicBezTo>
                      <a:pt x="125" y="5"/>
                      <a:pt x="127" y="3"/>
                      <a:pt x="130" y="2"/>
                    </a:cubicBezTo>
                    <a:cubicBezTo>
                      <a:pt x="133" y="1"/>
                      <a:pt x="136" y="0"/>
                      <a:pt x="139" y="0"/>
                    </a:cubicBezTo>
                    <a:cubicBezTo>
                      <a:pt x="141" y="0"/>
                      <a:pt x="143" y="1"/>
                      <a:pt x="145" y="1"/>
                    </a:cubicBezTo>
                    <a:cubicBezTo>
                      <a:pt x="147" y="2"/>
                      <a:pt x="148" y="3"/>
                      <a:pt x="150"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solidFill>
                    <a:srgbClr val="000000"/>
                  </a:solidFill>
                </a:endParaRPr>
              </a:p>
            </p:txBody>
          </p:sp>
          <p:sp>
            <p:nvSpPr>
              <p:cNvPr id="27" name="ïsļîḑè"/>
              <p:cNvSpPr/>
              <p:nvPr/>
            </p:nvSpPr>
            <p:spPr bwMode="auto">
              <a:xfrm>
                <a:off x="2190751" y="2551113"/>
                <a:ext cx="1754188" cy="1651000"/>
              </a:xfrm>
              <a:custGeom>
                <a:avLst/>
                <a:gdLst>
                  <a:gd name="T0" fmla="*/ 266 w 532"/>
                  <a:gd name="T1" fmla="*/ 0 h 500"/>
                  <a:gd name="T2" fmla="*/ 532 w 532"/>
                  <a:gd name="T3" fmla="*/ 266 h 500"/>
                  <a:gd name="T4" fmla="*/ 395 w 532"/>
                  <a:gd name="T5" fmla="*/ 500 h 500"/>
                  <a:gd name="T6" fmla="*/ 389 w 532"/>
                  <a:gd name="T7" fmla="*/ 489 h 500"/>
                  <a:gd name="T8" fmla="*/ 521 w 532"/>
                  <a:gd name="T9" fmla="*/ 266 h 500"/>
                  <a:gd name="T10" fmla="*/ 266 w 532"/>
                  <a:gd name="T11" fmla="*/ 12 h 500"/>
                  <a:gd name="T12" fmla="*/ 11 w 532"/>
                  <a:gd name="T13" fmla="*/ 266 h 500"/>
                  <a:gd name="T14" fmla="*/ 144 w 532"/>
                  <a:gd name="T15" fmla="*/ 490 h 500"/>
                  <a:gd name="T16" fmla="*/ 139 w 532"/>
                  <a:gd name="T17" fmla="*/ 500 h 500"/>
                  <a:gd name="T18" fmla="*/ 0 w 532"/>
                  <a:gd name="T19" fmla="*/ 266 h 500"/>
                  <a:gd name="T20" fmla="*/ 266 w 532"/>
                  <a:gd name="T21" fmla="*/ 0 h 5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32" h="500">
                    <a:moveTo>
                      <a:pt x="266" y="0"/>
                    </a:moveTo>
                    <a:cubicBezTo>
                      <a:pt x="413" y="0"/>
                      <a:pt x="532" y="120"/>
                      <a:pt x="532" y="266"/>
                    </a:cubicBezTo>
                    <a:cubicBezTo>
                      <a:pt x="532" y="367"/>
                      <a:pt x="477" y="454"/>
                      <a:pt x="395" y="500"/>
                    </a:cubicBezTo>
                    <a:cubicBezTo>
                      <a:pt x="389" y="489"/>
                      <a:pt x="389" y="489"/>
                      <a:pt x="389" y="489"/>
                    </a:cubicBezTo>
                    <a:cubicBezTo>
                      <a:pt x="468" y="446"/>
                      <a:pt x="521" y="362"/>
                      <a:pt x="521" y="266"/>
                    </a:cubicBezTo>
                    <a:cubicBezTo>
                      <a:pt x="521" y="126"/>
                      <a:pt x="407" y="12"/>
                      <a:pt x="266" y="12"/>
                    </a:cubicBezTo>
                    <a:cubicBezTo>
                      <a:pt x="126" y="12"/>
                      <a:pt x="11" y="126"/>
                      <a:pt x="11" y="266"/>
                    </a:cubicBezTo>
                    <a:cubicBezTo>
                      <a:pt x="11" y="363"/>
                      <a:pt x="65" y="447"/>
                      <a:pt x="144" y="490"/>
                    </a:cubicBezTo>
                    <a:cubicBezTo>
                      <a:pt x="139" y="500"/>
                      <a:pt x="139" y="500"/>
                      <a:pt x="139" y="500"/>
                    </a:cubicBezTo>
                    <a:cubicBezTo>
                      <a:pt x="56" y="455"/>
                      <a:pt x="0" y="367"/>
                      <a:pt x="0" y="266"/>
                    </a:cubicBezTo>
                    <a:cubicBezTo>
                      <a:pt x="0" y="120"/>
                      <a:pt x="120" y="0"/>
                      <a:pt x="266"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solidFill>
                    <a:srgbClr val="000000"/>
                  </a:solidFill>
                </a:endParaRPr>
              </a:p>
            </p:txBody>
          </p:sp>
        </p:grpSp>
        <p:sp>
          <p:nvSpPr>
            <p:cNvPr id="8" name="íšľïḋé"/>
            <p:cNvSpPr/>
            <p:nvPr/>
          </p:nvSpPr>
          <p:spPr bwMode="auto">
            <a:xfrm>
              <a:off x="10398657" y="734847"/>
              <a:ext cx="1120243" cy="66549"/>
            </a:xfrm>
            <a:custGeom>
              <a:avLst/>
              <a:gdLst>
                <a:gd name="T0" fmla="*/ 2 w 1702"/>
                <a:gd name="T1" fmla="*/ 29 h 101"/>
                <a:gd name="T2" fmla="*/ 49 w 1702"/>
                <a:gd name="T3" fmla="*/ 13 h 101"/>
                <a:gd name="T4" fmla="*/ 59 w 1702"/>
                <a:gd name="T5" fmla="*/ 92 h 101"/>
                <a:gd name="T6" fmla="*/ 87 w 1702"/>
                <a:gd name="T7" fmla="*/ 93 h 101"/>
                <a:gd name="T8" fmla="*/ 110 w 1702"/>
                <a:gd name="T9" fmla="*/ 3 h 101"/>
                <a:gd name="T10" fmla="*/ 133 w 1702"/>
                <a:gd name="T11" fmla="*/ 99 h 101"/>
                <a:gd name="T12" fmla="*/ 235 w 1702"/>
                <a:gd name="T13" fmla="*/ 34 h 101"/>
                <a:gd name="T14" fmla="*/ 240 w 1702"/>
                <a:gd name="T15" fmla="*/ 77 h 101"/>
                <a:gd name="T16" fmla="*/ 254 w 1702"/>
                <a:gd name="T17" fmla="*/ 99 h 101"/>
                <a:gd name="T18" fmla="*/ 263 w 1702"/>
                <a:gd name="T19" fmla="*/ 2 h 101"/>
                <a:gd name="T20" fmla="*/ 326 w 1702"/>
                <a:gd name="T21" fmla="*/ 9 h 101"/>
                <a:gd name="T22" fmla="*/ 354 w 1702"/>
                <a:gd name="T23" fmla="*/ 9 h 101"/>
                <a:gd name="T24" fmla="*/ 318 w 1702"/>
                <a:gd name="T25" fmla="*/ 93 h 101"/>
                <a:gd name="T26" fmla="*/ 299 w 1702"/>
                <a:gd name="T27" fmla="*/ 98 h 101"/>
                <a:gd name="T28" fmla="*/ 377 w 1702"/>
                <a:gd name="T29" fmla="*/ 2 h 101"/>
                <a:gd name="T30" fmla="*/ 415 w 1702"/>
                <a:gd name="T31" fmla="*/ 82 h 101"/>
                <a:gd name="T32" fmla="*/ 454 w 1702"/>
                <a:gd name="T33" fmla="*/ 2 h 101"/>
                <a:gd name="T34" fmla="*/ 398 w 1702"/>
                <a:gd name="T35" fmla="*/ 93 h 101"/>
                <a:gd name="T36" fmla="*/ 510 w 1702"/>
                <a:gd name="T37" fmla="*/ 93 h 101"/>
                <a:gd name="T38" fmla="*/ 528 w 1702"/>
                <a:gd name="T39" fmla="*/ 2 h 101"/>
                <a:gd name="T40" fmla="*/ 534 w 1702"/>
                <a:gd name="T41" fmla="*/ 93 h 101"/>
                <a:gd name="T42" fmla="*/ 669 w 1702"/>
                <a:gd name="T43" fmla="*/ 9 h 101"/>
                <a:gd name="T44" fmla="*/ 680 w 1702"/>
                <a:gd name="T45" fmla="*/ 17 h 101"/>
                <a:gd name="T46" fmla="*/ 598 w 1702"/>
                <a:gd name="T47" fmla="*/ 98 h 101"/>
                <a:gd name="T48" fmla="*/ 607 w 1702"/>
                <a:gd name="T49" fmla="*/ 3 h 101"/>
                <a:gd name="T50" fmla="*/ 793 w 1702"/>
                <a:gd name="T51" fmla="*/ 3 h 101"/>
                <a:gd name="T52" fmla="*/ 827 w 1702"/>
                <a:gd name="T53" fmla="*/ 89 h 101"/>
                <a:gd name="T54" fmla="*/ 860 w 1702"/>
                <a:gd name="T55" fmla="*/ 2 h 101"/>
                <a:gd name="T56" fmla="*/ 781 w 1702"/>
                <a:gd name="T57" fmla="*/ 16 h 101"/>
                <a:gd name="T58" fmla="*/ 981 w 1702"/>
                <a:gd name="T59" fmla="*/ 7 h 101"/>
                <a:gd name="T60" fmla="*/ 914 w 1702"/>
                <a:gd name="T61" fmla="*/ 99 h 101"/>
                <a:gd name="T62" fmla="*/ 882 w 1702"/>
                <a:gd name="T63" fmla="*/ 7 h 101"/>
                <a:gd name="T64" fmla="*/ 1006 w 1702"/>
                <a:gd name="T65" fmla="*/ 91 h 101"/>
                <a:gd name="T66" fmla="*/ 1042 w 1702"/>
                <a:gd name="T67" fmla="*/ 2 h 101"/>
                <a:gd name="T68" fmla="*/ 1020 w 1702"/>
                <a:gd name="T69" fmla="*/ 98 h 101"/>
                <a:gd name="T70" fmla="*/ 1054 w 1702"/>
                <a:gd name="T71" fmla="*/ 2 h 101"/>
                <a:gd name="T72" fmla="*/ 1090 w 1702"/>
                <a:gd name="T73" fmla="*/ 15 h 101"/>
                <a:gd name="T74" fmla="*/ 1137 w 1702"/>
                <a:gd name="T75" fmla="*/ 2 h 101"/>
                <a:gd name="T76" fmla="*/ 1173 w 1702"/>
                <a:gd name="T77" fmla="*/ 91 h 101"/>
                <a:gd name="T78" fmla="*/ 1224 w 1702"/>
                <a:gd name="T79" fmla="*/ 2 h 101"/>
                <a:gd name="T80" fmla="*/ 1210 w 1702"/>
                <a:gd name="T81" fmla="*/ 46 h 101"/>
                <a:gd name="T82" fmla="*/ 1211 w 1702"/>
                <a:gd name="T83" fmla="*/ 52 h 101"/>
                <a:gd name="T84" fmla="*/ 1221 w 1702"/>
                <a:gd name="T85" fmla="*/ 98 h 101"/>
                <a:gd name="T86" fmla="*/ 1267 w 1702"/>
                <a:gd name="T87" fmla="*/ 9 h 101"/>
                <a:gd name="T88" fmla="*/ 1333 w 1702"/>
                <a:gd name="T89" fmla="*/ 40 h 101"/>
                <a:gd name="T90" fmla="*/ 1324 w 1702"/>
                <a:gd name="T91" fmla="*/ 96 h 101"/>
                <a:gd name="T92" fmla="*/ 1302 w 1702"/>
                <a:gd name="T93" fmla="*/ 93 h 101"/>
                <a:gd name="T94" fmla="*/ 1318 w 1702"/>
                <a:gd name="T95" fmla="*/ 28 h 101"/>
                <a:gd name="T96" fmla="*/ 1413 w 1702"/>
                <a:gd name="T97" fmla="*/ 88 h 101"/>
                <a:gd name="T98" fmla="*/ 1431 w 1702"/>
                <a:gd name="T99" fmla="*/ 4 h 101"/>
                <a:gd name="T100" fmla="*/ 1407 w 1702"/>
                <a:gd name="T101" fmla="*/ 38 h 101"/>
                <a:gd name="T102" fmla="*/ 1370 w 1702"/>
                <a:gd name="T103" fmla="*/ 73 h 101"/>
                <a:gd name="T104" fmla="*/ 1465 w 1702"/>
                <a:gd name="T105" fmla="*/ 9 h 101"/>
                <a:gd name="T106" fmla="*/ 1491 w 1702"/>
                <a:gd name="T107" fmla="*/ 16 h 101"/>
                <a:gd name="T108" fmla="*/ 1456 w 1702"/>
                <a:gd name="T109" fmla="*/ 99 h 101"/>
                <a:gd name="T110" fmla="*/ 1517 w 1702"/>
                <a:gd name="T111" fmla="*/ 26 h 101"/>
                <a:gd name="T112" fmla="*/ 1586 w 1702"/>
                <a:gd name="T113" fmla="*/ 13 h 101"/>
                <a:gd name="T114" fmla="*/ 1545 w 1702"/>
                <a:gd name="T115" fmla="*/ 98 h 101"/>
                <a:gd name="T116" fmla="*/ 1656 w 1702"/>
                <a:gd name="T117" fmla="*/ 98 h 101"/>
                <a:gd name="T118" fmla="*/ 1610 w 1702"/>
                <a:gd name="T119" fmla="*/ 7 h 101"/>
                <a:gd name="T120" fmla="*/ 1644 w 1702"/>
                <a:gd name="T121" fmla="*/ 12 h 101"/>
                <a:gd name="T122" fmla="*/ 1688 w 1702"/>
                <a:gd name="T123" fmla="*/ 3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702" h="101">
                  <a:moveTo>
                    <a:pt x="1" y="66"/>
                  </a:moveTo>
                  <a:cubicBezTo>
                    <a:pt x="11" y="66"/>
                    <a:pt x="11" y="66"/>
                    <a:pt x="11" y="66"/>
                  </a:cubicBezTo>
                  <a:cubicBezTo>
                    <a:pt x="11" y="75"/>
                    <a:pt x="13" y="81"/>
                    <a:pt x="16" y="85"/>
                  </a:cubicBezTo>
                  <a:cubicBezTo>
                    <a:pt x="20" y="90"/>
                    <a:pt x="25" y="92"/>
                    <a:pt x="32" y="92"/>
                  </a:cubicBezTo>
                  <a:cubicBezTo>
                    <a:pt x="37" y="92"/>
                    <a:pt x="41" y="90"/>
                    <a:pt x="44" y="88"/>
                  </a:cubicBezTo>
                  <a:cubicBezTo>
                    <a:pt x="48" y="85"/>
                    <a:pt x="49" y="82"/>
                    <a:pt x="49" y="77"/>
                  </a:cubicBezTo>
                  <a:cubicBezTo>
                    <a:pt x="49" y="74"/>
                    <a:pt x="48" y="71"/>
                    <a:pt x="46" y="68"/>
                  </a:cubicBezTo>
                  <a:cubicBezTo>
                    <a:pt x="44" y="66"/>
                    <a:pt x="39" y="63"/>
                    <a:pt x="31" y="60"/>
                  </a:cubicBezTo>
                  <a:cubicBezTo>
                    <a:pt x="20" y="55"/>
                    <a:pt x="12" y="51"/>
                    <a:pt x="8" y="46"/>
                  </a:cubicBezTo>
                  <a:cubicBezTo>
                    <a:pt x="4" y="41"/>
                    <a:pt x="2" y="36"/>
                    <a:pt x="2" y="29"/>
                  </a:cubicBezTo>
                  <a:cubicBezTo>
                    <a:pt x="2" y="20"/>
                    <a:pt x="5" y="13"/>
                    <a:pt x="11" y="8"/>
                  </a:cubicBezTo>
                  <a:cubicBezTo>
                    <a:pt x="17" y="2"/>
                    <a:pt x="25" y="0"/>
                    <a:pt x="34" y="0"/>
                  </a:cubicBezTo>
                  <a:cubicBezTo>
                    <a:pt x="38" y="0"/>
                    <a:pt x="42" y="0"/>
                    <a:pt x="47" y="1"/>
                  </a:cubicBezTo>
                  <a:cubicBezTo>
                    <a:pt x="51" y="1"/>
                    <a:pt x="56" y="2"/>
                    <a:pt x="62" y="3"/>
                  </a:cubicBezTo>
                  <a:cubicBezTo>
                    <a:pt x="62" y="4"/>
                    <a:pt x="62" y="4"/>
                    <a:pt x="62" y="4"/>
                  </a:cubicBezTo>
                  <a:cubicBezTo>
                    <a:pt x="62" y="9"/>
                    <a:pt x="62" y="14"/>
                    <a:pt x="62" y="17"/>
                  </a:cubicBezTo>
                  <a:cubicBezTo>
                    <a:pt x="62" y="19"/>
                    <a:pt x="62" y="23"/>
                    <a:pt x="62" y="29"/>
                  </a:cubicBezTo>
                  <a:cubicBezTo>
                    <a:pt x="62" y="29"/>
                    <a:pt x="62" y="29"/>
                    <a:pt x="62" y="29"/>
                  </a:cubicBezTo>
                  <a:cubicBezTo>
                    <a:pt x="54" y="29"/>
                    <a:pt x="54" y="29"/>
                    <a:pt x="54" y="29"/>
                  </a:cubicBezTo>
                  <a:cubicBezTo>
                    <a:pt x="54" y="22"/>
                    <a:pt x="53" y="17"/>
                    <a:pt x="49" y="13"/>
                  </a:cubicBezTo>
                  <a:cubicBezTo>
                    <a:pt x="46" y="10"/>
                    <a:pt x="42" y="8"/>
                    <a:pt x="36" y="8"/>
                  </a:cubicBezTo>
                  <a:cubicBezTo>
                    <a:pt x="31" y="8"/>
                    <a:pt x="27" y="9"/>
                    <a:pt x="25" y="11"/>
                  </a:cubicBezTo>
                  <a:cubicBezTo>
                    <a:pt x="22" y="14"/>
                    <a:pt x="21" y="17"/>
                    <a:pt x="21" y="21"/>
                  </a:cubicBezTo>
                  <a:cubicBezTo>
                    <a:pt x="21" y="24"/>
                    <a:pt x="22" y="27"/>
                    <a:pt x="24" y="30"/>
                  </a:cubicBezTo>
                  <a:cubicBezTo>
                    <a:pt x="26" y="32"/>
                    <a:pt x="31" y="35"/>
                    <a:pt x="39" y="38"/>
                  </a:cubicBezTo>
                  <a:cubicBezTo>
                    <a:pt x="40" y="38"/>
                    <a:pt x="41" y="39"/>
                    <a:pt x="43" y="40"/>
                  </a:cubicBezTo>
                  <a:cubicBezTo>
                    <a:pt x="51" y="43"/>
                    <a:pt x="57" y="46"/>
                    <a:pt x="60" y="49"/>
                  </a:cubicBezTo>
                  <a:cubicBezTo>
                    <a:pt x="63" y="51"/>
                    <a:pt x="65" y="55"/>
                    <a:pt x="66" y="58"/>
                  </a:cubicBezTo>
                  <a:cubicBezTo>
                    <a:pt x="68" y="61"/>
                    <a:pt x="69" y="65"/>
                    <a:pt x="69" y="69"/>
                  </a:cubicBezTo>
                  <a:cubicBezTo>
                    <a:pt x="69" y="79"/>
                    <a:pt x="65" y="86"/>
                    <a:pt x="59" y="92"/>
                  </a:cubicBezTo>
                  <a:cubicBezTo>
                    <a:pt x="53" y="98"/>
                    <a:pt x="44" y="101"/>
                    <a:pt x="33" y="101"/>
                  </a:cubicBezTo>
                  <a:cubicBezTo>
                    <a:pt x="27" y="101"/>
                    <a:pt x="21" y="100"/>
                    <a:pt x="16" y="99"/>
                  </a:cubicBezTo>
                  <a:cubicBezTo>
                    <a:pt x="11" y="98"/>
                    <a:pt x="5" y="96"/>
                    <a:pt x="0" y="93"/>
                  </a:cubicBezTo>
                  <a:cubicBezTo>
                    <a:pt x="1" y="90"/>
                    <a:pt x="1" y="87"/>
                    <a:pt x="1" y="83"/>
                  </a:cubicBezTo>
                  <a:cubicBezTo>
                    <a:pt x="1" y="80"/>
                    <a:pt x="1" y="77"/>
                    <a:pt x="1" y="73"/>
                  </a:cubicBezTo>
                  <a:cubicBezTo>
                    <a:pt x="1" y="71"/>
                    <a:pt x="1" y="70"/>
                    <a:pt x="1" y="69"/>
                  </a:cubicBezTo>
                  <a:cubicBezTo>
                    <a:pt x="1" y="68"/>
                    <a:pt x="1" y="67"/>
                    <a:pt x="1" y="66"/>
                  </a:cubicBezTo>
                  <a:cubicBezTo>
                    <a:pt x="1" y="66"/>
                    <a:pt x="1" y="66"/>
                    <a:pt x="1" y="66"/>
                  </a:cubicBezTo>
                  <a:close/>
                  <a:moveTo>
                    <a:pt x="87" y="99"/>
                  </a:moveTo>
                  <a:cubicBezTo>
                    <a:pt x="87" y="93"/>
                    <a:pt x="87" y="93"/>
                    <a:pt x="87" y="93"/>
                  </a:cubicBezTo>
                  <a:cubicBezTo>
                    <a:pt x="88" y="93"/>
                    <a:pt x="88" y="93"/>
                    <a:pt x="88" y="93"/>
                  </a:cubicBezTo>
                  <a:cubicBezTo>
                    <a:pt x="93" y="93"/>
                    <a:pt x="95" y="92"/>
                    <a:pt x="97" y="91"/>
                  </a:cubicBezTo>
                  <a:cubicBezTo>
                    <a:pt x="98" y="89"/>
                    <a:pt x="99" y="86"/>
                    <a:pt x="99" y="81"/>
                  </a:cubicBezTo>
                  <a:cubicBezTo>
                    <a:pt x="99" y="16"/>
                    <a:pt x="99" y="16"/>
                    <a:pt x="99" y="16"/>
                  </a:cubicBezTo>
                  <a:cubicBezTo>
                    <a:pt x="99" y="13"/>
                    <a:pt x="98" y="11"/>
                    <a:pt x="97" y="9"/>
                  </a:cubicBezTo>
                  <a:cubicBezTo>
                    <a:pt x="95" y="8"/>
                    <a:pt x="93" y="7"/>
                    <a:pt x="89" y="7"/>
                  </a:cubicBezTo>
                  <a:cubicBezTo>
                    <a:pt x="87" y="7"/>
                    <a:pt x="87" y="7"/>
                    <a:pt x="87" y="7"/>
                  </a:cubicBezTo>
                  <a:cubicBezTo>
                    <a:pt x="87" y="2"/>
                    <a:pt x="87" y="2"/>
                    <a:pt x="87" y="2"/>
                  </a:cubicBezTo>
                  <a:cubicBezTo>
                    <a:pt x="91" y="2"/>
                    <a:pt x="95" y="2"/>
                    <a:pt x="99" y="2"/>
                  </a:cubicBezTo>
                  <a:cubicBezTo>
                    <a:pt x="103" y="3"/>
                    <a:pt x="107" y="3"/>
                    <a:pt x="110" y="3"/>
                  </a:cubicBezTo>
                  <a:cubicBezTo>
                    <a:pt x="114" y="3"/>
                    <a:pt x="118" y="3"/>
                    <a:pt x="122" y="2"/>
                  </a:cubicBezTo>
                  <a:cubicBezTo>
                    <a:pt x="126" y="2"/>
                    <a:pt x="129" y="2"/>
                    <a:pt x="133" y="2"/>
                  </a:cubicBezTo>
                  <a:cubicBezTo>
                    <a:pt x="133" y="7"/>
                    <a:pt x="133" y="7"/>
                    <a:pt x="133" y="7"/>
                  </a:cubicBezTo>
                  <a:cubicBezTo>
                    <a:pt x="129" y="7"/>
                    <a:pt x="126" y="8"/>
                    <a:pt x="125" y="9"/>
                  </a:cubicBezTo>
                  <a:cubicBezTo>
                    <a:pt x="123" y="10"/>
                    <a:pt x="122" y="12"/>
                    <a:pt x="122" y="16"/>
                  </a:cubicBezTo>
                  <a:cubicBezTo>
                    <a:pt x="122" y="81"/>
                    <a:pt x="122" y="81"/>
                    <a:pt x="122" y="81"/>
                  </a:cubicBezTo>
                  <a:cubicBezTo>
                    <a:pt x="122" y="86"/>
                    <a:pt x="123" y="89"/>
                    <a:pt x="124" y="91"/>
                  </a:cubicBezTo>
                  <a:cubicBezTo>
                    <a:pt x="126" y="92"/>
                    <a:pt x="128" y="93"/>
                    <a:pt x="133" y="93"/>
                  </a:cubicBezTo>
                  <a:cubicBezTo>
                    <a:pt x="133" y="93"/>
                    <a:pt x="133" y="93"/>
                    <a:pt x="133" y="93"/>
                  </a:cubicBezTo>
                  <a:cubicBezTo>
                    <a:pt x="133" y="99"/>
                    <a:pt x="133" y="99"/>
                    <a:pt x="133" y="99"/>
                  </a:cubicBezTo>
                  <a:cubicBezTo>
                    <a:pt x="130" y="98"/>
                    <a:pt x="126" y="98"/>
                    <a:pt x="122" y="98"/>
                  </a:cubicBezTo>
                  <a:cubicBezTo>
                    <a:pt x="118" y="98"/>
                    <a:pt x="114" y="98"/>
                    <a:pt x="110" y="98"/>
                  </a:cubicBezTo>
                  <a:cubicBezTo>
                    <a:pt x="107" y="98"/>
                    <a:pt x="104" y="98"/>
                    <a:pt x="100" y="98"/>
                  </a:cubicBezTo>
                  <a:cubicBezTo>
                    <a:pt x="96" y="98"/>
                    <a:pt x="92" y="98"/>
                    <a:pt x="87" y="99"/>
                  </a:cubicBezTo>
                  <a:cubicBezTo>
                    <a:pt x="87" y="99"/>
                    <a:pt x="87" y="99"/>
                    <a:pt x="87" y="99"/>
                  </a:cubicBezTo>
                  <a:close/>
                  <a:moveTo>
                    <a:pt x="236" y="4"/>
                  </a:moveTo>
                  <a:cubicBezTo>
                    <a:pt x="236" y="8"/>
                    <a:pt x="235" y="11"/>
                    <a:pt x="235" y="14"/>
                  </a:cubicBezTo>
                  <a:cubicBezTo>
                    <a:pt x="235" y="17"/>
                    <a:pt x="235" y="20"/>
                    <a:pt x="235" y="23"/>
                  </a:cubicBezTo>
                  <a:cubicBezTo>
                    <a:pt x="235" y="24"/>
                    <a:pt x="235" y="26"/>
                    <a:pt x="235" y="27"/>
                  </a:cubicBezTo>
                  <a:cubicBezTo>
                    <a:pt x="235" y="29"/>
                    <a:pt x="235" y="31"/>
                    <a:pt x="235" y="34"/>
                  </a:cubicBezTo>
                  <a:cubicBezTo>
                    <a:pt x="227" y="34"/>
                    <a:pt x="227" y="34"/>
                    <a:pt x="227" y="34"/>
                  </a:cubicBezTo>
                  <a:cubicBezTo>
                    <a:pt x="226" y="25"/>
                    <a:pt x="224" y="18"/>
                    <a:pt x="220" y="14"/>
                  </a:cubicBezTo>
                  <a:cubicBezTo>
                    <a:pt x="216" y="10"/>
                    <a:pt x="211" y="7"/>
                    <a:pt x="205" y="7"/>
                  </a:cubicBezTo>
                  <a:cubicBezTo>
                    <a:pt x="195" y="7"/>
                    <a:pt x="188" y="11"/>
                    <a:pt x="183" y="18"/>
                  </a:cubicBezTo>
                  <a:cubicBezTo>
                    <a:pt x="178" y="25"/>
                    <a:pt x="175" y="35"/>
                    <a:pt x="175" y="47"/>
                  </a:cubicBezTo>
                  <a:cubicBezTo>
                    <a:pt x="175" y="60"/>
                    <a:pt x="178" y="71"/>
                    <a:pt x="184" y="78"/>
                  </a:cubicBezTo>
                  <a:cubicBezTo>
                    <a:pt x="189" y="86"/>
                    <a:pt x="197" y="90"/>
                    <a:pt x="206" y="90"/>
                  </a:cubicBezTo>
                  <a:cubicBezTo>
                    <a:pt x="211" y="90"/>
                    <a:pt x="216" y="89"/>
                    <a:pt x="220" y="86"/>
                  </a:cubicBezTo>
                  <a:cubicBezTo>
                    <a:pt x="224" y="83"/>
                    <a:pt x="229" y="79"/>
                    <a:pt x="233" y="73"/>
                  </a:cubicBezTo>
                  <a:cubicBezTo>
                    <a:pt x="240" y="77"/>
                    <a:pt x="240" y="77"/>
                    <a:pt x="240" y="77"/>
                  </a:cubicBezTo>
                  <a:cubicBezTo>
                    <a:pt x="234" y="85"/>
                    <a:pt x="229" y="91"/>
                    <a:pt x="222" y="95"/>
                  </a:cubicBezTo>
                  <a:cubicBezTo>
                    <a:pt x="215" y="99"/>
                    <a:pt x="208" y="101"/>
                    <a:pt x="199" y="101"/>
                  </a:cubicBezTo>
                  <a:cubicBezTo>
                    <a:pt x="184" y="101"/>
                    <a:pt x="172" y="96"/>
                    <a:pt x="164" y="87"/>
                  </a:cubicBezTo>
                  <a:cubicBezTo>
                    <a:pt x="155" y="78"/>
                    <a:pt x="151" y="66"/>
                    <a:pt x="151" y="50"/>
                  </a:cubicBezTo>
                  <a:cubicBezTo>
                    <a:pt x="151" y="35"/>
                    <a:pt x="156" y="23"/>
                    <a:pt x="165" y="14"/>
                  </a:cubicBezTo>
                  <a:cubicBezTo>
                    <a:pt x="175" y="4"/>
                    <a:pt x="187" y="0"/>
                    <a:pt x="203" y="0"/>
                  </a:cubicBezTo>
                  <a:cubicBezTo>
                    <a:pt x="209" y="0"/>
                    <a:pt x="218" y="1"/>
                    <a:pt x="233" y="4"/>
                  </a:cubicBezTo>
                  <a:cubicBezTo>
                    <a:pt x="234" y="4"/>
                    <a:pt x="235" y="4"/>
                    <a:pt x="236" y="4"/>
                  </a:cubicBezTo>
                  <a:cubicBezTo>
                    <a:pt x="236" y="4"/>
                    <a:pt x="236" y="4"/>
                    <a:pt x="236" y="4"/>
                  </a:cubicBezTo>
                  <a:close/>
                  <a:moveTo>
                    <a:pt x="254" y="99"/>
                  </a:moveTo>
                  <a:cubicBezTo>
                    <a:pt x="254" y="93"/>
                    <a:pt x="254" y="93"/>
                    <a:pt x="254" y="93"/>
                  </a:cubicBezTo>
                  <a:cubicBezTo>
                    <a:pt x="255" y="93"/>
                    <a:pt x="255" y="93"/>
                    <a:pt x="255" y="93"/>
                  </a:cubicBezTo>
                  <a:cubicBezTo>
                    <a:pt x="259" y="93"/>
                    <a:pt x="262" y="92"/>
                    <a:pt x="263" y="91"/>
                  </a:cubicBezTo>
                  <a:cubicBezTo>
                    <a:pt x="265" y="89"/>
                    <a:pt x="265" y="86"/>
                    <a:pt x="265" y="81"/>
                  </a:cubicBezTo>
                  <a:cubicBezTo>
                    <a:pt x="265" y="16"/>
                    <a:pt x="265" y="16"/>
                    <a:pt x="265" y="16"/>
                  </a:cubicBezTo>
                  <a:cubicBezTo>
                    <a:pt x="265" y="13"/>
                    <a:pt x="265" y="11"/>
                    <a:pt x="263" y="9"/>
                  </a:cubicBezTo>
                  <a:cubicBezTo>
                    <a:pt x="262" y="8"/>
                    <a:pt x="259" y="7"/>
                    <a:pt x="256" y="7"/>
                  </a:cubicBezTo>
                  <a:cubicBezTo>
                    <a:pt x="254" y="7"/>
                    <a:pt x="254" y="7"/>
                    <a:pt x="254" y="7"/>
                  </a:cubicBezTo>
                  <a:cubicBezTo>
                    <a:pt x="254" y="2"/>
                    <a:pt x="254" y="2"/>
                    <a:pt x="254" y="2"/>
                  </a:cubicBezTo>
                  <a:cubicBezTo>
                    <a:pt x="257" y="2"/>
                    <a:pt x="260" y="2"/>
                    <a:pt x="263" y="2"/>
                  </a:cubicBezTo>
                  <a:cubicBezTo>
                    <a:pt x="267" y="3"/>
                    <a:pt x="271" y="3"/>
                    <a:pt x="277" y="3"/>
                  </a:cubicBezTo>
                  <a:cubicBezTo>
                    <a:pt x="282" y="3"/>
                    <a:pt x="286" y="3"/>
                    <a:pt x="290" y="2"/>
                  </a:cubicBezTo>
                  <a:cubicBezTo>
                    <a:pt x="294" y="2"/>
                    <a:pt x="297" y="2"/>
                    <a:pt x="299" y="2"/>
                  </a:cubicBezTo>
                  <a:cubicBezTo>
                    <a:pt x="299" y="7"/>
                    <a:pt x="299" y="7"/>
                    <a:pt x="299" y="7"/>
                  </a:cubicBezTo>
                  <a:cubicBezTo>
                    <a:pt x="295" y="7"/>
                    <a:pt x="292" y="8"/>
                    <a:pt x="291" y="9"/>
                  </a:cubicBezTo>
                  <a:cubicBezTo>
                    <a:pt x="289" y="10"/>
                    <a:pt x="288" y="12"/>
                    <a:pt x="288" y="16"/>
                  </a:cubicBezTo>
                  <a:cubicBezTo>
                    <a:pt x="288" y="43"/>
                    <a:pt x="288" y="43"/>
                    <a:pt x="288" y="43"/>
                  </a:cubicBezTo>
                  <a:cubicBezTo>
                    <a:pt x="329" y="43"/>
                    <a:pt x="329" y="43"/>
                    <a:pt x="329" y="43"/>
                  </a:cubicBezTo>
                  <a:cubicBezTo>
                    <a:pt x="329" y="16"/>
                    <a:pt x="329" y="16"/>
                    <a:pt x="329" y="16"/>
                  </a:cubicBezTo>
                  <a:cubicBezTo>
                    <a:pt x="329" y="13"/>
                    <a:pt x="328" y="10"/>
                    <a:pt x="326" y="9"/>
                  </a:cubicBezTo>
                  <a:cubicBezTo>
                    <a:pt x="325" y="8"/>
                    <a:pt x="322" y="7"/>
                    <a:pt x="318" y="7"/>
                  </a:cubicBezTo>
                  <a:cubicBezTo>
                    <a:pt x="317" y="7"/>
                    <a:pt x="317" y="7"/>
                    <a:pt x="317" y="7"/>
                  </a:cubicBezTo>
                  <a:cubicBezTo>
                    <a:pt x="317" y="2"/>
                    <a:pt x="317" y="2"/>
                    <a:pt x="317" y="2"/>
                  </a:cubicBezTo>
                  <a:cubicBezTo>
                    <a:pt x="321" y="2"/>
                    <a:pt x="324" y="2"/>
                    <a:pt x="328" y="2"/>
                  </a:cubicBezTo>
                  <a:cubicBezTo>
                    <a:pt x="331" y="3"/>
                    <a:pt x="336" y="3"/>
                    <a:pt x="340" y="3"/>
                  </a:cubicBezTo>
                  <a:cubicBezTo>
                    <a:pt x="345" y="3"/>
                    <a:pt x="349" y="3"/>
                    <a:pt x="352" y="2"/>
                  </a:cubicBezTo>
                  <a:cubicBezTo>
                    <a:pt x="356" y="2"/>
                    <a:pt x="359" y="2"/>
                    <a:pt x="362" y="2"/>
                  </a:cubicBezTo>
                  <a:cubicBezTo>
                    <a:pt x="362" y="7"/>
                    <a:pt x="362" y="7"/>
                    <a:pt x="362" y="7"/>
                  </a:cubicBezTo>
                  <a:cubicBezTo>
                    <a:pt x="361" y="7"/>
                    <a:pt x="361" y="7"/>
                    <a:pt x="361" y="7"/>
                  </a:cubicBezTo>
                  <a:cubicBezTo>
                    <a:pt x="357" y="7"/>
                    <a:pt x="355" y="8"/>
                    <a:pt x="354" y="9"/>
                  </a:cubicBezTo>
                  <a:cubicBezTo>
                    <a:pt x="352" y="11"/>
                    <a:pt x="351" y="13"/>
                    <a:pt x="351" y="16"/>
                  </a:cubicBezTo>
                  <a:cubicBezTo>
                    <a:pt x="351" y="81"/>
                    <a:pt x="351" y="81"/>
                    <a:pt x="351" y="81"/>
                  </a:cubicBezTo>
                  <a:cubicBezTo>
                    <a:pt x="351" y="86"/>
                    <a:pt x="352" y="89"/>
                    <a:pt x="354" y="90"/>
                  </a:cubicBezTo>
                  <a:cubicBezTo>
                    <a:pt x="355" y="92"/>
                    <a:pt x="358" y="93"/>
                    <a:pt x="362" y="93"/>
                  </a:cubicBezTo>
                  <a:cubicBezTo>
                    <a:pt x="362" y="99"/>
                    <a:pt x="362" y="99"/>
                    <a:pt x="362" y="99"/>
                  </a:cubicBezTo>
                  <a:cubicBezTo>
                    <a:pt x="358" y="98"/>
                    <a:pt x="354" y="98"/>
                    <a:pt x="350" y="98"/>
                  </a:cubicBezTo>
                  <a:cubicBezTo>
                    <a:pt x="346" y="98"/>
                    <a:pt x="343" y="98"/>
                    <a:pt x="340" y="98"/>
                  </a:cubicBezTo>
                  <a:cubicBezTo>
                    <a:pt x="338" y="98"/>
                    <a:pt x="336" y="98"/>
                    <a:pt x="332" y="98"/>
                  </a:cubicBezTo>
                  <a:cubicBezTo>
                    <a:pt x="328" y="98"/>
                    <a:pt x="323" y="98"/>
                    <a:pt x="318" y="99"/>
                  </a:cubicBezTo>
                  <a:cubicBezTo>
                    <a:pt x="318" y="93"/>
                    <a:pt x="318" y="93"/>
                    <a:pt x="318" y="93"/>
                  </a:cubicBezTo>
                  <a:cubicBezTo>
                    <a:pt x="318" y="93"/>
                    <a:pt x="318" y="93"/>
                    <a:pt x="318" y="93"/>
                  </a:cubicBezTo>
                  <a:cubicBezTo>
                    <a:pt x="323" y="93"/>
                    <a:pt x="325" y="92"/>
                    <a:pt x="327" y="91"/>
                  </a:cubicBezTo>
                  <a:cubicBezTo>
                    <a:pt x="328" y="89"/>
                    <a:pt x="329" y="86"/>
                    <a:pt x="329" y="81"/>
                  </a:cubicBezTo>
                  <a:cubicBezTo>
                    <a:pt x="329" y="50"/>
                    <a:pt x="329" y="50"/>
                    <a:pt x="329" y="50"/>
                  </a:cubicBezTo>
                  <a:cubicBezTo>
                    <a:pt x="288" y="50"/>
                    <a:pt x="288" y="50"/>
                    <a:pt x="288" y="50"/>
                  </a:cubicBezTo>
                  <a:cubicBezTo>
                    <a:pt x="288" y="81"/>
                    <a:pt x="288" y="81"/>
                    <a:pt x="288" y="81"/>
                  </a:cubicBezTo>
                  <a:cubicBezTo>
                    <a:pt x="288" y="86"/>
                    <a:pt x="289" y="89"/>
                    <a:pt x="290" y="91"/>
                  </a:cubicBezTo>
                  <a:cubicBezTo>
                    <a:pt x="292" y="92"/>
                    <a:pt x="294" y="93"/>
                    <a:pt x="299" y="93"/>
                  </a:cubicBezTo>
                  <a:cubicBezTo>
                    <a:pt x="299" y="93"/>
                    <a:pt x="299" y="93"/>
                    <a:pt x="299" y="93"/>
                  </a:cubicBezTo>
                  <a:cubicBezTo>
                    <a:pt x="299" y="98"/>
                    <a:pt x="299" y="98"/>
                    <a:pt x="299" y="98"/>
                  </a:cubicBezTo>
                  <a:cubicBezTo>
                    <a:pt x="294" y="98"/>
                    <a:pt x="290" y="98"/>
                    <a:pt x="286" y="98"/>
                  </a:cubicBezTo>
                  <a:cubicBezTo>
                    <a:pt x="282" y="98"/>
                    <a:pt x="279" y="98"/>
                    <a:pt x="277" y="98"/>
                  </a:cubicBezTo>
                  <a:cubicBezTo>
                    <a:pt x="273" y="98"/>
                    <a:pt x="270" y="98"/>
                    <a:pt x="266" y="98"/>
                  </a:cubicBezTo>
                  <a:cubicBezTo>
                    <a:pt x="262" y="98"/>
                    <a:pt x="258" y="98"/>
                    <a:pt x="254" y="99"/>
                  </a:cubicBezTo>
                  <a:cubicBezTo>
                    <a:pt x="254" y="99"/>
                    <a:pt x="254" y="99"/>
                    <a:pt x="254" y="99"/>
                  </a:cubicBezTo>
                  <a:close/>
                  <a:moveTo>
                    <a:pt x="388" y="16"/>
                  </a:moveTo>
                  <a:cubicBezTo>
                    <a:pt x="388" y="13"/>
                    <a:pt x="387" y="11"/>
                    <a:pt x="386" y="9"/>
                  </a:cubicBezTo>
                  <a:cubicBezTo>
                    <a:pt x="384" y="8"/>
                    <a:pt x="382" y="7"/>
                    <a:pt x="378" y="7"/>
                  </a:cubicBezTo>
                  <a:cubicBezTo>
                    <a:pt x="377" y="7"/>
                    <a:pt x="377" y="7"/>
                    <a:pt x="377" y="7"/>
                  </a:cubicBezTo>
                  <a:cubicBezTo>
                    <a:pt x="377" y="2"/>
                    <a:pt x="377" y="2"/>
                    <a:pt x="377" y="2"/>
                  </a:cubicBezTo>
                  <a:cubicBezTo>
                    <a:pt x="382" y="2"/>
                    <a:pt x="386" y="2"/>
                    <a:pt x="390" y="3"/>
                  </a:cubicBezTo>
                  <a:cubicBezTo>
                    <a:pt x="393" y="3"/>
                    <a:pt x="397" y="3"/>
                    <a:pt x="400" y="3"/>
                  </a:cubicBezTo>
                  <a:cubicBezTo>
                    <a:pt x="403" y="3"/>
                    <a:pt x="406" y="3"/>
                    <a:pt x="410" y="3"/>
                  </a:cubicBezTo>
                  <a:cubicBezTo>
                    <a:pt x="414" y="2"/>
                    <a:pt x="418" y="2"/>
                    <a:pt x="423" y="2"/>
                  </a:cubicBezTo>
                  <a:cubicBezTo>
                    <a:pt x="423" y="7"/>
                    <a:pt x="423" y="7"/>
                    <a:pt x="423" y="7"/>
                  </a:cubicBezTo>
                  <a:cubicBezTo>
                    <a:pt x="418" y="7"/>
                    <a:pt x="415" y="8"/>
                    <a:pt x="414" y="9"/>
                  </a:cubicBezTo>
                  <a:cubicBezTo>
                    <a:pt x="412" y="10"/>
                    <a:pt x="411" y="12"/>
                    <a:pt x="411" y="16"/>
                  </a:cubicBezTo>
                  <a:cubicBezTo>
                    <a:pt x="411" y="60"/>
                    <a:pt x="411" y="60"/>
                    <a:pt x="411" y="60"/>
                  </a:cubicBezTo>
                  <a:cubicBezTo>
                    <a:pt x="411" y="67"/>
                    <a:pt x="412" y="72"/>
                    <a:pt x="412" y="75"/>
                  </a:cubicBezTo>
                  <a:cubicBezTo>
                    <a:pt x="413" y="78"/>
                    <a:pt x="414" y="80"/>
                    <a:pt x="415" y="82"/>
                  </a:cubicBezTo>
                  <a:cubicBezTo>
                    <a:pt x="417" y="84"/>
                    <a:pt x="420" y="86"/>
                    <a:pt x="423" y="88"/>
                  </a:cubicBezTo>
                  <a:cubicBezTo>
                    <a:pt x="426" y="89"/>
                    <a:pt x="430" y="89"/>
                    <a:pt x="434" y="89"/>
                  </a:cubicBezTo>
                  <a:cubicBezTo>
                    <a:pt x="442" y="89"/>
                    <a:pt x="448" y="87"/>
                    <a:pt x="452" y="83"/>
                  </a:cubicBezTo>
                  <a:cubicBezTo>
                    <a:pt x="456" y="78"/>
                    <a:pt x="457" y="70"/>
                    <a:pt x="457" y="60"/>
                  </a:cubicBezTo>
                  <a:cubicBezTo>
                    <a:pt x="457" y="59"/>
                    <a:pt x="457" y="59"/>
                    <a:pt x="457" y="59"/>
                  </a:cubicBezTo>
                  <a:cubicBezTo>
                    <a:pt x="457" y="18"/>
                    <a:pt x="457" y="18"/>
                    <a:pt x="457" y="18"/>
                  </a:cubicBezTo>
                  <a:cubicBezTo>
                    <a:pt x="457" y="14"/>
                    <a:pt x="457" y="11"/>
                    <a:pt x="455" y="9"/>
                  </a:cubicBezTo>
                  <a:cubicBezTo>
                    <a:pt x="454" y="8"/>
                    <a:pt x="451" y="7"/>
                    <a:pt x="446" y="7"/>
                  </a:cubicBezTo>
                  <a:cubicBezTo>
                    <a:pt x="446" y="2"/>
                    <a:pt x="446" y="2"/>
                    <a:pt x="446" y="2"/>
                  </a:cubicBezTo>
                  <a:cubicBezTo>
                    <a:pt x="449" y="2"/>
                    <a:pt x="452" y="2"/>
                    <a:pt x="454" y="2"/>
                  </a:cubicBezTo>
                  <a:cubicBezTo>
                    <a:pt x="456" y="2"/>
                    <a:pt x="458" y="3"/>
                    <a:pt x="460" y="3"/>
                  </a:cubicBezTo>
                  <a:cubicBezTo>
                    <a:pt x="462" y="3"/>
                    <a:pt x="465" y="2"/>
                    <a:pt x="467" y="2"/>
                  </a:cubicBezTo>
                  <a:cubicBezTo>
                    <a:pt x="469" y="2"/>
                    <a:pt x="472" y="2"/>
                    <a:pt x="474" y="2"/>
                  </a:cubicBezTo>
                  <a:cubicBezTo>
                    <a:pt x="474" y="7"/>
                    <a:pt x="474" y="7"/>
                    <a:pt x="474" y="7"/>
                  </a:cubicBezTo>
                  <a:cubicBezTo>
                    <a:pt x="471" y="7"/>
                    <a:pt x="469" y="8"/>
                    <a:pt x="468" y="9"/>
                  </a:cubicBezTo>
                  <a:cubicBezTo>
                    <a:pt x="467" y="10"/>
                    <a:pt x="466" y="13"/>
                    <a:pt x="466" y="18"/>
                  </a:cubicBezTo>
                  <a:cubicBezTo>
                    <a:pt x="465" y="62"/>
                    <a:pt x="465" y="62"/>
                    <a:pt x="465" y="62"/>
                  </a:cubicBezTo>
                  <a:cubicBezTo>
                    <a:pt x="465" y="76"/>
                    <a:pt x="462" y="86"/>
                    <a:pt x="456" y="92"/>
                  </a:cubicBezTo>
                  <a:cubicBezTo>
                    <a:pt x="450" y="98"/>
                    <a:pt x="440" y="101"/>
                    <a:pt x="427" y="101"/>
                  </a:cubicBezTo>
                  <a:cubicBezTo>
                    <a:pt x="414" y="101"/>
                    <a:pt x="405" y="98"/>
                    <a:pt x="398" y="93"/>
                  </a:cubicBezTo>
                  <a:cubicBezTo>
                    <a:pt x="391" y="87"/>
                    <a:pt x="388" y="79"/>
                    <a:pt x="388" y="69"/>
                  </a:cubicBezTo>
                  <a:cubicBezTo>
                    <a:pt x="388" y="16"/>
                    <a:pt x="388" y="16"/>
                    <a:pt x="388" y="16"/>
                  </a:cubicBezTo>
                  <a:close/>
                  <a:moveTo>
                    <a:pt x="524" y="27"/>
                  </a:moveTo>
                  <a:cubicBezTo>
                    <a:pt x="511" y="60"/>
                    <a:pt x="511" y="60"/>
                    <a:pt x="511" y="60"/>
                  </a:cubicBezTo>
                  <a:cubicBezTo>
                    <a:pt x="536" y="60"/>
                    <a:pt x="536" y="60"/>
                    <a:pt x="536" y="60"/>
                  </a:cubicBezTo>
                  <a:cubicBezTo>
                    <a:pt x="524" y="27"/>
                    <a:pt x="524" y="27"/>
                    <a:pt x="524" y="27"/>
                  </a:cubicBezTo>
                  <a:close/>
                  <a:moveTo>
                    <a:pt x="501" y="84"/>
                  </a:moveTo>
                  <a:cubicBezTo>
                    <a:pt x="500" y="85"/>
                    <a:pt x="500" y="86"/>
                    <a:pt x="500" y="86"/>
                  </a:cubicBezTo>
                  <a:cubicBezTo>
                    <a:pt x="500" y="87"/>
                    <a:pt x="500" y="88"/>
                    <a:pt x="500" y="88"/>
                  </a:cubicBezTo>
                  <a:cubicBezTo>
                    <a:pt x="500" y="91"/>
                    <a:pt x="503" y="92"/>
                    <a:pt x="510" y="93"/>
                  </a:cubicBezTo>
                  <a:cubicBezTo>
                    <a:pt x="510" y="93"/>
                    <a:pt x="510" y="93"/>
                    <a:pt x="510" y="93"/>
                  </a:cubicBezTo>
                  <a:cubicBezTo>
                    <a:pt x="510" y="99"/>
                    <a:pt x="510" y="99"/>
                    <a:pt x="510" y="99"/>
                  </a:cubicBezTo>
                  <a:cubicBezTo>
                    <a:pt x="507" y="98"/>
                    <a:pt x="505" y="98"/>
                    <a:pt x="502" y="98"/>
                  </a:cubicBezTo>
                  <a:cubicBezTo>
                    <a:pt x="499" y="98"/>
                    <a:pt x="497" y="98"/>
                    <a:pt x="495" y="98"/>
                  </a:cubicBezTo>
                  <a:cubicBezTo>
                    <a:pt x="493" y="98"/>
                    <a:pt x="492" y="98"/>
                    <a:pt x="490" y="98"/>
                  </a:cubicBezTo>
                  <a:cubicBezTo>
                    <a:pt x="488" y="98"/>
                    <a:pt x="484" y="98"/>
                    <a:pt x="480" y="99"/>
                  </a:cubicBezTo>
                  <a:cubicBezTo>
                    <a:pt x="480" y="93"/>
                    <a:pt x="480" y="93"/>
                    <a:pt x="480" y="93"/>
                  </a:cubicBezTo>
                  <a:cubicBezTo>
                    <a:pt x="483" y="92"/>
                    <a:pt x="485" y="91"/>
                    <a:pt x="487" y="90"/>
                  </a:cubicBezTo>
                  <a:cubicBezTo>
                    <a:pt x="489" y="88"/>
                    <a:pt x="491" y="85"/>
                    <a:pt x="493" y="81"/>
                  </a:cubicBezTo>
                  <a:cubicBezTo>
                    <a:pt x="528" y="2"/>
                    <a:pt x="528" y="2"/>
                    <a:pt x="528" y="2"/>
                  </a:cubicBezTo>
                  <a:cubicBezTo>
                    <a:pt x="537" y="2"/>
                    <a:pt x="537" y="2"/>
                    <a:pt x="537" y="2"/>
                  </a:cubicBezTo>
                  <a:cubicBezTo>
                    <a:pt x="568" y="86"/>
                    <a:pt x="568" y="86"/>
                    <a:pt x="568" y="86"/>
                  </a:cubicBezTo>
                  <a:cubicBezTo>
                    <a:pt x="569" y="89"/>
                    <a:pt x="571" y="90"/>
                    <a:pt x="572" y="91"/>
                  </a:cubicBezTo>
                  <a:cubicBezTo>
                    <a:pt x="574" y="92"/>
                    <a:pt x="576" y="93"/>
                    <a:pt x="579" y="93"/>
                  </a:cubicBezTo>
                  <a:cubicBezTo>
                    <a:pt x="579" y="99"/>
                    <a:pt x="579" y="99"/>
                    <a:pt x="579" y="99"/>
                  </a:cubicBezTo>
                  <a:cubicBezTo>
                    <a:pt x="575" y="98"/>
                    <a:pt x="571" y="98"/>
                    <a:pt x="567" y="98"/>
                  </a:cubicBezTo>
                  <a:cubicBezTo>
                    <a:pt x="564" y="98"/>
                    <a:pt x="560" y="98"/>
                    <a:pt x="557" y="98"/>
                  </a:cubicBezTo>
                  <a:cubicBezTo>
                    <a:pt x="554" y="98"/>
                    <a:pt x="551" y="98"/>
                    <a:pt x="547" y="98"/>
                  </a:cubicBezTo>
                  <a:cubicBezTo>
                    <a:pt x="543" y="98"/>
                    <a:pt x="538" y="98"/>
                    <a:pt x="534" y="99"/>
                  </a:cubicBezTo>
                  <a:cubicBezTo>
                    <a:pt x="534" y="93"/>
                    <a:pt x="534" y="93"/>
                    <a:pt x="534" y="93"/>
                  </a:cubicBezTo>
                  <a:cubicBezTo>
                    <a:pt x="539" y="93"/>
                    <a:pt x="542" y="92"/>
                    <a:pt x="543" y="92"/>
                  </a:cubicBezTo>
                  <a:cubicBezTo>
                    <a:pt x="545" y="91"/>
                    <a:pt x="545" y="90"/>
                    <a:pt x="545" y="88"/>
                  </a:cubicBezTo>
                  <a:cubicBezTo>
                    <a:pt x="545" y="88"/>
                    <a:pt x="545" y="87"/>
                    <a:pt x="545" y="87"/>
                  </a:cubicBezTo>
                  <a:cubicBezTo>
                    <a:pt x="545" y="86"/>
                    <a:pt x="545" y="86"/>
                    <a:pt x="545" y="85"/>
                  </a:cubicBezTo>
                  <a:cubicBezTo>
                    <a:pt x="538" y="67"/>
                    <a:pt x="538" y="67"/>
                    <a:pt x="538" y="67"/>
                  </a:cubicBezTo>
                  <a:cubicBezTo>
                    <a:pt x="508" y="67"/>
                    <a:pt x="508" y="67"/>
                    <a:pt x="508" y="67"/>
                  </a:cubicBezTo>
                  <a:cubicBezTo>
                    <a:pt x="501" y="84"/>
                    <a:pt x="501" y="84"/>
                    <a:pt x="501" y="84"/>
                  </a:cubicBezTo>
                  <a:close/>
                  <a:moveTo>
                    <a:pt x="672" y="64"/>
                  </a:moveTo>
                  <a:cubicBezTo>
                    <a:pt x="672" y="17"/>
                    <a:pt x="672" y="17"/>
                    <a:pt x="672" y="17"/>
                  </a:cubicBezTo>
                  <a:cubicBezTo>
                    <a:pt x="672" y="13"/>
                    <a:pt x="671" y="10"/>
                    <a:pt x="669" y="9"/>
                  </a:cubicBezTo>
                  <a:cubicBezTo>
                    <a:pt x="668" y="8"/>
                    <a:pt x="664" y="7"/>
                    <a:pt x="659" y="7"/>
                  </a:cubicBezTo>
                  <a:cubicBezTo>
                    <a:pt x="659" y="2"/>
                    <a:pt x="659" y="2"/>
                    <a:pt x="659" y="2"/>
                  </a:cubicBezTo>
                  <a:cubicBezTo>
                    <a:pt x="661" y="2"/>
                    <a:pt x="664" y="2"/>
                    <a:pt x="666" y="2"/>
                  </a:cubicBezTo>
                  <a:cubicBezTo>
                    <a:pt x="669" y="2"/>
                    <a:pt x="672" y="2"/>
                    <a:pt x="675" y="2"/>
                  </a:cubicBezTo>
                  <a:cubicBezTo>
                    <a:pt x="678" y="2"/>
                    <a:pt x="680" y="2"/>
                    <a:pt x="683" y="2"/>
                  </a:cubicBezTo>
                  <a:cubicBezTo>
                    <a:pt x="685" y="2"/>
                    <a:pt x="688" y="2"/>
                    <a:pt x="690" y="2"/>
                  </a:cubicBezTo>
                  <a:cubicBezTo>
                    <a:pt x="690" y="7"/>
                    <a:pt x="690" y="7"/>
                    <a:pt x="690" y="7"/>
                  </a:cubicBezTo>
                  <a:cubicBezTo>
                    <a:pt x="689" y="7"/>
                    <a:pt x="689" y="7"/>
                    <a:pt x="689" y="7"/>
                  </a:cubicBezTo>
                  <a:cubicBezTo>
                    <a:pt x="686" y="7"/>
                    <a:pt x="683" y="8"/>
                    <a:pt x="682" y="9"/>
                  </a:cubicBezTo>
                  <a:cubicBezTo>
                    <a:pt x="681" y="11"/>
                    <a:pt x="680" y="13"/>
                    <a:pt x="680" y="17"/>
                  </a:cubicBezTo>
                  <a:cubicBezTo>
                    <a:pt x="680" y="99"/>
                    <a:pt x="680" y="99"/>
                    <a:pt x="680" y="99"/>
                  </a:cubicBezTo>
                  <a:cubicBezTo>
                    <a:pt x="671" y="99"/>
                    <a:pt x="671" y="99"/>
                    <a:pt x="671" y="99"/>
                  </a:cubicBezTo>
                  <a:cubicBezTo>
                    <a:pt x="610" y="20"/>
                    <a:pt x="610" y="20"/>
                    <a:pt x="610" y="20"/>
                  </a:cubicBezTo>
                  <a:cubicBezTo>
                    <a:pt x="610" y="81"/>
                    <a:pt x="610" y="81"/>
                    <a:pt x="610" y="81"/>
                  </a:cubicBezTo>
                  <a:cubicBezTo>
                    <a:pt x="610" y="86"/>
                    <a:pt x="611" y="89"/>
                    <a:pt x="612" y="91"/>
                  </a:cubicBezTo>
                  <a:cubicBezTo>
                    <a:pt x="614" y="92"/>
                    <a:pt x="617" y="93"/>
                    <a:pt x="623" y="93"/>
                  </a:cubicBezTo>
                  <a:cubicBezTo>
                    <a:pt x="623" y="99"/>
                    <a:pt x="623" y="99"/>
                    <a:pt x="623" y="99"/>
                  </a:cubicBezTo>
                  <a:cubicBezTo>
                    <a:pt x="620" y="98"/>
                    <a:pt x="617" y="98"/>
                    <a:pt x="614" y="98"/>
                  </a:cubicBezTo>
                  <a:cubicBezTo>
                    <a:pt x="611" y="98"/>
                    <a:pt x="608" y="98"/>
                    <a:pt x="605" y="98"/>
                  </a:cubicBezTo>
                  <a:cubicBezTo>
                    <a:pt x="603" y="98"/>
                    <a:pt x="600" y="98"/>
                    <a:pt x="598" y="98"/>
                  </a:cubicBezTo>
                  <a:cubicBezTo>
                    <a:pt x="595" y="98"/>
                    <a:pt x="592" y="98"/>
                    <a:pt x="590" y="99"/>
                  </a:cubicBezTo>
                  <a:cubicBezTo>
                    <a:pt x="590" y="93"/>
                    <a:pt x="590" y="93"/>
                    <a:pt x="590" y="93"/>
                  </a:cubicBezTo>
                  <a:cubicBezTo>
                    <a:pt x="595" y="93"/>
                    <a:pt x="598" y="92"/>
                    <a:pt x="599" y="91"/>
                  </a:cubicBezTo>
                  <a:cubicBezTo>
                    <a:pt x="601" y="89"/>
                    <a:pt x="602" y="86"/>
                    <a:pt x="602" y="81"/>
                  </a:cubicBezTo>
                  <a:cubicBezTo>
                    <a:pt x="602" y="17"/>
                    <a:pt x="602" y="17"/>
                    <a:pt x="602" y="17"/>
                  </a:cubicBezTo>
                  <a:cubicBezTo>
                    <a:pt x="602" y="13"/>
                    <a:pt x="601" y="11"/>
                    <a:pt x="599" y="9"/>
                  </a:cubicBezTo>
                  <a:cubicBezTo>
                    <a:pt x="598" y="8"/>
                    <a:pt x="595" y="8"/>
                    <a:pt x="591" y="7"/>
                  </a:cubicBezTo>
                  <a:cubicBezTo>
                    <a:pt x="591" y="2"/>
                    <a:pt x="591" y="2"/>
                    <a:pt x="591" y="2"/>
                  </a:cubicBezTo>
                  <a:cubicBezTo>
                    <a:pt x="595" y="2"/>
                    <a:pt x="599" y="2"/>
                    <a:pt x="601" y="2"/>
                  </a:cubicBezTo>
                  <a:cubicBezTo>
                    <a:pt x="603" y="2"/>
                    <a:pt x="605" y="3"/>
                    <a:pt x="607" y="3"/>
                  </a:cubicBezTo>
                  <a:cubicBezTo>
                    <a:pt x="609" y="3"/>
                    <a:pt x="612" y="2"/>
                    <a:pt x="614" y="2"/>
                  </a:cubicBezTo>
                  <a:cubicBezTo>
                    <a:pt x="617" y="2"/>
                    <a:pt x="620" y="2"/>
                    <a:pt x="623" y="2"/>
                  </a:cubicBezTo>
                  <a:cubicBezTo>
                    <a:pt x="672" y="64"/>
                    <a:pt x="672" y="64"/>
                    <a:pt x="672" y="64"/>
                  </a:cubicBezTo>
                  <a:close/>
                  <a:moveTo>
                    <a:pt x="781" y="16"/>
                  </a:moveTo>
                  <a:cubicBezTo>
                    <a:pt x="781" y="13"/>
                    <a:pt x="780" y="11"/>
                    <a:pt x="779" y="9"/>
                  </a:cubicBezTo>
                  <a:cubicBezTo>
                    <a:pt x="777" y="8"/>
                    <a:pt x="775" y="7"/>
                    <a:pt x="771" y="7"/>
                  </a:cubicBezTo>
                  <a:cubicBezTo>
                    <a:pt x="770" y="7"/>
                    <a:pt x="770" y="7"/>
                    <a:pt x="770" y="7"/>
                  </a:cubicBezTo>
                  <a:cubicBezTo>
                    <a:pt x="770" y="2"/>
                    <a:pt x="770" y="2"/>
                    <a:pt x="770" y="2"/>
                  </a:cubicBezTo>
                  <a:cubicBezTo>
                    <a:pt x="775" y="2"/>
                    <a:pt x="779" y="2"/>
                    <a:pt x="782" y="3"/>
                  </a:cubicBezTo>
                  <a:cubicBezTo>
                    <a:pt x="786" y="3"/>
                    <a:pt x="790" y="3"/>
                    <a:pt x="793" y="3"/>
                  </a:cubicBezTo>
                  <a:cubicBezTo>
                    <a:pt x="796" y="3"/>
                    <a:pt x="799" y="3"/>
                    <a:pt x="803" y="3"/>
                  </a:cubicBezTo>
                  <a:cubicBezTo>
                    <a:pt x="807" y="2"/>
                    <a:pt x="811" y="2"/>
                    <a:pt x="815" y="2"/>
                  </a:cubicBezTo>
                  <a:cubicBezTo>
                    <a:pt x="815" y="7"/>
                    <a:pt x="815" y="7"/>
                    <a:pt x="815" y="7"/>
                  </a:cubicBezTo>
                  <a:cubicBezTo>
                    <a:pt x="811" y="7"/>
                    <a:pt x="808" y="8"/>
                    <a:pt x="807" y="9"/>
                  </a:cubicBezTo>
                  <a:cubicBezTo>
                    <a:pt x="805" y="10"/>
                    <a:pt x="804" y="12"/>
                    <a:pt x="804" y="16"/>
                  </a:cubicBezTo>
                  <a:cubicBezTo>
                    <a:pt x="804" y="60"/>
                    <a:pt x="804" y="60"/>
                    <a:pt x="804" y="60"/>
                  </a:cubicBezTo>
                  <a:cubicBezTo>
                    <a:pt x="804" y="67"/>
                    <a:pt x="805" y="72"/>
                    <a:pt x="805" y="75"/>
                  </a:cubicBezTo>
                  <a:cubicBezTo>
                    <a:pt x="806" y="78"/>
                    <a:pt x="807" y="80"/>
                    <a:pt x="808" y="82"/>
                  </a:cubicBezTo>
                  <a:cubicBezTo>
                    <a:pt x="810" y="84"/>
                    <a:pt x="813" y="86"/>
                    <a:pt x="816" y="88"/>
                  </a:cubicBezTo>
                  <a:cubicBezTo>
                    <a:pt x="819" y="89"/>
                    <a:pt x="822" y="89"/>
                    <a:pt x="827" y="89"/>
                  </a:cubicBezTo>
                  <a:cubicBezTo>
                    <a:pt x="835" y="89"/>
                    <a:pt x="841" y="87"/>
                    <a:pt x="845" y="83"/>
                  </a:cubicBezTo>
                  <a:cubicBezTo>
                    <a:pt x="848" y="78"/>
                    <a:pt x="850" y="70"/>
                    <a:pt x="850" y="60"/>
                  </a:cubicBezTo>
                  <a:cubicBezTo>
                    <a:pt x="850" y="59"/>
                    <a:pt x="850" y="59"/>
                    <a:pt x="850" y="59"/>
                  </a:cubicBezTo>
                  <a:cubicBezTo>
                    <a:pt x="850" y="18"/>
                    <a:pt x="850" y="18"/>
                    <a:pt x="850" y="18"/>
                  </a:cubicBezTo>
                  <a:cubicBezTo>
                    <a:pt x="850" y="14"/>
                    <a:pt x="849" y="11"/>
                    <a:pt x="848" y="9"/>
                  </a:cubicBezTo>
                  <a:cubicBezTo>
                    <a:pt x="847" y="8"/>
                    <a:pt x="844" y="7"/>
                    <a:pt x="839" y="7"/>
                  </a:cubicBezTo>
                  <a:cubicBezTo>
                    <a:pt x="839" y="2"/>
                    <a:pt x="839" y="2"/>
                    <a:pt x="839" y="2"/>
                  </a:cubicBezTo>
                  <a:cubicBezTo>
                    <a:pt x="842" y="2"/>
                    <a:pt x="845" y="2"/>
                    <a:pt x="847" y="2"/>
                  </a:cubicBezTo>
                  <a:cubicBezTo>
                    <a:pt x="849" y="2"/>
                    <a:pt x="851" y="3"/>
                    <a:pt x="853" y="3"/>
                  </a:cubicBezTo>
                  <a:cubicBezTo>
                    <a:pt x="855" y="3"/>
                    <a:pt x="857" y="2"/>
                    <a:pt x="860" y="2"/>
                  </a:cubicBezTo>
                  <a:cubicBezTo>
                    <a:pt x="862" y="2"/>
                    <a:pt x="865" y="2"/>
                    <a:pt x="867" y="2"/>
                  </a:cubicBezTo>
                  <a:cubicBezTo>
                    <a:pt x="867" y="7"/>
                    <a:pt x="867" y="7"/>
                    <a:pt x="867" y="7"/>
                  </a:cubicBezTo>
                  <a:cubicBezTo>
                    <a:pt x="864" y="7"/>
                    <a:pt x="862" y="8"/>
                    <a:pt x="861" y="9"/>
                  </a:cubicBezTo>
                  <a:cubicBezTo>
                    <a:pt x="860" y="10"/>
                    <a:pt x="859" y="13"/>
                    <a:pt x="859" y="18"/>
                  </a:cubicBezTo>
                  <a:cubicBezTo>
                    <a:pt x="858" y="62"/>
                    <a:pt x="858" y="62"/>
                    <a:pt x="858" y="62"/>
                  </a:cubicBezTo>
                  <a:cubicBezTo>
                    <a:pt x="858" y="76"/>
                    <a:pt x="855" y="86"/>
                    <a:pt x="849" y="92"/>
                  </a:cubicBezTo>
                  <a:cubicBezTo>
                    <a:pt x="843" y="98"/>
                    <a:pt x="833" y="101"/>
                    <a:pt x="820" y="101"/>
                  </a:cubicBezTo>
                  <a:cubicBezTo>
                    <a:pt x="807" y="101"/>
                    <a:pt x="797" y="98"/>
                    <a:pt x="791" y="93"/>
                  </a:cubicBezTo>
                  <a:cubicBezTo>
                    <a:pt x="784" y="87"/>
                    <a:pt x="781" y="79"/>
                    <a:pt x="781" y="69"/>
                  </a:cubicBezTo>
                  <a:cubicBezTo>
                    <a:pt x="781" y="16"/>
                    <a:pt x="781" y="16"/>
                    <a:pt x="781" y="16"/>
                  </a:cubicBezTo>
                  <a:close/>
                  <a:moveTo>
                    <a:pt x="963" y="64"/>
                  </a:moveTo>
                  <a:cubicBezTo>
                    <a:pt x="963" y="17"/>
                    <a:pt x="963" y="17"/>
                    <a:pt x="963" y="17"/>
                  </a:cubicBezTo>
                  <a:cubicBezTo>
                    <a:pt x="963" y="13"/>
                    <a:pt x="962" y="10"/>
                    <a:pt x="961" y="9"/>
                  </a:cubicBezTo>
                  <a:cubicBezTo>
                    <a:pt x="959" y="8"/>
                    <a:pt x="956" y="7"/>
                    <a:pt x="950" y="7"/>
                  </a:cubicBezTo>
                  <a:cubicBezTo>
                    <a:pt x="950" y="2"/>
                    <a:pt x="950" y="2"/>
                    <a:pt x="950" y="2"/>
                  </a:cubicBezTo>
                  <a:cubicBezTo>
                    <a:pt x="953" y="2"/>
                    <a:pt x="955" y="2"/>
                    <a:pt x="958" y="2"/>
                  </a:cubicBezTo>
                  <a:cubicBezTo>
                    <a:pt x="960" y="2"/>
                    <a:pt x="963" y="2"/>
                    <a:pt x="966" y="2"/>
                  </a:cubicBezTo>
                  <a:cubicBezTo>
                    <a:pt x="969" y="2"/>
                    <a:pt x="972" y="2"/>
                    <a:pt x="974" y="2"/>
                  </a:cubicBezTo>
                  <a:cubicBezTo>
                    <a:pt x="977" y="2"/>
                    <a:pt x="979" y="2"/>
                    <a:pt x="981" y="2"/>
                  </a:cubicBezTo>
                  <a:cubicBezTo>
                    <a:pt x="981" y="7"/>
                    <a:pt x="981" y="7"/>
                    <a:pt x="981" y="7"/>
                  </a:cubicBezTo>
                  <a:cubicBezTo>
                    <a:pt x="980" y="7"/>
                    <a:pt x="980" y="7"/>
                    <a:pt x="980" y="7"/>
                  </a:cubicBezTo>
                  <a:cubicBezTo>
                    <a:pt x="977" y="7"/>
                    <a:pt x="975" y="8"/>
                    <a:pt x="973" y="9"/>
                  </a:cubicBezTo>
                  <a:cubicBezTo>
                    <a:pt x="972" y="11"/>
                    <a:pt x="971" y="13"/>
                    <a:pt x="971" y="17"/>
                  </a:cubicBezTo>
                  <a:cubicBezTo>
                    <a:pt x="971" y="99"/>
                    <a:pt x="971" y="99"/>
                    <a:pt x="971" y="99"/>
                  </a:cubicBezTo>
                  <a:cubicBezTo>
                    <a:pt x="963" y="99"/>
                    <a:pt x="963" y="99"/>
                    <a:pt x="963" y="99"/>
                  </a:cubicBezTo>
                  <a:cubicBezTo>
                    <a:pt x="901" y="20"/>
                    <a:pt x="901" y="20"/>
                    <a:pt x="901" y="20"/>
                  </a:cubicBezTo>
                  <a:cubicBezTo>
                    <a:pt x="901" y="81"/>
                    <a:pt x="901" y="81"/>
                    <a:pt x="901" y="81"/>
                  </a:cubicBezTo>
                  <a:cubicBezTo>
                    <a:pt x="901" y="86"/>
                    <a:pt x="902" y="89"/>
                    <a:pt x="904" y="91"/>
                  </a:cubicBezTo>
                  <a:cubicBezTo>
                    <a:pt x="905" y="92"/>
                    <a:pt x="909" y="93"/>
                    <a:pt x="914" y="93"/>
                  </a:cubicBezTo>
                  <a:cubicBezTo>
                    <a:pt x="914" y="99"/>
                    <a:pt x="914" y="99"/>
                    <a:pt x="914" y="99"/>
                  </a:cubicBezTo>
                  <a:cubicBezTo>
                    <a:pt x="911" y="98"/>
                    <a:pt x="908" y="98"/>
                    <a:pt x="905" y="98"/>
                  </a:cubicBezTo>
                  <a:cubicBezTo>
                    <a:pt x="902" y="98"/>
                    <a:pt x="900" y="98"/>
                    <a:pt x="897" y="98"/>
                  </a:cubicBezTo>
                  <a:cubicBezTo>
                    <a:pt x="894" y="98"/>
                    <a:pt x="892" y="98"/>
                    <a:pt x="889" y="98"/>
                  </a:cubicBezTo>
                  <a:cubicBezTo>
                    <a:pt x="886" y="98"/>
                    <a:pt x="884" y="98"/>
                    <a:pt x="881" y="99"/>
                  </a:cubicBezTo>
                  <a:cubicBezTo>
                    <a:pt x="881" y="93"/>
                    <a:pt x="881" y="93"/>
                    <a:pt x="881" y="93"/>
                  </a:cubicBezTo>
                  <a:cubicBezTo>
                    <a:pt x="886" y="93"/>
                    <a:pt x="889" y="92"/>
                    <a:pt x="891" y="91"/>
                  </a:cubicBezTo>
                  <a:cubicBezTo>
                    <a:pt x="892" y="89"/>
                    <a:pt x="893" y="86"/>
                    <a:pt x="893" y="81"/>
                  </a:cubicBezTo>
                  <a:cubicBezTo>
                    <a:pt x="893" y="17"/>
                    <a:pt x="893" y="17"/>
                    <a:pt x="893" y="17"/>
                  </a:cubicBezTo>
                  <a:cubicBezTo>
                    <a:pt x="893" y="13"/>
                    <a:pt x="892" y="11"/>
                    <a:pt x="891" y="9"/>
                  </a:cubicBezTo>
                  <a:cubicBezTo>
                    <a:pt x="889" y="8"/>
                    <a:pt x="886" y="8"/>
                    <a:pt x="882" y="7"/>
                  </a:cubicBezTo>
                  <a:cubicBezTo>
                    <a:pt x="882" y="2"/>
                    <a:pt x="882" y="2"/>
                    <a:pt x="882" y="2"/>
                  </a:cubicBezTo>
                  <a:cubicBezTo>
                    <a:pt x="887" y="2"/>
                    <a:pt x="890" y="2"/>
                    <a:pt x="892" y="2"/>
                  </a:cubicBezTo>
                  <a:cubicBezTo>
                    <a:pt x="895" y="2"/>
                    <a:pt x="897" y="3"/>
                    <a:pt x="899" y="3"/>
                  </a:cubicBezTo>
                  <a:cubicBezTo>
                    <a:pt x="901" y="3"/>
                    <a:pt x="903" y="2"/>
                    <a:pt x="906" y="2"/>
                  </a:cubicBezTo>
                  <a:cubicBezTo>
                    <a:pt x="908" y="2"/>
                    <a:pt x="911" y="2"/>
                    <a:pt x="915" y="2"/>
                  </a:cubicBezTo>
                  <a:cubicBezTo>
                    <a:pt x="963" y="64"/>
                    <a:pt x="963" y="64"/>
                    <a:pt x="963" y="64"/>
                  </a:cubicBezTo>
                  <a:close/>
                  <a:moveTo>
                    <a:pt x="997" y="99"/>
                  </a:moveTo>
                  <a:cubicBezTo>
                    <a:pt x="997" y="93"/>
                    <a:pt x="997" y="93"/>
                    <a:pt x="997" y="93"/>
                  </a:cubicBezTo>
                  <a:cubicBezTo>
                    <a:pt x="997" y="93"/>
                    <a:pt x="997" y="93"/>
                    <a:pt x="997" y="93"/>
                  </a:cubicBezTo>
                  <a:cubicBezTo>
                    <a:pt x="1002" y="93"/>
                    <a:pt x="1005" y="92"/>
                    <a:pt x="1006" y="91"/>
                  </a:cubicBezTo>
                  <a:cubicBezTo>
                    <a:pt x="1007" y="89"/>
                    <a:pt x="1008" y="86"/>
                    <a:pt x="1008" y="81"/>
                  </a:cubicBezTo>
                  <a:cubicBezTo>
                    <a:pt x="1008" y="16"/>
                    <a:pt x="1008" y="16"/>
                    <a:pt x="1008" y="16"/>
                  </a:cubicBezTo>
                  <a:cubicBezTo>
                    <a:pt x="1008" y="13"/>
                    <a:pt x="1007" y="11"/>
                    <a:pt x="1006" y="9"/>
                  </a:cubicBezTo>
                  <a:cubicBezTo>
                    <a:pt x="1004" y="8"/>
                    <a:pt x="1002" y="7"/>
                    <a:pt x="998" y="7"/>
                  </a:cubicBezTo>
                  <a:cubicBezTo>
                    <a:pt x="997" y="7"/>
                    <a:pt x="997" y="7"/>
                    <a:pt x="997" y="7"/>
                  </a:cubicBezTo>
                  <a:cubicBezTo>
                    <a:pt x="997" y="2"/>
                    <a:pt x="997" y="2"/>
                    <a:pt x="997" y="2"/>
                  </a:cubicBezTo>
                  <a:cubicBezTo>
                    <a:pt x="1001" y="2"/>
                    <a:pt x="1004" y="2"/>
                    <a:pt x="1008" y="2"/>
                  </a:cubicBezTo>
                  <a:cubicBezTo>
                    <a:pt x="1012" y="3"/>
                    <a:pt x="1016" y="3"/>
                    <a:pt x="1020" y="3"/>
                  </a:cubicBezTo>
                  <a:cubicBezTo>
                    <a:pt x="1023" y="3"/>
                    <a:pt x="1027" y="3"/>
                    <a:pt x="1031" y="2"/>
                  </a:cubicBezTo>
                  <a:cubicBezTo>
                    <a:pt x="1035" y="2"/>
                    <a:pt x="1039" y="2"/>
                    <a:pt x="1042" y="2"/>
                  </a:cubicBezTo>
                  <a:cubicBezTo>
                    <a:pt x="1042" y="7"/>
                    <a:pt x="1042" y="7"/>
                    <a:pt x="1042" y="7"/>
                  </a:cubicBezTo>
                  <a:cubicBezTo>
                    <a:pt x="1038" y="7"/>
                    <a:pt x="1035" y="8"/>
                    <a:pt x="1034" y="9"/>
                  </a:cubicBezTo>
                  <a:cubicBezTo>
                    <a:pt x="1032" y="10"/>
                    <a:pt x="1031" y="12"/>
                    <a:pt x="1031" y="16"/>
                  </a:cubicBezTo>
                  <a:cubicBezTo>
                    <a:pt x="1031" y="81"/>
                    <a:pt x="1031" y="81"/>
                    <a:pt x="1031" y="81"/>
                  </a:cubicBezTo>
                  <a:cubicBezTo>
                    <a:pt x="1031" y="86"/>
                    <a:pt x="1032" y="89"/>
                    <a:pt x="1033" y="91"/>
                  </a:cubicBezTo>
                  <a:cubicBezTo>
                    <a:pt x="1035" y="92"/>
                    <a:pt x="1038" y="93"/>
                    <a:pt x="1042" y="93"/>
                  </a:cubicBezTo>
                  <a:cubicBezTo>
                    <a:pt x="1042" y="93"/>
                    <a:pt x="1042" y="93"/>
                    <a:pt x="1042" y="93"/>
                  </a:cubicBezTo>
                  <a:cubicBezTo>
                    <a:pt x="1042" y="99"/>
                    <a:pt x="1042" y="99"/>
                    <a:pt x="1042" y="99"/>
                  </a:cubicBezTo>
                  <a:cubicBezTo>
                    <a:pt x="1039" y="98"/>
                    <a:pt x="1035" y="98"/>
                    <a:pt x="1031" y="98"/>
                  </a:cubicBezTo>
                  <a:cubicBezTo>
                    <a:pt x="1027" y="98"/>
                    <a:pt x="1024" y="98"/>
                    <a:pt x="1020" y="98"/>
                  </a:cubicBezTo>
                  <a:cubicBezTo>
                    <a:pt x="1016" y="98"/>
                    <a:pt x="1013" y="98"/>
                    <a:pt x="1009" y="98"/>
                  </a:cubicBezTo>
                  <a:cubicBezTo>
                    <a:pt x="1005" y="98"/>
                    <a:pt x="1001" y="98"/>
                    <a:pt x="997" y="99"/>
                  </a:cubicBezTo>
                  <a:cubicBezTo>
                    <a:pt x="997" y="99"/>
                    <a:pt x="997" y="99"/>
                    <a:pt x="997" y="99"/>
                  </a:cubicBezTo>
                  <a:close/>
                  <a:moveTo>
                    <a:pt x="1107" y="100"/>
                  </a:moveTo>
                  <a:cubicBezTo>
                    <a:pt x="1097" y="100"/>
                    <a:pt x="1097" y="100"/>
                    <a:pt x="1097" y="100"/>
                  </a:cubicBezTo>
                  <a:cubicBezTo>
                    <a:pt x="1066" y="16"/>
                    <a:pt x="1066" y="16"/>
                    <a:pt x="1066" y="16"/>
                  </a:cubicBezTo>
                  <a:cubicBezTo>
                    <a:pt x="1065" y="13"/>
                    <a:pt x="1064" y="11"/>
                    <a:pt x="1062" y="9"/>
                  </a:cubicBezTo>
                  <a:cubicBezTo>
                    <a:pt x="1060" y="8"/>
                    <a:pt x="1058" y="7"/>
                    <a:pt x="1055" y="7"/>
                  </a:cubicBezTo>
                  <a:cubicBezTo>
                    <a:pt x="1054" y="7"/>
                    <a:pt x="1054" y="7"/>
                    <a:pt x="1054" y="7"/>
                  </a:cubicBezTo>
                  <a:cubicBezTo>
                    <a:pt x="1054" y="2"/>
                    <a:pt x="1054" y="2"/>
                    <a:pt x="1054" y="2"/>
                  </a:cubicBezTo>
                  <a:cubicBezTo>
                    <a:pt x="1058" y="2"/>
                    <a:pt x="1062" y="2"/>
                    <a:pt x="1066" y="2"/>
                  </a:cubicBezTo>
                  <a:cubicBezTo>
                    <a:pt x="1070" y="2"/>
                    <a:pt x="1073" y="3"/>
                    <a:pt x="1076" y="3"/>
                  </a:cubicBezTo>
                  <a:cubicBezTo>
                    <a:pt x="1079" y="3"/>
                    <a:pt x="1081" y="2"/>
                    <a:pt x="1085" y="2"/>
                  </a:cubicBezTo>
                  <a:cubicBezTo>
                    <a:pt x="1088" y="2"/>
                    <a:pt x="1093" y="2"/>
                    <a:pt x="1100" y="2"/>
                  </a:cubicBezTo>
                  <a:cubicBezTo>
                    <a:pt x="1100" y="7"/>
                    <a:pt x="1100" y="7"/>
                    <a:pt x="1100" y="7"/>
                  </a:cubicBezTo>
                  <a:cubicBezTo>
                    <a:pt x="1099" y="7"/>
                    <a:pt x="1099" y="7"/>
                    <a:pt x="1099" y="7"/>
                  </a:cubicBezTo>
                  <a:cubicBezTo>
                    <a:pt x="1095" y="7"/>
                    <a:pt x="1093" y="8"/>
                    <a:pt x="1092" y="8"/>
                  </a:cubicBezTo>
                  <a:cubicBezTo>
                    <a:pt x="1090" y="9"/>
                    <a:pt x="1089" y="11"/>
                    <a:pt x="1089" y="12"/>
                  </a:cubicBezTo>
                  <a:cubicBezTo>
                    <a:pt x="1089" y="13"/>
                    <a:pt x="1089" y="13"/>
                    <a:pt x="1090" y="14"/>
                  </a:cubicBezTo>
                  <a:cubicBezTo>
                    <a:pt x="1090" y="14"/>
                    <a:pt x="1090" y="15"/>
                    <a:pt x="1090" y="15"/>
                  </a:cubicBezTo>
                  <a:cubicBezTo>
                    <a:pt x="1110" y="74"/>
                    <a:pt x="1110" y="74"/>
                    <a:pt x="1110" y="74"/>
                  </a:cubicBezTo>
                  <a:cubicBezTo>
                    <a:pt x="1133" y="16"/>
                    <a:pt x="1133" y="16"/>
                    <a:pt x="1133" y="16"/>
                  </a:cubicBezTo>
                  <a:cubicBezTo>
                    <a:pt x="1134" y="14"/>
                    <a:pt x="1134" y="14"/>
                    <a:pt x="1134" y="13"/>
                  </a:cubicBezTo>
                  <a:cubicBezTo>
                    <a:pt x="1134" y="12"/>
                    <a:pt x="1135" y="11"/>
                    <a:pt x="1135" y="11"/>
                  </a:cubicBezTo>
                  <a:cubicBezTo>
                    <a:pt x="1135" y="9"/>
                    <a:pt x="1134" y="9"/>
                    <a:pt x="1132" y="8"/>
                  </a:cubicBezTo>
                  <a:cubicBezTo>
                    <a:pt x="1131" y="7"/>
                    <a:pt x="1128" y="7"/>
                    <a:pt x="1125" y="7"/>
                  </a:cubicBezTo>
                  <a:cubicBezTo>
                    <a:pt x="1124" y="7"/>
                    <a:pt x="1124" y="7"/>
                    <a:pt x="1124" y="7"/>
                  </a:cubicBezTo>
                  <a:cubicBezTo>
                    <a:pt x="1124" y="2"/>
                    <a:pt x="1124" y="2"/>
                    <a:pt x="1124" y="2"/>
                  </a:cubicBezTo>
                  <a:cubicBezTo>
                    <a:pt x="1126" y="2"/>
                    <a:pt x="1128" y="2"/>
                    <a:pt x="1130" y="2"/>
                  </a:cubicBezTo>
                  <a:cubicBezTo>
                    <a:pt x="1132" y="2"/>
                    <a:pt x="1135" y="2"/>
                    <a:pt x="1137" y="2"/>
                  </a:cubicBezTo>
                  <a:cubicBezTo>
                    <a:pt x="1140" y="2"/>
                    <a:pt x="1143" y="2"/>
                    <a:pt x="1145" y="2"/>
                  </a:cubicBezTo>
                  <a:cubicBezTo>
                    <a:pt x="1147" y="2"/>
                    <a:pt x="1149" y="2"/>
                    <a:pt x="1151" y="2"/>
                  </a:cubicBezTo>
                  <a:cubicBezTo>
                    <a:pt x="1152" y="7"/>
                    <a:pt x="1152" y="7"/>
                    <a:pt x="1152" y="7"/>
                  </a:cubicBezTo>
                  <a:cubicBezTo>
                    <a:pt x="1149" y="7"/>
                    <a:pt x="1148" y="8"/>
                    <a:pt x="1146" y="9"/>
                  </a:cubicBezTo>
                  <a:cubicBezTo>
                    <a:pt x="1145" y="10"/>
                    <a:pt x="1144" y="12"/>
                    <a:pt x="1143" y="15"/>
                  </a:cubicBezTo>
                  <a:cubicBezTo>
                    <a:pt x="1107" y="100"/>
                    <a:pt x="1107" y="100"/>
                    <a:pt x="1107" y="100"/>
                  </a:cubicBezTo>
                  <a:close/>
                  <a:moveTo>
                    <a:pt x="1163" y="99"/>
                  </a:moveTo>
                  <a:cubicBezTo>
                    <a:pt x="1163" y="93"/>
                    <a:pt x="1163" y="93"/>
                    <a:pt x="1163" y="93"/>
                  </a:cubicBezTo>
                  <a:cubicBezTo>
                    <a:pt x="1165" y="93"/>
                    <a:pt x="1165" y="93"/>
                    <a:pt x="1165" y="93"/>
                  </a:cubicBezTo>
                  <a:cubicBezTo>
                    <a:pt x="1168" y="93"/>
                    <a:pt x="1171" y="92"/>
                    <a:pt x="1173" y="91"/>
                  </a:cubicBezTo>
                  <a:cubicBezTo>
                    <a:pt x="1174" y="89"/>
                    <a:pt x="1175" y="87"/>
                    <a:pt x="1175" y="84"/>
                  </a:cubicBezTo>
                  <a:cubicBezTo>
                    <a:pt x="1175" y="16"/>
                    <a:pt x="1175" y="16"/>
                    <a:pt x="1175" y="16"/>
                  </a:cubicBezTo>
                  <a:cubicBezTo>
                    <a:pt x="1175" y="13"/>
                    <a:pt x="1174" y="11"/>
                    <a:pt x="1173" y="10"/>
                  </a:cubicBezTo>
                  <a:cubicBezTo>
                    <a:pt x="1171" y="8"/>
                    <a:pt x="1168" y="7"/>
                    <a:pt x="1165" y="7"/>
                  </a:cubicBezTo>
                  <a:cubicBezTo>
                    <a:pt x="1163" y="7"/>
                    <a:pt x="1163" y="7"/>
                    <a:pt x="1163" y="7"/>
                  </a:cubicBezTo>
                  <a:cubicBezTo>
                    <a:pt x="1163" y="2"/>
                    <a:pt x="1163" y="2"/>
                    <a:pt x="1163" y="2"/>
                  </a:cubicBezTo>
                  <a:cubicBezTo>
                    <a:pt x="1166" y="2"/>
                    <a:pt x="1170" y="2"/>
                    <a:pt x="1174" y="2"/>
                  </a:cubicBezTo>
                  <a:cubicBezTo>
                    <a:pt x="1178" y="2"/>
                    <a:pt x="1184" y="2"/>
                    <a:pt x="1193" y="2"/>
                  </a:cubicBezTo>
                  <a:cubicBezTo>
                    <a:pt x="1207" y="2"/>
                    <a:pt x="1207" y="2"/>
                    <a:pt x="1207" y="2"/>
                  </a:cubicBezTo>
                  <a:cubicBezTo>
                    <a:pt x="1214" y="2"/>
                    <a:pt x="1219" y="2"/>
                    <a:pt x="1224" y="2"/>
                  </a:cubicBezTo>
                  <a:cubicBezTo>
                    <a:pt x="1228" y="2"/>
                    <a:pt x="1232" y="2"/>
                    <a:pt x="1236" y="2"/>
                  </a:cubicBezTo>
                  <a:cubicBezTo>
                    <a:pt x="1236" y="5"/>
                    <a:pt x="1236" y="9"/>
                    <a:pt x="1236" y="13"/>
                  </a:cubicBezTo>
                  <a:cubicBezTo>
                    <a:pt x="1236" y="16"/>
                    <a:pt x="1237" y="21"/>
                    <a:pt x="1237" y="25"/>
                  </a:cubicBezTo>
                  <a:cubicBezTo>
                    <a:pt x="1231" y="25"/>
                    <a:pt x="1231" y="25"/>
                    <a:pt x="1231" y="25"/>
                  </a:cubicBezTo>
                  <a:cubicBezTo>
                    <a:pt x="1230" y="19"/>
                    <a:pt x="1228" y="15"/>
                    <a:pt x="1225" y="12"/>
                  </a:cubicBezTo>
                  <a:cubicBezTo>
                    <a:pt x="1222" y="10"/>
                    <a:pt x="1216" y="9"/>
                    <a:pt x="1208" y="9"/>
                  </a:cubicBezTo>
                  <a:cubicBezTo>
                    <a:pt x="1204" y="9"/>
                    <a:pt x="1201" y="9"/>
                    <a:pt x="1200" y="10"/>
                  </a:cubicBezTo>
                  <a:cubicBezTo>
                    <a:pt x="1198" y="10"/>
                    <a:pt x="1198" y="12"/>
                    <a:pt x="1198" y="13"/>
                  </a:cubicBezTo>
                  <a:cubicBezTo>
                    <a:pt x="1198" y="46"/>
                    <a:pt x="1198" y="46"/>
                    <a:pt x="1198" y="46"/>
                  </a:cubicBezTo>
                  <a:cubicBezTo>
                    <a:pt x="1210" y="46"/>
                    <a:pt x="1210" y="46"/>
                    <a:pt x="1210" y="46"/>
                  </a:cubicBezTo>
                  <a:cubicBezTo>
                    <a:pt x="1214" y="46"/>
                    <a:pt x="1217" y="45"/>
                    <a:pt x="1219" y="42"/>
                  </a:cubicBezTo>
                  <a:cubicBezTo>
                    <a:pt x="1221" y="40"/>
                    <a:pt x="1222" y="37"/>
                    <a:pt x="1222" y="32"/>
                  </a:cubicBezTo>
                  <a:cubicBezTo>
                    <a:pt x="1227" y="32"/>
                    <a:pt x="1227" y="32"/>
                    <a:pt x="1227" y="32"/>
                  </a:cubicBezTo>
                  <a:cubicBezTo>
                    <a:pt x="1227" y="35"/>
                    <a:pt x="1227" y="38"/>
                    <a:pt x="1227" y="40"/>
                  </a:cubicBezTo>
                  <a:cubicBezTo>
                    <a:pt x="1227" y="43"/>
                    <a:pt x="1227" y="46"/>
                    <a:pt x="1227" y="49"/>
                  </a:cubicBezTo>
                  <a:cubicBezTo>
                    <a:pt x="1227" y="52"/>
                    <a:pt x="1227" y="54"/>
                    <a:pt x="1227" y="57"/>
                  </a:cubicBezTo>
                  <a:cubicBezTo>
                    <a:pt x="1227" y="60"/>
                    <a:pt x="1227" y="63"/>
                    <a:pt x="1227" y="65"/>
                  </a:cubicBezTo>
                  <a:cubicBezTo>
                    <a:pt x="1222" y="65"/>
                    <a:pt x="1222" y="65"/>
                    <a:pt x="1222" y="65"/>
                  </a:cubicBezTo>
                  <a:cubicBezTo>
                    <a:pt x="1222" y="60"/>
                    <a:pt x="1221" y="57"/>
                    <a:pt x="1219" y="55"/>
                  </a:cubicBezTo>
                  <a:cubicBezTo>
                    <a:pt x="1218" y="53"/>
                    <a:pt x="1215" y="52"/>
                    <a:pt x="1211" y="52"/>
                  </a:cubicBezTo>
                  <a:cubicBezTo>
                    <a:pt x="1198" y="52"/>
                    <a:pt x="1198" y="52"/>
                    <a:pt x="1198" y="52"/>
                  </a:cubicBezTo>
                  <a:cubicBezTo>
                    <a:pt x="1198" y="85"/>
                    <a:pt x="1198" y="85"/>
                    <a:pt x="1198" y="85"/>
                  </a:cubicBezTo>
                  <a:cubicBezTo>
                    <a:pt x="1198" y="87"/>
                    <a:pt x="1198" y="88"/>
                    <a:pt x="1199" y="89"/>
                  </a:cubicBezTo>
                  <a:cubicBezTo>
                    <a:pt x="1201" y="90"/>
                    <a:pt x="1202" y="90"/>
                    <a:pt x="1205" y="90"/>
                  </a:cubicBezTo>
                  <a:cubicBezTo>
                    <a:pt x="1216" y="90"/>
                    <a:pt x="1224" y="89"/>
                    <a:pt x="1229" y="86"/>
                  </a:cubicBezTo>
                  <a:cubicBezTo>
                    <a:pt x="1233" y="83"/>
                    <a:pt x="1236" y="78"/>
                    <a:pt x="1238" y="71"/>
                  </a:cubicBezTo>
                  <a:cubicBezTo>
                    <a:pt x="1244" y="71"/>
                    <a:pt x="1244" y="71"/>
                    <a:pt x="1244" y="71"/>
                  </a:cubicBezTo>
                  <a:cubicBezTo>
                    <a:pt x="1243" y="76"/>
                    <a:pt x="1242" y="80"/>
                    <a:pt x="1241" y="85"/>
                  </a:cubicBezTo>
                  <a:cubicBezTo>
                    <a:pt x="1240" y="90"/>
                    <a:pt x="1239" y="94"/>
                    <a:pt x="1239" y="99"/>
                  </a:cubicBezTo>
                  <a:cubicBezTo>
                    <a:pt x="1233" y="98"/>
                    <a:pt x="1228" y="98"/>
                    <a:pt x="1221" y="98"/>
                  </a:cubicBezTo>
                  <a:cubicBezTo>
                    <a:pt x="1215" y="98"/>
                    <a:pt x="1208" y="98"/>
                    <a:pt x="1201" y="98"/>
                  </a:cubicBezTo>
                  <a:cubicBezTo>
                    <a:pt x="1193" y="98"/>
                    <a:pt x="1186" y="98"/>
                    <a:pt x="1180" y="98"/>
                  </a:cubicBezTo>
                  <a:cubicBezTo>
                    <a:pt x="1174" y="98"/>
                    <a:pt x="1168" y="98"/>
                    <a:pt x="1163" y="99"/>
                  </a:cubicBezTo>
                  <a:cubicBezTo>
                    <a:pt x="1163" y="99"/>
                    <a:pt x="1163" y="99"/>
                    <a:pt x="1163" y="99"/>
                  </a:cubicBezTo>
                  <a:close/>
                  <a:moveTo>
                    <a:pt x="1259" y="99"/>
                  </a:moveTo>
                  <a:cubicBezTo>
                    <a:pt x="1259" y="93"/>
                    <a:pt x="1259" y="93"/>
                    <a:pt x="1259" y="93"/>
                  </a:cubicBezTo>
                  <a:cubicBezTo>
                    <a:pt x="1263" y="93"/>
                    <a:pt x="1266" y="92"/>
                    <a:pt x="1267" y="91"/>
                  </a:cubicBezTo>
                  <a:cubicBezTo>
                    <a:pt x="1269" y="89"/>
                    <a:pt x="1270" y="86"/>
                    <a:pt x="1270" y="81"/>
                  </a:cubicBezTo>
                  <a:cubicBezTo>
                    <a:pt x="1270" y="16"/>
                    <a:pt x="1270" y="16"/>
                    <a:pt x="1270" y="16"/>
                  </a:cubicBezTo>
                  <a:cubicBezTo>
                    <a:pt x="1270" y="13"/>
                    <a:pt x="1269" y="11"/>
                    <a:pt x="1267" y="9"/>
                  </a:cubicBezTo>
                  <a:cubicBezTo>
                    <a:pt x="1266" y="8"/>
                    <a:pt x="1263" y="7"/>
                    <a:pt x="1260" y="7"/>
                  </a:cubicBezTo>
                  <a:cubicBezTo>
                    <a:pt x="1259" y="7"/>
                    <a:pt x="1259" y="7"/>
                    <a:pt x="1259" y="7"/>
                  </a:cubicBezTo>
                  <a:cubicBezTo>
                    <a:pt x="1259" y="2"/>
                    <a:pt x="1259" y="2"/>
                    <a:pt x="1259" y="2"/>
                  </a:cubicBezTo>
                  <a:cubicBezTo>
                    <a:pt x="1262" y="2"/>
                    <a:pt x="1265" y="2"/>
                    <a:pt x="1268" y="2"/>
                  </a:cubicBezTo>
                  <a:cubicBezTo>
                    <a:pt x="1271" y="2"/>
                    <a:pt x="1274" y="3"/>
                    <a:pt x="1277" y="3"/>
                  </a:cubicBezTo>
                  <a:cubicBezTo>
                    <a:pt x="1281" y="3"/>
                    <a:pt x="1286" y="2"/>
                    <a:pt x="1292" y="2"/>
                  </a:cubicBezTo>
                  <a:cubicBezTo>
                    <a:pt x="1298" y="2"/>
                    <a:pt x="1302" y="2"/>
                    <a:pt x="1305" y="2"/>
                  </a:cubicBezTo>
                  <a:cubicBezTo>
                    <a:pt x="1316" y="2"/>
                    <a:pt x="1325" y="4"/>
                    <a:pt x="1330" y="7"/>
                  </a:cubicBezTo>
                  <a:cubicBezTo>
                    <a:pt x="1336" y="11"/>
                    <a:pt x="1339" y="17"/>
                    <a:pt x="1339" y="24"/>
                  </a:cubicBezTo>
                  <a:cubicBezTo>
                    <a:pt x="1339" y="30"/>
                    <a:pt x="1337" y="36"/>
                    <a:pt x="1333" y="40"/>
                  </a:cubicBezTo>
                  <a:cubicBezTo>
                    <a:pt x="1329" y="45"/>
                    <a:pt x="1323" y="49"/>
                    <a:pt x="1316" y="51"/>
                  </a:cubicBezTo>
                  <a:cubicBezTo>
                    <a:pt x="1320" y="53"/>
                    <a:pt x="1324" y="56"/>
                    <a:pt x="1328" y="61"/>
                  </a:cubicBezTo>
                  <a:cubicBezTo>
                    <a:pt x="1332" y="66"/>
                    <a:pt x="1336" y="73"/>
                    <a:pt x="1341" y="82"/>
                  </a:cubicBezTo>
                  <a:cubicBezTo>
                    <a:pt x="1341" y="83"/>
                    <a:pt x="1341" y="84"/>
                    <a:pt x="1342" y="85"/>
                  </a:cubicBezTo>
                  <a:cubicBezTo>
                    <a:pt x="1345" y="92"/>
                    <a:pt x="1348" y="95"/>
                    <a:pt x="1351" y="95"/>
                  </a:cubicBezTo>
                  <a:cubicBezTo>
                    <a:pt x="1352" y="95"/>
                    <a:pt x="1352" y="95"/>
                    <a:pt x="1352" y="95"/>
                  </a:cubicBezTo>
                  <a:cubicBezTo>
                    <a:pt x="1352" y="100"/>
                    <a:pt x="1352" y="100"/>
                    <a:pt x="1352" y="100"/>
                  </a:cubicBezTo>
                  <a:cubicBezTo>
                    <a:pt x="1347" y="99"/>
                    <a:pt x="1341" y="99"/>
                    <a:pt x="1334" y="98"/>
                  </a:cubicBezTo>
                  <a:cubicBezTo>
                    <a:pt x="1333" y="98"/>
                    <a:pt x="1333" y="98"/>
                    <a:pt x="1332" y="98"/>
                  </a:cubicBezTo>
                  <a:cubicBezTo>
                    <a:pt x="1328" y="98"/>
                    <a:pt x="1326" y="97"/>
                    <a:pt x="1324" y="96"/>
                  </a:cubicBezTo>
                  <a:cubicBezTo>
                    <a:pt x="1322" y="94"/>
                    <a:pt x="1320" y="91"/>
                    <a:pt x="1318" y="86"/>
                  </a:cubicBezTo>
                  <a:cubicBezTo>
                    <a:pt x="1317" y="83"/>
                    <a:pt x="1316" y="80"/>
                    <a:pt x="1314" y="75"/>
                  </a:cubicBezTo>
                  <a:cubicBezTo>
                    <a:pt x="1310" y="64"/>
                    <a:pt x="1307" y="58"/>
                    <a:pt x="1304" y="56"/>
                  </a:cubicBezTo>
                  <a:cubicBezTo>
                    <a:pt x="1303" y="56"/>
                    <a:pt x="1302" y="55"/>
                    <a:pt x="1301" y="55"/>
                  </a:cubicBezTo>
                  <a:cubicBezTo>
                    <a:pt x="1300" y="55"/>
                    <a:pt x="1298" y="55"/>
                    <a:pt x="1296" y="55"/>
                  </a:cubicBezTo>
                  <a:cubicBezTo>
                    <a:pt x="1296" y="55"/>
                    <a:pt x="1295" y="55"/>
                    <a:pt x="1295" y="55"/>
                  </a:cubicBezTo>
                  <a:cubicBezTo>
                    <a:pt x="1294" y="55"/>
                    <a:pt x="1293" y="55"/>
                    <a:pt x="1292" y="55"/>
                  </a:cubicBezTo>
                  <a:cubicBezTo>
                    <a:pt x="1292" y="81"/>
                    <a:pt x="1292" y="81"/>
                    <a:pt x="1292" y="81"/>
                  </a:cubicBezTo>
                  <a:cubicBezTo>
                    <a:pt x="1292" y="86"/>
                    <a:pt x="1293" y="89"/>
                    <a:pt x="1294" y="90"/>
                  </a:cubicBezTo>
                  <a:cubicBezTo>
                    <a:pt x="1295" y="92"/>
                    <a:pt x="1298" y="93"/>
                    <a:pt x="1302" y="93"/>
                  </a:cubicBezTo>
                  <a:cubicBezTo>
                    <a:pt x="1302" y="99"/>
                    <a:pt x="1302" y="99"/>
                    <a:pt x="1302" y="99"/>
                  </a:cubicBezTo>
                  <a:cubicBezTo>
                    <a:pt x="1297" y="98"/>
                    <a:pt x="1292" y="98"/>
                    <a:pt x="1289" y="98"/>
                  </a:cubicBezTo>
                  <a:cubicBezTo>
                    <a:pt x="1285" y="98"/>
                    <a:pt x="1282" y="98"/>
                    <a:pt x="1281" y="98"/>
                  </a:cubicBezTo>
                  <a:cubicBezTo>
                    <a:pt x="1277" y="98"/>
                    <a:pt x="1274" y="98"/>
                    <a:pt x="1270" y="98"/>
                  </a:cubicBezTo>
                  <a:cubicBezTo>
                    <a:pt x="1267" y="98"/>
                    <a:pt x="1263" y="98"/>
                    <a:pt x="1259" y="99"/>
                  </a:cubicBezTo>
                  <a:cubicBezTo>
                    <a:pt x="1259" y="99"/>
                    <a:pt x="1259" y="99"/>
                    <a:pt x="1259" y="99"/>
                  </a:cubicBezTo>
                  <a:close/>
                  <a:moveTo>
                    <a:pt x="1292" y="48"/>
                  </a:moveTo>
                  <a:cubicBezTo>
                    <a:pt x="1298" y="48"/>
                    <a:pt x="1298" y="48"/>
                    <a:pt x="1298" y="48"/>
                  </a:cubicBezTo>
                  <a:cubicBezTo>
                    <a:pt x="1305" y="48"/>
                    <a:pt x="1310" y="46"/>
                    <a:pt x="1313" y="43"/>
                  </a:cubicBezTo>
                  <a:cubicBezTo>
                    <a:pt x="1316" y="40"/>
                    <a:pt x="1318" y="35"/>
                    <a:pt x="1318" y="28"/>
                  </a:cubicBezTo>
                  <a:cubicBezTo>
                    <a:pt x="1318" y="21"/>
                    <a:pt x="1316" y="16"/>
                    <a:pt x="1313" y="13"/>
                  </a:cubicBezTo>
                  <a:cubicBezTo>
                    <a:pt x="1309" y="10"/>
                    <a:pt x="1304" y="8"/>
                    <a:pt x="1297" y="8"/>
                  </a:cubicBezTo>
                  <a:cubicBezTo>
                    <a:pt x="1295" y="8"/>
                    <a:pt x="1295" y="8"/>
                    <a:pt x="1294" y="8"/>
                  </a:cubicBezTo>
                  <a:cubicBezTo>
                    <a:pt x="1293" y="9"/>
                    <a:pt x="1293" y="9"/>
                    <a:pt x="1292" y="9"/>
                  </a:cubicBezTo>
                  <a:cubicBezTo>
                    <a:pt x="1292" y="48"/>
                    <a:pt x="1292" y="48"/>
                    <a:pt x="1292" y="48"/>
                  </a:cubicBezTo>
                  <a:close/>
                  <a:moveTo>
                    <a:pt x="1370" y="66"/>
                  </a:moveTo>
                  <a:cubicBezTo>
                    <a:pt x="1380" y="66"/>
                    <a:pt x="1380" y="66"/>
                    <a:pt x="1380" y="66"/>
                  </a:cubicBezTo>
                  <a:cubicBezTo>
                    <a:pt x="1380" y="75"/>
                    <a:pt x="1382" y="81"/>
                    <a:pt x="1385" y="85"/>
                  </a:cubicBezTo>
                  <a:cubicBezTo>
                    <a:pt x="1389" y="90"/>
                    <a:pt x="1394" y="92"/>
                    <a:pt x="1400" y="92"/>
                  </a:cubicBezTo>
                  <a:cubicBezTo>
                    <a:pt x="1406" y="92"/>
                    <a:pt x="1410" y="90"/>
                    <a:pt x="1413" y="88"/>
                  </a:cubicBezTo>
                  <a:cubicBezTo>
                    <a:pt x="1416" y="85"/>
                    <a:pt x="1418" y="82"/>
                    <a:pt x="1418" y="77"/>
                  </a:cubicBezTo>
                  <a:cubicBezTo>
                    <a:pt x="1418" y="74"/>
                    <a:pt x="1417" y="71"/>
                    <a:pt x="1415" y="68"/>
                  </a:cubicBezTo>
                  <a:cubicBezTo>
                    <a:pt x="1413" y="66"/>
                    <a:pt x="1408" y="63"/>
                    <a:pt x="1400" y="60"/>
                  </a:cubicBezTo>
                  <a:cubicBezTo>
                    <a:pt x="1389" y="55"/>
                    <a:pt x="1381" y="51"/>
                    <a:pt x="1377" y="46"/>
                  </a:cubicBezTo>
                  <a:cubicBezTo>
                    <a:pt x="1373" y="41"/>
                    <a:pt x="1371" y="36"/>
                    <a:pt x="1371" y="29"/>
                  </a:cubicBezTo>
                  <a:cubicBezTo>
                    <a:pt x="1371" y="20"/>
                    <a:pt x="1374" y="13"/>
                    <a:pt x="1380" y="8"/>
                  </a:cubicBezTo>
                  <a:cubicBezTo>
                    <a:pt x="1386" y="2"/>
                    <a:pt x="1393" y="0"/>
                    <a:pt x="1403" y="0"/>
                  </a:cubicBezTo>
                  <a:cubicBezTo>
                    <a:pt x="1407" y="0"/>
                    <a:pt x="1411" y="0"/>
                    <a:pt x="1415" y="1"/>
                  </a:cubicBezTo>
                  <a:cubicBezTo>
                    <a:pt x="1420" y="1"/>
                    <a:pt x="1425" y="2"/>
                    <a:pt x="1431" y="3"/>
                  </a:cubicBezTo>
                  <a:cubicBezTo>
                    <a:pt x="1431" y="4"/>
                    <a:pt x="1431" y="4"/>
                    <a:pt x="1431" y="4"/>
                  </a:cubicBezTo>
                  <a:cubicBezTo>
                    <a:pt x="1431" y="9"/>
                    <a:pt x="1431" y="14"/>
                    <a:pt x="1431" y="17"/>
                  </a:cubicBezTo>
                  <a:cubicBezTo>
                    <a:pt x="1431" y="19"/>
                    <a:pt x="1431" y="23"/>
                    <a:pt x="1431" y="29"/>
                  </a:cubicBezTo>
                  <a:cubicBezTo>
                    <a:pt x="1431" y="29"/>
                    <a:pt x="1431" y="29"/>
                    <a:pt x="1431" y="29"/>
                  </a:cubicBezTo>
                  <a:cubicBezTo>
                    <a:pt x="1423" y="29"/>
                    <a:pt x="1423" y="29"/>
                    <a:pt x="1423" y="29"/>
                  </a:cubicBezTo>
                  <a:cubicBezTo>
                    <a:pt x="1423" y="22"/>
                    <a:pt x="1421" y="17"/>
                    <a:pt x="1418" y="13"/>
                  </a:cubicBezTo>
                  <a:cubicBezTo>
                    <a:pt x="1415" y="10"/>
                    <a:pt x="1410" y="8"/>
                    <a:pt x="1404" y="8"/>
                  </a:cubicBezTo>
                  <a:cubicBezTo>
                    <a:pt x="1400" y="8"/>
                    <a:pt x="1396" y="9"/>
                    <a:pt x="1393" y="11"/>
                  </a:cubicBezTo>
                  <a:cubicBezTo>
                    <a:pt x="1391" y="14"/>
                    <a:pt x="1389" y="17"/>
                    <a:pt x="1389" y="21"/>
                  </a:cubicBezTo>
                  <a:cubicBezTo>
                    <a:pt x="1389" y="24"/>
                    <a:pt x="1390" y="27"/>
                    <a:pt x="1392" y="30"/>
                  </a:cubicBezTo>
                  <a:cubicBezTo>
                    <a:pt x="1395" y="32"/>
                    <a:pt x="1400" y="35"/>
                    <a:pt x="1407" y="38"/>
                  </a:cubicBezTo>
                  <a:cubicBezTo>
                    <a:pt x="1408" y="38"/>
                    <a:pt x="1410" y="39"/>
                    <a:pt x="1412" y="40"/>
                  </a:cubicBezTo>
                  <a:cubicBezTo>
                    <a:pt x="1420" y="43"/>
                    <a:pt x="1426" y="46"/>
                    <a:pt x="1429" y="49"/>
                  </a:cubicBezTo>
                  <a:cubicBezTo>
                    <a:pt x="1432" y="51"/>
                    <a:pt x="1434" y="55"/>
                    <a:pt x="1435" y="58"/>
                  </a:cubicBezTo>
                  <a:cubicBezTo>
                    <a:pt x="1437" y="61"/>
                    <a:pt x="1437" y="65"/>
                    <a:pt x="1437" y="69"/>
                  </a:cubicBezTo>
                  <a:cubicBezTo>
                    <a:pt x="1437" y="79"/>
                    <a:pt x="1434" y="86"/>
                    <a:pt x="1428" y="92"/>
                  </a:cubicBezTo>
                  <a:cubicBezTo>
                    <a:pt x="1421" y="98"/>
                    <a:pt x="1413" y="101"/>
                    <a:pt x="1402" y="101"/>
                  </a:cubicBezTo>
                  <a:cubicBezTo>
                    <a:pt x="1396" y="101"/>
                    <a:pt x="1390" y="100"/>
                    <a:pt x="1385" y="99"/>
                  </a:cubicBezTo>
                  <a:cubicBezTo>
                    <a:pt x="1379" y="98"/>
                    <a:pt x="1374" y="96"/>
                    <a:pt x="1369" y="93"/>
                  </a:cubicBezTo>
                  <a:cubicBezTo>
                    <a:pt x="1370" y="90"/>
                    <a:pt x="1370" y="87"/>
                    <a:pt x="1370" y="83"/>
                  </a:cubicBezTo>
                  <a:cubicBezTo>
                    <a:pt x="1370" y="80"/>
                    <a:pt x="1370" y="77"/>
                    <a:pt x="1370" y="73"/>
                  </a:cubicBezTo>
                  <a:cubicBezTo>
                    <a:pt x="1370" y="71"/>
                    <a:pt x="1370" y="70"/>
                    <a:pt x="1370" y="69"/>
                  </a:cubicBezTo>
                  <a:cubicBezTo>
                    <a:pt x="1370" y="68"/>
                    <a:pt x="1370" y="67"/>
                    <a:pt x="1370" y="66"/>
                  </a:cubicBezTo>
                  <a:cubicBezTo>
                    <a:pt x="1370" y="66"/>
                    <a:pt x="1370" y="66"/>
                    <a:pt x="1370" y="66"/>
                  </a:cubicBezTo>
                  <a:close/>
                  <a:moveTo>
                    <a:pt x="1456" y="99"/>
                  </a:moveTo>
                  <a:cubicBezTo>
                    <a:pt x="1456" y="93"/>
                    <a:pt x="1456" y="93"/>
                    <a:pt x="1456" y="93"/>
                  </a:cubicBezTo>
                  <a:cubicBezTo>
                    <a:pt x="1457" y="93"/>
                    <a:pt x="1457" y="93"/>
                    <a:pt x="1457" y="93"/>
                  </a:cubicBezTo>
                  <a:cubicBezTo>
                    <a:pt x="1461" y="93"/>
                    <a:pt x="1464" y="92"/>
                    <a:pt x="1466" y="91"/>
                  </a:cubicBezTo>
                  <a:cubicBezTo>
                    <a:pt x="1467" y="89"/>
                    <a:pt x="1468" y="86"/>
                    <a:pt x="1468" y="81"/>
                  </a:cubicBezTo>
                  <a:cubicBezTo>
                    <a:pt x="1468" y="16"/>
                    <a:pt x="1468" y="16"/>
                    <a:pt x="1468" y="16"/>
                  </a:cubicBezTo>
                  <a:cubicBezTo>
                    <a:pt x="1468" y="13"/>
                    <a:pt x="1467" y="11"/>
                    <a:pt x="1465" y="9"/>
                  </a:cubicBezTo>
                  <a:cubicBezTo>
                    <a:pt x="1464" y="8"/>
                    <a:pt x="1461" y="7"/>
                    <a:pt x="1458" y="7"/>
                  </a:cubicBezTo>
                  <a:cubicBezTo>
                    <a:pt x="1456" y="7"/>
                    <a:pt x="1456" y="7"/>
                    <a:pt x="1456" y="7"/>
                  </a:cubicBezTo>
                  <a:cubicBezTo>
                    <a:pt x="1456" y="2"/>
                    <a:pt x="1456" y="2"/>
                    <a:pt x="1456" y="2"/>
                  </a:cubicBezTo>
                  <a:cubicBezTo>
                    <a:pt x="1460" y="2"/>
                    <a:pt x="1464" y="2"/>
                    <a:pt x="1468" y="2"/>
                  </a:cubicBezTo>
                  <a:cubicBezTo>
                    <a:pt x="1472" y="3"/>
                    <a:pt x="1475" y="3"/>
                    <a:pt x="1479" y="3"/>
                  </a:cubicBezTo>
                  <a:cubicBezTo>
                    <a:pt x="1483" y="3"/>
                    <a:pt x="1487" y="3"/>
                    <a:pt x="1491" y="2"/>
                  </a:cubicBezTo>
                  <a:cubicBezTo>
                    <a:pt x="1494" y="2"/>
                    <a:pt x="1498" y="2"/>
                    <a:pt x="1502" y="2"/>
                  </a:cubicBezTo>
                  <a:cubicBezTo>
                    <a:pt x="1502" y="7"/>
                    <a:pt x="1502" y="7"/>
                    <a:pt x="1502" y="7"/>
                  </a:cubicBezTo>
                  <a:cubicBezTo>
                    <a:pt x="1498" y="7"/>
                    <a:pt x="1495" y="8"/>
                    <a:pt x="1493" y="9"/>
                  </a:cubicBezTo>
                  <a:cubicBezTo>
                    <a:pt x="1492" y="10"/>
                    <a:pt x="1491" y="12"/>
                    <a:pt x="1491" y="16"/>
                  </a:cubicBezTo>
                  <a:cubicBezTo>
                    <a:pt x="1491" y="81"/>
                    <a:pt x="1491" y="81"/>
                    <a:pt x="1491" y="81"/>
                  </a:cubicBezTo>
                  <a:cubicBezTo>
                    <a:pt x="1491" y="86"/>
                    <a:pt x="1492" y="89"/>
                    <a:pt x="1493" y="91"/>
                  </a:cubicBezTo>
                  <a:cubicBezTo>
                    <a:pt x="1494" y="92"/>
                    <a:pt x="1497" y="93"/>
                    <a:pt x="1501" y="93"/>
                  </a:cubicBezTo>
                  <a:cubicBezTo>
                    <a:pt x="1502" y="93"/>
                    <a:pt x="1502" y="93"/>
                    <a:pt x="1502" y="93"/>
                  </a:cubicBezTo>
                  <a:cubicBezTo>
                    <a:pt x="1502" y="99"/>
                    <a:pt x="1502" y="99"/>
                    <a:pt x="1502" y="99"/>
                  </a:cubicBezTo>
                  <a:cubicBezTo>
                    <a:pt x="1498" y="98"/>
                    <a:pt x="1495" y="98"/>
                    <a:pt x="1491" y="98"/>
                  </a:cubicBezTo>
                  <a:cubicBezTo>
                    <a:pt x="1487" y="98"/>
                    <a:pt x="1483" y="98"/>
                    <a:pt x="1479" y="98"/>
                  </a:cubicBezTo>
                  <a:cubicBezTo>
                    <a:pt x="1476" y="98"/>
                    <a:pt x="1472" y="98"/>
                    <a:pt x="1469" y="98"/>
                  </a:cubicBezTo>
                  <a:cubicBezTo>
                    <a:pt x="1465" y="98"/>
                    <a:pt x="1461" y="98"/>
                    <a:pt x="1456" y="99"/>
                  </a:cubicBezTo>
                  <a:cubicBezTo>
                    <a:pt x="1456" y="99"/>
                    <a:pt x="1456" y="99"/>
                    <a:pt x="1456" y="99"/>
                  </a:cubicBezTo>
                  <a:close/>
                  <a:moveTo>
                    <a:pt x="1533" y="99"/>
                  </a:moveTo>
                  <a:cubicBezTo>
                    <a:pt x="1533" y="93"/>
                    <a:pt x="1533" y="93"/>
                    <a:pt x="1533" y="93"/>
                  </a:cubicBezTo>
                  <a:cubicBezTo>
                    <a:pt x="1535" y="93"/>
                    <a:pt x="1535" y="93"/>
                    <a:pt x="1535" y="93"/>
                  </a:cubicBezTo>
                  <a:cubicBezTo>
                    <a:pt x="1539" y="93"/>
                    <a:pt x="1542" y="92"/>
                    <a:pt x="1543" y="91"/>
                  </a:cubicBezTo>
                  <a:cubicBezTo>
                    <a:pt x="1545" y="89"/>
                    <a:pt x="1546" y="87"/>
                    <a:pt x="1546" y="84"/>
                  </a:cubicBezTo>
                  <a:cubicBezTo>
                    <a:pt x="1546" y="9"/>
                    <a:pt x="1546" y="9"/>
                    <a:pt x="1546" y="9"/>
                  </a:cubicBezTo>
                  <a:cubicBezTo>
                    <a:pt x="1543" y="9"/>
                    <a:pt x="1543" y="9"/>
                    <a:pt x="1543" y="9"/>
                  </a:cubicBezTo>
                  <a:cubicBezTo>
                    <a:pt x="1537" y="9"/>
                    <a:pt x="1532" y="10"/>
                    <a:pt x="1528" y="13"/>
                  </a:cubicBezTo>
                  <a:cubicBezTo>
                    <a:pt x="1525" y="16"/>
                    <a:pt x="1523" y="20"/>
                    <a:pt x="1522" y="26"/>
                  </a:cubicBezTo>
                  <a:cubicBezTo>
                    <a:pt x="1517" y="26"/>
                    <a:pt x="1517" y="26"/>
                    <a:pt x="1517" y="26"/>
                  </a:cubicBezTo>
                  <a:cubicBezTo>
                    <a:pt x="1518" y="2"/>
                    <a:pt x="1518" y="2"/>
                    <a:pt x="1518" y="2"/>
                  </a:cubicBezTo>
                  <a:cubicBezTo>
                    <a:pt x="1520" y="2"/>
                    <a:pt x="1522" y="2"/>
                    <a:pt x="1524" y="2"/>
                  </a:cubicBezTo>
                  <a:cubicBezTo>
                    <a:pt x="1527" y="2"/>
                    <a:pt x="1531" y="2"/>
                    <a:pt x="1536" y="2"/>
                  </a:cubicBezTo>
                  <a:cubicBezTo>
                    <a:pt x="1557" y="2"/>
                    <a:pt x="1557" y="2"/>
                    <a:pt x="1557" y="2"/>
                  </a:cubicBezTo>
                  <a:cubicBezTo>
                    <a:pt x="1578" y="2"/>
                    <a:pt x="1578" y="2"/>
                    <a:pt x="1578" y="2"/>
                  </a:cubicBezTo>
                  <a:cubicBezTo>
                    <a:pt x="1584" y="2"/>
                    <a:pt x="1588" y="2"/>
                    <a:pt x="1591" y="2"/>
                  </a:cubicBezTo>
                  <a:cubicBezTo>
                    <a:pt x="1593" y="2"/>
                    <a:pt x="1595" y="2"/>
                    <a:pt x="1597" y="2"/>
                  </a:cubicBezTo>
                  <a:cubicBezTo>
                    <a:pt x="1598" y="26"/>
                    <a:pt x="1598" y="26"/>
                    <a:pt x="1598" y="26"/>
                  </a:cubicBezTo>
                  <a:cubicBezTo>
                    <a:pt x="1593" y="26"/>
                    <a:pt x="1593" y="26"/>
                    <a:pt x="1593" y="26"/>
                  </a:cubicBezTo>
                  <a:cubicBezTo>
                    <a:pt x="1592" y="20"/>
                    <a:pt x="1590" y="16"/>
                    <a:pt x="1586" y="13"/>
                  </a:cubicBezTo>
                  <a:cubicBezTo>
                    <a:pt x="1583" y="10"/>
                    <a:pt x="1578" y="9"/>
                    <a:pt x="1572" y="9"/>
                  </a:cubicBezTo>
                  <a:cubicBezTo>
                    <a:pt x="1569" y="9"/>
                    <a:pt x="1569" y="9"/>
                    <a:pt x="1569" y="9"/>
                  </a:cubicBezTo>
                  <a:cubicBezTo>
                    <a:pt x="1569" y="83"/>
                    <a:pt x="1569" y="83"/>
                    <a:pt x="1569" y="83"/>
                  </a:cubicBezTo>
                  <a:cubicBezTo>
                    <a:pt x="1569" y="87"/>
                    <a:pt x="1570" y="89"/>
                    <a:pt x="1571" y="91"/>
                  </a:cubicBezTo>
                  <a:cubicBezTo>
                    <a:pt x="1573" y="92"/>
                    <a:pt x="1576" y="93"/>
                    <a:pt x="1580" y="93"/>
                  </a:cubicBezTo>
                  <a:cubicBezTo>
                    <a:pt x="1581" y="93"/>
                    <a:pt x="1581" y="93"/>
                    <a:pt x="1581" y="93"/>
                  </a:cubicBezTo>
                  <a:cubicBezTo>
                    <a:pt x="1581" y="99"/>
                    <a:pt x="1581" y="99"/>
                    <a:pt x="1581" y="99"/>
                  </a:cubicBezTo>
                  <a:cubicBezTo>
                    <a:pt x="1576" y="98"/>
                    <a:pt x="1571" y="98"/>
                    <a:pt x="1567" y="98"/>
                  </a:cubicBezTo>
                  <a:cubicBezTo>
                    <a:pt x="1563" y="98"/>
                    <a:pt x="1560" y="98"/>
                    <a:pt x="1557" y="98"/>
                  </a:cubicBezTo>
                  <a:cubicBezTo>
                    <a:pt x="1553" y="98"/>
                    <a:pt x="1549" y="98"/>
                    <a:pt x="1545" y="98"/>
                  </a:cubicBezTo>
                  <a:cubicBezTo>
                    <a:pt x="1541" y="98"/>
                    <a:pt x="1537" y="98"/>
                    <a:pt x="1533" y="99"/>
                  </a:cubicBezTo>
                  <a:cubicBezTo>
                    <a:pt x="1533" y="99"/>
                    <a:pt x="1533" y="99"/>
                    <a:pt x="1533" y="99"/>
                  </a:cubicBezTo>
                  <a:close/>
                  <a:moveTo>
                    <a:pt x="1666" y="56"/>
                  </a:moveTo>
                  <a:cubicBezTo>
                    <a:pt x="1666" y="81"/>
                    <a:pt x="1666" y="81"/>
                    <a:pt x="1666" y="81"/>
                  </a:cubicBezTo>
                  <a:cubicBezTo>
                    <a:pt x="1666" y="86"/>
                    <a:pt x="1667" y="89"/>
                    <a:pt x="1669" y="91"/>
                  </a:cubicBezTo>
                  <a:cubicBezTo>
                    <a:pt x="1670" y="92"/>
                    <a:pt x="1673" y="93"/>
                    <a:pt x="1678" y="93"/>
                  </a:cubicBezTo>
                  <a:cubicBezTo>
                    <a:pt x="1680" y="93"/>
                    <a:pt x="1680" y="93"/>
                    <a:pt x="1680" y="93"/>
                  </a:cubicBezTo>
                  <a:cubicBezTo>
                    <a:pt x="1680" y="99"/>
                    <a:pt x="1680" y="99"/>
                    <a:pt x="1680" y="99"/>
                  </a:cubicBezTo>
                  <a:cubicBezTo>
                    <a:pt x="1675" y="98"/>
                    <a:pt x="1670" y="98"/>
                    <a:pt x="1666" y="98"/>
                  </a:cubicBezTo>
                  <a:cubicBezTo>
                    <a:pt x="1661" y="98"/>
                    <a:pt x="1658" y="98"/>
                    <a:pt x="1656" y="98"/>
                  </a:cubicBezTo>
                  <a:cubicBezTo>
                    <a:pt x="1653" y="98"/>
                    <a:pt x="1649" y="98"/>
                    <a:pt x="1645" y="98"/>
                  </a:cubicBezTo>
                  <a:cubicBezTo>
                    <a:pt x="1640" y="98"/>
                    <a:pt x="1635" y="98"/>
                    <a:pt x="1630" y="99"/>
                  </a:cubicBezTo>
                  <a:cubicBezTo>
                    <a:pt x="1630" y="93"/>
                    <a:pt x="1630" y="93"/>
                    <a:pt x="1630" y="93"/>
                  </a:cubicBezTo>
                  <a:cubicBezTo>
                    <a:pt x="1633" y="93"/>
                    <a:pt x="1633" y="93"/>
                    <a:pt x="1633" y="93"/>
                  </a:cubicBezTo>
                  <a:cubicBezTo>
                    <a:pt x="1638" y="93"/>
                    <a:pt x="1641" y="92"/>
                    <a:pt x="1642" y="91"/>
                  </a:cubicBezTo>
                  <a:cubicBezTo>
                    <a:pt x="1644" y="89"/>
                    <a:pt x="1644" y="86"/>
                    <a:pt x="1644" y="81"/>
                  </a:cubicBezTo>
                  <a:cubicBezTo>
                    <a:pt x="1644" y="56"/>
                    <a:pt x="1644" y="56"/>
                    <a:pt x="1644" y="56"/>
                  </a:cubicBezTo>
                  <a:cubicBezTo>
                    <a:pt x="1619" y="14"/>
                    <a:pt x="1619" y="14"/>
                    <a:pt x="1619" y="14"/>
                  </a:cubicBezTo>
                  <a:cubicBezTo>
                    <a:pt x="1619" y="14"/>
                    <a:pt x="1619" y="14"/>
                    <a:pt x="1619" y="14"/>
                  </a:cubicBezTo>
                  <a:cubicBezTo>
                    <a:pt x="1616" y="10"/>
                    <a:pt x="1613" y="7"/>
                    <a:pt x="1610" y="7"/>
                  </a:cubicBezTo>
                  <a:cubicBezTo>
                    <a:pt x="1608" y="7"/>
                    <a:pt x="1608" y="7"/>
                    <a:pt x="1608" y="7"/>
                  </a:cubicBezTo>
                  <a:cubicBezTo>
                    <a:pt x="1608" y="2"/>
                    <a:pt x="1608" y="2"/>
                    <a:pt x="1608" y="2"/>
                  </a:cubicBezTo>
                  <a:cubicBezTo>
                    <a:pt x="1612" y="2"/>
                    <a:pt x="1616" y="2"/>
                    <a:pt x="1620" y="2"/>
                  </a:cubicBezTo>
                  <a:cubicBezTo>
                    <a:pt x="1623" y="2"/>
                    <a:pt x="1627" y="3"/>
                    <a:pt x="1631" y="3"/>
                  </a:cubicBezTo>
                  <a:cubicBezTo>
                    <a:pt x="1636" y="3"/>
                    <a:pt x="1640" y="2"/>
                    <a:pt x="1644" y="2"/>
                  </a:cubicBezTo>
                  <a:cubicBezTo>
                    <a:pt x="1648" y="2"/>
                    <a:pt x="1651" y="2"/>
                    <a:pt x="1654" y="2"/>
                  </a:cubicBezTo>
                  <a:cubicBezTo>
                    <a:pt x="1654" y="7"/>
                    <a:pt x="1654" y="7"/>
                    <a:pt x="1654" y="7"/>
                  </a:cubicBezTo>
                  <a:cubicBezTo>
                    <a:pt x="1650" y="7"/>
                    <a:pt x="1647" y="7"/>
                    <a:pt x="1646" y="8"/>
                  </a:cubicBezTo>
                  <a:cubicBezTo>
                    <a:pt x="1644" y="9"/>
                    <a:pt x="1644" y="9"/>
                    <a:pt x="1644" y="11"/>
                  </a:cubicBezTo>
                  <a:cubicBezTo>
                    <a:pt x="1644" y="11"/>
                    <a:pt x="1644" y="11"/>
                    <a:pt x="1644" y="12"/>
                  </a:cubicBezTo>
                  <a:cubicBezTo>
                    <a:pt x="1644" y="12"/>
                    <a:pt x="1644" y="13"/>
                    <a:pt x="1644" y="13"/>
                  </a:cubicBezTo>
                  <a:cubicBezTo>
                    <a:pt x="1664" y="48"/>
                    <a:pt x="1664" y="48"/>
                    <a:pt x="1664" y="48"/>
                  </a:cubicBezTo>
                  <a:cubicBezTo>
                    <a:pt x="1683" y="13"/>
                    <a:pt x="1683" y="13"/>
                    <a:pt x="1683" y="13"/>
                  </a:cubicBezTo>
                  <a:cubicBezTo>
                    <a:pt x="1683" y="12"/>
                    <a:pt x="1683" y="12"/>
                    <a:pt x="1683" y="11"/>
                  </a:cubicBezTo>
                  <a:cubicBezTo>
                    <a:pt x="1683" y="11"/>
                    <a:pt x="1683" y="11"/>
                    <a:pt x="1683" y="10"/>
                  </a:cubicBezTo>
                  <a:cubicBezTo>
                    <a:pt x="1683" y="9"/>
                    <a:pt x="1683" y="8"/>
                    <a:pt x="1681" y="8"/>
                  </a:cubicBezTo>
                  <a:cubicBezTo>
                    <a:pt x="1679" y="7"/>
                    <a:pt x="1677" y="7"/>
                    <a:pt x="1673" y="7"/>
                  </a:cubicBezTo>
                  <a:cubicBezTo>
                    <a:pt x="1673" y="2"/>
                    <a:pt x="1673" y="2"/>
                    <a:pt x="1673" y="2"/>
                  </a:cubicBezTo>
                  <a:cubicBezTo>
                    <a:pt x="1676" y="2"/>
                    <a:pt x="1679" y="2"/>
                    <a:pt x="1682" y="2"/>
                  </a:cubicBezTo>
                  <a:cubicBezTo>
                    <a:pt x="1684" y="2"/>
                    <a:pt x="1686" y="3"/>
                    <a:pt x="1688" y="3"/>
                  </a:cubicBezTo>
                  <a:cubicBezTo>
                    <a:pt x="1691" y="3"/>
                    <a:pt x="1693" y="2"/>
                    <a:pt x="1695" y="2"/>
                  </a:cubicBezTo>
                  <a:cubicBezTo>
                    <a:pt x="1698" y="2"/>
                    <a:pt x="1700" y="2"/>
                    <a:pt x="1702" y="2"/>
                  </a:cubicBezTo>
                  <a:cubicBezTo>
                    <a:pt x="1702" y="7"/>
                    <a:pt x="1702" y="7"/>
                    <a:pt x="1702" y="7"/>
                  </a:cubicBezTo>
                  <a:cubicBezTo>
                    <a:pt x="1699" y="7"/>
                    <a:pt x="1697" y="8"/>
                    <a:pt x="1696" y="8"/>
                  </a:cubicBezTo>
                  <a:cubicBezTo>
                    <a:pt x="1695" y="9"/>
                    <a:pt x="1694" y="10"/>
                    <a:pt x="1692" y="13"/>
                  </a:cubicBezTo>
                  <a:lnTo>
                    <a:pt x="1666" y="56"/>
                  </a:lnTo>
                  <a:close/>
                </a:path>
              </a:pathLst>
            </a:custGeom>
            <a:solidFill>
              <a:srgbClr val="0A0A0A"/>
            </a:solidFill>
            <a:ln>
              <a:noFill/>
            </a:ln>
          </p:spPr>
          <p:txBody>
            <a:bodyPr anchor="ctr"/>
            <a:lstStyle/>
            <a:p>
              <a:pPr algn="ctr"/>
              <a:endParaRPr>
                <a:solidFill>
                  <a:srgbClr val="000000"/>
                </a:solidFill>
              </a:endParaRPr>
            </a:p>
          </p:txBody>
        </p:sp>
        <p:grpSp>
          <p:nvGrpSpPr>
            <p:cNvPr id="9" name="í$ļîdé"/>
            <p:cNvGrpSpPr/>
            <p:nvPr/>
          </p:nvGrpSpPr>
          <p:grpSpPr>
            <a:xfrm>
              <a:off x="10450629" y="404003"/>
              <a:ext cx="1011546" cy="270315"/>
              <a:chOff x="5102226" y="2428875"/>
              <a:chExt cx="5067300" cy="1354138"/>
            </a:xfrm>
            <a:solidFill>
              <a:srgbClr val="0A0A0A"/>
            </a:solidFill>
          </p:grpSpPr>
          <p:sp>
            <p:nvSpPr>
              <p:cNvPr id="10" name="ís1ïḋe"/>
              <p:cNvSpPr/>
              <p:nvPr/>
            </p:nvSpPr>
            <p:spPr bwMode="auto">
              <a:xfrm>
                <a:off x="5102226" y="2884488"/>
                <a:ext cx="1347788" cy="673100"/>
              </a:xfrm>
              <a:custGeom>
                <a:avLst/>
                <a:gdLst>
                  <a:gd name="T0" fmla="*/ 62 w 409"/>
                  <a:gd name="T1" fmla="*/ 79 h 204"/>
                  <a:gd name="T2" fmla="*/ 47 w 409"/>
                  <a:gd name="T3" fmla="*/ 55 h 204"/>
                  <a:gd name="T4" fmla="*/ 23 w 409"/>
                  <a:gd name="T5" fmla="*/ 49 h 204"/>
                  <a:gd name="T6" fmla="*/ 0 w 409"/>
                  <a:gd name="T7" fmla="*/ 87 h 204"/>
                  <a:gd name="T8" fmla="*/ 34 w 409"/>
                  <a:gd name="T9" fmla="*/ 193 h 204"/>
                  <a:gd name="T10" fmla="*/ 70 w 409"/>
                  <a:gd name="T11" fmla="*/ 186 h 204"/>
                  <a:gd name="T12" fmla="*/ 65 w 409"/>
                  <a:gd name="T13" fmla="*/ 129 h 204"/>
                  <a:gd name="T14" fmla="*/ 132 w 409"/>
                  <a:gd name="T15" fmla="*/ 63 h 204"/>
                  <a:gd name="T16" fmla="*/ 219 w 409"/>
                  <a:gd name="T17" fmla="*/ 42 h 204"/>
                  <a:gd name="T18" fmla="*/ 223 w 409"/>
                  <a:gd name="T19" fmla="*/ 63 h 204"/>
                  <a:gd name="T20" fmla="*/ 191 w 409"/>
                  <a:gd name="T21" fmla="*/ 105 h 204"/>
                  <a:gd name="T22" fmla="*/ 179 w 409"/>
                  <a:gd name="T23" fmla="*/ 103 h 204"/>
                  <a:gd name="T24" fmla="*/ 166 w 409"/>
                  <a:gd name="T25" fmla="*/ 77 h 204"/>
                  <a:gd name="T26" fmla="*/ 141 w 409"/>
                  <a:gd name="T27" fmla="*/ 85 h 204"/>
                  <a:gd name="T28" fmla="*/ 150 w 409"/>
                  <a:gd name="T29" fmla="*/ 113 h 204"/>
                  <a:gd name="T30" fmla="*/ 156 w 409"/>
                  <a:gd name="T31" fmla="*/ 127 h 204"/>
                  <a:gd name="T32" fmla="*/ 126 w 409"/>
                  <a:gd name="T33" fmla="*/ 142 h 204"/>
                  <a:gd name="T34" fmla="*/ 108 w 409"/>
                  <a:gd name="T35" fmla="*/ 153 h 204"/>
                  <a:gd name="T36" fmla="*/ 122 w 409"/>
                  <a:gd name="T37" fmla="*/ 177 h 204"/>
                  <a:gd name="T38" fmla="*/ 160 w 409"/>
                  <a:gd name="T39" fmla="*/ 156 h 204"/>
                  <a:gd name="T40" fmla="*/ 202 w 409"/>
                  <a:gd name="T41" fmla="*/ 149 h 204"/>
                  <a:gd name="T42" fmla="*/ 225 w 409"/>
                  <a:gd name="T43" fmla="*/ 169 h 204"/>
                  <a:gd name="T44" fmla="*/ 280 w 409"/>
                  <a:gd name="T45" fmla="*/ 173 h 204"/>
                  <a:gd name="T46" fmla="*/ 369 w 409"/>
                  <a:gd name="T47" fmla="*/ 139 h 204"/>
                  <a:gd name="T48" fmla="*/ 404 w 409"/>
                  <a:gd name="T49" fmla="*/ 129 h 204"/>
                  <a:gd name="T50" fmla="*/ 337 w 409"/>
                  <a:gd name="T51" fmla="*/ 21 h 204"/>
                  <a:gd name="T52" fmla="*/ 193 w 409"/>
                  <a:gd name="T53" fmla="*/ 12 h 204"/>
                  <a:gd name="T54" fmla="*/ 93 w 409"/>
                  <a:gd name="T55" fmla="*/ 54 h 204"/>
                  <a:gd name="T56" fmla="*/ 62 w 409"/>
                  <a:gd name="T57" fmla="*/ 79 h 204"/>
                  <a:gd name="T58" fmla="*/ 62 w 409"/>
                  <a:gd name="T59" fmla="*/ 79 h 204"/>
                  <a:gd name="T60" fmla="*/ 204 w 409"/>
                  <a:gd name="T61" fmla="*/ 125 h 204"/>
                  <a:gd name="T62" fmla="*/ 194 w 409"/>
                  <a:gd name="T63" fmla="*/ 124 h 204"/>
                  <a:gd name="T64" fmla="*/ 244 w 409"/>
                  <a:gd name="T65" fmla="*/ 90 h 204"/>
                  <a:gd name="T66" fmla="*/ 245 w 409"/>
                  <a:gd name="T67" fmla="*/ 60 h 204"/>
                  <a:gd name="T68" fmla="*/ 234 w 409"/>
                  <a:gd name="T69" fmla="*/ 45 h 204"/>
                  <a:gd name="T70" fmla="*/ 284 w 409"/>
                  <a:gd name="T71" fmla="*/ 43 h 204"/>
                  <a:gd name="T72" fmla="*/ 357 w 409"/>
                  <a:gd name="T73" fmla="*/ 75 h 204"/>
                  <a:gd name="T74" fmla="*/ 307 w 409"/>
                  <a:gd name="T75" fmla="*/ 112 h 204"/>
                  <a:gd name="T76" fmla="*/ 249 w 409"/>
                  <a:gd name="T77" fmla="*/ 142 h 204"/>
                  <a:gd name="T78" fmla="*/ 229 w 409"/>
                  <a:gd name="T79" fmla="*/ 127 h 204"/>
                  <a:gd name="T80" fmla="*/ 204 w 409"/>
                  <a:gd name="T81" fmla="*/ 125 h 2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409" h="204">
                    <a:moveTo>
                      <a:pt x="62" y="79"/>
                    </a:moveTo>
                    <a:cubicBezTo>
                      <a:pt x="56" y="77"/>
                      <a:pt x="57" y="61"/>
                      <a:pt x="47" y="55"/>
                    </a:cubicBezTo>
                    <a:cubicBezTo>
                      <a:pt x="38" y="49"/>
                      <a:pt x="30" y="49"/>
                      <a:pt x="23" y="49"/>
                    </a:cubicBezTo>
                    <a:cubicBezTo>
                      <a:pt x="16" y="50"/>
                      <a:pt x="1" y="62"/>
                      <a:pt x="0" y="87"/>
                    </a:cubicBezTo>
                    <a:cubicBezTo>
                      <a:pt x="0" y="112"/>
                      <a:pt x="25" y="181"/>
                      <a:pt x="34" y="193"/>
                    </a:cubicBezTo>
                    <a:cubicBezTo>
                      <a:pt x="43" y="204"/>
                      <a:pt x="74" y="198"/>
                      <a:pt x="70" y="186"/>
                    </a:cubicBezTo>
                    <a:cubicBezTo>
                      <a:pt x="65" y="175"/>
                      <a:pt x="57" y="144"/>
                      <a:pt x="65" y="129"/>
                    </a:cubicBezTo>
                    <a:cubicBezTo>
                      <a:pt x="73" y="115"/>
                      <a:pt x="88" y="89"/>
                      <a:pt x="132" y="63"/>
                    </a:cubicBezTo>
                    <a:cubicBezTo>
                      <a:pt x="177" y="38"/>
                      <a:pt x="211" y="39"/>
                      <a:pt x="219" y="42"/>
                    </a:cubicBezTo>
                    <a:cubicBezTo>
                      <a:pt x="227" y="45"/>
                      <a:pt x="224" y="59"/>
                      <a:pt x="223" y="63"/>
                    </a:cubicBezTo>
                    <a:cubicBezTo>
                      <a:pt x="221" y="67"/>
                      <a:pt x="191" y="102"/>
                      <a:pt x="191" y="105"/>
                    </a:cubicBezTo>
                    <a:cubicBezTo>
                      <a:pt x="190" y="108"/>
                      <a:pt x="180" y="114"/>
                      <a:pt x="179" y="103"/>
                    </a:cubicBezTo>
                    <a:cubicBezTo>
                      <a:pt x="179" y="92"/>
                      <a:pt x="177" y="81"/>
                      <a:pt x="166" y="77"/>
                    </a:cubicBezTo>
                    <a:cubicBezTo>
                      <a:pt x="156" y="73"/>
                      <a:pt x="146" y="71"/>
                      <a:pt x="141" y="85"/>
                    </a:cubicBezTo>
                    <a:cubicBezTo>
                      <a:pt x="137" y="99"/>
                      <a:pt x="144" y="109"/>
                      <a:pt x="150" y="113"/>
                    </a:cubicBezTo>
                    <a:cubicBezTo>
                      <a:pt x="155" y="118"/>
                      <a:pt x="164" y="126"/>
                      <a:pt x="156" y="127"/>
                    </a:cubicBezTo>
                    <a:cubicBezTo>
                      <a:pt x="149" y="127"/>
                      <a:pt x="126" y="142"/>
                      <a:pt x="126" y="142"/>
                    </a:cubicBezTo>
                    <a:cubicBezTo>
                      <a:pt x="126" y="142"/>
                      <a:pt x="111" y="140"/>
                      <a:pt x="108" y="153"/>
                    </a:cubicBezTo>
                    <a:cubicBezTo>
                      <a:pt x="106" y="166"/>
                      <a:pt x="115" y="181"/>
                      <a:pt x="122" y="177"/>
                    </a:cubicBezTo>
                    <a:cubicBezTo>
                      <a:pt x="128" y="173"/>
                      <a:pt x="148" y="161"/>
                      <a:pt x="160" y="156"/>
                    </a:cubicBezTo>
                    <a:cubicBezTo>
                      <a:pt x="173" y="151"/>
                      <a:pt x="194" y="144"/>
                      <a:pt x="202" y="149"/>
                    </a:cubicBezTo>
                    <a:cubicBezTo>
                      <a:pt x="210" y="154"/>
                      <a:pt x="211" y="162"/>
                      <a:pt x="225" y="169"/>
                    </a:cubicBezTo>
                    <a:cubicBezTo>
                      <a:pt x="240" y="177"/>
                      <a:pt x="268" y="178"/>
                      <a:pt x="280" y="173"/>
                    </a:cubicBezTo>
                    <a:cubicBezTo>
                      <a:pt x="292" y="167"/>
                      <a:pt x="356" y="138"/>
                      <a:pt x="369" y="139"/>
                    </a:cubicBezTo>
                    <a:cubicBezTo>
                      <a:pt x="383" y="140"/>
                      <a:pt x="398" y="154"/>
                      <a:pt x="404" y="129"/>
                    </a:cubicBezTo>
                    <a:cubicBezTo>
                      <a:pt x="409" y="104"/>
                      <a:pt x="378" y="37"/>
                      <a:pt x="337" y="21"/>
                    </a:cubicBezTo>
                    <a:cubicBezTo>
                      <a:pt x="295" y="5"/>
                      <a:pt x="248" y="0"/>
                      <a:pt x="193" y="12"/>
                    </a:cubicBezTo>
                    <a:cubicBezTo>
                      <a:pt x="139" y="23"/>
                      <a:pt x="113" y="34"/>
                      <a:pt x="93" y="54"/>
                    </a:cubicBezTo>
                    <a:cubicBezTo>
                      <a:pt x="73" y="73"/>
                      <a:pt x="68" y="82"/>
                      <a:pt x="62" y="79"/>
                    </a:cubicBezTo>
                    <a:cubicBezTo>
                      <a:pt x="62" y="79"/>
                      <a:pt x="62" y="79"/>
                      <a:pt x="62" y="79"/>
                    </a:cubicBezTo>
                    <a:close/>
                    <a:moveTo>
                      <a:pt x="204" y="125"/>
                    </a:moveTo>
                    <a:cubicBezTo>
                      <a:pt x="204" y="125"/>
                      <a:pt x="200" y="122"/>
                      <a:pt x="194" y="124"/>
                    </a:cubicBezTo>
                    <a:cubicBezTo>
                      <a:pt x="188" y="125"/>
                      <a:pt x="229" y="99"/>
                      <a:pt x="244" y="90"/>
                    </a:cubicBezTo>
                    <a:cubicBezTo>
                      <a:pt x="259" y="81"/>
                      <a:pt x="253" y="71"/>
                      <a:pt x="245" y="60"/>
                    </a:cubicBezTo>
                    <a:cubicBezTo>
                      <a:pt x="238" y="50"/>
                      <a:pt x="238" y="50"/>
                      <a:pt x="234" y="45"/>
                    </a:cubicBezTo>
                    <a:cubicBezTo>
                      <a:pt x="251" y="42"/>
                      <a:pt x="264" y="41"/>
                      <a:pt x="284" y="43"/>
                    </a:cubicBezTo>
                    <a:cubicBezTo>
                      <a:pt x="310" y="45"/>
                      <a:pt x="341" y="53"/>
                      <a:pt x="357" y="75"/>
                    </a:cubicBezTo>
                    <a:cubicBezTo>
                      <a:pt x="366" y="87"/>
                      <a:pt x="319" y="105"/>
                      <a:pt x="307" y="112"/>
                    </a:cubicBezTo>
                    <a:cubicBezTo>
                      <a:pt x="294" y="118"/>
                      <a:pt x="257" y="138"/>
                      <a:pt x="249" y="142"/>
                    </a:cubicBezTo>
                    <a:cubicBezTo>
                      <a:pt x="241" y="145"/>
                      <a:pt x="238" y="137"/>
                      <a:pt x="229" y="127"/>
                    </a:cubicBezTo>
                    <a:cubicBezTo>
                      <a:pt x="220" y="118"/>
                      <a:pt x="204" y="125"/>
                      <a:pt x="204" y="12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solidFill>
                    <a:srgbClr val="000000"/>
                  </a:solidFill>
                </a:endParaRPr>
              </a:p>
            </p:txBody>
          </p:sp>
          <p:sp>
            <p:nvSpPr>
              <p:cNvPr id="11" name="îślïḍê"/>
              <p:cNvSpPr/>
              <p:nvPr/>
            </p:nvSpPr>
            <p:spPr bwMode="auto">
              <a:xfrm>
                <a:off x="6911976" y="2584450"/>
                <a:ext cx="781050" cy="1198563"/>
              </a:xfrm>
              <a:custGeom>
                <a:avLst/>
                <a:gdLst>
                  <a:gd name="T0" fmla="*/ 35 w 237"/>
                  <a:gd name="T1" fmla="*/ 87 h 363"/>
                  <a:gd name="T2" fmla="*/ 18 w 237"/>
                  <a:gd name="T3" fmla="*/ 113 h 363"/>
                  <a:gd name="T4" fmla="*/ 29 w 237"/>
                  <a:gd name="T5" fmla="*/ 166 h 363"/>
                  <a:gd name="T6" fmla="*/ 18 w 237"/>
                  <a:gd name="T7" fmla="*/ 273 h 363"/>
                  <a:gd name="T8" fmla="*/ 7 w 237"/>
                  <a:gd name="T9" fmla="*/ 306 h 363"/>
                  <a:gd name="T10" fmla="*/ 16 w 237"/>
                  <a:gd name="T11" fmla="*/ 338 h 363"/>
                  <a:gd name="T12" fmla="*/ 35 w 237"/>
                  <a:gd name="T13" fmla="*/ 311 h 363"/>
                  <a:gd name="T14" fmla="*/ 48 w 237"/>
                  <a:gd name="T15" fmla="*/ 205 h 363"/>
                  <a:gd name="T16" fmla="*/ 52 w 237"/>
                  <a:gd name="T17" fmla="*/ 149 h 363"/>
                  <a:gd name="T18" fmla="*/ 54 w 237"/>
                  <a:gd name="T19" fmla="*/ 114 h 363"/>
                  <a:gd name="T20" fmla="*/ 35 w 237"/>
                  <a:gd name="T21" fmla="*/ 87 h 363"/>
                  <a:gd name="T22" fmla="*/ 35 w 237"/>
                  <a:gd name="T23" fmla="*/ 87 h 363"/>
                  <a:gd name="T24" fmla="*/ 112 w 237"/>
                  <a:gd name="T25" fmla="*/ 102 h 363"/>
                  <a:gd name="T26" fmla="*/ 94 w 237"/>
                  <a:gd name="T27" fmla="*/ 109 h 363"/>
                  <a:gd name="T28" fmla="*/ 98 w 237"/>
                  <a:gd name="T29" fmla="*/ 142 h 363"/>
                  <a:gd name="T30" fmla="*/ 103 w 237"/>
                  <a:gd name="T31" fmla="*/ 171 h 363"/>
                  <a:gd name="T32" fmla="*/ 106 w 237"/>
                  <a:gd name="T33" fmla="*/ 246 h 363"/>
                  <a:gd name="T34" fmla="*/ 127 w 237"/>
                  <a:gd name="T35" fmla="*/ 232 h 363"/>
                  <a:gd name="T36" fmla="*/ 133 w 237"/>
                  <a:gd name="T37" fmla="*/ 191 h 363"/>
                  <a:gd name="T38" fmla="*/ 135 w 237"/>
                  <a:gd name="T39" fmla="*/ 161 h 363"/>
                  <a:gd name="T40" fmla="*/ 133 w 237"/>
                  <a:gd name="T41" fmla="*/ 119 h 363"/>
                  <a:gd name="T42" fmla="*/ 112 w 237"/>
                  <a:gd name="T43" fmla="*/ 102 h 363"/>
                  <a:gd name="T44" fmla="*/ 112 w 237"/>
                  <a:gd name="T45" fmla="*/ 102 h 363"/>
                  <a:gd name="T46" fmla="*/ 209 w 237"/>
                  <a:gd name="T47" fmla="*/ 2 h 363"/>
                  <a:gd name="T48" fmla="*/ 186 w 237"/>
                  <a:gd name="T49" fmla="*/ 5 h 363"/>
                  <a:gd name="T50" fmla="*/ 184 w 237"/>
                  <a:gd name="T51" fmla="*/ 33 h 363"/>
                  <a:gd name="T52" fmla="*/ 190 w 237"/>
                  <a:gd name="T53" fmla="*/ 65 h 363"/>
                  <a:gd name="T54" fmla="*/ 191 w 237"/>
                  <a:gd name="T55" fmla="*/ 174 h 363"/>
                  <a:gd name="T56" fmla="*/ 189 w 237"/>
                  <a:gd name="T57" fmla="*/ 262 h 363"/>
                  <a:gd name="T58" fmla="*/ 199 w 237"/>
                  <a:gd name="T59" fmla="*/ 350 h 363"/>
                  <a:gd name="T60" fmla="*/ 221 w 237"/>
                  <a:gd name="T61" fmla="*/ 330 h 363"/>
                  <a:gd name="T62" fmla="*/ 212 w 237"/>
                  <a:gd name="T63" fmla="*/ 296 h 363"/>
                  <a:gd name="T64" fmla="*/ 208 w 237"/>
                  <a:gd name="T65" fmla="*/ 128 h 363"/>
                  <a:gd name="T66" fmla="*/ 217 w 237"/>
                  <a:gd name="T67" fmla="*/ 68 h 363"/>
                  <a:gd name="T68" fmla="*/ 234 w 237"/>
                  <a:gd name="T69" fmla="*/ 32 h 363"/>
                  <a:gd name="T70" fmla="*/ 209 w 237"/>
                  <a:gd name="T71" fmla="*/ 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237" h="363">
                    <a:moveTo>
                      <a:pt x="35" y="87"/>
                    </a:moveTo>
                    <a:cubicBezTo>
                      <a:pt x="23" y="88"/>
                      <a:pt x="16" y="93"/>
                      <a:pt x="18" y="113"/>
                    </a:cubicBezTo>
                    <a:cubicBezTo>
                      <a:pt x="21" y="132"/>
                      <a:pt x="33" y="134"/>
                      <a:pt x="29" y="166"/>
                    </a:cubicBezTo>
                    <a:cubicBezTo>
                      <a:pt x="25" y="197"/>
                      <a:pt x="18" y="262"/>
                      <a:pt x="18" y="273"/>
                    </a:cubicBezTo>
                    <a:cubicBezTo>
                      <a:pt x="18" y="283"/>
                      <a:pt x="9" y="299"/>
                      <a:pt x="7" y="306"/>
                    </a:cubicBezTo>
                    <a:cubicBezTo>
                      <a:pt x="4" y="313"/>
                      <a:pt x="0" y="335"/>
                      <a:pt x="16" y="338"/>
                    </a:cubicBezTo>
                    <a:cubicBezTo>
                      <a:pt x="32" y="341"/>
                      <a:pt x="33" y="320"/>
                      <a:pt x="35" y="311"/>
                    </a:cubicBezTo>
                    <a:cubicBezTo>
                      <a:pt x="38" y="301"/>
                      <a:pt x="48" y="218"/>
                      <a:pt x="48" y="205"/>
                    </a:cubicBezTo>
                    <a:cubicBezTo>
                      <a:pt x="47" y="192"/>
                      <a:pt x="49" y="160"/>
                      <a:pt x="52" y="149"/>
                    </a:cubicBezTo>
                    <a:cubicBezTo>
                      <a:pt x="55" y="138"/>
                      <a:pt x="59" y="128"/>
                      <a:pt x="54" y="114"/>
                    </a:cubicBezTo>
                    <a:cubicBezTo>
                      <a:pt x="49" y="101"/>
                      <a:pt x="47" y="86"/>
                      <a:pt x="35" y="87"/>
                    </a:cubicBezTo>
                    <a:cubicBezTo>
                      <a:pt x="35" y="87"/>
                      <a:pt x="35" y="87"/>
                      <a:pt x="35" y="87"/>
                    </a:cubicBezTo>
                    <a:close/>
                    <a:moveTo>
                      <a:pt x="112" y="102"/>
                    </a:moveTo>
                    <a:cubicBezTo>
                      <a:pt x="107" y="101"/>
                      <a:pt x="98" y="100"/>
                      <a:pt x="94" y="109"/>
                    </a:cubicBezTo>
                    <a:cubicBezTo>
                      <a:pt x="89" y="118"/>
                      <a:pt x="94" y="133"/>
                      <a:pt x="98" y="142"/>
                    </a:cubicBezTo>
                    <a:cubicBezTo>
                      <a:pt x="101" y="152"/>
                      <a:pt x="104" y="162"/>
                      <a:pt x="103" y="171"/>
                    </a:cubicBezTo>
                    <a:cubicBezTo>
                      <a:pt x="101" y="180"/>
                      <a:pt x="100" y="240"/>
                      <a:pt x="106" y="246"/>
                    </a:cubicBezTo>
                    <a:cubicBezTo>
                      <a:pt x="111" y="252"/>
                      <a:pt x="121" y="245"/>
                      <a:pt x="127" y="232"/>
                    </a:cubicBezTo>
                    <a:cubicBezTo>
                      <a:pt x="133" y="218"/>
                      <a:pt x="137" y="200"/>
                      <a:pt x="133" y="191"/>
                    </a:cubicBezTo>
                    <a:cubicBezTo>
                      <a:pt x="130" y="183"/>
                      <a:pt x="130" y="173"/>
                      <a:pt x="135" y="161"/>
                    </a:cubicBezTo>
                    <a:cubicBezTo>
                      <a:pt x="140" y="149"/>
                      <a:pt x="137" y="133"/>
                      <a:pt x="133" y="119"/>
                    </a:cubicBezTo>
                    <a:cubicBezTo>
                      <a:pt x="129" y="105"/>
                      <a:pt x="117" y="102"/>
                      <a:pt x="112" y="102"/>
                    </a:cubicBezTo>
                    <a:cubicBezTo>
                      <a:pt x="112" y="102"/>
                      <a:pt x="112" y="102"/>
                      <a:pt x="112" y="102"/>
                    </a:cubicBezTo>
                    <a:close/>
                    <a:moveTo>
                      <a:pt x="209" y="2"/>
                    </a:moveTo>
                    <a:cubicBezTo>
                      <a:pt x="203" y="1"/>
                      <a:pt x="190" y="0"/>
                      <a:pt x="186" y="5"/>
                    </a:cubicBezTo>
                    <a:cubicBezTo>
                      <a:pt x="181" y="10"/>
                      <a:pt x="179" y="21"/>
                      <a:pt x="184" y="33"/>
                    </a:cubicBezTo>
                    <a:cubicBezTo>
                      <a:pt x="190" y="46"/>
                      <a:pt x="191" y="57"/>
                      <a:pt x="190" y="65"/>
                    </a:cubicBezTo>
                    <a:cubicBezTo>
                      <a:pt x="189" y="72"/>
                      <a:pt x="191" y="153"/>
                      <a:pt x="191" y="174"/>
                    </a:cubicBezTo>
                    <a:cubicBezTo>
                      <a:pt x="191" y="195"/>
                      <a:pt x="188" y="235"/>
                      <a:pt x="189" y="262"/>
                    </a:cubicBezTo>
                    <a:cubicBezTo>
                      <a:pt x="190" y="289"/>
                      <a:pt x="189" y="337"/>
                      <a:pt x="199" y="350"/>
                    </a:cubicBezTo>
                    <a:cubicBezTo>
                      <a:pt x="210" y="363"/>
                      <a:pt x="225" y="344"/>
                      <a:pt x="221" y="330"/>
                    </a:cubicBezTo>
                    <a:cubicBezTo>
                      <a:pt x="217" y="317"/>
                      <a:pt x="216" y="321"/>
                      <a:pt x="212" y="296"/>
                    </a:cubicBezTo>
                    <a:cubicBezTo>
                      <a:pt x="209" y="270"/>
                      <a:pt x="208" y="138"/>
                      <a:pt x="208" y="128"/>
                    </a:cubicBezTo>
                    <a:cubicBezTo>
                      <a:pt x="209" y="117"/>
                      <a:pt x="212" y="79"/>
                      <a:pt x="217" y="68"/>
                    </a:cubicBezTo>
                    <a:cubicBezTo>
                      <a:pt x="221" y="57"/>
                      <a:pt x="237" y="45"/>
                      <a:pt x="234" y="32"/>
                    </a:cubicBezTo>
                    <a:cubicBezTo>
                      <a:pt x="236" y="20"/>
                      <a:pt x="215" y="4"/>
                      <a:pt x="209"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solidFill>
                    <a:srgbClr val="000000"/>
                  </a:solidFill>
                </a:endParaRPr>
              </a:p>
            </p:txBody>
          </p:sp>
          <p:sp>
            <p:nvSpPr>
              <p:cNvPr id="12" name="iśḷiḍê"/>
              <p:cNvSpPr/>
              <p:nvPr/>
            </p:nvSpPr>
            <p:spPr bwMode="auto">
              <a:xfrm>
                <a:off x="8172451" y="2600325"/>
                <a:ext cx="806450" cy="1046163"/>
              </a:xfrm>
              <a:custGeom>
                <a:avLst/>
                <a:gdLst>
                  <a:gd name="T0" fmla="*/ 144 w 245"/>
                  <a:gd name="T1" fmla="*/ 240 h 317"/>
                  <a:gd name="T2" fmla="*/ 216 w 245"/>
                  <a:gd name="T3" fmla="*/ 298 h 317"/>
                  <a:gd name="T4" fmla="*/ 221 w 245"/>
                  <a:gd name="T5" fmla="*/ 247 h 317"/>
                  <a:gd name="T6" fmla="*/ 155 w 245"/>
                  <a:gd name="T7" fmla="*/ 214 h 317"/>
                  <a:gd name="T8" fmla="*/ 144 w 245"/>
                  <a:gd name="T9" fmla="*/ 240 h 317"/>
                  <a:gd name="T10" fmla="*/ 144 w 245"/>
                  <a:gd name="T11" fmla="*/ 240 h 317"/>
                  <a:gd name="T12" fmla="*/ 117 w 245"/>
                  <a:gd name="T13" fmla="*/ 59 h 317"/>
                  <a:gd name="T14" fmla="*/ 114 w 245"/>
                  <a:gd name="T15" fmla="*/ 20 h 317"/>
                  <a:gd name="T16" fmla="*/ 132 w 245"/>
                  <a:gd name="T17" fmla="*/ 2 h 317"/>
                  <a:gd name="T18" fmla="*/ 151 w 245"/>
                  <a:gd name="T19" fmla="*/ 32 h 317"/>
                  <a:gd name="T20" fmla="*/ 142 w 245"/>
                  <a:gd name="T21" fmla="*/ 57 h 317"/>
                  <a:gd name="T22" fmla="*/ 136 w 245"/>
                  <a:gd name="T23" fmla="*/ 74 h 317"/>
                  <a:gd name="T24" fmla="*/ 131 w 245"/>
                  <a:gd name="T25" fmla="*/ 98 h 317"/>
                  <a:gd name="T26" fmla="*/ 151 w 245"/>
                  <a:gd name="T27" fmla="*/ 91 h 317"/>
                  <a:gd name="T28" fmla="*/ 177 w 245"/>
                  <a:gd name="T29" fmla="*/ 76 h 317"/>
                  <a:gd name="T30" fmla="*/ 208 w 245"/>
                  <a:gd name="T31" fmla="*/ 82 h 317"/>
                  <a:gd name="T32" fmla="*/ 199 w 245"/>
                  <a:gd name="T33" fmla="*/ 103 h 317"/>
                  <a:gd name="T34" fmla="*/ 172 w 245"/>
                  <a:gd name="T35" fmla="*/ 109 h 317"/>
                  <a:gd name="T36" fmla="*/ 124 w 245"/>
                  <a:gd name="T37" fmla="*/ 132 h 317"/>
                  <a:gd name="T38" fmla="*/ 107 w 245"/>
                  <a:gd name="T39" fmla="*/ 203 h 317"/>
                  <a:gd name="T40" fmla="*/ 65 w 245"/>
                  <a:gd name="T41" fmla="*/ 263 h 317"/>
                  <a:gd name="T42" fmla="*/ 32 w 245"/>
                  <a:gd name="T43" fmla="*/ 308 h 317"/>
                  <a:gd name="T44" fmla="*/ 14 w 245"/>
                  <a:gd name="T45" fmla="*/ 303 h 317"/>
                  <a:gd name="T46" fmla="*/ 8 w 245"/>
                  <a:gd name="T47" fmla="*/ 275 h 317"/>
                  <a:gd name="T48" fmla="*/ 24 w 245"/>
                  <a:gd name="T49" fmla="*/ 263 h 317"/>
                  <a:gd name="T50" fmla="*/ 36 w 245"/>
                  <a:gd name="T51" fmla="*/ 267 h 317"/>
                  <a:gd name="T52" fmla="*/ 70 w 245"/>
                  <a:gd name="T53" fmla="*/ 222 h 317"/>
                  <a:gd name="T54" fmla="*/ 93 w 245"/>
                  <a:gd name="T55" fmla="*/ 165 h 317"/>
                  <a:gd name="T56" fmla="*/ 98 w 245"/>
                  <a:gd name="T57" fmla="*/ 148 h 317"/>
                  <a:gd name="T58" fmla="*/ 79 w 245"/>
                  <a:gd name="T59" fmla="*/ 160 h 317"/>
                  <a:gd name="T60" fmla="*/ 46 w 245"/>
                  <a:gd name="T61" fmla="*/ 163 h 317"/>
                  <a:gd name="T62" fmla="*/ 20 w 245"/>
                  <a:gd name="T63" fmla="*/ 134 h 317"/>
                  <a:gd name="T64" fmla="*/ 30 w 245"/>
                  <a:gd name="T65" fmla="*/ 115 h 317"/>
                  <a:gd name="T66" fmla="*/ 64 w 245"/>
                  <a:gd name="T67" fmla="*/ 119 h 317"/>
                  <a:gd name="T68" fmla="*/ 105 w 245"/>
                  <a:gd name="T69" fmla="*/ 106 h 317"/>
                  <a:gd name="T70" fmla="*/ 106 w 245"/>
                  <a:gd name="T71" fmla="*/ 105 h 317"/>
                  <a:gd name="T72" fmla="*/ 117 w 245"/>
                  <a:gd name="T73" fmla="*/ 59 h 3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45" h="317">
                    <a:moveTo>
                      <a:pt x="144" y="240"/>
                    </a:moveTo>
                    <a:cubicBezTo>
                      <a:pt x="154" y="257"/>
                      <a:pt x="187" y="309"/>
                      <a:pt x="216" y="298"/>
                    </a:cubicBezTo>
                    <a:cubicBezTo>
                      <a:pt x="245" y="288"/>
                      <a:pt x="233" y="255"/>
                      <a:pt x="221" y="247"/>
                    </a:cubicBezTo>
                    <a:cubicBezTo>
                      <a:pt x="210" y="239"/>
                      <a:pt x="155" y="214"/>
                      <a:pt x="155" y="214"/>
                    </a:cubicBezTo>
                    <a:cubicBezTo>
                      <a:pt x="132" y="204"/>
                      <a:pt x="138" y="230"/>
                      <a:pt x="144" y="240"/>
                    </a:cubicBezTo>
                    <a:cubicBezTo>
                      <a:pt x="144" y="240"/>
                      <a:pt x="144" y="240"/>
                      <a:pt x="144" y="240"/>
                    </a:cubicBezTo>
                    <a:close/>
                    <a:moveTo>
                      <a:pt x="117" y="59"/>
                    </a:moveTo>
                    <a:cubicBezTo>
                      <a:pt x="120" y="57"/>
                      <a:pt x="113" y="32"/>
                      <a:pt x="114" y="20"/>
                    </a:cubicBezTo>
                    <a:cubicBezTo>
                      <a:pt x="115" y="8"/>
                      <a:pt x="124" y="0"/>
                      <a:pt x="132" y="2"/>
                    </a:cubicBezTo>
                    <a:cubicBezTo>
                      <a:pt x="140" y="4"/>
                      <a:pt x="152" y="23"/>
                      <a:pt x="151" y="32"/>
                    </a:cubicBezTo>
                    <a:cubicBezTo>
                      <a:pt x="150" y="42"/>
                      <a:pt x="145" y="53"/>
                      <a:pt x="142" y="57"/>
                    </a:cubicBezTo>
                    <a:cubicBezTo>
                      <a:pt x="139" y="60"/>
                      <a:pt x="137" y="64"/>
                      <a:pt x="136" y="74"/>
                    </a:cubicBezTo>
                    <a:cubicBezTo>
                      <a:pt x="135" y="80"/>
                      <a:pt x="133" y="89"/>
                      <a:pt x="131" y="98"/>
                    </a:cubicBezTo>
                    <a:cubicBezTo>
                      <a:pt x="140" y="95"/>
                      <a:pt x="148" y="93"/>
                      <a:pt x="151" y="91"/>
                    </a:cubicBezTo>
                    <a:cubicBezTo>
                      <a:pt x="157" y="87"/>
                      <a:pt x="168" y="83"/>
                      <a:pt x="177" y="76"/>
                    </a:cubicBezTo>
                    <a:cubicBezTo>
                      <a:pt x="187" y="68"/>
                      <a:pt x="197" y="76"/>
                      <a:pt x="208" y="82"/>
                    </a:cubicBezTo>
                    <a:cubicBezTo>
                      <a:pt x="218" y="88"/>
                      <a:pt x="209" y="98"/>
                      <a:pt x="199" y="103"/>
                    </a:cubicBezTo>
                    <a:cubicBezTo>
                      <a:pt x="188" y="109"/>
                      <a:pt x="179" y="106"/>
                      <a:pt x="172" y="109"/>
                    </a:cubicBezTo>
                    <a:cubicBezTo>
                      <a:pt x="166" y="112"/>
                      <a:pt x="138" y="124"/>
                      <a:pt x="124" y="132"/>
                    </a:cubicBezTo>
                    <a:cubicBezTo>
                      <a:pt x="121" y="152"/>
                      <a:pt x="113" y="188"/>
                      <a:pt x="107" y="203"/>
                    </a:cubicBezTo>
                    <a:cubicBezTo>
                      <a:pt x="101" y="221"/>
                      <a:pt x="77" y="248"/>
                      <a:pt x="65" y="263"/>
                    </a:cubicBezTo>
                    <a:cubicBezTo>
                      <a:pt x="52" y="279"/>
                      <a:pt x="45" y="300"/>
                      <a:pt x="32" y="308"/>
                    </a:cubicBezTo>
                    <a:cubicBezTo>
                      <a:pt x="19" y="317"/>
                      <a:pt x="16" y="311"/>
                      <a:pt x="14" y="303"/>
                    </a:cubicBezTo>
                    <a:cubicBezTo>
                      <a:pt x="12" y="295"/>
                      <a:pt x="0" y="285"/>
                      <a:pt x="8" y="275"/>
                    </a:cubicBezTo>
                    <a:cubicBezTo>
                      <a:pt x="16" y="264"/>
                      <a:pt x="18" y="252"/>
                      <a:pt x="24" y="263"/>
                    </a:cubicBezTo>
                    <a:cubicBezTo>
                      <a:pt x="29" y="273"/>
                      <a:pt x="38" y="267"/>
                      <a:pt x="36" y="267"/>
                    </a:cubicBezTo>
                    <a:cubicBezTo>
                      <a:pt x="34" y="266"/>
                      <a:pt x="62" y="236"/>
                      <a:pt x="70" y="222"/>
                    </a:cubicBezTo>
                    <a:cubicBezTo>
                      <a:pt x="79" y="207"/>
                      <a:pt x="89" y="173"/>
                      <a:pt x="93" y="165"/>
                    </a:cubicBezTo>
                    <a:cubicBezTo>
                      <a:pt x="94" y="163"/>
                      <a:pt x="96" y="157"/>
                      <a:pt x="98" y="148"/>
                    </a:cubicBezTo>
                    <a:cubicBezTo>
                      <a:pt x="91" y="152"/>
                      <a:pt x="84" y="156"/>
                      <a:pt x="79" y="160"/>
                    </a:cubicBezTo>
                    <a:cubicBezTo>
                      <a:pt x="68" y="168"/>
                      <a:pt x="66" y="171"/>
                      <a:pt x="46" y="163"/>
                    </a:cubicBezTo>
                    <a:cubicBezTo>
                      <a:pt x="26" y="154"/>
                      <a:pt x="21" y="145"/>
                      <a:pt x="20" y="134"/>
                    </a:cubicBezTo>
                    <a:cubicBezTo>
                      <a:pt x="18" y="123"/>
                      <a:pt x="24" y="116"/>
                      <a:pt x="30" y="115"/>
                    </a:cubicBezTo>
                    <a:cubicBezTo>
                      <a:pt x="37" y="113"/>
                      <a:pt x="53" y="117"/>
                      <a:pt x="64" y="119"/>
                    </a:cubicBezTo>
                    <a:cubicBezTo>
                      <a:pt x="76" y="121"/>
                      <a:pt x="99" y="108"/>
                      <a:pt x="105" y="106"/>
                    </a:cubicBezTo>
                    <a:cubicBezTo>
                      <a:pt x="105" y="106"/>
                      <a:pt x="106" y="105"/>
                      <a:pt x="106" y="105"/>
                    </a:cubicBezTo>
                    <a:cubicBezTo>
                      <a:pt x="111" y="82"/>
                      <a:pt x="115" y="60"/>
                      <a:pt x="117" y="5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solidFill>
                    <a:srgbClr val="000000"/>
                  </a:solidFill>
                </a:endParaRPr>
              </a:p>
            </p:txBody>
          </p:sp>
          <p:sp>
            <p:nvSpPr>
              <p:cNvPr id="13" name="iṧľíḑe"/>
              <p:cNvSpPr/>
              <p:nvPr/>
            </p:nvSpPr>
            <p:spPr bwMode="auto">
              <a:xfrm>
                <a:off x="9385301" y="2428875"/>
                <a:ext cx="784225" cy="1284288"/>
              </a:xfrm>
              <a:custGeom>
                <a:avLst/>
                <a:gdLst>
                  <a:gd name="T0" fmla="*/ 62 w 238"/>
                  <a:gd name="T1" fmla="*/ 102 h 389"/>
                  <a:gd name="T2" fmla="*/ 70 w 238"/>
                  <a:gd name="T3" fmla="*/ 150 h 389"/>
                  <a:gd name="T4" fmla="*/ 80 w 238"/>
                  <a:gd name="T5" fmla="*/ 191 h 389"/>
                  <a:gd name="T6" fmla="*/ 98 w 238"/>
                  <a:gd name="T7" fmla="*/ 182 h 389"/>
                  <a:gd name="T8" fmla="*/ 98 w 238"/>
                  <a:gd name="T9" fmla="*/ 198 h 389"/>
                  <a:gd name="T10" fmla="*/ 16 w 238"/>
                  <a:gd name="T11" fmla="*/ 237 h 389"/>
                  <a:gd name="T12" fmla="*/ 7 w 238"/>
                  <a:gd name="T13" fmla="*/ 265 h 389"/>
                  <a:gd name="T14" fmla="*/ 70 w 238"/>
                  <a:gd name="T15" fmla="*/ 235 h 389"/>
                  <a:gd name="T16" fmla="*/ 183 w 238"/>
                  <a:gd name="T17" fmla="*/ 180 h 389"/>
                  <a:gd name="T18" fmla="*/ 183 w 238"/>
                  <a:gd name="T19" fmla="*/ 205 h 389"/>
                  <a:gd name="T20" fmla="*/ 199 w 238"/>
                  <a:gd name="T21" fmla="*/ 209 h 389"/>
                  <a:gd name="T22" fmla="*/ 212 w 238"/>
                  <a:gd name="T23" fmla="*/ 164 h 389"/>
                  <a:gd name="T24" fmla="*/ 163 w 238"/>
                  <a:gd name="T25" fmla="*/ 161 h 389"/>
                  <a:gd name="T26" fmla="*/ 188 w 238"/>
                  <a:gd name="T27" fmla="*/ 110 h 389"/>
                  <a:gd name="T28" fmla="*/ 183 w 238"/>
                  <a:gd name="T29" fmla="*/ 77 h 389"/>
                  <a:gd name="T30" fmla="*/ 179 w 238"/>
                  <a:gd name="T31" fmla="*/ 43 h 389"/>
                  <a:gd name="T32" fmla="*/ 189 w 238"/>
                  <a:gd name="T33" fmla="*/ 22 h 389"/>
                  <a:gd name="T34" fmla="*/ 163 w 238"/>
                  <a:gd name="T35" fmla="*/ 5 h 389"/>
                  <a:gd name="T36" fmla="*/ 163 w 238"/>
                  <a:gd name="T37" fmla="*/ 42 h 389"/>
                  <a:gd name="T38" fmla="*/ 159 w 238"/>
                  <a:gd name="T39" fmla="*/ 65 h 389"/>
                  <a:gd name="T40" fmla="*/ 145 w 238"/>
                  <a:gd name="T41" fmla="*/ 96 h 389"/>
                  <a:gd name="T42" fmla="*/ 139 w 238"/>
                  <a:gd name="T43" fmla="*/ 145 h 389"/>
                  <a:gd name="T44" fmla="*/ 147 w 238"/>
                  <a:gd name="T45" fmla="*/ 172 h 389"/>
                  <a:gd name="T46" fmla="*/ 120 w 238"/>
                  <a:gd name="T47" fmla="*/ 172 h 389"/>
                  <a:gd name="T48" fmla="*/ 125 w 238"/>
                  <a:gd name="T49" fmla="*/ 127 h 389"/>
                  <a:gd name="T50" fmla="*/ 110 w 238"/>
                  <a:gd name="T51" fmla="*/ 117 h 389"/>
                  <a:gd name="T52" fmla="*/ 115 w 238"/>
                  <a:gd name="T53" fmla="*/ 39 h 389"/>
                  <a:gd name="T54" fmla="*/ 104 w 238"/>
                  <a:gd name="T55" fmla="*/ 73 h 389"/>
                  <a:gd name="T56" fmla="*/ 101 w 238"/>
                  <a:gd name="T57" fmla="*/ 134 h 389"/>
                  <a:gd name="T58" fmla="*/ 86 w 238"/>
                  <a:gd name="T59" fmla="*/ 96 h 389"/>
                  <a:gd name="T60" fmla="*/ 54 w 238"/>
                  <a:gd name="T61" fmla="*/ 88 h 389"/>
                  <a:gd name="T62" fmla="*/ 93 w 238"/>
                  <a:gd name="T63" fmla="*/ 244 h 389"/>
                  <a:gd name="T64" fmla="*/ 151 w 238"/>
                  <a:gd name="T65" fmla="*/ 216 h 389"/>
                  <a:gd name="T66" fmla="*/ 146 w 238"/>
                  <a:gd name="T67" fmla="*/ 262 h 389"/>
                  <a:gd name="T68" fmla="*/ 194 w 238"/>
                  <a:gd name="T69" fmla="*/ 265 h 389"/>
                  <a:gd name="T70" fmla="*/ 168 w 238"/>
                  <a:gd name="T71" fmla="*/ 297 h 389"/>
                  <a:gd name="T72" fmla="*/ 158 w 238"/>
                  <a:gd name="T73" fmla="*/ 349 h 389"/>
                  <a:gd name="T74" fmla="*/ 102 w 238"/>
                  <a:gd name="T75" fmla="*/ 372 h 389"/>
                  <a:gd name="T76" fmla="*/ 112 w 238"/>
                  <a:gd name="T77" fmla="*/ 355 h 389"/>
                  <a:gd name="T78" fmla="*/ 151 w 238"/>
                  <a:gd name="T79" fmla="*/ 319 h 389"/>
                  <a:gd name="T80" fmla="*/ 114 w 238"/>
                  <a:gd name="T81" fmla="*/ 312 h 389"/>
                  <a:gd name="T82" fmla="*/ 62 w 238"/>
                  <a:gd name="T83" fmla="*/ 309 h 389"/>
                  <a:gd name="T84" fmla="*/ 133 w 238"/>
                  <a:gd name="T85" fmla="*/ 280 h 389"/>
                  <a:gd name="T86" fmla="*/ 106 w 238"/>
                  <a:gd name="T87" fmla="*/ 259 h 3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238" h="389">
                    <a:moveTo>
                      <a:pt x="54" y="88"/>
                    </a:moveTo>
                    <a:cubicBezTo>
                      <a:pt x="55" y="91"/>
                      <a:pt x="59" y="99"/>
                      <a:pt x="62" y="102"/>
                    </a:cubicBezTo>
                    <a:cubicBezTo>
                      <a:pt x="66" y="106"/>
                      <a:pt x="73" y="113"/>
                      <a:pt x="72" y="116"/>
                    </a:cubicBezTo>
                    <a:cubicBezTo>
                      <a:pt x="72" y="120"/>
                      <a:pt x="70" y="144"/>
                      <a:pt x="70" y="150"/>
                    </a:cubicBezTo>
                    <a:cubicBezTo>
                      <a:pt x="70" y="156"/>
                      <a:pt x="67" y="172"/>
                      <a:pt x="71" y="176"/>
                    </a:cubicBezTo>
                    <a:cubicBezTo>
                      <a:pt x="74" y="180"/>
                      <a:pt x="80" y="191"/>
                      <a:pt x="80" y="191"/>
                    </a:cubicBezTo>
                    <a:cubicBezTo>
                      <a:pt x="80" y="191"/>
                      <a:pt x="88" y="193"/>
                      <a:pt x="90" y="187"/>
                    </a:cubicBezTo>
                    <a:cubicBezTo>
                      <a:pt x="92" y="180"/>
                      <a:pt x="98" y="182"/>
                      <a:pt x="98" y="182"/>
                    </a:cubicBezTo>
                    <a:cubicBezTo>
                      <a:pt x="98" y="182"/>
                      <a:pt x="110" y="187"/>
                      <a:pt x="107" y="190"/>
                    </a:cubicBezTo>
                    <a:cubicBezTo>
                      <a:pt x="104" y="193"/>
                      <a:pt x="105" y="194"/>
                      <a:pt x="98" y="198"/>
                    </a:cubicBezTo>
                    <a:cubicBezTo>
                      <a:pt x="92" y="202"/>
                      <a:pt x="39" y="231"/>
                      <a:pt x="39" y="231"/>
                    </a:cubicBezTo>
                    <a:cubicBezTo>
                      <a:pt x="39" y="231"/>
                      <a:pt x="21" y="236"/>
                      <a:pt x="16" y="237"/>
                    </a:cubicBezTo>
                    <a:cubicBezTo>
                      <a:pt x="11" y="238"/>
                      <a:pt x="4" y="236"/>
                      <a:pt x="2" y="243"/>
                    </a:cubicBezTo>
                    <a:cubicBezTo>
                      <a:pt x="0" y="250"/>
                      <a:pt x="2" y="260"/>
                      <a:pt x="7" y="265"/>
                    </a:cubicBezTo>
                    <a:cubicBezTo>
                      <a:pt x="10" y="266"/>
                      <a:pt x="22" y="271"/>
                      <a:pt x="33" y="266"/>
                    </a:cubicBezTo>
                    <a:cubicBezTo>
                      <a:pt x="47" y="260"/>
                      <a:pt x="60" y="244"/>
                      <a:pt x="70" y="235"/>
                    </a:cubicBezTo>
                    <a:cubicBezTo>
                      <a:pt x="88" y="221"/>
                      <a:pt x="104" y="211"/>
                      <a:pt x="119" y="204"/>
                    </a:cubicBezTo>
                    <a:cubicBezTo>
                      <a:pt x="134" y="198"/>
                      <a:pt x="167" y="182"/>
                      <a:pt x="183" y="180"/>
                    </a:cubicBezTo>
                    <a:cubicBezTo>
                      <a:pt x="199" y="178"/>
                      <a:pt x="202" y="186"/>
                      <a:pt x="199" y="190"/>
                    </a:cubicBezTo>
                    <a:cubicBezTo>
                      <a:pt x="197" y="195"/>
                      <a:pt x="188" y="203"/>
                      <a:pt x="183" y="205"/>
                    </a:cubicBezTo>
                    <a:cubicBezTo>
                      <a:pt x="179" y="208"/>
                      <a:pt x="181" y="213"/>
                      <a:pt x="181" y="213"/>
                    </a:cubicBezTo>
                    <a:cubicBezTo>
                      <a:pt x="181" y="213"/>
                      <a:pt x="185" y="213"/>
                      <a:pt x="199" y="209"/>
                    </a:cubicBezTo>
                    <a:cubicBezTo>
                      <a:pt x="214" y="205"/>
                      <a:pt x="234" y="205"/>
                      <a:pt x="236" y="200"/>
                    </a:cubicBezTo>
                    <a:cubicBezTo>
                      <a:pt x="238" y="196"/>
                      <a:pt x="230" y="165"/>
                      <a:pt x="212" y="164"/>
                    </a:cubicBezTo>
                    <a:cubicBezTo>
                      <a:pt x="193" y="163"/>
                      <a:pt x="172" y="168"/>
                      <a:pt x="167" y="170"/>
                    </a:cubicBezTo>
                    <a:cubicBezTo>
                      <a:pt x="162" y="171"/>
                      <a:pt x="157" y="167"/>
                      <a:pt x="163" y="161"/>
                    </a:cubicBezTo>
                    <a:cubicBezTo>
                      <a:pt x="169" y="154"/>
                      <a:pt x="178" y="146"/>
                      <a:pt x="182" y="133"/>
                    </a:cubicBezTo>
                    <a:cubicBezTo>
                      <a:pt x="186" y="119"/>
                      <a:pt x="192" y="116"/>
                      <a:pt x="188" y="110"/>
                    </a:cubicBezTo>
                    <a:cubicBezTo>
                      <a:pt x="183" y="104"/>
                      <a:pt x="176" y="92"/>
                      <a:pt x="173" y="90"/>
                    </a:cubicBezTo>
                    <a:cubicBezTo>
                      <a:pt x="170" y="88"/>
                      <a:pt x="173" y="81"/>
                      <a:pt x="183" y="77"/>
                    </a:cubicBezTo>
                    <a:cubicBezTo>
                      <a:pt x="193" y="72"/>
                      <a:pt x="204" y="61"/>
                      <a:pt x="198" y="54"/>
                    </a:cubicBezTo>
                    <a:cubicBezTo>
                      <a:pt x="192" y="46"/>
                      <a:pt x="180" y="50"/>
                      <a:pt x="179" y="43"/>
                    </a:cubicBezTo>
                    <a:cubicBezTo>
                      <a:pt x="179" y="35"/>
                      <a:pt x="173" y="31"/>
                      <a:pt x="179" y="29"/>
                    </a:cubicBezTo>
                    <a:cubicBezTo>
                      <a:pt x="185" y="27"/>
                      <a:pt x="191" y="25"/>
                      <a:pt x="189" y="22"/>
                    </a:cubicBezTo>
                    <a:cubicBezTo>
                      <a:pt x="187" y="18"/>
                      <a:pt x="184" y="12"/>
                      <a:pt x="180" y="6"/>
                    </a:cubicBezTo>
                    <a:cubicBezTo>
                      <a:pt x="175" y="1"/>
                      <a:pt x="164" y="0"/>
                      <a:pt x="163" y="5"/>
                    </a:cubicBezTo>
                    <a:cubicBezTo>
                      <a:pt x="161" y="11"/>
                      <a:pt x="161" y="21"/>
                      <a:pt x="161" y="26"/>
                    </a:cubicBezTo>
                    <a:cubicBezTo>
                      <a:pt x="161" y="31"/>
                      <a:pt x="160" y="38"/>
                      <a:pt x="163" y="42"/>
                    </a:cubicBezTo>
                    <a:cubicBezTo>
                      <a:pt x="167" y="46"/>
                      <a:pt x="168" y="48"/>
                      <a:pt x="167" y="52"/>
                    </a:cubicBezTo>
                    <a:cubicBezTo>
                      <a:pt x="166" y="55"/>
                      <a:pt x="166" y="61"/>
                      <a:pt x="159" y="65"/>
                    </a:cubicBezTo>
                    <a:cubicBezTo>
                      <a:pt x="151" y="69"/>
                      <a:pt x="147" y="69"/>
                      <a:pt x="145" y="74"/>
                    </a:cubicBezTo>
                    <a:cubicBezTo>
                      <a:pt x="142" y="80"/>
                      <a:pt x="142" y="94"/>
                      <a:pt x="145" y="96"/>
                    </a:cubicBezTo>
                    <a:cubicBezTo>
                      <a:pt x="147" y="97"/>
                      <a:pt x="155" y="95"/>
                      <a:pt x="153" y="105"/>
                    </a:cubicBezTo>
                    <a:cubicBezTo>
                      <a:pt x="150" y="116"/>
                      <a:pt x="138" y="141"/>
                      <a:pt x="139" y="145"/>
                    </a:cubicBezTo>
                    <a:cubicBezTo>
                      <a:pt x="140" y="150"/>
                      <a:pt x="148" y="148"/>
                      <a:pt x="148" y="153"/>
                    </a:cubicBezTo>
                    <a:cubicBezTo>
                      <a:pt x="148" y="159"/>
                      <a:pt x="151" y="169"/>
                      <a:pt x="147" y="172"/>
                    </a:cubicBezTo>
                    <a:cubicBezTo>
                      <a:pt x="143" y="176"/>
                      <a:pt x="130" y="180"/>
                      <a:pt x="130" y="180"/>
                    </a:cubicBezTo>
                    <a:cubicBezTo>
                      <a:pt x="130" y="180"/>
                      <a:pt x="116" y="184"/>
                      <a:pt x="120" y="172"/>
                    </a:cubicBezTo>
                    <a:cubicBezTo>
                      <a:pt x="123" y="160"/>
                      <a:pt x="126" y="141"/>
                      <a:pt x="127" y="137"/>
                    </a:cubicBezTo>
                    <a:cubicBezTo>
                      <a:pt x="127" y="133"/>
                      <a:pt x="131" y="128"/>
                      <a:pt x="125" y="127"/>
                    </a:cubicBezTo>
                    <a:cubicBezTo>
                      <a:pt x="120" y="127"/>
                      <a:pt x="126" y="117"/>
                      <a:pt x="119" y="120"/>
                    </a:cubicBezTo>
                    <a:cubicBezTo>
                      <a:pt x="113" y="122"/>
                      <a:pt x="108" y="125"/>
                      <a:pt x="110" y="117"/>
                    </a:cubicBezTo>
                    <a:cubicBezTo>
                      <a:pt x="111" y="108"/>
                      <a:pt x="121" y="80"/>
                      <a:pt x="124" y="63"/>
                    </a:cubicBezTo>
                    <a:cubicBezTo>
                      <a:pt x="126" y="46"/>
                      <a:pt x="120" y="43"/>
                      <a:pt x="115" y="39"/>
                    </a:cubicBezTo>
                    <a:cubicBezTo>
                      <a:pt x="110" y="36"/>
                      <a:pt x="95" y="44"/>
                      <a:pt x="95" y="50"/>
                    </a:cubicBezTo>
                    <a:cubicBezTo>
                      <a:pt x="95" y="56"/>
                      <a:pt x="103" y="65"/>
                      <a:pt x="104" y="73"/>
                    </a:cubicBezTo>
                    <a:cubicBezTo>
                      <a:pt x="105" y="81"/>
                      <a:pt x="103" y="107"/>
                      <a:pt x="104" y="110"/>
                    </a:cubicBezTo>
                    <a:cubicBezTo>
                      <a:pt x="104" y="113"/>
                      <a:pt x="102" y="130"/>
                      <a:pt x="101" y="134"/>
                    </a:cubicBezTo>
                    <a:cubicBezTo>
                      <a:pt x="100" y="137"/>
                      <a:pt x="83" y="150"/>
                      <a:pt x="85" y="136"/>
                    </a:cubicBezTo>
                    <a:cubicBezTo>
                      <a:pt x="88" y="122"/>
                      <a:pt x="89" y="105"/>
                      <a:pt x="86" y="96"/>
                    </a:cubicBezTo>
                    <a:cubicBezTo>
                      <a:pt x="82" y="87"/>
                      <a:pt x="67" y="75"/>
                      <a:pt x="62" y="74"/>
                    </a:cubicBezTo>
                    <a:cubicBezTo>
                      <a:pt x="58" y="74"/>
                      <a:pt x="54" y="84"/>
                      <a:pt x="54" y="88"/>
                    </a:cubicBezTo>
                    <a:cubicBezTo>
                      <a:pt x="54" y="88"/>
                      <a:pt x="54" y="88"/>
                      <a:pt x="54" y="88"/>
                    </a:cubicBezTo>
                    <a:close/>
                    <a:moveTo>
                      <a:pt x="93" y="244"/>
                    </a:moveTo>
                    <a:cubicBezTo>
                      <a:pt x="93" y="236"/>
                      <a:pt x="103" y="232"/>
                      <a:pt x="110" y="230"/>
                    </a:cubicBezTo>
                    <a:cubicBezTo>
                      <a:pt x="116" y="229"/>
                      <a:pt x="140" y="217"/>
                      <a:pt x="151" y="216"/>
                    </a:cubicBezTo>
                    <a:cubicBezTo>
                      <a:pt x="162" y="216"/>
                      <a:pt x="162" y="232"/>
                      <a:pt x="159" y="239"/>
                    </a:cubicBezTo>
                    <a:cubicBezTo>
                      <a:pt x="156" y="246"/>
                      <a:pt x="150" y="257"/>
                      <a:pt x="146" y="262"/>
                    </a:cubicBezTo>
                    <a:cubicBezTo>
                      <a:pt x="143" y="267"/>
                      <a:pt x="159" y="270"/>
                      <a:pt x="159" y="270"/>
                    </a:cubicBezTo>
                    <a:cubicBezTo>
                      <a:pt x="159" y="270"/>
                      <a:pt x="184" y="264"/>
                      <a:pt x="194" y="265"/>
                    </a:cubicBezTo>
                    <a:cubicBezTo>
                      <a:pt x="203" y="266"/>
                      <a:pt x="205" y="280"/>
                      <a:pt x="203" y="291"/>
                    </a:cubicBezTo>
                    <a:cubicBezTo>
                      <a:pt x="201" y="302"/>
                      <a:pt x="174" y="298"/>
                      <a:pt x="168" y="297"/>
                    </a:cubicBezTo>
                    <a:cubicBezTo>
                      <a:pt x="162" y="296"/>
                      <a:pt x="166" y="307"/>
                      <a:pt x="164" y="313"/>
                    </a:cubicBezTo>
                    <a:cubicBezTo>
                      <a:pt x="163" y="319"/>
                      <a:pt x="163" y="329"/>
                      <a:pt x="158" y="349"/>
                    </a:cubicBezTo>
                    <a:cubicBezTo>
                      <a:pt x="153" y="368"/>
                      <a:pt x="139" y="381"/>
                      <a:pt x="131" y="385"/>
                    </a:cubicBezTo>
                    <a:cubicBezTo>
                      <a:pt x="122" y="389"/>
                      <a:pt x="106" y="379"/>
                      <a:pt x="102" y="372"/>
                    </a:cubicBezTo>
                    <a:cubicBezTo>
                      <a:pt x="99" y="365"/>
                      <a:pt x="92" y="366"/>
                      <a:pt x="89" y="355"/>
                    </a:cubicBezTo>
                    <a:cubicBezTo>
                      <a:pt x="85" y="344"/>
                      <a:pt x="104" y="351"/>
                      <a:pt x="112" y="355"/>
                    </a:cubicBezTo>
                    <a:cubicBezTo>
                      <a:pt x="119" y="358"/>
                      <a:pt x="132" y="358"/>
                      <a:pt x="139" y="356"/>
                    </a:cubicBezTo>
                    <a:cubicBezTo>
                      <a:pt x="146" y="353"/>
                      <a:pt x="151" y="328"/>
                      <a:pt x="151" y="319"/>
                    </a:cubicBezTo>
                    <a:cubicBezTo>
                      <a:pt x="152" y="309"/>
                      <a:pt x="145" y="302"/>
                      <a:pt x="142" y="301"/>
                    </a:cubicBezTo>
                    <a:cubicBezTo>
                      <a:pt x="139" y="300"/>
                      <a:pt x="126" y="306"/>
                      <a:pt x="114" y="312"/>
                    </a:cubicBezTo>
                    <a:cubicBezTo>
                      <a:pt x="103" y="318"/>
                      <a:pt x="95" y="325"/>
                      <a:pt x="86" y="327"/>
                    </a:cubicBezTo>
                    <a:cubicBezTo>
                      <a:pt x="76" y="329"/>
                      <a:pt x="64" y="319"/>
                      <a:pt x="62" y="309"/>
                    </a:cubicBezTo>
                    <a:cubicBezTo>
                      <a:pt x="60" y="299"/>
                      <a:pt x="88" y="298"/>
                      <a:pt x="93" y="297"/>
                    </a:cubicBezTo>
                    <a:cubicBezTo>
                      <a:pt x="99" y="296"/>
                      <a:pt x="133" y="280"/>
                      <a:pt x="133" y="280"/>
                    </a:cubicBezTo>
                    <a:cubicBezTo>
                      <a:pt x="135" y="272"/>
                      <a:pt x="139" y="251"/>
                      <a:pt x="126" y="249"/>
                    </a:cubicBezTo>
                    <a:cubicBezTo>
                      <a:pt x="118" y="248"/>
                      <a:pt x="113" y="259"/>
                      <a:pt x="106" y="259"/>
                    </a:cubicBezTo>
                    <a:cubicBezTo>
                      <a:pt x="99" y="259"/>
                      <a:pt x="94" y="252"/>
                      <a:pt x="93" y="24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solidFill>
                    <a:srgbClr val="000000"/>
                  </a:solidFill>
                </a:endParaRPr>
              </a:p>
            </p:txBody>
          </p:sp>
        </p:grpSp>
      </p:grpSp>
      <p:pic>
        <p:nvPicPr>
          <p:cNvPr id="28" name="图片 27"/>
          <p:cNvPicPr>
            <a:picLocks noChangeAspect="1"/>
          </p:cNvPicPr>
          <p:nvPr userDrawn="1"/>
        </p:nvPicPr>
        <p:blipFill rotWithShape="1">
          <a:blip r:embed="rId2" cstate="email"/>
          <a:srcRect/>
          <a:stretch>
            <a:fillRect/>
          </a:stretch>
        </p:blipFill>
        <p:spPr>
          <a:xfrm>
            <a:off x="-1" y="-111239"/>
            <a:ext cx="1520613" cy="1143934"/>
          </a:xfrm>
          <a:prstGeom prst="rect">
            <a:avLst/>
          </a:prstGeom>
        </p:spPr>
      </p:pic>
      <p:pic>
        <p:nvPicPr>
          <p:cNvPr id="29" name="图片 28"/>
          <p:cNvPicPr>
            <a:picLocks noChangeAspect="1"/>
          </p:cNvPicPr>
          <p:nvPr userDrawn="1"/>
        </p:nvPicPr>
        <p:blipFill>
          <a:blip r:embed="rId3" cstate="email">
            <a:extLst>
              <a:ext uri="{BEBA8EAE-BF5A-486C-A8C5-ECC9F3942E4B}">
                <a14:imgProps xmlns:a14="http://schemas.microsoft.com/office/drawing/2010/main">
                  <a14:imgLayer r:embed="rId4">
                    <a14:imgEffect>
                      <a14:saturation sat="33000"/>
                    </a14:imgEffect>
                  </a14:imgLayer>
                </a14:imgProps>
              </a:ext>
            </a:extLst>
          </a:blip>
          <a:stretch>
            <a:fillRect/>
          </a:stretch>
        </p:blipFill>
        <p:spPr>
          <a:xfrm>
            <a:off x="0" y="4531283"/>
            <a:ext cx="12192000" cy="2323704"/>
          </a:xfrm>
          <a:prstGeom prst="rect">
            <a:avLst/>
          </a:prstGeom>
        </p:spPr>
      </p:pic>
      <p:sp>
        <p:nvSpPr>
          <p:cNvPr id="2" name="矩形 1"/>
          <p:cNvSpPr/>
          <p:nvPr userDrawn="1"/>
        </p:nvSpPr>
        <p:spPr>
          <a:xfrm>
            <a:off x="0" y="1028700"/>
            <a:ext cx="12192000" cy="5829300"/>
          </a:xfrm>
          <a:prstGeom prst="rect">
            <a:avLst/>
          </a:prstGeom>
          <a:gradFill>
            <a:gsLst>
              <a:gs pos="0">
                <a:schemeClr val="bg1">
                  <a:alpha val="0"/>
                </a:schemeClr>
              </a:gs>
              <a:gs pos="50000">
                <a:schemeClr val="bg1">
                  <a:alpha val="20000"/>
                </a:schemeClr>
              </a:gs>
              <a:gs pos="100000">
                <a:schemeClr val="bg1">
                  <a:alpha val="9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endParaRPr>
          </a:p>
        </p:txBody>
      </p:sp>
      <p:sp>
        <p:nvSpPr>
          <p:cNvPr id="5" name="图片占位符 4"/>
          <p:cNvSpPr>
            <a:spLocks noGrp="1"/>
          </p:cNvSpPr>
          <p:nvPr>
            <p:ph type="pic" sz="quarter" idx="11"/>
          </p:nvPr>
        </p:nvSpPr>
        <p:spPr>
          <a:xfrm>
            <a:off x="1515585" y="2604052"/>
            <a:ext cx="3072650" cy="2316681"/>
          </a:xfrm>
          <a:prstGeom prst="rect">
            <a:avLst/>
          </a:prstGeom>
        </p:spPr>
        <p:txBody>
          <a:bodyPr/>
          <a:lstStyle/>
          <a:p>
            <a:endParaRPr lang="zh-CN" altLang="en-US"/>
          </a:p>
        </p:txBody>
      </p:sp>
      <p:sp>
        <p:nvSpPr>
          <p:cNvPr id="6" name="图片占位符 5"/>
          <p:cNvSpPr>
            <a:spLocks noGrp="1"/>
          </p:cNvSpPr>
          <p:nvPr>
            <p:ph type="pic" sz="quarter" idx="12"/>
          </p:nvPr>
        </p:nvSpPr>
        <p:spPr>
          <a:xfrm>
            <a:off x="4588235" y="2604053"/>
            <a:ext cx="3072650" cy="2316681"/>
          </a:xfrm>
          <a:prstGeom prst="rect">
            <a:avLst/>
          </a:prstGeom>
        </p:spPr>
        <p:txBody>
          <a:bodyPr/>
          <a:lstStyle/>
          <a:p>
            <a:endParaRPr lang="zh-CN" altLang="en-US"/>
          </a:p>
        </p:txBody>
      </p:sp>
      <p:sp>
        <p:nvSpPr>
          <p:cNvPr id="30" name="图片占位符 29"/>
          <p:cNvSpPr>
            <a:spLocks noGrp="1"/>
          </p:cNvSpPr>
          <p:nvPr>
            <p:ph type="pic" sz="quarter" idx="13"/>
          </p:nvPr>
        </p:nvSpPr>
        <p:spPr>
          <a:xfrm>
            <a:off x="7635701" y="2604053"/>
            <a:ext cx="3072650" cy="2316681"/>
          </a:xfrm>
          <a:prstGeom prst="rect">
            <a:avLst/>
          </a:prstGeom>
        </p:spPr>
        <p:txBody>
          <a:bodyPr/>
          <a:lstStyle/>
          <a:p>
            <a:endParaRPr lang="zh-CN" altLang="en-US"/>
          </a:p>
        </p:txBody>
      </p:sp>
    </p:spTree>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6_标题和内容">
    <p:spTree>
      <p:nvGrpSpPr>
        <p:cNvPr id="1" name=""/>
        <p:cNvGrpSpPr/>
        <p:nvPr/>
      </p:nvGrpSpPr>
      <p:grpSpPr>
        <a:xfrm>
          <a:off x="0" y="0"/>
          <a:ext cx="0" cy="0"/>
          <a:chOff x="0" y="0"/>
          <a:chExt cx="0" cy="0"/>
        </a:xfrm>
      </p:grpSpPr>
      <p:sp>
        <p:nvSpPr>
          <p:cNvPr id="33" name="文本占位符 32"/>
          <p:cNvSpPr>
            <a:spLocks noGrp="1"/>
          </p:cNvSpPr>
          <p:nvPr>
            <p:ph type="body" sz="quarter" idx="10" hasCustomPrompt="1"/>
          </p:nvPr>
        </p:nvSpPr>
        <p:spPr>
          <a:xfrm>
            <a:off x="1587197" y="340254"/>
            <a:ext cx="3944854" cy="530225"/>
          </a:xfrm>
        </p:spPr>
        <p:txBody>
          <a:bodyPr lIns="0" rIns="0">
            <a:noAutofit/>
          </a:bodyPr>
          <a:lstStyle>
            <a:lvl1pPr marL="0" indent="0">
              <a:buNone/>
              <a:defRPr sz="3600" b="1">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请输入你的标题</a:t>
            </a:r>
          </a:p>
        </p:txBody>
      </p:sp>
      <p:cxnSp>
        <p:nvCxnSpPr>
          <p:cNvPr id="4" name="直接连接符 3"/>
          <p:cNvCxnSpPr/>
          <p:nvPr userDrawn="1"/>
        </p:nvCxnSpPr>
        <p:spPr>
          <a:xfrm>
            <a:off x="1083902" y="1028700"/>
            <a:ext cx="11108098" cy="0"/>
          </a:xfrm>
          <a:prstGeom prst="line">
            <a:avLst/>
          </a:prstGeom>
        </p:spPr>
        <p:style>
          <a:lnRef idx="1">
            <a:schemeClr val="accent1"/>
          </a:lnRef>
          <a:fillRef idx="0">
            <a:schemeClr val="accent1"/>
          </a:fillRef>
          <a:effectRef idx="0">
            <a:schemeClr val="accent1"/>
          </a:effectRef>
          <a:fontRef idx="minor">
            <a:schemeClr val="tx1"/>
          </a:fontRef>
        </p:style>
      </p:cxnSp>
      <p:grpSp>
        <p:nvGrpSpPr>
          <p:cNvPr id="3" name="组合 2"/>
          <p:cNvGrpSpPr/>
          <p:nvPr userDrawn="1"/>
        </p:nvGrpSpPr>
        <p:grpSpPr>
          <a:xfrm>
            <a:off x="9778483" y="337454"/>
            <a:ext cx="1740417" cy="533025"/>
            <a:chOff x="9778483" y="337454"/>
            <a:chExt cx="1740417" cy="533025"/>
          </a:xfrm>
        </p:grpSpPr>
        <p:grpSp>
          <p:nvGrpSpPr>
            <p:cNvPr id="6" name="íślïdé"/>
            <p:cNvGrpSpPr/>
            <p:nvPr/>
          </p:nvGrpSpPr>
          <p:grpSpPr>
            <a:xfrm>
              <a:off x="9778483" y="337454"/>
              <a:ext cx="532392" cy="533025"/>
              <a:chOff x="1735138" y="2095500"/>
              <a:chExt cx="2667000" cy="2670175"/>
            </a:xfrm>
            <a:solidFill>
              <a:schemeClr val="accent1"/>
            </a:solidFill>
          </p:grpSpPr>
          <p:sp>
            <p:nvSpPr>
              <p:cNvPr id="14" name="ïṡḻïḍê"/>
              <p:cNvSpPr/>
              <p:nvPr/>
            </p:nvSpPr>
            <p:spPr bwMode="auto">
              <a:xfrm>
                <a:off x="2913063" y="3238500"/>
                <a:ext cx="319088" cy="762000"/>
              </a:xfrm>
              <a:custGeom>
                <a:avLst/>
                <a:gdLst>
                  <a:gd name="T0" fmla="*/ 56 w 97"/>
                  <a:gd name="T1" fmla="*/ 193 h 231"/>
                  <a:gd name="T2" fmla="*/ 41 w 97"/>
                  <a:gd name="T3" fmla="*/ 193 h 231"/>
                  <a:gd name="T4" fmla="*/ 41 w 97"/>
                  <a:gd name="T5" fmla="*/ 22 h 231"/>
                  <a:gd name="T6" fmla="*/ 23 w 97"/>
                  <a:gd name="T7" fmla="*/ 0 h 231"/>
                  <a:gd name="T8" fmla="*/ 4 w 97"/>
                  <a:gd name="T9" fmla="*/ 22 h 231"/>
                  <a:gd name="T10" fmla="*/ 1 w 97"/>
                  <a:gd name="T11" fmla="*/ 175 h 231"/>
                  <a:gd name="T12" fmla="*/ 48 w 97"/>
                  <a:gd name="T13" fmla="*/ 231 h 231"/>
                  <a:gd name="T14" fmla="*/ 96 w 97"/>
                  <a:gd name="T15" fmla="*/ 175 h 231"/>
                  <a:gd name="T16" fmla="*/ 92 w 97"/>
                  <a:gd name="T17" fmla="*/ 22 h 231"/>
                  <a:gd name="T18" fmla="*/ 73 w 97"/>
                  <a:gd name="T19" fmla="*/ 0 h 231"/>
                  <a:gd name="T20" fmla="*/ 56 w 97"/>
                  <a:gd name="T21" fmla="*/ 22 h 231"/>
                  <a:gd name="T22" fmla="*/ 56 w 97"/>
                  <a:gd name="T23" fmla="*/ 193 h 2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97" h="231">
                    <a:moveTo>
                      <a:pt x="56" y="193"/>
                    </a:moveTo>
                    <a:cubicBezTo>
                      <a:pt x="41" y="193"/>
                      <a:pt x="41" y="193"/>
                      <a:pt x="41" y="193"/>
                    </a:cubicBezTo>
                    <a:cubicBezTo>
                      <a:pt x="41" y="136"/>
                      <a:pt x="41" y="79"/>
                      <a:pt x="41" y="22"/>
                    </a:cubicBezTo>
                    <a:cubicBezTo>
                      <a:pt x="40" y="11"/>
                      <a:pt x="38" y="1"/>
                      <a:pt x="23" y="0"/>
                    </a:cubicBezTo>
                    <a:cubicBezTo>
                      <a:pt x="13" y="0"/>
                      <a:pt x="4" y="7"/>
                      <a:pt x="4" y="22"/>
                    </a:cubicBezTo>
                    <a:cubicBezTo>
                      <a:pt x="3" y="73"/>
                      <a:pt x="2" y="124"/>
                      <a:pt x="1" y="175"/>
                    </a:cubicBezTo>
                    <a:cubicBezTo>
                      <a:pt x="0" y="206"/>
                      <a:pt x="15" y="231"/>
                      <a:pt x="48" y="231"/>
                    </a:cubicBezTo>
                    <a:cubicBezTo>
                      <a:pt x="82" y="231"/>
                      <a:pt x="97" y="206"/>
                      <a:pt x="96" y="175"/>
                    </a:cubicBezTo>
                    <a:cubicBezTo>
                      <a:pt x="95" y="124"/>
                      <a:pt x="94" y="73"/>
                      <a:pt x="92" y="22"/>
                    </a:cubicBezTo>
                    <a:cubicBezTo>
                      <a:pt x="92" y="7"/>
                      <a:pt x="84" y="0"/>
                      <a:pt x="73" y="0"/>
                    </a:cubicBezTo>
                    <a:cubicBezTo>
                      <a:pt x="58" y="1"/>
                      <a:pt x="56" y="11"/>
                      <a:pt x="56" y="22"/>
                    </a:cubicBezTo>
                    <a:cubicBezTo>
                      <a:pt x="56" y="79"/>
                      <a:pt x="56" y="136"/>
                      <a:pt x="56" y="19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solidFill>
                    <a:srgbClr val="000000"/>
                  </a:solidFill>
                </a:endParaRPr>
              </a:p>
            </p:txBody>
          </p:sp>
          <p:sp>
            <p:nvSpPr>
              <p:cNvPr id="15" name="ï$lîḍè"/>
              <p:cNvSpPr/>
              <p:nvPr/>
            </p:nvSpPr>
            <p:spPr bwMode="auto">
              <a:xfrm>
                <a:off x="2008188" y="2713038"/>
                <a:ext cx="257175" cy="342900"/>
              </a:xfrm>
              <a:custGeom>
                <a:avLst/>
                <a:gdLst>
                  <a:gd name="T0" fmla="*/ 13 w 78"/>
                  <a:gd name="T1" fmla="*/ 80 h 104"/>
                  <a:gd name="T2" fmla="*/ 6 w 78"/>
                  <a:gd name="T3" fmla="*/ 80 h 104"/>
                  <a:gd name="T4" fmla="*/ 1 w 78"/>
                  <a:gd name="T5" fmla="*/ 85 h 104"/>
                  <a:gd name="T6" fmla="*/ 7 w 78"/>
                  <a:gd name="T7" fmla="*/ 96 h 104"/>
                  <a:gd name="T8" fmla="*/ 36 w 78"/>
                  <a:gd name="T9" fmla="*/ 103 h 104"/>
                  <a:gd name="T10" fmla="*/ 40 w 78"/>
                  <a:gd name="T11" fmla="*/ 94 h 104"/>
                  <a:gd name="T12" fmla="*/ 26 w 78"/>
                  <a:gd name="T13" fmla="*/ 87 h 104"/>
                  <a:gd name="T14" fmla="*/ 20 w 78"/>
                  <a:gd name="T15" fmla="*/ 62 h 104"/>
                  <a:gd name="T16" fmla="*/ 27 w 78"/>
                  <a:gd name="T17" fmla="*/ 38 h 104"/>
                  <a:gd name="T18" fmla="*/ 32 w 78"/>
                  <a:gd name="T19" fmla="*/ 40 h 104"/>
                  <a:gd name="T20" fmla="*/ 38 w 78"/>
                  <a:gd name="T21" fmla="*/ 54 h 104"/>
                  <a:gd name="T22" fmla="*/ 35 w 78"/>
                  <a:gd name="T23" fmla="*/ 56 h 104"/>
                  <a:gd name="T24" fmla="*/ 28 w 78"/>
                  <a:gd name="T25" fmla="*/ 56 h 104"/>
                  <a:gd name="T26" fmla="*/ 26 w 78"/>
                  <a:gd name="T27" fmla="*/ 63 h 104"/>
                  <a:gd name="T28" fmla="*/ 34 w 78"/>
                  <a:gd name="T29" fmla="*/ 65 h 104"/>
                  <a:gd name="T30" fmla="*/ 38 w 78"/>
                  <a:gd name="T31" fmla="*/ 65 h 104"/>
                  <a:gd name="T32" fmla="*/ 37 w 78"/>
                  <a:gd name="T33" fmla="*/ 74 h 104"/>
                  <a:gd name="T34" fmla="*/ 37 w 78"/>
                  <a:gd name="T35" fmla="*/ 80 h 104"/>
                  <a:gd name="T36" fmla="*/ 45 w 78"/>
                  <a:gd name="T37" fmla="*/ 80 h 104"/>
                  <a:gd name="T38" fmla="*/ 45 w 78"/>
                  <a:gd name="T39" fmla="*/ 68 h 104"/>
                  <a:gd name="T40" fmla="*/ 49 w 78"/>
                  <a:gd name="T41" fmla="*/ 57 h 104"/>
                  <a:gd name="T42" fmla="*/ 58 w 78"/>
                  <a:gd name="T43" fmla="*/ 55 h 104"/>
                  <a:gd name="T44" fmla="*/ 66 w 78"/>
                  <a:gd name="T45" fmla="*/ 42 h 104"/>
                  <a:gd name="T46" fmla="*/ 71 w 78"/>
                  <a:gd name="T47" fmla="*/ 17 h 104"/>
                  <a:gd name="T48" fmla="*/ 73 w 78"/>
                  <a:gd name="T49" fmla="*/ 7 h 104"/>
                  <a:gd name="T50" fmla="*/ 38 w 78"/>
                  <a:gd name="T51" fmla="*/ 8 h 104"/>
                  <a:gd name="T52" fmla="*/ 16 w 78"/>
                  <a:gd name="T53" fmla="*/ 40 h 104"/>
                  <a:gd name="T54" fmla="*/ 12 w 78"/>
                  <a:gd name="T55" fmla="*/ 69 h 104"/>
                  <a:gd name="T56" fmla="*/ 13 w 78"/>
                  <a:gd name="T57" fmla="*/ 80 h 104"/>
                  <a:gd name="T58" fmla="*/ 13 w 78"/>
                  <a:gd name="T59" fmla="*/ 80 h 104"/>
                  <a:gd name="T60" fmla="*/ 44 w 78"/>
                  <a:gd name="T61" fmla="*/ 54 h 104"/>
                  <a:gd name="T62" fmla="*/ 42 w 78"/>
                  <a:gd name="T63" fmla="*/ 56 h 104"/>
                  <a:gd name="T64" fmla="*/ 42 w 78"/>
                  <a:gd name="T65" fmla="*/ 39 h 104"/>
                  <a:gd name="T66" fmla="*/ 35 w 78"/>
                  <a:gd name="T67" fmla="*/ 35 h 104"/>
                  <a:gd name="T68" fmla="*/ 29 w 78"/>
                  <a:gd name="T69" fmla="*/ 35 h 104"/>
                  <a:gd name="T70" fmla="*/ 36 w 78"/>
                  <a:gd name="T71" fmla="*/ 23 h 104"/>
                  <a:gd name="T72" fmla="*/ 54 w 78"/>
                  <a:gd name="T73" fmla="*/ 11 h 104"/>
                  <a:gd name="T74" fmla="*/ 55 w 78"/>
                  <a:gd name="T75" fmla="*/ 28 h 104"/>
                  <a:gd name="T76" fmla="*/ 54 w 78"/>
                  <a:gd name="T77" fmla="*/ 45 h 104"/>
                  <a:gd name="T78" fmla="*/ 48 w 78"/>
                  <a:gd name="T79" fmla="*/ 48 h 104"/>
                  <a:gd name="T80" fmla="*/ 44 w 78"/>
                  <a:gd name="T81" fmla="*/ 54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78" h="104">
                    <a:moveTo>
                      <a:pt x="13" y="80"/>
                    </a:moveTo>
                    <a:cubicBezTo>
                      <a:pt x="12" y="81"/>
                      <a:pt x="9" y="79"/>
                      <a:pt x="6" y="80"/>
                    </a:cubicBezTo>
                    <a:cubicBezTo>
                      <a:pt x="3" y="82"/>
                      <a:pt x="2" y="84"/>
                      <a:pt x="1" y="85"/>
                    </a:cubicBezTo>
                    <a:cubicBezTo>
                      <a:pt x="0" y="87"/>
                      <a:pt x="1" y="92"/>
                      <a:pt x="7" y="96"/>
                    </a:cubicBezTo>
                    <a:cubicBezTo>
                      <a:pt x="12" y="100"/>
                      <a:pt x="32" y="104"/>
                      <a:pt x="36" y="103"/>
                    </a:cubicBezTo>
                    <a:cubicBezTo>
                      <a:pt x="40" y="102"/>
                      <a:pt x="43" y="94"/>
                      <a:pt x="40" y="94"/>
                    </a:cubicBezTo>
                    <a:cubicBezTo>
                      <a:pt x="36" y="93"/>
                      <a:pt x="28" y="91"/>
                      <a:pt x="26" y="87"/>
                    </a:cubicBezTo>
                    <a:cubicBezTo>
                      <a:pt x="23" y="83"/>
                      <a:pt x="19" y="76"/>
                      <a:pt x="20" y="62"/>
                    </a:cubicBezTo>
                    <a:cubicBezTo>
                      <a:pt x="20" y="48"/>
                      <a:pt x="25" y="40"/>
                      <a:pt x="27" y="38"/>
                    </a:cubicBezTo>
                    <a:cubicBezTo>
                      <a:pt x="29" y="37"/>
                      <a:pt x="32" y="39"/>
                      <a:pt x="32" y="40"/>
                    </a:cubicBezTo>
                    <a:cubicBezTo>
                      <a:pt x="33" y="41"/>
                      <a:pt x="37" y="53"/>
                      <a:pt x="38" y="54"/>
                    </a:cubicBezTo>
                    <a:cubicBezTo>
                      <a:pt x="38" y="54"/>
                      <a:pt x="38" y="58"/>
                      <a:pt x="35" y="56"/>
                    </a:cubicBezTo>
                    <a:cubicBezTo>
                      <a:pt x="33" y="55"/>
                      <a:pt x="30" y="54"/>
                      <a:pt x="28" y="56"/>
                    </a:cubicBezTo>
                    <a:cubicBezTo>
                      <a:pt x="25" y="57"/>
                      <a:pt x="23" y="60"/>
                      <a:pt x="26" y="63"/>
                    </a:cubicBezTo>
                    <a:cubicBezTo>
                      <a:pt x="29" y="66"/>
                      <a:pt x="32" y="65"/>
                      <a:pt x="34" y="65"/>
                    </a:cubicBezTo>
                    <a:cubicBezTo>
                      <a:pt x="35" y="64"/>
                      <a:pt x="39" y="63"/>
                      <a:pt x="38" y="65"/>
                    </a:cubicBezTo>
                    <a:cubicBezTo>
                      <a:pt x="37" y="67"/>
                      <a:pt x="37" y="74"/>
                      <a:pt x="37" y="74"/>
                    </a:cubicBezTo>
                    <a:cubicBezTo>
                      <a:pt x="37" y="74"/>
                      <a:pt x="34" y="78"/>
                      <a:pt x="37" y="80"/>
                    </a:cubicBezTo>
                    <a:cubicBezTo>
                      <a:pt x="40" y="82"/>
                      <a:pt x="45" y="82"/>
                      <a:pt x="45" y="80"/>
                    </a:cubicBezTo>
                    <a:cubicBezTo>
                      <a:pt x="45" y="78"/>
                      <a:pt x="45" y="72"/>
                      <a:pt x="45" y="68"/>
                    </a:cubicBezTo>
                    <a:cubicBezTo>
                      <a:pt x="46" y="65"/>
                      <a:pt x="47" y="59"/>
                      <a:pt x="49" y="57"/>
                    </a:cubicBezTo>
                    <a:cubicBezTo>
                      <a:pt x="52" y="56"/>
                      <a:pt x="54" y="57"/>
                      <a:pt x="58" y="55"/>
                    </a:cubicBezTo>
                    <a:cubicBezTo>
                      <a:pt x="61" y="52"/>
                      <a:pt x="66" y="46"/>
                      <a:pt x="66" y="42"/>
                    </a:cubicBezTo>
                    <a:cubicBezTo>
                      <a:pt x="66" y="39"/>
                      <a:pt x="69" y="20"/>
                      <a:pt x="71" y="17"/>
                    </a:cubicBezTo>
                    <a:cubicBezTo>
                      <a:pt x="73" y="14"/>
                      <a:pt x="78" y="12"/>
                      <a:pt x="73" y="7"/>
                    </a:cubicBezTo>
                    <a:cubicBezTo>
                      <a:pt x="68" y="2"/>
                      <a:pt x="48" y="0"/>
                      <a:pt x="38" y="8"/>
                    </a:cubicBezTo>
                    <a:cubicBezTo>
                      <a:pt x="29" y="15"/>
                      <a:pt x="21" y="26"/>
                      <a:pt x="16" y="40"/>
                    </a:cubicBezTo>
                    <a:cubicBezTo>
                      <a:pt x="11" y="54"/>
                      <a:pt x="10" y="62"/>
                      <a:pt x="12" y="69"/>
                    </a:cubicBezTo>
                    <a:cubicBezTo>
                      <a:pt x="14" y="77"/>
                      <a:pt x="15" y="79"/>
                      <a:pt x="13" y="80"/>
                    </a:cubicBezTo>
                    <a:cubicBezTo>
                      <a:pt x="13" y="80"/>
                      <a:pt x="13" y="80"/>
                      <a:pt x="13" y="80"/>
                    </a:cubicBezTo>
                    <a:close/>
                    <a:moveTo>
                      <a:pt x="44" y="54"/>
                    </a:moveTo>
                    <a:cubicBezTo>
                      <a:pt x="44" y="54"/>
                      <a:pt x="43" y="54"/>
                      <a:pt x="42" y="56"/>
                    </a:cubicBezTo>
                    <a:cubicBezTo>
                      <a:pt x="42" y="57"/>
                      <a:pt x="42" y="44"/>
                      <a:pt x="42" y="39"/>
                    </a:cubicBezTo>
                    <a:cubicBezTo>
                      <a:pt x="42" y="34"/>
                      <a:pt x="38" y="34"/>
                      <a:pt x="35" y="35"/>
                    </a:cubicBezTo>
                    <a:cubicBezTo>
                      <a:pt x="31" y="35"/>
                      <a:pt x="31" y="35"/>
                      <a:pt x="29" y="35"/>
                    </a:cubicBezTo>
                    <a:cubicBezTo>
                      <a:pt x="31" y="31"/>
                      <a:pt x="33" y="28"/>
                      <a:pt x="36" y="23"/>
                    </a:cubicBezTo>
                    <a:cubicBezTo>
                      <a:pt x="40" y="17"/>
                      <a:pt x="46" y="11"/>
                      <a:pt x="54" y="11"/>
                    </a:cubicBezTo>
                    <a:cubicBezTo>
                      <a:pt x="58" y="10"/>
                      <a:pt x="56" y="24"/>
                      <a:pt x="55" y="28"/>
                    </a:cubicBezTo>
                    <a:cubicBezTo>
                      <a:pt x="55" y="31"/>
                      <a:pt x="55" y="43"/>
                      <a:pt x="54" y="45"/>
                    </a:cubicBezTo>
                    <a:cubicBezTo>
                      <a:pt x="54" y="48"/>
                      <a:pt x="52" y="47"/>
                      <a:pt x="48" y="48"/>
                    </a:cubicBezTo>
                    <a:cubicBezTo>
                      <a:pt x="45" y="49"/>
                      <a:pt x="44" y="54"/>
                      <a:pt x="44" y="5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solidFill>
                    <a:srgbClr val="000000"/>
                  </a:solidFill>
                </a:endParaRPr>
              </a:p>
            </p:txBody>
          </p:sp>
          <p:sp>
            <p:nvSpPr>
              <p:cNvPr id="16" name="îSļiḋé"/>
              <p:cNvSpPr/>
              <p:nvPr/>
            </p:nvSpPr>
            <p:spPr bwMode="auto">
              <a:xfrm>
                <a:off x="2540001" y="2389188"/>
                <a:ext cx="98425" cy="225425"/>
              </a:xfrm>
              <a:custGeom>
                <a:avLst/>
                <a:gdLst>
                  <a:gd name="T0" fmla="*/ 4 w 30"/>
                  <a:gd name="T1" fmla="*/ 2 h 68"/>
                  <a:gd name="T2" fmla="*/ 2 w 30"/>
                  <a:gd name="T3" fmla="*/ 10 h 68"/>
                  <a:gd name="T4" fmla="*/ 10 w 30"/>
                  <a:gd name="T5" fmla="*/ 22 h 68"/>
                  <a:gd name="T6" fmla="*/ 19 w 30"/>
                  <a:gd name="T7" fmla="*/ 50 h 68"/>
                  <a:gd name="T8" fmla="*/ 20 w 30"/>
                  <a:gd name="T9" fmla="*/ 60 h 68"/>
                  <a:gd name="T10" fmla="*/ 25 w 30"/>
                  <a:gd name="T11" fmla="*/ 67 h 68"/>
                  <a:gd name="T12" fmla="*/ 27 w 30"/>
                  <a:gd name="T13" fmla="*/ 58 h 68"/>
                  <a:gd name="T14" fmla="*/ 19 w 30"/>
                  <a:gd name="T15" fmla="*/ 30 h 68"/>
                  <a:gd name="T16" fmla="*/ 14 w 30"/>
                  <a:gd name="T17" fmla="*/ 15 h 68"/>
                  <a:gd name="T18" fmla="*/ 11 w 30"/>
                  <a:gd name="T19" fmla="*/ 6 h 68"/>
                  <a:gd name="T20" fmla="*/ 4 w 30"/>
                  <a:gd name="T21" fmla="*/ 2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0" h="68">
                    <a:moveTo>
                      <a:pt x="4" y="2"/>
                    </a:moveTo>
                    <a:cubicBezTo>
                      <a:pt x="1" y="3"/>
                      <a:pt x="0" y="5"/>
                      <a:pt x="2" y="10"/>
                    </a:cubicBezTo>
                    <a:cubicBezTo>
                      <a:pt x="5" y="14"/>
                      <a:pt x="8" y="13"/>
                      <a:pt x="10" y="22"/>
                    </a:cubicBezTo>
                    <a:cubicBezTo>
                      <a:pt x="13" y="30"/>
                      <a:pt x="18" y="47"/>
                      <a:pt x="19" y="50"/>
                    </a:cubicBezTo>
                    <a:cubicBezTo>
                      <a:pt x="20" y="53"/>
                      <a:pt x="20" y="58"/>
                      <a:pt x="20" y="60"/>
                    </a:cubicBezTo>
                    <a:cubicBezTo>
                      <a:pt x="20" y="62"/>
                      <a:pt x="21" y="68"/>
                      <a:pt x="25" y="67"/>
                    </a:cubicBezTo>
                    <a:cubicBezTo>
                      <a:pt x="30" y="66"/>
                      <a:pt x="28" y="61"/>
                      <a:pt x="27" y="58"/>
                    </a:cubicBezTo>
                    <a:cubicBezTo>
                      <a:pt x="27" y="55"/>
                      <a:pt x="21" y="33"/>
                      <a:pt x="19" y="30"/>
                    </a:cubicBezTo>
                    <a:cubicBezTo>
                      <a:pt x="18" y="27"/>
                      <a:pt x="15" y="18"/>
                      <a:pt x="14" y="15"/>
                    </a:cubicBezTo>
                    <a:cubicBezTo>
                      <a:pt x="14" y="12"/>
                      <a:pt x="14" y="9"/>
                      <a:pt x="11" y="6"/>
                    </a:cubicBezTo>
                    <a:cubicBezTo>
                      <a:pt x="9" y="4"/>
                      <a:pt x="7" y="0"/>
                      <a:pt x="4"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solidFill>
                    <a:srgbClr val="000000"/>
                  </a:solidFill>
                </a:endParaRPr>
              </a:p>
            </p:txBody>
          </p:sp>
          <p:sp>
            <p:nvSpPr>
              <p:cNvPr id="17" name="îŝļîḍé"/>
              <p:cNvSpPr/>
              <p:nvPr/>
            </p:nvSpPr>
            <p:spPr bwMode="auto">
              <a:xfrm>
                <a:off x="2608263" y="2376488"/>
                <a:ext cx="69850" cy="128588"/>
              </a:xfrm>
              <a:custGeom>
                <a:avLst/>
                <a:gdLst>
                  <a:gd name="T0" fmla="*/ 4 w 21"/>
                  <a:gd name="T1" fmla="*/ 1 h 39"/>
                  <a:gd name="T2" fmla="*/ 0 w 21"/>
                  <a:gd name="T3" fmla="*/ 5 h 39"/>
                  <a:gd name="T4" fmla="*/ 4 w 21"/>
                  <a:gd name="T5" fmla="*/ 13 h 39"/>
                  <a:gd name="T6" fmla="*/ 9 w 21"/>
                  <a:gd name="T7" fmla="*/ 19 h 39"/>
                  <a:gd name="T8" fmla="*/ 17 w 21"/>
                  <a:gd name="T9" fmla="*/ 38 h 39"/>
                  <a:gd name="T10" fmla="*/ 21 w 21"/>
                  <a:gd name="T11" fmla="*/ 32 h 39"/>
                  <a:gd name="T12" fmla="*/ 19 w 21"/>
                  <a:gd name="T13" fmla="*/ 21 h 39"/>
                  <a:gd name="T14" fmla="*/ 16 w 21"/>
                  <a:gd name="T15" fmla="*/ 14 h 39"/>
                  <a:gd name="T16" fmla="*/ 11 w 21"/>
                  <a:gd name="T17" fmla="*/ 3 h 39"/>
                  <a:gd name="T18" fmla="*/ 4 w 21"/>
                  <a:gd name="T19" fmla="*/ 1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1" h="39">
                    <a:moveTo>
                      <a:pt x="4" y="1"/>
                    </a:moveTo>
                    <a:cubicBezTo>
                      <a:pt x="2" y="2"/>
                      <a:pt x="0" y="2"/>
                      <a:pt x="0" y="5"/>
                    </a:cubicBezTo>
                    <a:cubicBezTo>
                      <a:pt x="0" y="8"/>
                      <a:pt x="3" y="11"/>
                      <a:pt x="4" y="13"/>
                    </a:cubicBezTo>
                    <a:cubicBezTo>
                      <a:pt x="6" y="15"/>
                      <a:pt x="8" y="17"/>
                      <a:pt x="9" y="19"/>
                    </a:cubicBezTo>
                    <a:cubicBezTo>
                      <a:pt x="9" y="22"/>
                      <a:pt x="15" y="37"/>
                      <a:pt x="17" y="38"/>
                    </a:cubicBezTo>
                    <a:cubicBezTo>
                      <a:pt x="19" y="39"/>
                      <a:pt x="21" y="36"/>
                      <a:pt x="21" y="32"/>
                    </a:cubicBezTo>
                    <a:cubicBezTo>
                      <a:pt x="21" y="28"/>
                      <a:pt x="20" y="23"/>
                      <a:pt x="19" y="21"/>
                    </a:cubicBezTo>
                    <a:cubicBezTo>
                      <a:pt x="17" y="20"/>
                      <a:pt x="16" y="17"/>
                      <a:pt x="16" y="14"/>
                    </a:cubicBezTo>
                    <a:cubicBezTo>
                      <a:pt x="16" y="10"/>
                      <a:pt x="13" y="6"/>
                      <a:pt x="11" y="3"/>
                    </a:cubicBezTo>
                    <a:cubicBezTo>
                      <a:pt x="8" y="0"/>
                      <a:pt x="5" y="1"/>
                      <a:pt x="4"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solidFill>
                    <a:srgbClr val="000000"/>
                  </a:solidFill>
                </a:endParaRPr>
              </a:p>
            </p:txBody>
          </p:sp>
          <p:sp>
            <p:nvSpPr>
              <p:cNvPr id="18" name="ïṩḻiďé"/>
              <p:cNvSpPr/>
              <p:nvPr/>
            </p:nvSpPr>
            <p:spPr bwMode="auto">
              <a:xfrm>
                <a:off x="2644776" y="2263775"/>
                <a:ext cx="155575" cy="300038"/>
              </a:xfrm>
              <a:custGeom>
                <a:avLst/>
                <a:gdLst>
                  <a:gd name="T0" fmla="*/ 7 w 47"/>
                  <a:gd name="T1" fmla="*/ 0 h 91"/>
                  <a:gd name="T2" fmla="*/ 1 w 47"/>
                  <a:gd name="T3" fmla="*/ 3 h 91"/>
                  <a:gd name="T4" fmla="*/ 4 w 47"/>
                  <a:gd name="T5" fmla="*/ 10 h 91"/>
                  <a:gd name="T6" fmla="*/ 8 w 47"/>
                  <a:gd name="T7" fmla="*/ 18 h 91"/>
                  <a:gd name="T8" fmla="*/ 20 w 47"/>
                  <a:gd name="T9" fmla="*/ 45 h 91"/>
                  <a:gd name="T10" fmla="*/ 29 w 47"/>
                  <a:gd name="T11" fmla="*/ 67 h 91"/>
                  <a:gd name="T12" fmla="*/ 41 w 47"/>
                  <a:gd name="T13" fmla="*/ 89 h 91"/>
                  <a:gd name="T14" fmla="*/ 44 w 47"/>
                  <a:gd name="T15" fmla="*/ 81 h 91"/>
                  <a:gd name="T16" fmla="*/ 38 w 47"/>
                  <a:gd name="T17" fmla="*/ 73 h 91"/>
                  <a:gd name="T18" fmla="*/ 20 w 47"/>
                  <a:gd name="T19" fmla="*/ 32 h 91"/>
                  <a:gd name="T20" fmla="*/ 16 w 47"/>
                  <a:gd name="T21" fmla="*/ 16 h 91"/>
                  <a:gd name="T22" fmla="*/ 16 w 47"/>
                  <a:gd name="T23" fmla="*/ 5 h 91"/>
                  <a:gd name="T24" fmla="*/ 7 w 47"/>
                  <a:gd name="T25" fmla="*/ 0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7" h="91">
                    <a:moveTo>
                      <a:pt x="7" y="0"/>
                    </a:moveTo>
                    <a:cubicBezTo>
                      <a:pt x="5" y="0"/>
                      <a:pt x="2" y="1"/>
                      <a:pt x="1" y="3"/>
                    </a:cubicBezTo>
                    <a:cubicBezTo>
                      <a:pt x="0" y="5"/>
                      <a:pt x="1" y="8"/>
                      <a:pt x="4" y="10"/>
                    </a:cubicBezTo>
                    <a:cubicBezTo>
                      <a:pt x="6" y="13"/>
                      <a:pt x="8" y="16"/>
                      <a:pt x="8" y="18"/>
                    </a:cubicBezTo>
                    <a:cubicBezTo>
                      <a:pt x="9" y="20"/>
                      <a:pt x="18" y="40"/>
                      <a:pt x="20" y="45"/>
                    </a:cubicBezTo>
                    <a:cubicBezTo>
                      <a:pt x="22" y="50"/>
                      <a:pt x="26" y="61"/>
                      <a:pt x="29" y="67"/>
                    </a:cubicBezTo>
                    <a:cubicBezTo>
                      <a:pt x="32" y="74"/>
                      <a:pt x="37" y="86"/>
                      <a:pt x="41" y="89"/>
                    </a:cubicBezTo>
                    <a:cubicBezTo>
                      <a:pt x="45" y="91"/>
                      <a:pt x="47" y="84"/>
                      <a:pt x="44" y="81"/>
                    </a:cubicBezTo>
                    <a:cubicBezTo>
                      <a:pt x="42" y="78"/>
                      <a:pt x="42" y="79"/>
                      <a:pt x="38" y="73"/>
                    </a:cubicBezTo>
                    <a:cubicBezTo>
                      <a:pt x="35" y="67"/>
                      <a:pt x="21" y="34"/>
                      <a:pt x="20" y="32"/>
                    </a:cubicBezTo>
                    <a:cubicBezTo>
                      <a:pt x="19" y="29"/>
                      <a:pt x="16" y="19"/>
                      <a:pt x="16" y="16"/>
                    </a:cubicBezTo>
                    <a:cubicBezTo>
                      <a:pt x="16" y="12"/>
                      <a:pt x="18" y="8"/>
                      <a:pt x="16" y="5"/>
                    </a:cubicBezTo>
                    <a:cubicBezTo>
                      <a:pt x="15" y="2"/>
                      <a:pt x="8" y="0"/>
                      <a:pt x="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solidFill>
                    <a:srgbClr val="000000"/>
                  </a:solidFill>
                </a:endParaRPr>
              </a:p>
            </p:txBody>
          </p:sp>
          <p:sp>
            <p:nvSpPr>
              <p:cNvPr id="19" name="ïṣ1ïḓè"/>
              <p:cNvSpPr/>
              <p:nvPr/>
            </p:nvSpPr>
            <p:spPr bwMode="auto">
              <a:xfrm>
                <a:off x="3508376" y="2495550"/>
                <a:ext cx="69850" cy="111125"/>
              </a:xfrm>
              <a:custGeom>
                <a:avLst/>
                <a:gdLst>
                  <a:gd name="T0" fmla="*/ 0 w 21"/>
                  <a:gd name="T1" fmla="*/ 11 h 34"/>
                  <a:gd name="T2" fmla="*/ 12 w 21"/>
                  <a:gd name="T3" fmla="*/ 33 h 34"/>
                  <a:gd name="T4" fmla="*/ 19 w 21"/>
                  <a:gd name="T5" fmla="*/ 21 h 34"/>
                  <a:gd name="T6" fmla="*/ 6 w 21"/>
                  <a:gd name="T7" fmla="*/ 5 h 34"/>
                  <a:gd name="T8" fmla="*/ 0 w 21"/>
                  <a:gd name="T9" fmla="*/ 11 h 34"/>
                </a:gdLst>
                <a:ahLst/>
                <a:cxnLst>
                  <a:cxn ang="0">
                    <a:pos x="T0" y="T1"/>
                  </a:cxn>
                  <a:cxn ang="0">
                    <a:pos x="T2" y="T3"/>
                  </a:cxn>
                  <a:cxn ang="0">
                    <a:pos x="T4" y="T5"/>
                  </a:cxn>
                  <a:cxn ang="0">
                    <a:pos x="T6" y="T7"/>
                  </a:cxn>
                  <a:cxn ang="0">
                    <a:pos x="T8" y="T9"/>
                  </a:cxn>
                </a:cxnLst>
                <a:rect l="0" t="0" r="r" b="b"/>
                <a:pathLst>
                  <a:path w="21" h="34">
                    <a:moveTo>
                      <a:pt x="0" y="11"/>
                    </a:moveTo>
                    <a:cubicBezTo>
                      <a:pt x="1" y="16"/>
                      <a:pt x="3" y="32"/>
                      <a:pt x="12" y="33"/>
                    </a:cubicBezTo>
                    <a:cubicBezTo>
                      <a:pt x="20" y="34"/>
                      <a:pt x="21" y="24"/>
                      <a:pt x="19" y="21"/>
                    </a:cubicBezTo>
                    <a:cubicBezTo>
                      <a:pt x="17" y="17"/>
                      <a:pt x="6" y="5"/>
                      <a:pt x="6" y="5"/>
                    </a:cubicBezTo>
                    <a:cubicBezTo>
                      <a:pt x="1" y="0"/>
                      <a:pt x="0" y="7"/>
                      <a:pt x="0" y="1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solidFill>
                    <a:srgbClr val="000000"/>
                  </a:solidFill>
                </a:endParaRPr>
              </a:p>
            </p:txBody>
          </p:sp>
          <p:sp>
            <p:nvSpPr>
              <p:cNvPr id="20" name="îsḻíḓê"/>
              <p:cNvSpPr/>
              <p:nvPr/>
            </p:nvSpPr>
            <p:spPr bwMode="auto">
              <a:xfrm>
                <a:off x="3967163" y="2887663"/>
                <a:ext cx="274638" cy="192088"/>
              </a:xfrm>
              <a:custGeom>
                <a:avLst/>
                <a:gdLst>
                  <a:gd name="T0" fmla="*/ 50 w 83"/>
                  <a:gd name="T1" fmla="*/ 1 h 58"/>
                  <a:gd name="T2" fmla="*/ 47 w 83"/>
                  <a:gd name="T3" fmla="*/ 4 h 58"/>
                  <a:gd name="T4" fmla="*/ 44 w 83"/>
                  <a:gd name="T5" fmla="*/ 8 h 58"/>
                  <a:gd name="T6" fmla="*/ 35 w 83"/>
                  <a:gd name="T7" fmla="*/ 10 h 58"/>
                  <a:gd name="T8" fmla="*/ 29 w 83"/>
                  <a:gd name="T9" fmla="*/ 12 h 58"/>
                  <a:gd name="T10" fmla="*/ 25 w 83"/>
                  <a:gd name="T11" fmla="*/ 16 h 58"/>
                  <a:gd name="T12" fmla="*/ 27 w 83"/>
                  <a:gd name="T13" fmla="*/ 18 h 58"/>
                  <a:gd name="T14" fmla="*/ 29 w 83"/>
                  <a:gd name="T15" fmla="*/ 20 h 58"/>
                  <a:gd name="T16" fmla="*/ 28 w 83"/>
                  <a:gd name="T17" fmla="*/ 23 h 58"/>
                  <a:gd name="T18" fmla="*/ 25 w 83"/>
                  <a:gd name="T19" fmla="*/ 21 h 58"/>
                  <a:gd name="T20" fmla="*/ 12 w 83"/>
                  <a:gd name="T21" fmla="*/ 8 h 58"/>
                  <a:gd name="T22" fmla="*/ 8 w 83"/>
                  <a:gd name="T23" fmla="*/ 3 h 58"/>
                  <a:gd name="T24" fmla="*/ 5 w 83"/>
                  <a:gd name="T25" fmla="*/ 0 h 58"/>
                  <a:gd name="T26" fmla="*/ 0 w 83"/>
                  <a:gd name="T27" fmla="*/ 3 h 58"/>
                  <a:gd name="T28" fmla="*/ 2 w 83"/>
                  <a:gd name="T29" fmla="*/ 10 h 58"/>
                  <a:gd name="T30" fmla="*/ 13 w 83"/>
                  <a:gd name="T31" fmla="*/ 17 h 58"/>
                  <a:gd name="T32" fmla="*/ 25 w 83"/>
                  <a:gd name="T33" fmla="*/ 27 h 58"/>
                  <a:gd name="T34" fmla="*/ 37 w 83"/>
                  <a:gd name="T35" fmla="*/ 42 h 58"/>
                  <a:gd name="T36" fmla="*/ 35 w 83"/>
                  <a:gd name="T37" fmla="*/ 47 h 58"/>
                  <a:gd name="T38" fmla="*/ 30 w 83"/>
                  <a:gd name="T39" fmla="*/ 44 h 58"/>
                  <a:gd name="T40" fmla="*/ 28 w 83"/>
                  <a:gd name="T41" fmla="*/ 44 h 58"/>
                  <a:gd name="T42" fmla="*/ 31 w 83"/>
                  <a:gd name="T43" fmla="*/ 49 h 58"/>
                  <a:gd name="T44" fmla="*/ 36 w 83"/>
                  <a:gd name="T45" fmla="*/ 58 h 58"/>
                  <a:gd name="T46" fmla="*/ 43 w 83"/>
                  <a:gd name="T47" fmla="*/ 48 h 58"/>
                  <a:gd name="T48" fmla="*/ 38 w 83"/>
                  <a:gd name="T49" fmla="*/ 37 h 58"/>
                  <a:gd name="T50" fmla="*/ 40 w 83"/>
                  <a:gd name="T51" fmla="*/ 35 h 58"/>
                  <a:gd name="T52" fmla="*/ 49 w 83"/>
                  <a:gd name="T53" fmla="*/ 38 h 58"/>
                  <a:gd name="T54" fmla="*/ 55 w 83"/>
                  <a:gd name="T55" fmla="*/ 38 h 58"/>
                  <a:gd name="T56" fmla="*/ 59 w 83"/>
                  <a:gd name="T57" fmla="*/ 32 h 58"/>
                  <a:gd name="T58" fmla="*/ 64 w 83"/>
                  <a:gd name="T59" fmla="*/ 33 h 58"/>
                  <a:gd name="T60" fmla="*/ 71 w 83"/>
                  <a:gd name="T61" fmla="*/ 36 h 58"/>
                  <a:gd name="T62" fmla="*/ 72 w 83"/>
                  <a:gd name="T63" fmla="*/ 30 h 58"/>
                  <a:gd name="T64" fmla="*/ 76 w 83"/>
                  <a:gd name="T65" fmla="*/ 29 h 58"/>
                  <a:gd name="T66" fmla="*/ 79 w 83"/>
                  <a:gd name="T67" fmla="*/ 31 h 58"/>
                  <a:gd name="T68" fmla="*/ 82 w 83"/>
                  <a:gd name="T69" fmla="*/ 27 h 58"/>
                  <a:gd name="T70" fmla="*/ 81 w 83"/>
                  <a:gd name="T71" fmla="*/ 22 h 58"/>
                  <a:gd name="T72" fmla="*/ 75 w 83"/>
                  <a:gd name="T73" fmla="*/ 24 h 58"/>
                  <a:gd name="T74" fmla="*/ 71 w 83"/>
                  <a:gd name="T75" fmla="*/ 26 h 58"/>
                  <a:gd name="T76" fmla="*/ 69 w 83"/>
                  <a:gd name="T77" fmla="*/ 27 h 58"/>
                  <a:gd name="T78" fmla="*/ 65 w 83"/>
                  <a:gd name="T79" fmla="*/ 26 h 58"/>
                  <a:gd name="T80" fmla="*/ 61 w 83"/>
                  <a:gd name="T81" fmla="*/ 23 h 58"/>
                  <a:gd name="T82" fmla="*/ 56 w 83"/>
                  <a:gd name="T83" fmla="*/ 25 h 58"/>
                  <a:gd name="T84" fmla="*/ 54 w 83"/>
                  <a:gd name="T85" fmla="*/ 28 h 58"/>
                  <a:gd name="T86" fmla="*/ 42 w 83"/>
                  <a:gd name="T87" fmla="*/ 28 h 58"/>
                  <a:gd name="T88" fmla="*/ 41 w 83"/>
                  <a:gd name="T89" fmla="*/ 31 h 58"/>
                  <a:gd name="T90" fmla="*/ 36 w 83"/>
                  <a:gd name="T91" fmla="*/ 32 h 58"/>
                  <a:gd name="T92" fmla="*/ 32 w 83"/>
                  <a:gd name="T93" fmla="*/ 28 h 58"/>
                  <a:gd name="T94" fmla="*/ 34 w 83"/>
                  <a:gd name="T95" fmla="*/ 25 h 58"/>
                  <a:gd name="T96" fmla="*/ 43 w 83"/>
                  <a:gd name="T97" fmla="*/ 24 h 58"/>
                  <a:gd name="T98" fmla="*/ 46 w 83"/>
                  <a:gd name="T99" fmla="*/ 23 h 58"/>
                  <a:gd name="T100" fmla="*/ 47 w 83"/>
                  <a:gd name="T101" fmla="*/ 20 h 58"/>
                  <a:gd name="T102" fmla="*/ 47 w 83"/>
                  <a:gd name="T103" fmla="*/ 18 h 58"/>
                  <a:gd name="T104" fmla="*/ 63 w 83"/>
                  <a:gd name="T105" fmla="*/ 17 h 58"/>
                  <a:gd name="T106" fmla="*/ 68 w 83"/>
                  <a:gd name="T107" fmla="*/ 13 h 58"/>
                  <a:gd name="T108" fmla="*/ 63 w 83"/>
                  <a:gd name="T109" fmla="*/ 8 h 58"/>
                  <a:gd name="T110" fmla="*/ 58 w 83"/>
                  <a:gd name="T111" fmla="*/ 13 h 58"/>
                  <a:gd name="T112" fmla="*/ 49 w 83"/>
                  <a:gd name="T113" fmla="*/ 16 h 58"/>
                  <a:gd name="T114" fmla="*/ 42 w 83"/>
                  <a:gd name="T115" fmla="*/ 17 h 58"/>
                  <a:gd name="T116" fmla="*/ 40 w 83"/>
                  <a:gd name="T117" fmla="*/ 13 h 58"/>
                  <a:gd name="T118" fmla="*/ 51 w 83"/>
                  <a:gd name="T119" fmla="*/ 10 h 58"/>
                  <a:gd name="T120" fmla="*/ 54 w 83"/>
                  <a:gd name="T121" fmla="*/ 2 h 58"/>
                  <a:gd name="T122" fmla="*/ 50 w 83"/>
                  <a:gd name="T123" fmla="*/ 1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83" h="58">
                    <a:moveTo>
                      <a:pt x="50" y="1"/>
                    </a:moveTo>
                    <a:cubicBezTo>
                      <a:pt x="50" y="1"/>
                      <a:pt x="48" y="3"/>
                      <a:pt x="47" y="4"/>
                    </a:cubicBezTo>
                    <a:cubicBezTo>
                      <a:pt x="47" y="5"/>
                      <a:pt x="45" y="8"/>
                      <a:pt x="44" y="8"/>
                    </a:cubicBezTo>
                    <a:cubicBezTo>
                      <a:pt x="43" y="8"/>
                      <a:pt x="37" y="10"/>
                      <a:pt x="35" y="10"/>
                    </a:cubicBezTo>
                    <a:cubicBezTo>
                      <a:pt x="34" y="10"/>
                      <a:pt x="29" y="11"/>
                      <a:pt x="29" y="12"/>
                    </a:cubicBezTo>
                    <a:cubicBezTo>
                      <a:pt x="28" y="14"/>
                      <a:pt x="25" y="16"/>
                      <a:pt x="25" y="16"/>
                    </a:cubicBezTo>
                    <a:cubicBezTo>
                      <a:pt x="25" y="16"/>
                      <a:pt x="25" y="18"/>
                      <a:pt x="27" y="18"/>
                    </a:cubicBezTo>
                    <a:cubicBezTo>
                      <a:pt x="29" y="18"/>
                      <a:pt x="29" y="20"/>
                      <a:pt x="29" y="20"/>
                    </a:cubicBezTo>
                    <a:cubicBezTo>
                      <a:pt x="29" y="20"/>
                      <a:pt x="29" y="24"/>
                      <a:pt x="28" y="23"/>
                    </a:cubicBezTo>
                    <a:cubicBezTo>
                      <a:pt x="27" y="22"/>
                      <a:pt x="27" y="23"/>
                      <a:pt x="25" y="21"/>
                    </a:cubicBezTo>
                    <a:cubicBezTo>
                      <a:pt x="24" y="20"/>
                      <a:pt x="12" y="8"/>
                      <a:pt x="12" y="8"/>
                    </a:cubicBezTo>
                    <a:cubicBezTo>
                      <a:pt x="12" y="8"/>
                      <a:pt x="9" y="4"/>
                      <a:pt x="8" y="3"/>
                    </a:cubicBezTo>
                    <a:cubicBezTo>
                      <a:pt x="8" y="2"/>
                      <a:pt x="7" y="0"/>
                      <a:pt x="5" y="0"/>
                    </a:cubicBezTo>
                    <a:cubicBezTo>
                      <a:pt x="3" y="0"/>
                      <a:pt x="1" y="1"/>
                      <a:pt x="0" y="3"/>
                    </a:cubicBezTo>
                    <a:cubicBezTo>
                      <a:pt x="0" y="4"/>
                      <a:pt x="0" y="7"/>
                      <a:pt x="2" y="10"/>
                    </a:cubicBezTo>
                    <a:cubicBezTo>
                      <a:pt x="5" y="13"/>
                      <a:pt x="10" y="15"/>
                      <a:pt x="13" y="17"/>
                    </a:cubicBezTo>
                    <a:cubicBezTo>
                      <a:pt x="18" y="20"/>
                      <a:pt x="22" y="24"/>
                      <a:pt x="25" y="27"/>
                    </a:cubicBezTo>
                    <a:cubicBezTo>
                      <a:pt x="28" y="31"/>
                      <a:pt x="35" y="38"/>
                      <a:pt x="37" y="42"/>
                    </a:cubicBezTo>
                    <a:cubicBezTo>
                      <a:pt x="38" y="46"/>
                      <a:pt x="37" y="47"/>
                      <a:pt x="35" y="47"/>
                    </a:cubicBezTo>
                    <a:cubicBezTo>
                      <a:pt x="34" y="47"/>
                      <a:pt x="31" y="45"/>
                      <a:pt x="30" y="44"/>
                    </a:cubicBezTo>
                    <a:cubicBezTo>
                      <a:pt x="29" y="43"/>
                      <a:pt x="28" y="44"/>
                      <a:pt x="28" y="44"/>
                    </a:cubicBezTo>
                    <a:cubicBezTo>
                      <a:pt x="28" y="44"/>
                      <a:pt x="28" y="45"/>
                      <a:pt x="31" y="49"/>
                    </a:cubicBezTo>
                    <a:cubicBezTo>
                      <a:pt x="33" y="52"/>
                      <a:pt x="34" y="57"/>
                      <a:pt x="36" y="58"/>
                    </a:cubicBezTo>
                    <a:cubicBezTo>
                      <a:pt x="37" y="58"/>
                      <a:pt x="45" y="53"/>
                      <a:pt x="43" y="48"/>
                    </a:cubicBezTo>
                    <a:cubicBezTo>
                      <a:pt x="42" y="43"/>
                      <a:pt x="39" y="38"/>
                      <a:pt x="38" y="37"/>
                    </a:cubicBezTo>
                    <a:cubicBezTo>
                      <a:pt x="37" y="36"/>
                      <a:pt x="38" y="34"/>
                      <a:pt x="40" y="35"/>
                    </a:cubicBezTo>
                    <a:cubicBezTo>
                      <a:pt x="42" y="36"/>
                      <a:pt x="45" y="38"/>
                      <a:pt x="49" y="38"/>
                    </a:cubicBezTo>
                    <a:cubicBezTo>
                      <a:pt x="53" y="38"/>
                      <a:pt x="54" y="39"/>
                      <a:pt x="55" y="38"/>
                    </a:cubicBezTo>
                    <a:cubicBezTo>
                      <a:pt x="57" y="36"/>
                      <a:pt x="59" y="33"/>
                      <a:pt x="59" y="32"/>
                    </a:cubicBezTo>
                    <a:cubicBezTo>
                      <a:pt x="60" y="31"/>
                      <a:pt x="62" y="31"/>
                      <a:pt x="64" y="33"/>
                    </a:cubicBezTo>
                    <a:cubicBezTo>
                      <a:pt x="66" y="36"/>
                      <a:pt x="69" y="38"/>
                      <a:pt x="71" y="36"/>
                    </a:cubicBezTo>
                    <a:cubicBezTo>
                      <a:pt x="72" y="33"/>
                      <a:pt x="70" y="30"/>
                      <a:pt x="72" y="30"/>
                    </a:cubicBezTo>
                    <a:cubicBezTo>
                      <a:pt x="74" y="29"/>
                      <a:pt x="75" y="27"/>
                      <a:pt x="76" y="29"/>
                    </a:cubicBezTo>
                    <a:cubicBezTo>
                      <a:pt x="77" y="30"/>
                      <a:pt x="78" y="32"/>
                      <a:pt x="79" y="31"/>
                    </a:cubicBezTo>
                    <a:cubicBezTo>
                      <a:pt x="79" y="30"/>
                      <a:pt x="81" y="29"/>
                      <a:pt x="82" y="27"/>
                    </a:cubicBezTo>
                    <a:cubicBezTo>
                      <a:pt x="83" y="25"/>
                      <a:pt x="82" y="22"/>
                      <a:pt x="81" y="22"/>
                    </a:cubicBezTo>
                    <a:cubicBezTo>
                      <a:pt x="79" y="23"/>
                      <a:pt x="76" y="23"/>
                      <a:pt x="75" y="24"/>
                    </a:cubicBezTo>
                    <a:cubicBezTo>
                      <a:pt x="74" y="24"/>
                      <a:pt x="72" y="24"/>
                      <a:pt x="71" y="26"/>
                    </a:cubicBezTo>
                    <a:cubicBezTo>
                      <a:pt x="70" y="27"/>
                      <a:pt x="70" y="27"/>
                      <a:pt x="69" y="27"/>
                    </a:cubicBezTo>
                    <a:cubicBezTo>
                      <a:pt x="68" y="27"/>
                      <a:pt x="66" y="28"/>
                      <a:pt x="65" y="26"/>
                    </a:cubicBezTo>
                    <a:cubicBezTo>
                      <a:pt x="63" y="25"/>
                      <a:pt x="63" y="23"/>
                      <a:pt x="61" y="23"/>
                    </a:cubicBezTo>
                    <a:cubicBezTo>
                      <a:pt x="60" y="23"/>
                      <a:pt x="56" y="24"/>
                      <a:pt x="56" y="25"/>
                    </a:cubicBezTo>
                    <a:cubicBezTo>
                      <a:pt x="55" y="26"/>
                      <a:pt x="57" y="28"/>
                      <a:pt x="54" y="28"/>
                    </a:cubicBezTo>
                    <a:cubicBezTo>
                      <a:pt x="51" y="28"/>
                      <a:pt x="43" y="27"/>
                      <a:pt x="42" y="28"/>
                    </a:cubicBezTo>
                    <a:cubicBezTo>
                      <a:pt x="41" y="28"/>
                      <a:pt x="42" y="30"/>
                      <a:pt x="41" y="31"/>
                    </a:cubicBezTo>
                    <a:cubicBezTo>
                      <a:pt x="39" y="31"/>
                      <a:pt x="37" y="33"/>
                      <a:pt x="36" y="32"/>
                    </a:cubicBezTo>
                    <a:cubicBezTo>
                      <a:pt x="35" y="31"/>
                      <a:pt x="32" y="28"/>
                      <a:pt x="32" y="28"/>
                    </a:cubicBezTo>
                    <a:cubicBezTo>
                      <a:pt x="32" y="28"/>
                      <a:pt x="30" y="25"/>
                      <a:pt x="34" y="25"/>
                    </a:cubicBezTo>
                    <a:cubicBezTo>
                      <a:pt x="37" y="25"/>
                      <a:pt x="42" y="24"/>
                      <a:pt x="43" y="24"/>
                    </a:cubicBezTo>
                    <a:cubicBezTo>
                      <a:pt x="44" y="24"/>
                      <a:pt x="46" y="24"/>
                      <a:pt x="46" y="23"/>
                    </a:cubicBezTo>
                    <a:cubicBezTo>
                      <a:pt x="45" y="21"/>
                      <a:pt x="48" y="22"/>
                      <a:pt x="47" y="20"/>
                    </a:cubicBezTo>
                    <a:cubicBezTo>
                      <a:pt x="46" y="19"/>
                      <a:pt x="45" y="18"/>
                      <a:pt x="47" y="18"/>
                    </a:cubicBezTo>
                    <a:cubicBezTo>
                      <a:pt x="50" y="17"/>
                      <a:pt x="58" y="18"/>
                      <a:pt x="63" y="17"/>
                    </a:cubicBezTo>
                    <a:cubicBezTo>
                      <a:pt x="67" y="16"/>
                      <a:pt x="67" y="14"/>
                      <a:pt x="68" y="13"/>
                    </a:cubicBezTo>
                    <a:cubicBezTo>
                      <a:pt x="68" y="11"/>
                      <a:pt x="65" y="8"/>
                      <a:pt x="63" y="8"/>
                    </a:cubicBezTo>
                    <a:cubicBezTo>
                      <a:pt x="62" y="9"/>
                      <a:pt x="60" y="12"/>
                      <a:pt x="58" y="13"/>
                    </a:cubicBezTo>
                    <a:cubicBezTo>
                      <a:pt x="56" y="13"/>
                      <a:pt x="49" y="15"/>
                      <a:pt x="49" y="16"/>
                    </a:cubicBezTo>
                    <a:cubicBezTo>
                      <a:pt x="48" y="16"/>
                      <a:pt x="43" y="17"/>
                      <a:pt x="42" y="17"/>
                    </a:cubicBezTo>
                    <a:cubicBezTo>
                      <a:pt x="41" y="17"/>
                      <a:pt x="36" y="13"/>
                      <a:pt x="40" y="13"/>
                    </a:cubicBezTo>
                    <a:cubicBezTo>
                      <a:pt x="44" y="12"/>
                      <a:pt x="49" y="11"/>
                      <a:pt x="51" y="10"/>
                    </a:cubicBezTo>
                    <a:cubicBezTo>
                      <a:pt x="53" y="8"/>
                      <a:pt x="55" y="3"/>
                      <a:pt x="54" y="2"/>
                    </a:cubicBezTo>
                    <a:cubicBezTo>
                      <a:pt x="54" y="1"/>
                      <a:pt x="51" y="0"/>
                      <a:pt x="5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solidFill>
                    <a:srgbClr val="000000"/>
                  </a:solidFill>
                </a:endParaRPr>
              </a:p>
            </p:txBody>
          </p:sp>
          <p:sp>
            <p:nvSpPr>
              <p:cNvPr id="21" name="ïşḷîďè"/>
              <p:cNvSpPr/>
              <p:nvPr/>
            </p:nvSpPr>
            <p:spPr bwMode="auto">
              <a:xfrm>
                <a:off x="3890963" y="2951163"/>
                <a:ext cx="161925" cy="125413"/>
              </a:xfrm>
              <a:custGeom>
                <a:avLst/>
                <a:gdLst>
                  <a:gd name="T0" fmla="*/ 36 w 49"/>
                  <a:gd name="T1" fmla="*/ 5 h 38"/>
                  <a:gd name="T2" fmla="*/ 33 w 49"/>
                  <a:gd name="T3" fmla="*/ 9 h 38"/>
                  <a:gd name="T4" fmla="*/ 37 w 49"/>
                  <a:gd name="T5" fmla="*/ 14 h 38"/>
                  <a:gd name="T6" fmla="*/ 30 w 49"/>
                  <a:gd name="T7" fmla="*/ 18 h 38"/>
                  <a:gd name="T8" fmla="*/ 22 w 49"/>
                  <a:gd name="T9" fmla="*/ 9 h 38"/>
                  <a:gd name="T10" fmla="*/ 16 w 49"/>
                  <a:gd name="T11" fmla="*/ 2 h 38"/>
                  <a:gd name="T12" fmla="*/ 13 w 49"/>
                  <a:gd name="T13" fmla="*/ 10 h 38"/>
                  <a:gd name="T14" fmla="*/ 20 w 49"/>
                  <a:gd name="T15" fmla="*/ 16 h 38"/>
                  <a:gd name="T16" fmla="*/ 25 w 49"/>
                  <a:gd name="T17" fmla="*/ 22 h 38"/>
                  <a:gd name="T18" fmla="*/ 21 w 49"/>
                  <a:gd name="T19" fmla="*/ 26 h 38"/>
                  <a:gd name="T20" fmla="*/ 10 w 49"/>
                  <a:gd name="T21" fmla="*/ 26 h 38"/>
                  <a:gd name="T22" fmla="*/ 8 w 49"/>
                  <a:gd name="T23" fmla="*/ 19 h 38"/>
                  <a:gd name="T24" fmla="*/ 6 w 49"/>
                  <a:gd name="T25" fmla="*/ 13 h 38"/>
                  <a:gd name="T26" fmla="*/ 3 w 49"/>
                  <a:gd name="T27" fmla="*/ 18 h 38"/>
                  <a:gd name="T28" fmla="*/ 2 w 49"/>
                  <a:gd name="T29" fmla="*/ 26 h 38"/>
                  <a:gd name="T30" fmla="*/ 14 w 49"/>
                  <a:gd name="T31" fmla="*/ 30 h 38"/>
                  <a:gd name="T32" fmla="*/ 23 w 49"/>
                  <a:gd name="T33" fmla="*/ 29 h 38"/>
                  <a:gd name="T34" fmla="*/ 28 w 49"/>
                  <a:gd name="T35" fmla="*/ 29 h 38"/>
                  <a:gd name="T36" fmla="*/ 32 w 49"/>
                  <a:gd name="T37" fmla="*/ 37 h 38"/>
                  <a:gd name="T38" fmla="*/ 38 w 49"/>
                  <a:gd name="T39" fmla="*/ 33 h 38"/>
                  <a:gd name="T40" fmla="*/ 34 w 49"/>
                  <a:gd name="T41" fmla="*/ 24 h 38"/>
                  <a:gd name="T42" fmla="*/ 35 w 49"/>
                  <a:gd name="T43" fmla="*/ 20 h 38"/>
                  <a:gd name="T44" fmla="*/ 42 w 49"/>
                  <a:gd name="T45" fmla="*/ 22 h 38"/>
                  <a:gd name="T46" fmla="*/ 48 w 49"/>
                  <a:gd name="T47" fmla="*/ 18 h 38"/>
                  <a:gd name="T48" fmla="*/ 41 w 49"/>
                  <a:gd name="T49" fmla="*/ 8 h 38"/>
                  <a:gd name="T50" fmla="*/ 36 w 49"/>
                  <a:gd name="T51" fmla="*/ 5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49" h="38">
                    <a:moveTo>
                      <a:pt x="36" y="5"/>
                    </a:moveTo>
                    <a:cubicBezTo>
                      <a:pt x="34" y="6"/>
                      <a:pt x="32" y="8"/>
                      <a:pt x="33" y="9"/>
                    </a:cubicBezTo>
                    <a:cubicBezTo>
                      <a:pt x="33" y="11"/>
                      <a:pt x="37" y="12"/>
                      <a:pt x="37" y="14"/>
                    </a:cubicBezTo>
                    <a:cubicBezTo>
                      <a:pt x="38" y="17"/>
                      <a:pt x="32" y="18"/>
                      <a:pt x="30" y="18"/>
                    </a:cubicBezTo>
                    <a:cubicBezTo>
                      <a:pt x="30" y="18"/>
                      <a:pt x="23" y="11"/>
                      <a:pt x="22" y="9"/>
                    </a:cubicBezTo>
                    <a:cubicBezTo>
                      <a:pt x="21" y="8"/>
                      <a:pt x="19" y="0"/>
                      <a:pt x="16" y="2"/>
                    </a:cubicBezTo>
                    <a:cubicBezTo>
                      <a:pt x="14" y="3"/>
                      <a:pt x="12" y="7"/>
                      <a:pt x="13" y="10"/>
                    </a:cubicBezTo>
                    <a:cubicBezTo>
                      <a:pt x="15" y="12"/>
                      <a:pt x="17" y="13"/>
                      <a:pt x="20" y="16"/>
                    </a:cubicBezTo>
                    <a:cubicBezTo>
                      <a:pt x="22" y="18"/>
                      <a:pt x="25" y="21"/>
                      <a:pt x="25" y="22"/>
                    </a:cubicBezTo>
                    <a:cubicBezTo>
                      <a:pt x="25" y="23"/>
                      <a:pt x="23" y="25"/>
                      <a:pt x="21" y="26"/>
                    </a:cubicBezTo>
                    <a:cubicBezTo>
                      <a:pt x="18" y="27"/>
                      <a:pt x="11" y="27"/>
                      <a:pt x="10" y="26"/>
                    </a:cubicBezTo>
                    <a:cubicBezTo>
                      <a:pt x="9" y="24"/>
                      <a:pt x="8" y="21"/>
                      <a:pt x="8" y="19"/>
                    </a:cubicBezTo>
                    <a:cubicBezTo>
                      <a:pt x="9" y="16"/>
                      <a:pt x="9" y="11"/>
                      <a:pt x="6" y="13"/>
                    </a:cubicBezTo>
                    <a:cubicBezTo>
                      <a:pt x="4" y="14"/>
                      <a:pt x="5" y="16"/>
                      <a:pt x="3" y="18"/>
                    </a:cubicBezTo>
                    <a:cubicBezTo>
                      <a:pt x="1" y="19"/>
                      <a:pt x="0" y="24"/>
                      <a:pt x="2" y="26"/>
                    </a:cubicBezTo>
                    <a:cubicBezTo>
                      <a:pt x="4" y="28"/>
                      <a:pt x="8" y="30"/>
                      <a:pt x="14" y="30"/>
                    </a:cubicBezTo>
                    <a:cubicBezTo>
                      <a:pt x="19" y="30"/>
                      <a:pt x="22" y="29"/>
                      <a:pt x="23" y="29"/>
                    </a:cubicBezTo>
                    <a:cubicBezTo>
                      <a:pt x="25" y="29"/>
                      <a:pt x="28" y="27"/>
                      <a:pt x="28" y="29"/>
                    </a:cubicBezTo>
                    <a:cubicBezTo>
                      <a:pt x="28" y="30"/>
                      <a:pt x="29" y="38"/>
                      <a:pt x="32" y="37"/>
                    </a:cubicBezTo>
                    <a:cubicBezTo>
                      <a:pt x="35" y="37"/>
                      <a:pt x="39" y="35"/>
                      <a:pt x="38" y="33"/>
                    </a:cubicBezTo>
                    <a:cubicBezTo>
                      <a:pt x="38" y="30"/>
                      <a:pt x="34" y="24"/>
                      <a:pt x="34" y="24"/>
                    </a:cubicBezTo>
                    <a:cubicBezTo>
                      <a:pt x="34" y="24"/>
                      <a:pt x="34" y="20"/>
                      <a:pt x="35" y="20"/>
                    </a:cubicBezTo>
                    <a:cubicBezTo>
                      <a:pt x="37" y="21"/>
                      <a:pt x="40" y="21"/>
                      <a:pt x="42" y="22"/>
                    </a:cubicBezTo>
                    <a:cubicBezTo>
                      <a:pt x="44" y="22"/>
                      <a:pt x="49" y="20"/>
                      <a:pt x="48" y="18"/>
                    </a:cubicBezTo>
                    <a:cubicBezTo>
                      <a:pt x="47" y="15"/>
                      <a:pt x="42" y="10"/>
                      <a:pt x="41" y="8"/>
                    </a:cubicBezTo>
                    <a:cubicBezTo>
                      <a:pt x="40" y="6"/>
                      <a:pt x="38" y="4"/>
                      <a:pt x="36"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solidFill>
                    <a:srgbClr val="000000"/>
                  </a:solidFill>
                </a:endParaRPr>
              </a:p>
            </p:txBody>
          </p:sp>
          <p:sp>
            <p:nvSpPr>
              <p:cNvPr id="22" name="îṡlïḋe"/>
              <p:cNvSpPr/>
              <p:nvPr/>
            </p:nvSpPr>
            <p:spPr bwMode="auto">
              <a:xfrm>
                <a:off x="3373438" y="2324100"/>
                <a:ext cx="254000" cy="223838"/>
              </a:xfrm>
              <a:custGeom>
                <a:avLst/>
                <a:gdLst>
                  <a:gd name="T0" fmla="*/ 54 w 77"/>
                  <a:gd name="T1" fmla="*/ 14 h 68"/>
                  <a:gd name="T2" fmla="*/ 47 w 77"/>
                  <a:gd name="T3" fmla="*/ 25 h 68"/>
                  <a:gd name="T4" fmla="*/ 46 w 77"/>
                  <a:gd name="T5" fmla="*/ 25 h 68"/>
                  <a:gd name="T6" fmla="*/ 35 w 77"/>
                  <a:gd name="T7" fmla="*/ 23 h 68"/>
                  <a:gd name="T8" fmla="*/ 27 w 77"/>
                  <a:gd name="T9" fmla="*/ 19 h 68"/>
                  <a:gd name="T10" fmla="*/ 22 w 77"/>
                  <a:gd name="T11" fmla="*/ 22 h 68"/>
                  <a:gd name="T12" fmla="*/ 25 w 77"/>
                  <a:gd name="T13" fmla="*/ 32 h 68"/>
                  <a:gd name="T14" fmla="*/ 34 w 77"/>
                  <a:gd name="T15" fmla="*/ 35 h 68"/>
                  <a:gd name="T16" fmla="*/ 40 w 77"/>
                  <a:gd name="T17" fmla="*/ 34 h 68"/>
                  <a:gd name="T18" fmla="*/ 37 w 77"/>
                  <a:gd name="T19" fmla="*/ 38 h 68"/>
                  <a:gd name="T20" fmla="*/ 25 w 77"/>
                  <a:gd name="T21" fmla="*/ 50 h 68"/>
                  <a:gd name="T22" fmla="*/ 11 w 77"/>
                  <a:gd name="T23" fmla="*/ 57 h 68"/>
                  <a:gd name="T24" fmla="*/ 9 w 77"/>
                  <a:gd name="T25" fmla="*/ 55 h 68"/>
                  <a:gd name="T26" fmla="*/ 3 w 77"/>
                  <a:gd name="T27" fmla="*/ 56 h 68"/>
                  <a:gd name="T28" fmla="*/ 2 w 77"/>
                  <a:gd name="T29" fmla="*/ 64 h 68"/>
                  <a:gd name="T30" fmla="*/ 6 w 77"/>
                  <a:gd name="T31" fmla="*/ 67 h 68"/>
                  <a:gd name="T32" fmla="*/ 19 w 77"/>
                  <a:gd name="T33" fmla="*/ 59 h 68"/>
                  <a:gd name="T34" fmla="*/ 36 w 77"/>
                  <a:gd name="T35" fmla="*/ 49 h 68"/>
                  <a:gd name="T36" fmla="*/ 48 w 77"/>
                  <a:gd name="T37" fmla="*/ 33 h 68"/>
                  <a:gd name="T38" fmla="*/ 63 w 77"/>
                  <a:gd name="T39" fmla="*/ 33 h 68"/>
                  <a:gd name="T40" fmla="*/ 70 w 77"/>
                  <a:gd name="T41" fmla="*/ 34 h 68"/>
                  <a:gd name="T42" fmla="*/ 75 w 77"/>
                  <a:gd name="T43" fmla="*/ 30 h 68"/>
                  <a:gd name="T44" fmla="*/ 68 w 77"/>
                  <a:gd name="T45" fmla="*/ 25 h 68"/>
                  <a:gd name="T46" fmla="*/ 59 w 77"/>
                  <a:gd name="T47" fmla="*/ 26 h 68"/>
                  <a:gd name="T48" fmla="*/ 54 w 77"/>
                  <a:gd name="T49" fmla="*/ 25 h 68"/>
                  <a:gd name="T50" fmla="*/ 57 w 77"/>
                  <a:gd name="T51" fmla="*/ 20 h 68"/>
                  <a:gd name="T52" fmla="*/ 61 w 77"/>
                  <a:gd name="T53" fmla="*/ 16 h 68"/>
                  <a:gd name="T54" fmla="*/ 66 w 77"/>
                  <a:gd name="T55" fmla="*/ 11 h 68"/>
                  <a:gd name="T56" fmla="*/ 65 w 77"/>
                  <a:gd name="T57" fmla="*/ 2 h 68"/>
                  <a:gd name="T58" fmla="*/ 58 w 77"/>
                  <a:gd name="T59" fmla="*/ 4 h 68"/>
                  <a:gd name="T60" fmla="*/ 54 w 77"/>
                  <a:gd name="T61" fmla="*/ 14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68">
                    <a:moveTo>
                      <a:pt x="54" y="14"/>
                    </a:moveTo>
                    <a:cubicBezTo>
                      <a:pt x="54" y="14"/>
                      <a:pt x="50" y="19"/>
                      <a:pt x="47" y="25"/>
                    </a:cubicBezTo>
                    <a:cubicBezTo>
                      <a:pt x="46" y="25"/>
                      <a:pt x="46" y="25"/>
                      <a:pt x="46" y="25"/>
                    </a:cubicBezTo>
                    <a:cubicBezTo>
                      <a:pt x="44" y="25"/>
                      <a:pt x="37" y="25"/>
                      <a:pt x="35" y="23"/>
                    </a:cubicBezTo>
                    <a:cubicBezTo>
                      <a:pt x="32" y="22"/>
                      <a:pt x="28" y="19"/>
                      <a:pt x="27" y="19"/>
                    </a:cubicBezTo>
                    <a:cubicBezTo>
                      <a:pt x="25" y="18"/>
                      <a:pt x="23" y="19"/>
                      <a:pt x="22" y="22"/>
                    </a:cubicBezTo>
                    <a:cubicBezTo>
                      <a:pt x="21" y="25"/>
                      <a:pt x="21" y="28"/>
                      <a:pt x="25" y="32"/>
                    </a:cubicBezTo>
                    <a:cubicBezTo>
                      <a:pt x="29" y="37"/>
                      <a:pt x="30" y="36"/>
                      <a:pt x="34" y="35"/>
                    </a:cubicBezTo>
                    <a:cubicBezTo>
                      <a:pt x="36" y="35"/>
                      <a:pt x="38" y="34"/>
                      <a:pt x="40" y="34"/>
                    </a:cubicBezTo>
                    <a:cubicBezTo>
                      <a:pt x="38" y="36"/>
                      <a:pt x="37" y="38"/>
                      <a:pt x="37" y="38"/>
                    </a:cubicBezTo>
                    <a:cubicBezTo>
                      <a:pt x="35" y="40"/>
                      <a:pt x="29" y="47"/>
                      <a:pt x="25" y="50"/>
                    </a:cubicBezTo>
                    <a:cubicBezTo>
                      <a:pt x="21" y="52"/>
                      <a:pt x="11" y="57"/>
                      <a:pt x="11" y="57"/>
                    </a:cubicBezTo>
                    <a:cubicBezTo>
                      <a:pt x="12" y="58"/>
                      <a:pt x="9" y="58"/>
                      <a:pt x="9" y="55"/>
                    </a:cubicBezTo>
                    <a:cubicBezTo>
                      <a:pt x="8" y="52"/>
                      <a:pt x="6" y="54"/>
                      <a:pt x="3" y="56"/>
                    </a:cubicBezTo>
                    <a:cubicBezTo>
                      <a:pt x="0" y="58"/>
                      <a:pt x="2" y="62"/>
                      <a:pt x="2" y="64"/>
                    </a:cubicBezTo>
                    <a:cubicBezTo>
                      <a:pt x="1" y="66"/>
                      <a:pt x="1" y="68"/>
                      <a:pt x="6" y="67"/>
                    </a:cubicBezTo>
                    <a:cubicBezTo>
                      <a:pt x="10" y="66"/>
                      <a:pt x="14" y="62"/>
                      <a:pt x="19" y="59"/>
                    </a:cubicBezTo>
                    <a:cubicBezTo>
                      <a:pt x="24" y="57"/>
                      <a:pt x="32" y="53"/>
                      <a:pt x="36" y="49"/>
                    </a:cubicBezTo>
                    <a:cubicBezTo>
                      <a:pt x="39" y="46"/>
                      <a:pt x="45" y="38"/>
                      <a:pt x="48" y="33"/>
                    </a:cubicBezTo>
                    <a:cubicBezTo>
                      <a:pt x="53" y="33"/>
                      <a:pt x="61" y="33"/>
                      <a:pt x="63" y="33"/>
                    </a:cubicBezTo>
                    <a:cubicBezTo>
                      <a:pt x="65" y="33"/>
                      <a:pt x="67" y="35"/>
                      <a:pt x="70" y="34"/>
                    </a:cubicBezTo>
                    <a:cubicBezTo>
                      <a:pt x="73" y="34"/>
                      <a:pt x="77" y="33"/>
                      <a:pt x="75" y="30"/>
                    </a:cubicBezTo>
                    <a:cubicBezTo>
                      <a:pt x="73" y="27"/>
                      <a:pt x="71" y="24"/>
                      <a:pt x="68" y="25"/>
                    </a:cubicBezTo>
                    <a:cubicBezTo>
                      <a:pt x="65" y="26"/>
                      <a:pt x="61" y="26"/>
                      <a:pt x="59" y="26"/>
                    </a:cubicBezTo>
                    <a:cubicBezTo>
                      <a:pt x="59" y="26"/>
                      <a:pt x="56" y="26"/>
                      <a:pt x="54" y="25"/>
                    </a:cubicBezTo>
                    <a:cubicBezTo>
                      <a:pt x="55" y="23"/>
                      <a:pt x="57" y="21"/>
                      <a:pt x="57" y="20"/>
                    </a:cubicBezTo>
                    <a:cubicBezTo>
                      <a:pt x="59" y="18"/>
                      <a:pt x="60" y="17"/>
                      <a:pt x="61" y="16"/>
                    </a:cubicBezTo>
                    <a:cubicBezTo>
                      <a:pt x="62" y="16"/>
                      <a:pt x="65" y="14"/>
                      <a:pt x="66" y="11"/>
                    </a:cubicBezTo>
                    <a:cubicBezTo>
                      <a:pt x="67" y="9"/>
                      <a:pt x="66" y="3"/>
                      <a:pt x="65" y="2"/>
                    </a:cubicBezTo>
                    <a:cubicBezTo>
                      <a:pt x="63" y="0"/>
                      <a:pt x="59" y="1"/>
                      <a:pt x="58" y="4"/>
                    </a:cubicBezTo>
                    <a:cubicBezTo>
                      <a:pt x="56" y="7"/>
                      <a:pt x="55" y="14"/>
                      <a:pt x="54" y="1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solidFill>
                    <a:srgbClr val="000000"/>
                  </a:solidFill>
                </a:endParaRPr>
              </a:p>
            </p:txBody>
          </p:sp>
          <p:sp>
            <p:nvSpPr>
              <p:cNvPr id="23" name="í$ḻíde"/>
              <p:cNvSpPr/>
              <p:nvPr/>
            </p:nvSpPr>
            <p:spPr bwMode="auto">
              <a:xfrm>
                <a:off x="2625726" y="2725738"/>
                <a:ext cx="890588" cy="1277938"/>
              </a:xfrm>
              <a:custGeom>
                <a:avLst/>
                <a:gdLst>
                  <a:gd name="T0" fmla="*/ 135 w 270"/>
                  <a:gd name="T1" fmla="*/ 22 h 387"/>
                  <a:gd name="T2" fmla="*/ 131 w 270"/>
                  <a:gd name="T3" fmla="*/ 22 h 387"/>
                  <a:gd name="T4" fmla="*/ 117 w 270"/>
                  <a:gd name="T5" fmla="*/ 6 h 387"/>
                  <a:gd name="T6" fmla="*/ 99 w 270"/>
                  <a:gd name="T7" fmla="*/ 6 h 387"/>
                  <a:gd name="T8" fmla="*/ 85 w 270"/>
                  <a:gd name="T9" fmla="*/ 0 h 387"/>
                  <a:gd name="T10" fmla="*/ 100 w 270"/>
                  <a:gd name="T11" fmla="*/ 20 h 387"/>
                  <a:gd name="T12" fmla="*/ 113 w 270"/>
                  <a:gd name="T13" fmla="*/ 20 h 387"/>
                  <a:gd name="T14" fmla="*/ 126 w 270"/>
                  <a:gd name="T15" fmla="*/ 23 h 387"/>
                  <a:gd name="T16" fmla="*/ 88 w 270"/>
                  <a:gd name="T17" fmla="*/ 45 h 387"/>
                  <a:gd name="T18" fmla="*/ 82 w 270"/>
                  <a:gd name="T19" fmla="*/ 108 h 387"/>
                  <a:gd name="T20" fmla="*/ 60 w 270"/>
                  <a:gd name="T21" fmla="*/ 108 h 387"/>
                  <a:gd name="T22" fmla="*/ 35 w 270"/>
                  <a:gd name="T23" fmla="*/ 142 h 387"/>
                  <a:gd name="T24" fmla="*/ 25 w 270"/>
                  <a:gd name="T25" fmla="*/ 309 h 387"/>
                  <a:gd name="T26" fmla="*/ 0 w 270"/>
                  <a:gd name="T27" fmla="*/ 387 h 387"/>
                  <a:gd name="T28" fmla="*/ 30 w 270"/>
                  <a:gd name="T29" fmla="*/ 387 h 387"/>
                  <a:gd name="T30" fmla="*/ 45 w 270"/>
                  <a:gd name="T31" fmla="*/ 367 h 387"/>
                  <a:gd name="T32" fmla="*/ 37 w 270"/>
                  <a:gd name="T33" fmla="*/ 387 h 387"/>
                  <a:gd name="T34" fmla="*/ 63 w 270"/>
                  <a:gd name="T35" fmla="*/ 387 h 387"/>
                  <a:gd name="T36" fmla="*/ 70 w 270"/>
                  <a:gd name="T37" fmla="*/ 353 h 387"/>
                  <a:gd name="T38" fmla="*/ 78 w 270"/>
                  <a:gd name="T39" fmla="*/ 167 h 387"/>
                  <a:gd name="T40" fmla="*/ 90 w 270"/>
                  <a:gd name="T41" fmla="*/ 151 h 387"/>
                  <a:gd name="T42" fmla="*/ 130 w 270"/>
                  <a:gd name="T43" fmla="*/ 151 h 387"/>
                  <a:gd name="T44" fmla="*/ 130 w 270"/>
                  <a:gd name="T45" fmla="*/ 69 h 387"/>
                  <a:gd name="T46" fmla="*/ 113 w 270"/>
                  <a:gd name="T47" fmla="*/ 48 h 387"/>
                  <a:gd name="T48" fmla="*/ 135 w 270"/>
                  <a:gd name="T49" fmla="*/ 27 h 387"/>
                  <a:gd name="T50" fmla="*/ 156 w 270"/>
                  <a:gd name="T51" fmla="*/ 48 h 387"/>
                  <a:gd name="T52" fmla="*/ 139 w 270"/>
                  <a:gd name="T53" fmla="*/ 69 h 387"/>
                  <a:gd name="T54" fmla="*/ 139 w 270"/>
                  <a:gd name="T55" fmla="*/ 151 h 387"/>
                  <a:gd name="T56" fmla="*/ 180 w 270"/>
                  <a:gd name="T57" fmla="*/ 151 h 387"/>
                  <a:gd name="T58" fmla="*/ 191 w 270"/>
                  <a:gd name="T59" fmla="*/ 167 h 387"/>
                  <a:gd name="T60" fmla="*/ 200 w 270"/>
                  <a:gd name="T61" fmla="*/ 353 h 387"/>
                  <a:gd name="T62" fmla="*/ 207 w 270"/>
                  <a:gd name="T63" fmla="*/ 387 h 387"/>
                  <a:gd name="T64" fmla="*/ 233 w 270"/>
                  <a:gd name="T65" fmla="*/ 387 h 387"/>
                  <a:gd name="T66" fmla="*/ 224 w 270"/>
                  <a:gd name="T67" fmla="*/ 367 h 387"/>
                  <a:gd name="T68" fmla="*/ 239 w 270"/>
                  <a:gd name="T69" fmla="*/ 387 h 387"/>
                  <a:gd name="T70" fmla="*/ 270 w 270"/>
                  <a:gd name="T71" fmla="*/ 387 h 387"/>
                  <a:gd name="T72" fmla="*/ 244 w 270"/>
                  <a:gd name="T73" fmla="*/ 309 h 387"/>
                  <a:gd name="T74" fmla="*/ 235 w 270"/>
                  <a:gd name="T75" fmla="*/ 142 h 387"/>
                  <a:gd name="T76" fmla="*/ 209 w 270"/>
                  <a:gd name="T77" fmla="*/ 108 h 387"/>
                  <a:gd name="T78" fmla="*/ 188 w 270"/>
                  <a:gd name="T79" fmla="*/ 108 h 387"/>
                  <a:gd name="T80" fmla="*/ 182 w 270"/>
                  <a:gd name="T81" fmla="*/ 45 h 387"/>
                  <a:gd name="T82" fmla="*/ 144 w 270"/>
                  <a:gd name="T83" fmla="*/ 23 h 387"/>
                  <a:gd name="T84" fmla="*/ 157 w 270"/>
                  <a:gd name="T85" fmla="*/ 20 h 387"/>
                  <a:gd name="T86" fmla="*/ 170 w 270"/>
                  <a:gd name="T87" fmla="*/ 20 h 387"/>
                  <a:gd name="T88" fmla="*/ 184 w 270"/>
                  <a:gd name="T89" fmla="*/ 0 h 387"/>
                  <a:gd name="T90" fmla="*/ 170 w 270"/>
                  <a:gd name="T91" fmla="*/ 6 h 387"/>
                  <a:gd name="T92" fmla="*/ 153 w 270"/>
                  <a:gd name="T93" fmla="*/ 6 h 387"/>
                  <a:gd name="T94" fmla="*/ 139 w 270"/>
                  <a:gd name="T95" fmla="*/ 22 h 387"/>
                  <a:gd name="T96" fmla="*/ 135 w 270"/>
                  <a:gd name="T97" fmla="*/ 22 h 3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70" h="387">
                    <a:moveTo>
                      <a:pt x="135" y="22"/>
                    </a:moveTo>
                    <a:cubicBezTo>
                      <a:pt x="133" y="22"/>
                      <a:pt x="132" y="22"/>
                      <a:pt x="131" y="22"/>
                    </a:cubicBezTo>
                    <a:cubicBezTo>
                      <a:pt x="130" y="15"/>
                      <a:pt x="126" y="6"/>
                      <a:pt x="117" y="6"/>
                    </a:cubicBezTo>
                    <a:cubicBezTo>
                      <a:pt x="110" y="6"/>
                      <a:pt x="106" y="6"/>
                      <a:pt x="99" y="6"/>
                    </a:cubicBezTo>
                    <a:cubicBezTo>
                      <a:pt x="93" y="6"/>
                      <a:pt x="88" y="4"/>
                      <a:pt x="85" y="0"/>
                    </a:cubicBezTo>
                    <a:cubicBezTo>
                      <a:pt x="87" y="9"/>
                      <a:pt x="90" y="18"/>
                      <a:pt x="100" y="20"/>
                    </a:cubicBezTo>
                    <a:cubicBezTo>
                      <a:pt x="104" y="20"/>
                      <a:pt x="109" y="20"/>
                      <a:pt x="113" y="20"/>
                    </a:cubicBezTo>
                    <a:cubicBezTo>
                      <a:pt x="120" y="20"/>
                      <a:pt x="123" y="21"/>
                      <a:pt x="126" y="23"/>
                    </a:cubicBezTo>
                    <a:cubicBezTo>
                      <a:pt x="109" y="24"/>
                      <a:pt x="93" y="30"/>
                      <a:pt x="88" y="45"/>
                    </a:cubicBezTo>
                    <a:cubicBezTo>
                      <a:pt x="83" y="59"/>
                      <a:pt x="85" y="92"/>
                      <a:pt x="82" y="108"/>
                    </a:cubicBezTo>
                    <a:cubicBezTo>
                      <a:pt x="75" y="108"/>
                      <a:pt x="67" y="108"/>
                      <a:pt x="60" y="108"/>
                    </a:cubicBezTo>
                    <a:cubicBezTo>
                      <a:pt x="42" y="107"/>
                      <a:pt x="36" y="123"/>
                      <a:pt x="35" y="142"/>
                    </a:cubicBezTo>
                    <a:cubicBezTo>
                      <a:pt x="32" y="198"/>
                      <a:pt x="28" y="253"/>
                      <a:pt x="25" y="309"/>
                    </a:cubicBezTo>
                    <a:cubicBezTo>
                      <a:pt x="23" y="352"/>
                      <a:pt x="14" y="372"/>
                      <a:pt x="0" y="387"/>
                    </a:cubicBezTo>
                    <a:cubicBezTo>
                      <a:pt x="10" y="387"/>
                      <a:pt x="20" y="387"/>
                      <a:pt x="30" y="387"/>
                    </a:cubicBezTo>
                    <a:cubicBezTo>
                      <a:pt x="35" y="383"/>
                      <a:pt x="38" y="378"/>
                      <a:pt x="45" y="367"/>
                    </a:cubicBezTo>
                    <a:cubicBezTo>
                      <a:pt x="42" y="377"/>
                      <a:pt x="40" y="382"/>
                      <a:pt x="37" y="387"/>
                    </a:cubicBezTo>
                    <a:cubicBezTo>
                      <a:pt x="46" y="387"/>
                      <a:pt x="54" y="387"/>
                      <a:pt x="63" y="387"/>
                    </a:cubicBezTo>
                    <a:cubicBezTo>
                      <a:pt x="68" y="377"/>
                      <a:pt x="70" y="365"/>
                      <a:pt x="70" y="353"/>
                    </a:cubicBezTo>
                    <a:cubicBezTo>
                      <a:pt x="73" y="291"/>
                      <a:pt x="76" y="229"/>
                      <a:pt x="78" y="167"/>
                    </a:cubicBezTo>
                    <a:cubicBezTo>
                      <a:pt x="79" y="157"/>
                      <a:pt x="82" y="151"/>
                      <a:pt x="90" y="151"/>
                    </a:cubicBezTo>
                    <a:cubicBezTo>
                      <a:pt x="103" y="151"/>
                      <a:pt x="117" y="151"/>
                      <a:pt x="130" y="151"/>
                    </a:cubicBezTo>
                    <a:cubicBezTo>
                      <a:pt x="130" y="124"/>
                      <a:pt x="130" y="96"/>
                      <a:pt x="130" y="69"/>
                    </a:cubicBezTo>
                    <a:cubicBezTo>
                      <a:pt x="121" y="67"/>
                      <a:pt x="113" y="58"/>
                      <a:pt x="113" y="48"/>
                    </a:cubicBezTo>
                    <a:cubicBezTo>
                      <a:pt x="113" y="36"/>
                      <a:pt x="123" y="27"/>
                      <a:pt x="135" y="27"/>
                    </a:cubicBezTo>
                    <a:cubicBezTo>
                      <a:pt x="147" y="27"/>
                      <a:pt x="156" y="36"/>
                      <a:pt x="156" y="48"/>
                    </a:cubicBezTo>
                    <a:cubicBezTo>
                      <a:pt x="156" y="58"/>
                      <a:pt x="149" y="67"/>
                      <a:pt x="139" y="69"/>
                    </a:cubicBezTo>
                    <a:cubicBezTo>
                      <a:pt x="139" y="96"/>
                      <a:pt x="139" y="124"/>
                      <a:pt x="139" y="151"/>
                    </a:cubicBezTo>
                    <a:cubicBezTo>
                      <a:pt x="153" y="151"/>
                      <a:pt x="166" y="151"/>
                      <a:pt x="180" y="151"/>
                    </a:cubicBezTo>
                    <a:cubicBezTo>
                      <a:pt x="188" y="151"/>
                      <a:pt x="191" y="157"/>
                      <a:pt x="191" y="167"/>
                    </a:cubicBezTo>
                    <a:cubicBezTo>
                      <a:pt x="194" y="229"/>
                      <a:pt x="197" y="291"/>
                      <a:pt x="200" y="353"/>
                    </a:cubicBezTo>
                    <a:cubicBezTo>
                      <a:pt x="200" y="365"/>
                      <a:pt x="202" y="377"/>
                      <a:pt x="207" y="387"/>
                    </a:cubicBezTo>
                    <a:cubicBezTo>
                      <a:pt x="215" y="387"/>
                      <a:pt x="224" y="387"/>
                      <a:pt x="233" y="387"/>
                    </a:cubicBezTo>
                    <a:cubicBezTo>
                      <a:pt x="230" y="382"/>
                      <a:pt x="227" y="377"/>
                      <a:pt x="224" y="367"/>
                    </a:cubicBezTo>
                    <a:cubicBezTo>
                      <a:pt x="232" y="378"/>
                      <a:pt x="235" y="383"/>
                      <a:pt x="239" y="387"/>
                    </a:cubicBezTo>
                    <a:cubicBezTo>
                      <a:pt x="249" y="387"/>
                      <a:pt x="260" y="387"/>
                      <a:pt x="270" y="387"/>
                    </a:cubicBezTo>
                    <a:cubicBezTo>
                      <a:pt x="256" y="372"/>
                      <a:pt x="247" y="352"/>
                      <a:pt x="244" y="309"/>
                    </a:cubicBezTo>
                    <a:cubicBezTo>
                      <a:pt x="242" y="253"/>
                      <a:pt x="238" y="198"/>
                      <a:pt x="235" y="142"/>
                    </a:cubicBezTo>
                    <a:cubicBezTo>
                      <a:pt x="234" y="123"/>
                      <a:pt x="228" y="107"/>
                      <a:pt x="209" y="108"/>
                    </a:cubicBezTo>
                    <a:cubicBezTo>
                      <a:pt x="202" y="108"/>
                      <a:pt x="195" y="108"/>
                      <a:pt x="188" y="108"/>
                    </a:cubicBezTo>
                    <a:cubicBezTo>
                      <a:pt x="185" y="92"/>
                      <a:pt x="186" y="59"/>
                      <a:pt x="182" y="45"/>
                    </a:cubicBezTo>
                    <a:cubicBezTo>
                      <a:pt x="176" y="30"/>
                      <a:pt x="161" y="24"/>
                      <a:pt x="144" y="23"/>
                    </a:cubicBezTo>
                    <a:cubicBezTo>
                      <a:pt x="146" y="21"/>
                      <a:pt x="150" y="20"/>
                      <a:pt x="157" y="20"/>
                    </a:cubicBezTo>
                    <a:cubicBezTo>
                      <a:pt x="161" y="20"/>
                      <a:pt x="166" y="20"/>
                      <a:pt x="170" y="20"/>
                    </a:cubicBezTo>
                    <a:cubicBezTo>
                      <a:pt x="180" y="18"/>
                      <a:pt x="183" y="9"/>
                      <a:pt x="184" y="0"/>
                    </a:cubicBezTo>
                    <a:cubicBezTo>
                      <a:pt x="181" y="4"/>
                      <a:pt x="177" y="6"/>
                      <a:pt x="170" y="6"/>
                    </a:cubicBezTo>
                    <a:cubicBezTo>
                      <a:pt x="164" y="6"/>
                      <a:pt x="159" y="6"/>
                      <a:pt x="153" y="6"/>
                    </a:cubicBezTo>
                    <a:cubicBezTo>
                      <a:pt x="144" y="6"/>
                      <a:pt x="140" y="15"/>
                      <a:pt x="139" y="22"/>
                    </a:cubicBezTo>
                    <a:cubicBezTo>
                      <a:pt x="138" y="22"/>
                      <a:pt x="136" y="22"/>
                      <a:pt x="135" y="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solidFill>
                    <a:srgbClr val="000000"/>
                  </a:solidFill>
                </a:endParaRPr>
              </a:p>
            </p:txBody>
          </p:sp>
          <p:sp>
            <p:nvSpPr>
              <p:cNvPr id="24" name="ïŝľîḑê"/>
              <p:cNvSpPr/>
              <p:nvPr/>
            </p:nvSpPr>
            <p:spPr bwMode="auto">
              <a:xfrm>
                <a:off x="1735138" y="2095500"/>
                <a:ext cx="2667000" cy="2670175"/>
              </a:xfrm>
              <a:custGeom>
                <a:avLst/>
                <a:gdLst>
                  <a:gd name="T0" fmla="*/ 404 w 809"/>
                  <a:gd name="T1" fmla="*/ 0 h 809"/>
                  <a:gd name="T2" fmla="*/ 809 w 809"/>
                  <a:gd name="T3" fmla="*/ 404 h 809"/>
                  <a:gd name="T4" fmla="*/ 404 w 809"/>
                  <a:gd name="T5" fmla="*/ 809 h 809"/>
                  <a:gd name="T6" fmla="*/ 0 w 809"/>
                  <a:gd name="T7" fmla="*/ 404 h 809"/>
                  <a:gd name="T8" fmla="*/ 404 w 809"/>
                  <a:gd name="T9" fmla="*/ 0 h 809"/>
                  <a:gd name="T10" fmla="*/ 404 w 809"/>
                  <a:gd name="T11" fmla="*/ 0 h 809"/>
                  <a:gd name="T12" fmla="*/ 404 w 809"/>
                  <a:gd name="T13" fmla="*/ 14 h 809"/>
                  <a:gd name="T14" fmla="*/ 14 w 809"/>
                  <a:gd name="T15" fmla="*/ 404 h 809"/>
                  <a:gd name="T16" fmla="*/ 404 w 809"/>
                  <a:gd name="T17" fmla="*/ 795 h 809"/>
                  <a:gd name="T18" fmla="*/ 795 w 809"/>
                  <a:gd name="T19" fmla="*/ 404 h 809"/>
                  <a:gd name="T20" fmla="*/ 404 w 809"/>
                  <a:gd name="T21" fmla="*/ 14 h 8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09" h="809">
                    <a:moveTo>
                      <a:pt x="404" y="0"/>
                    </a:moveTo>
                    <a:cubicBezTo>
                      <a:pt x="627" y="0"/>
                      <a:pt x="809" y="182"/>
                      <a:pt x="809" y="404"/>
                    </a:cubicBezTo>
                    <a:cubicBezTo>
                      <a:pt x="809" y="627"/>
                      <a:pt x="627" y="809"/>
                      <a:pt x="404" y="809"/>
                    </a:cubicBezTo>
                    <a:cubicBezTo>
                      <a:pt x="181" y="809"/>
                      <a:pt x="0" y="627"/>
                      <a:pt x="0" y="404"/>
                    </a:cubicBezTo>
                    <a:cubicBezTo>
                      <a:pt x="0" y="182"/>
                      <a:pt x="181" y="0"/>
                      <a:pt x="404" y="0"/>
                    </a:cubicBezTo>
                    <a:cubicBezTo>
                      <a:pt x="404" y="0"/>
                      <a:pt x="404" y="0"/>
                      <a:pt x="404" y="0"/>
                    </a:cubicBezTo>
                    <a:close/>
                    <a:moveTo>
                      <a:pt x="404" y="14"/>
                    </a:moveTo>
                    <a:cubicBezTo>
                      <a:pt x="189" y="14"/>
                      <a:pt x="14" y="189"/>
                      <a:pt x="14" y="404"/>
                    </a:cubicBezTo>
                    <a:cubicBezTo>
                      <a:pt x="14" y="619"/>
                      <a:pt x="189" y="795"/>
                      <a:pt x="404" y="795"/>
                    </a:cubicBezTo>
                    <a:cubicBezTo>
                      <a:pt x="619" y="795"/>
                      <a:pt x="795" y="619"/>
                      <a:pt x="795" y="404"/>
                    </a:cubicBezTo>
                    <a:cubicBezTo>
                      <a:pt x="795" y="189"/>
                      <a:pt x="619" y="14"/>
                      <a:pt x="404" y="1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solidFill>
                    <a:srgbClr val="000000"/>
                  </a:solidFill>
                </a:endParaRPr>
              </a:p>
            </p:txBody>
          </p:sp>
          <p:sp>
            <p:nvSpPr>
              <p:cNvPr id="25" name="išlíḑe"/>
              <p:cNvSpPr/>
              <p:nvPr/>
            </p:nvSpPr>
            <p:spPr bwMode="auto">
              <a:xfrm>
                <a:off x="1897063" y="3373438"/>
                <a:ext cx="2333625" cy="1227138"/>
              </a:xfrm>
              <a:custGeom>
                <a:avLst/>
                <a:gdLst>
                  <a:gd name="T0" fmla="*/ 21 w 708"/>
                  <a:gd name="T1" fmla="*/ 23 h 372"/>
                  <a:gd name="T2" fmla="*/ 53 w 708"/>
                  <a:gd name="T3" fmla="*/ 35 h 372"/>
                  <a:gd name="T4" fmla="*/ 51 w 708"/>
                  <a:gd name="T5" fmla="*/ 26 h 372"/>
                  <a:gd name="T6" fmla="*/ 18 w 708"/>
                  <a:gd name="T7" fmla="*/ 47 h 372"/>
                  <a:gd name="T8" fmla="*/ 18 w 708"/>
                  <a:gd name="T9" fmla="*/ 88 h 372"/>
                  <a:gd name="T10" fmla="*/ 48 w 708"/>
                  <a:gd name="T11" fmla="*/ 67 h 372"/>
                  <a:gd name="T12" fmla="*/ 18 w 708"/>
                  <a:gd name="T13" fmla="*/ 88 h 372"/>
                  <a:gd name="T14" fmla="*/ 62 w 708"/>
                  <a:gd name="T15" fmla="*/ 109 h 372"/>
                  <a:gd name="T16" fmla="*/ 64 w 708"/>
                  <a:gd name="T17" fmla="*/ 147 h 372"/>
                  <a:gd name="T18" fmla="*/ 42 w 708"/>
                  <a:gd name="T19" fmla="*/ 155 h 372"/>
                  <a:gd name="T20" fmla="*/ 57 w 708"/>
                  <a:gd name="T21" fmla="*/ 206 h 372"/>
                  <a:gd name="T22" fmla="*/ 116 w 708"/>
                  <a:gd name="T23" fmla="*/ 203 h 372"/>
                  <a:gd name="T24" fmla="*/ 93 w 708"/>
                  <a:gd name="T25" fmla="*/ 174 h 372"/>
                  <a:gd name="T26" fmla="*/ 46 w 708"/>
                  <a:gd name="T27" fmla="*/ 181 h 372"/>
                  <a:gd name="T28" fmla="*/ 129 w 708"/>
                  <a:gd name="T29" fmla="*/ 265 h 372"/>
                  <a:gd name="T30" fmla="*/ 149 w 708"/>
                  <a:gd name="T31" fmla="*/ 251 h 372"/>
                  <a:gd name="T32" fmla="*/ 121 w 708"/>
                  <a:gd name="T33" fmla="*/ 221 h 372"/>
                  <a:gd name="T34" fmla="*/ 111 w 708"/>
                  <a:gd name="T35" fmla="*/ 252 h 372"/>
                  <a:gd name="T36" fmla="*/ 164 w 708"/>
                  <a:gd name="T37" fmla="*/ 295 h 372"/>
                  <a:gd name="T38" fmla="*/ 175 w 708"/>
                  <a:gd name="T39" fmla="*/ 321 h 372"/>
                  <a:gd name="T40" fmla="*/ 132 w 708"/>
                  <a:gd name="T41" fmla="*/ 292 h 372"/>
                  <a:gd name="T42" fmla="*/ 146 w 708"/>
                  <a:gd name="T43" fmla="*/ 291 h 372"/>
                  <a:gd name="T44" fmla="*/ 211 w 708"/>
                  <a:gd name="T45" fmla="*/ 283 h 372"/>
                  <a:gd name="T46" fmla="*/ 260 w 708"/>
                  <a:gd name="T47" fmla="*/ 308 h 372"/>
                  <a:gd name="T48" fmla="*/ 205 w 708"/>
                  <a:gd name="T49" fmla="*/ 335 h 372"/>
                  <a:gd name="T50" fmla="*/ 342 w 708"/>
                  <a:gd name="T51" fmla="*/ 329 h 372"/>
                  <a:gd name="T52" fmla="*/ 344 w 708"/>
                  <a:gd name="T53" fmla="*/ 352 h 372"/>
                  <a:gd name="T54" fmla="*/ 303 w 708"/>
                  <a:gd name="T55" fmla="*/ 320 h 372"/>
                  <a:gd name="T56" fmla="*/ 320 w 708"/>
                  <a:gd name="T57" fmla="*/ 364 h 372"/>
                  <a:gd name="T58" fmla="*/ 360 w 708"/>
                  <a:gd name="T59" fmla="*/ 321 h 372"/>
                  <a:gd name="T60" fmla="*/ 416 w 708"/>
                  <a:gd name="T61" fmla="*/ 315 h 372"/>
                  <a:gd name="T62" fmla="*/ 384 w 708"/>
                  <a:gd name="T63" fmla="*/ 368 h 372"/>
                  <a:gd name="T64" fmla="*/ 464 w 708"/>
                  <a:gd name="T65" fmla="*/ 350 h 372"/>
                  <a:gd name="T66" fmla="*/ 433 w 708"/>
                  <a:gd name="T67" fmla="*/ 313 h 372"/>
                  <a:gd name="T68" fmla="*/ 508 w 708"/>
                  <a:gd name="T69" fmla="*/ 337 h 372"/>
                  <a:gd name="T70" fmla="*/ 500 w 708"/>
                  <a:gd name="T71" fmla="*/ 285 h 372"/>
                  <a:gd name="T72" fmla="*/ 483 w 708"/>
                  <a:gd name="T73" fmla="*/ 294 h 372"/>
                  <a:gd name="T74" fmla="*/ 508 w 708"/>
                  <a:gd name="T75" fmla="*/ 337 h 372"/>
                  <a:gd name="T76" fmla="*/ 515 w 708"/>
                  <a:gd name="T77" fmla="*/ 276 h 372"/>
                  <a:gd name="T78" fmla="*/ 548 w 708"/>
                  <a:gd name="T79" fmla="*/ 279 h 372"/>
                  <a:gd name="T80" fmla="*/ 550 w 708"/>
                  <a:gd name="T81" fmla="*/ 283 h 372"/>
                  <a:gd name="T82" fmla="*/ 547 w 708"/>
                  <a:gd name="T83" fmla="*/ 316 h 372"/>
                  <a:gd name="T84" fmla="*/ 609 w 708"/>
                  <a:gd name="T85" fmla="*/ 250 h 372"/>
                  <a:gd name="T86" fmla="*/ 608 w 708"/>
                  <a:gd name="T87" fmla="*/ 227 h 372"/>
                  <a:gd name="T88" fmla="*/ 573 w 708"/>
                  <a:gd name="T89" fmla="*/ 241 h 372"/>
                  <a:gd name="T90" fmla="*/ 609 w 708"/>
                  <a:gd name="T91" fmla="*/ 250 h 372"/>
                  <a:gd name="T92" fmla="*/ 656 w 708"/>
                  <a:gd name="T93" fmla="*/ 184 h 372"/>
                  <a:gd name="T94" fmla="*/ 613 w 708"/>
                  <a:gd name="T95" fmla="*/ 172 h 372"/>
                  <a:gd name="T96" fmla="*/ 625 w 708"/>
                  <a:gd name="T97" fmla="*/ 165 h 372"/>
                  <a:gd name="T98" fmla="*/ 650 w 708"/>
                  <a:gd name="T99" fmla="*/ 169 h 372"/>
                  <a:gd name="T100" fmla="*/ 651 w 708"/>
                  <a:gd name="T101" fmla="*/ 215 h 372"/>
                  <a:gd name="T102" fmla="*/ 635 w 708"/>
                  <a:gd name="T103" fmla="*/ 139 h 372"/>
                  <a:gd name="T104" fmla="*/ 683 w 708"/>
                  <a:gd name="T105" fmla="*/ 137 h 372"/>
                  <a:gd name="T106" fmla="*/ 655 w 708"/>
                  <a:gd name="T107" fmla="*/ 73 h 372"/>
                  <a:gd name="T108" fmla="*/ 690 w 708"/>
                  <a:gd name="T109" fmla="*/ 98 h 372"/>
                  <a:gd name="T110" fmla="*/ 684 w 708"/>
                  <a:gd name="T111" fmla="*/ 17 h 372"/>
                  <a:gd name="T112" fmla="*/ 698 w 708"/>
                  <a:gd name="T113" fmla="*/ 34 h 372"/>
                  <a:gd name="T114" fmla="*/ 659 w 708"/>
                  <a:gd name="T115" fmla="*/ 29 h 372"/>
                  <a:gd name="T116" fmla="*/ 659 w 708"/>
                  <a:gd name="T117" fmla="*/ 11 h 372"/>
                  <a:gd name="T118" fmla="*/ 663 w 708"/>
                  <a:gd name="T119" fmla="*/ 6 h 3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708" h="372">
                    <a:moveTo>
                      <a:pt x="0" y="6"/>
                    </a:moveTo>
                    <a:cubicBezTo>
                      <a:pt x="19" y="6"/>
                      <a:pt x="19" y="6"/>
                      <a:pt x="19" y="6"/>
                    </a:cubicBezTo>
                    <a:cubicBezTo>
                      <a:pt x="19" y="8"/>
                      <a:pt x="19" y="8"/>
                      <a:pt x="19" y="8"/>
                    </a:cubicBezTo>
                    <a:cubicBezTo>
                      <a:pt x="15" y="9"/>
                      <a:pt x="11" y="11"/>
                      <a:pt x="8" y="14"/>
                    </a:cubicBezTo>
                    <a:cubicBezTo>
                      <a:pt x="5" y="18"/>
                      <a:pt x="4" y="22"/>
                      <a:pt x="4" y="26"/>
                    </a:cubicBezTo>
                    <a:cubicBezTo>
                      <a:pt x="4" y="29"/>
                      <a:pt x="5" y="32"/>
                      <a:pt x="6" y="33"/>
                    </a:cubicBezTo>
                    <a:cubicBezTo>
                      <a:pt x="7" y="35"/>
                      <a:pt x="9" y="36"/>
                      <a:pt x="11" y="36"/>
                    </a:cubicBezTo>
                    <a:cubicBezTo>
                      <a:pt x="14" y="36"/>
                      <a:pt x="18" y="32"/>
                      <a:pt x="21" y="23"/>
                    </a:cubicBezTo>
                    <a:cubicBezTo>
                      <a:pt x="21" y="23"/>
                      <a:pt x="21" y="23"/>
                      <a:pt x="21" y="23"/>
                    </a:cubicBezTo>
                    <a:cubicBezTo>
                      <a:pt x="22" y="22"/>
                      <a:pt x="22" y="22"/>
                      <a:pt x="22" y="21"/>
                    </a:cubicBezTo>
                    <a:cubicBezTo>
                      <a:pt x="25" y="15"/>
                      <a:pt x="27" y="11"/>
                      <a:pt x="30" y="9"/>
                    </a:cubicBezTo>
                    <a:cubicBezTo>
                      <a:pt x="31" y="8"/>
                      <a:pt x="32" y="7"/>
                      <a:pt x="34" y="7"/>
                    </a:cubicBezTo>
                    <a:cubicBezTo>
                      <a:pt x="35" y="6"/>
                      <a:pt x="36" y="6"/>
                      <a:pt x="38" y="6"/>
                    </a:cubicBezTo>
                    <a:cubicBezTo>
                      <a:pt x="43" y="6"/>
                      <a:pt x="47" y="8"/>
                      <a:pt x="50" y="11"/>
                    </a:cubicBezTo>
                    <a:cubicBezTo>
                      <a:pt x="53" y="15"/>
                      <a:pt x="55" y="19"/>
                      <a:pt x="55" y="25"/>
                    </a:cubicBezTo>
                    <a:cubicBezTo>
                      <a:pt x="55" y="28"/>
                      <a:pt x="54" y="31"/>
                      <a:pt x="53" y="35"/>
                    </a:cubicBezTo>
                    <a:cubicBezTo>
                      <a:pt x="52" y="38"/>
                      <a:pt x="51" y="40"/>
                      <a:pt x="51" y="40"/>
                    </a:cubicBezTo>
                    <a:cubicBezTo>
                      <a:pt x="51" y="41"/>
                      <a:pt x="52" y="41"/>
                      <a:pt x="52" y="42"/>
                    </a:cubicBezTo>
                    <a:cubicBezTo>
                      <a:pt x="53" y="42"/>
                      <a:pt x="53" y="42"/>
                      <a:pt x="55" y="42"/>
                    </a:cubicBezTo>
                    <a:cubicBezTo>
                      <a:pt x="55" y="44"/>
                      <a:pt x="55" y="44"/>
                      <a:pt x="55" y="44"/>
                    </a:cubicBezTo>
                    <a:cubicBezTo>
                      <a:pt x="38" y="45"/>
                      <a:pt x="38" y="45"/>
                      <a:pt x="38" y="45"/>
                    </a:cubicBezTo>
                    <a:cubicBezTo>
                      <a:pt x="38" y="43"/>
                      <a:pt x="38" y="43"/>
                      <a:pt x="38" y="43"/>
                    </a:cubicBezTo>
                    <a:cubicBezTo>
                      <a:pt x="42" y="42"/>
                      <a:pt x="45" y="40"/>
                      <a:pt x="48" y="37"/>
                    </a:cubicBezTo>
                    <a:cubicBezTo>
                      <a:pt x="50" y="34"/>
                      <a:pt x="51" y="30"/>
                      <a:pt x="51" y="26"/>
                    </a:cubicBezTo>
                    <a:cubicBezTo>
                      <a:pt x="51" y="24"/>
                      <a:pt x="51" y="22"/>
                      <a:pt x="49" y="20"/>
                    </a:cubicBezTo>
                    <a:cubicBezTo>
                      <a:pt x="48" y="19"/>
                      <a:pt x="47" y="18"/>
                      <a:pt x="45" y="18"/>
                    </a:cubicBezTo>
                    <a:cubicBezTo>
                      <a:pt x="42" y="18"/>
                      <a:pt x="39" y="21"/>
                      <a:pt x="37" y="28"/>
                    </a:cubicBezTo>
                    <a:cubicBezTo>
                      <a:pt x="36" y="29"/>
                      <a:pt x="36" y="29"/>
                      <a:pt x="36" y="29"/>
                    </a:cubicBezTo>
                    <a:cubicBezTo>
                      <a:pt x="34" y="33"/>
                      <a:pt x="33" y="37"/>
                      <a:pt x="32" y="39"/>
                    </a:cubicBezTo>
                    <a:cubicBezTo>
                      <a:pt x="31" y="40"/>
                      <a:pt x="30" y="42"/>
                      <a:pt x="29" y="43"/>
                    </a:cubicBezTo>
                    <a:cubicBezTo>
                      <a:pt x="27" y="44"/>
                      <a:pt x="26" y="45"/>
                      <a:pt x="24" y="46"/>
                    </a:cubicBezTo>
                    <a:cubicBezTo>
                      <a:pt x="22" y="47"/>
                      <a:pt x="20" y="47"/>
                      <a:pt x="18" y="47"/>
                    </a:cubicBezTo>
                    <a:cubicBezTo>
                      <a:pt x="13" y="47"/>
                      <a:pt x="9" y="46"/>
                      <a:pt x="6" y="42"/>
                    </a:cubicBezTo>
                    <a:cubicBezTo>
                      <a:pt x="2" y="38"/>
                      <a:pt x="1" y="34"/>
                      <a:pt x="1" y="28"/>
                    </a:cubicBezTo>
                    <a:cubicBezTo>
                      <a:pt x="1" y="25"/>
                      <a:pt x="1" y="21"/>
                      <a:pt x="2" y="17"/>
                    </a:cubicBezTo>
                    <a:cubicBezTo>
                      <a:pt x="3" y="14"/>
                      <a:pt x="4" y="12"/>
                      <a:pt x="4" y="12"/>
                    </a:cubicBezTo>
                    <a:cubicBezTo>
                      <a:pt x="4" y="11"/>
                      <a:pt x="3" y="10"/>
                      <a:pt x="3" y="9"/>
                    </a:cubicBezTo>
                    <a:cubicBezTo>
                      <a:pt x="2" y="9"/>
                      <a:pt x="1" y="9"/>
                      <a:pt x="0" y="9"/>
                    </a:cubicBezTo>
                    <a:cubicBezTo>
                      <a:pt x="0" y="6"/>
                      <a:pt x="0" y="6"/>
                      <a:pt x="0" y="6"/>
                    </a:cubicBezTo>
                    <a:close/>
                    <a:moveTo>
                      <a:pt x="18" y="88"/>
                    </a:moveTo>
                    <a:cubicBezTo>
                      <a:pt x="16" y="89"/>
                      <a:pt x="14" y="90"/>
                      <a:pt x="13" y="91"/>
                    </a:cubicBezTo>
                    <a:cubicBezTo>
                      <a:pt x="12" y="92"/>
                      <a:pt x="12" y="94"/>
                      <a:pt x="12" y="96"/>
                    </a:cubicBezTo>
                    <a:cubicBezTo>
                      <a:pt x="10" y="96"/>
                      <a:pt x="10" y="96"/>
                      <a:pt x="10" y="96"/>
                    </a:cubicBezTo>
                    <a:cubicBezTo>
                      <a:pt x="5" y="68"/>
                      <a:pt x="5" y="68"/>
                      <a:pt x="5" y="68"/>
                    </a:cubicBezTo>
                    <a:cubicBezTo>
                      <a:pt x="7" y="67"/>
                      <a:pt x="7" y="67"/>
                      <a:pt x="7" y="67"/>
                    </a:cubicBezTo>
                    <a:cubicBezTo>
                      <a:pt x="8" y="70"/>
                      <a:pt x="8" y="71"/>
                      <a:pt x="10" y="72"/>
                    </a:cubicBezTo>
                    <a:cubicBezTo>
                      <a:pt x="11" y="73"/>
                      <a:pt x="13" y="73"/>
                      <a:pt x="16" y="73"/>
                    </a:cubicBezTo>
                    <a:cubicBezTo>
                      <a:pt x="48" y="67"/>
                      <a:pt x="48" y="67"/>
                      <a:pt x="48" y="67"/>
                    </a:cubicBezTo>
                    <a:cubicBezTo>
                      <a:pt x="50" y="66"/>
                      <a:pt x="52" y="66"/>
                      <a:pt x="53" y="64"/>
                    </a:cubicBezTo>
                    <a:cubicBezTo>
                      <a:pt x="54" y="63"/>
                      <a:pt x="54" y="61"/>
                      <a:pt x="54" y="59"/>
                    </a:cubicBezTo>
                    <a:cubicBezTo>
                      <a:pt x="56" y="59"/>
                      <a:pt x="56" y="59"/>
                      <a:pt x="56" y="59"/>
                    </a:cubicBezTo>
                    <a:cubicBezTo>
                      <a:pt x="61" y="88"/>
                      <a:pt x="61" y="88"/>
                      <a:pt x="61" y="88"/>
                    </a:cubicBezTo>
                    <a:cubicBezTo>
                      <a:pt x="59" y="88"/>
                      <a:pt x="59" y="88"/>
                      <a:pt x="59" y="88"/>
                    </a:cubicBezTo>
                    <a:cubicBezTo>
                      <a:pt x="59" y="85"/>
                      <a:pt x="58" y="84"/>
                      <a:pt x="56" y="83"/>
                    </a:cubicBezTo>
                    <a:cubicBezTo>
                      <a:pt x="55" y="82"/>
                      <a:pt x="53" y="82"/>
                      <a:pt x="51" y="83"/>
                    </a:cubicBezTo>
                    <a:cubicBezTo>
                      <a:pt x="18" y="88"/>
                      <a:pt x="18" y="88"/>
                      <a:pt x="18" y="88"/>
                    </a:cubicBezTo>
                    <a:close/>
                    <a:moveTo>
                      <a:pt x="41" y="158"/>
                    </a:moveTo>
                    <a:cubicBezTo>
                      <a:pt x="37" y="157"/>
                      <a:pt x="33" y="155"/>
                      <a:pt x="30" y="152"/>
                    </a:cubicBezTo>
                    <a:cubicBezTo>
                      <a:pt x="27" y="149"/>
                      <a:pt x="24" y="145"/>
                      <a:pt x="23" y="141"/>
                    </a:cubicBezTo>
                    <a:cubicBezTo>
                      <a:pt x="22" y="137"/>
                      <a:pt x="21" y="134"/>
                      <a:pt x="22" y="131"/>
                    </a:cubicBezTo>
                    <a:cubicBezTo>
                      <a:pt x="22" y="128"/>
                      <a:pt x="23" y="125"/>
                      <a:pt x="24" y="122"/>
                    </a:cubicBezTo>
                    <a:cubicBezTo>
                      <a:pt x="26" y="118"/>
                      <a:pt x="28" y="116"/>
                      <a:pt x="31" y="113"/>
                    </a:cubicBezTo>
                    <a:cubicBezTo>
                      <a:pt x="34" y="111"/>
                      <a:pt x="37" y="109"/>
                      <a:pt x="41" y="108"/>
                    </a:cubicBezTo>
                    <a:cubicBezTo>
                      <a:pt x="49" y="105"/>
                      <a:pt x="55" y="106"/>
                      <a:pt x="62" y="109"/>
                    </a:cubicBezTo>
                    <a:cubicBezTo>
                      <a:pt x="68" y="112"/>
                      <a:pt x="72" y="117"/>
                      <a:pt x="75" y="125"/>
                    </a:cubicBezTo>
                    <a:cubicBezTo>
                      <a:pt x="76" y="128"/>
                      <a:pt x="76" y="131"/>
                      <a:pt x="76" y="135"/>
                    </a:cubicBezTo>
                    <a:cubicBezTo>
                      <a:pt x="76" y="138"/>
                      <a:pt x="76" y="140"/>
                      <a:pt x="76" y="140"/>
                    </a:cubicBezTo>
                    <a:cubicBezTo>
                      <a:pt x="76" y="141"/>
                      <a:pt x="77" y="141"/>
                      <a:pt x="77" y="141"/>
                    </a:cubicBezTo>
                    <a:cubicBezTo>
                      <a:pt x="78" y="142"/>
                      <a:pt x="79" y="142"/>
                      <a:pt x="80" y="142"/>
                    </a:cubicBezTo>
                    <a:cubicBezTo>
                      <a:pt x="80" y="144"/>
                      <a:pt x="80" y="144"/>
                      <a:pt x="80" y="144"/>
                    </a:cubicBezTo>
                    <a:cubicBezTo>
                      <a:pt x="65" y="149"/>
                      <a:pt x="65" y="149"/>
                      <a:pt x="65" y="149"/>
                    </a:cubicBezTo>
                    <a:cubicBezTo>
                      <a:pt x="64" y="147"/>
                      <a:pt x="64" y="147"/>
                      <a:pt x="64" y="147"/>
                    </a:cubicBezTo>
                    <a:cubicBezTo>
                      <a:pt x="68" y="145"/>
                      <a:pt x="70" y="142"/>
                      <a:pt x="72" y="139"/>
                    </a:cubicBezTo>
                    <a:cubicBezTo>
                      <a:pt x="73" y="137"/>
                      <a:pt x="73" y="133"/>
                      <a:pt x="72" y="130"/>
                    </a:cubicBezTo>
                    <a:cubicBezTo>
                      <a:pt x="71" y="126"/>
                      <a:pt x="68" y="123"/>
                      <a:pt x="64" y="122"/>
                    </a:cubicBezTo>
                    <a:cubicBezTo>
                      <a:pt x="59" y="121"/>
                      <a:pt x="54" y="122"/>
                      <a:pt x="47" y="124"/>
                    </a:cubicBezTo>
                    <a:cubicBezTo>
                      <a:pt x="40" y="126"/>
                      <a:pt x="34" y="129"/>
                      <a:pt x="31" y="132"/>
                    </a:cubicBezTo>
                    <a:cubicBezTo>
                      <a:pt x="28" y="136"/>
                      <a:pt x="27" y="140"/>
                      <a:pt x="29" y="144"/>
                    </a:cubicBezTo>
                    <a:cubicBezTo>
                      <a:pt x="30" y="146"/>
                      <a:pt x="31" y="149"/>
                      <a:pt x="34" y="151"/>
                    </a:cubicBezTo>
                    <a:cubicBezTo>
                      <a:pt x="36" y="153"/>
                      <a:pt x="39" y="154"/>
                      <a:pt x="42" y="155"/>
                    </a:cubicBezTo>
                    <a:cubicBezTo>
                      <a:pt x="41" y="158"/>
                      <a:pt x="41" y="158"/>
                      <a:pt x="41" y="158"/>
                    </a:cubicBezTo>
                    <a:close/>
                    <a:moveTo>
                      <a:pt x="60" y="193"/>
                    </a:moveTo>
                    <a:cubicBezTo>
                      <a:pt x="73" y="185"/>
                      <a:pt x="73" y="185"/>
                      <a:pt x="73" y="185"/>
                    </a:cubicBezTo>
                    <a:cubicBezTo>
                      <a:pt x="81" y="198"/>
                      <a:pt x="81" y="198"/>
                      <a:pt x="81" y="198"/>
                    </a:cubicBezTo>
                    <a:cubicBezTo>
                      <a:pt x="68" y="207"/>
                      <a:pt x="68" y="207"/>
                      <a:pt x="68" y="207"/>
                    </a:cubicBezTo>
                    <a:cubicBezTo>
                      <a:pt x="66" y="208"/>
                      <a:pt x="64" y="208"/>
                      <a:pt x="63" y="208"/>
                    </a:cubicBezTo>
                    <a:cubicBezTo>
                      <a:pt x="61" y="208"/>
                      <a:pt x="60" y="207"/>
                      <a:pt x="59" y="205"/>
                    </a:cubicBezTo>
                    <a:cubicBezTo>
                      <a:pt x="57" y="206"/>
                      <a:pt x="57" y="206"/>
                      <a:pt x="57" y="206"/>
                    </a:cubicBezTo>
                    <a:cubicBezTo>
                      <a:pt x="72" y="231"/>
                      <a:pt x="72" y="231"/>
                      <a:pt x="72" y="231"/>
                    </a:cubicBezTo>
                    <a:cubicBezTo>
                      <a:pt x="74" y="230"/>
                      <a:pt x="74" y="230"/>
                      <a:pt x="74" y="230"/>
                    </a:cubicBezTo>
                    <a:cubicBezTo>
                      <a:pt x="73" y="228"/>
                      <a:pt x="72" y="226"/>
                      <a:pt x="73" y="224"/>
                    </a:cubicBezTo>
                    <a:cubicBezTo>
                      <a:pt x="73" y="223"/>
                      <a:pt x="75" y="222"/>
                      <a:pt x="77" y="220"/>
                    </a:cubicBezTo>
                    <a:cubicBezTo>
                      <a:pt x="105" y="203"/>
                      <a:pt x="105" y="203"/>
                      <a:pt x="105" y="203"/>
                    </a:cubicBezTo>
                    <a:cubicBezTo>
                      <a:pt x="107" y="201"/>
                      <a:pt x="109" y="201"/>
                      <a:pt x="110" y="201"/>
                    </a:cubicBezTo>
                    <a:cubicBezTo>
                      <a:pt x="112" y="201"/>
                      <a:pt x="113" y="202"/>
                      <a:pt x="114" y="204"/>
                    </a:cubicBezTo>
                    <a:cubicBezTo>
                      <a:pt x="116" y="203"/>
                      <a:pt x="116" y="203"/>
                      <a:pt x="116" y="203"/>
                    </a:cubicBezTo>
                    <a:cubicBezTo>
                      <a:pt x="101" y="179"/>
                      <a:pt x="101" y="179"/>
                      <a:pt x="101" y="179"/>
                    </a:cubicBezTo>
                    <a:cubicBezTo>
                      <a:pt x="99" y="180"/>
                      <a:pt x="99" y="180"/>
                      <a:pt x="99" y="180"/>
                    </a:cubicBezTo>
                    <a:cubicBezTo>
                      <a:pt x="100" y="182"/>
                      <a:pt x="101" y="183"/>
                      <a:pt x="100" y="185"/>
                    </a:cubicBezTo>
                    <a:cubicBezTo>
                      <a:pt x="100" y="186"/>
                      <a:pt x="98" y="188"/>
                      <a:pt x="96" y="189"/>
                    </a:cubicBezTo>
                    <a:cubicBezTo>
                      <a:pt x="85" y="196"/>
                      <a:pt x="85" y="196"/>
                      <a:pt x="85" y="196"/>
                    </a:cubicBezTo>
                    <a:cubicBezTo>
                      <a:pt x="76" y="183"/>
                      <a:pt x="76" y="183"/>
                      <a:pt x="76" y="183"/>
                    </a:cubicBezTo>
                    <a:cubicBezTo>
                      <a:pt x="88" y="176"/>
                      <a:pt x="88" y="176"/>
                      <a:pt x="88" y="176"/>
                    </a:cubicBezTo>
                    <a:cubicBezTo>
                      <a:pt x="90" y="174"/>
                      <a:pt x="92" y="174"/>
                      <a:pt x="93" y="174"/>
                    </a:cubicBezTo>
                    <a:cubicBezTo>
                      <a:pt x="95" y="174"/>
                      <a:pt x="96" y="175"/>
                      <a:pt x="98" y="177"/>
                    </a:cubicBezTo>
                    <a:cubicBezTo>
                      <a:pt x="99" y="176"/>
                      <a:pt x="99" y="176"/>
                      <a:pt x="99" y="176"/>
                    </a:cubicBezTo>
                    <a:cubicBezTo>
                      <a:pt x="84" y="152"/>
                      <a:pt x="84" y="152"/>
                      <a:pt x="84" y="152"/>
                    </a:cubicBezTo>
                    <a:cubicBezTo>
                      <a:pt x="82" y="153"/>
                      <a:pt x="82" y="153"/>
                      <a:pt x="82" y="153"/>
                    </a:cubicBezTo>
                    <a:cubicBezTo>
                      <a:pt x="83" y="155"/>
                      <a:pt x="84" y="157"/>
                      <a:pt x="83" y="158"/>
                    </a:cubicBezTo>
                    <a:cubicBezTo>
                      <a:pt x="83" y="159"/>
                      <a:pt x="82" y="161"/>
                      <a:pt x="79" y="162"/>
                    </a:cubicBezTo>
                    <a:cubicBezTo>
                      <a:pt x="52" y="180"/>
                      <a:pt x="52" y="180"/>
                      <a:pt x="52" y="180"/>
                    </a:cubicBezTo>
                    <a:cubicBezTo>
                      <a:pt x="49" y="181"/>
                      <a:pt x="47" y="182"/>
                      <a:pt x="46" y="181"/>
                    </a:cubicBezTo>
                    <a:cubicBezTo>
                      <a:pt x="44" y="181"/>
                      <a:pt x="43" y="180"/>
                      <a:pt x="42" y="178"/>
                    </a:cubicBezTo>
                    <a:cubicBezTo>
                      <a:pt x="40" y="179"/>
                      <a:pt x="40" y="179"/>
                      <a:pt x="40" y="179"/>
                    </a:cubicBezTo>
                    <a:cubicBezTo>
                      <a:pt x="56" y="204"/>
                      <a:pt x="56" y="204"/>
                      <a:pt x="56" y="204"/>
                    </a:cubicBezTo>
                    <a:cubicBezTo>
                      <a:pt x="57" y="203"/>
                      <a:pt x="57" y="203"/>
                      <a:pt x="57" y="203"/>
                    </a:cubicBezTo>
                    <a:cubicBezTo>
                      <a:pt x="56" y="201"/>
                      <a:pt x="56" y="199"/>
                      <a:pt x="56" y="197"/>
                    </a:cubicBezTo>
                    <a:cubicBezTo>
                      <a:pt x="56" y="196"/>
                      <a:pt x="58" y="195"/>
                      <a:pt x="60" y="193"/>
                    </a:cubicBezTo>
                    <a:cubicBezTo>
                      <a:pt x="60" y="193"/>
                      <a:pt x="60" y="193"/>
                      <a:pt x="60" y="193"/>
                    </a:cubicBezTo>
                    <a:close/>
                    <a:moveTo>
                      <a:pt x="129" y="265"/>
                    </a:moveTo>
                    <a:cubicBezTo>
                      <a:pt x="146" y="249"/>
                      <a:pt x="146" y="249"/>
                      <a:pt x="146" y="249"/>
                    </a:cubicBezTo>
                    <a:cubicBezTo>
                      <a:pt x="148" y="247"/>
                      <a:pt x="149" y="245"/>
                      <a:pt x="149" y="244"/>
                    </a:cubicBezTo>
                    <a:cubicBezTo>
                      <a:pt x="150" y="242"/>
                      <a:pt x="149" y="241"/>
                      <a:pt x="147" y="239"/>
                    </a:cubicBezTo>
                    <a:cubicBezTo>
                      <a:pt x="149" y="238"/>
                      <a:pt x="149" y="238"/>
                      <a:pt x="149" y="238"/>
                    </a:cubicBezTo>
                    <a:cubicBezTo>
                      <a:pt x="160" y="250"/>
                      <a:pt x="160" y="250"/>
                      <a:pt x="160" y="250"/>
                    </a:cubicBezTo>
                    <a:cubicBezTo>
                      <a:pt x="159" y="251"/>
                      <a:pt x="159" y="251"/>
                      <a:pt x="159" y="251"/>
                    </a:cubicBezTo>
                    <a:cubicBezTo>
                      <a:pt x="157" y="249"/>
                      <a:pt x="155" y="248"/>
                      <a:pt x="154" y="248"/>
                    </a:cubicBezTo>
                    <a:cubicBezTo>
                      <a:pt x="152" y="248"/>
                      <a:pt x="151" y="249"/>
                      <a:pt x="149" y="251"/>
                    </a:cubicBezTo>
                    <a:cubicBezTo>
                      <a:pt x="132" y="267"/>
                      <a:pt x="132" y="267"/>
                      <a:pt x="132" y="267"/>
                    </a:cubicBezTo>
                    <a:cubicBezTo>
                      <a:pt x="129" y="270"/>
                      <a:pt x="127" y="271"/>
                      <a:pt x="125" y="272"/>
                    </a:cubicBezTo>
                    <a:cubicBezTo>
                      <a:pt x="123" y="273"/>
                      <a:pt x="121" y="274"/>
                      <a:pt x="119" y="274"/>
                    </a:cubicBezTo>
                    <a:cubicBezTo>
                      <a:pt x="116" y="274"/>
                      <a:pt x="114" y="273"/>
                      <a:pt x="111" y="272"/>
                    </a:cubicBezTo>
                    <a:cubicBezTo>
                      <a:pt x="108" y="270"/>
                      <a:pt x="105" y="268"/>
                      <a:pt x="103" y="265"/>
                    </a:cubicBezTo>
                    <a:cubicBezTo>
                      <a:pt x="98" y="260"/>
                      <a:pt x="96" y="256"/>
                      <a:pt x="96" y="251"/>
                    </a:cubicBezTo>
                    <a:cubicBezTo>
                      <a:pt x="96" y="246"/>
                      <a:pt x="98" y="242"/>
                      <a:pt x="103" y="238"/>
                    </a:cubicBezTo>
                    <a:cubicBezTo>
                      <a:pt x="121" y="221"/>
                      <a:pt x="121" y="221"/>
                      <a:pt x="121" y="221"/>
                    </a:cubicBezTo>
                    <a:cubicBezTo>
                      <a:pt x="122" y="219"/>
                      <a:pt x="123" y="217"/>
                      <a:pt x="124" y="216"/>
                    </a:cubicBezTo>
                    <a:cubicBezTo>
                      <a:pt x="124" y="215"/>
                      <a:pt x="123" y="213"/>
                      <a:pt x="121" y="211"/>
                    </a:cubicBezTo>
                    <a:cubicBezTo>
                      <a:pt x="123" y="210"/>
                      <a:pt x="123" y="210"/>
                      <a:pt x="123" y="210"/>
                    </a:cubicBezTo>
                    <a:cubicBezTo>
                      <a:pt x="143" y="231"/>
                      <a:pt x="143" y="231"/>
                      <a:pt x="143" y="231"/>
                    </a:cubicBezTo>
                    <a:cubicBezTo>
                      <a:pt x="141" y="232"/>
                      <a:pt x="141" y="232"/>
                      <a:pt x="141" y="232"/>
                    </a:cubicBezTo>
                    <a:cubicBezTo>
                      <a:pt x="140" y="231"/>
                      <a:pt x="138" y="230"/>
                      <a:pt x="137" y="230"/>
                    </a:cubicBezTo>
                    <a:cubicBezTo>
                      <a:pt x="135" y="230"/>
                      <a:pt x="133" y="231"/>
                      <a:pt x="131" y="233"/>
                    </a:cubicBezTo>
                    <a:cubicBezTo>
                      <a:pt x="111" y="252"/>
                      <a:pt x="111" y="252"/>
                      <a:pt x="111" y="252"/>
                    </a:cubicBezTo>
                    <a:cubicBezTo>
                      <a:pt x="108" y="254"/>
                      <a:pt x="106" y="257"/>
                      <a:pt x="106" y="259"/>
                    </a:cubicBezTo>
                    <a:cubicBezTo>
                      <a:pt x="106" y="262"/>
                      <a:pt x="107" y="264"/>
                      <a:pt x="109" y="267"/>
                    </a:cubicBezTo>
                    <a:cubicBezTo>
                      <a:pt x="112" y="270"/>
                      <a:pt x="115" y="271"/>
                      <a:pt x="118" y="271"/>
                    </a:cubicBezTo>
                    <a:cubicBezTo>
                      <a:pt x="122" y="270"/>
                      <a:pt x="125" y="268"/>
                      <a:pt x="129" y="265"/>
                    </a:cubicBezTo>
                    <a:cubicBezTo>
                      <a:pt x="129" y="265"/>
                      <a:pt x="129" y="265"/>
                      <a:pt x="129" y="265"/>
                    </a:cubicBezTo>
                    <a:close/>
                    <a:moveTo>
                      <a:pt x="146" y="291"/>
                    </a:moveTo>
                    <a:cubicBezTo>
                      <a:pt x="153" y="287"/>
                      <a:pt x="153" y="287"/>
                      <a:pt x="153" y="287"/>
                    </a:cubicBezTo>
                    <a:cubicBezTo>
                      <a:pt x="164" y="295"/>
                      <a:pt x="164" y="295"/>
                      <a:pt x="164" y="295"/>
                    </a:cubicBezTo>
                    <a:cubicBezTo>
                      <a:pt x="161" y="304"/>
                      <a:pt x="161" y="304"/>
                      <a:pt x="161" y="304"/>
                    </a:cubicBezTo>
                    <a:cubicBezTo>
                      <a:pt x="161" y="305"/>
                      <a:pt x="161" y="305"/>
                      <a:pt x="160" y="305"/>
                    </a:cubicBezTo>
                    <a:cubicBezTo>
                      <a:pt x="160" y="306"/>
                      <a:pt x="160" y="306"/>
                      <a:pt x="160" y="306"/>
                    </a:cubicBezTo>
                    <a:cubicBezTo>
                      <a:pt x="159" y="307"/>
                      <a:pt x="158" y="308"/>
                      <a:pt x="158" y="308"/>
                    </a:cubicBezTo>
                    <a:cubicBezTo>
                      <a:pt x="157" y="307"/>
                      <a:pt x="155" y="307"/>
                      <a:pt x="153" y="305"/>
                    </a:cubicBezTo>
                    <a:cubicBezTo>
                      <a:pt x="152" y="307"/>
                      <a:pt x="152" y="307"/>
                      <a:pt x="152" y="307"/>
                    </a:cubicBezTo>
                    <a:cubicBezTo>
                      <a:pt x="174" y="322"/>
                      <a:pt x="174" y="322"/>
                      <a:pt x="174" y="322"/>
                    </a:cubicBezTo>
                    <a:cubicBezTo>
                      <a:pt x="175" y="321"/>
                      <a:pt x="175" y="321"/>
                      <a:pt x="175" y="321"/>
                    </a:cubicBezTo>
                    <a:cubicBezTo>
                      <a:pt x="174" y="320"/>
                      <a:pt x="174" y="320"/>
                      <a:pt x="173" y="319"/>
                    </a:cubicBezTo>
                    <a:cubicBezTo>
                      <a:pt x="173" y="318"/>
                      <a:pt x="173" y="316"/>
                      <a:pt x="174" y="315"/>
                    </a:cubicBezTo>
                    <a:cubicBezTo>
                      <a:pt x="186" y="268"/>
                      <a:pt x="186" y="268"/>
                      <a:pt x="186" y="268"/>
                    </a:cubicBezTo>
                    <a:cubicBezTo>
                      <a:pt x="181" y="264"/>
                      <a:pt x="181" y="264"/>
                      <a:pt x="181" y="264"/>
                    </a:cubicBezTo>
                    <a:cubicBezTo>
                      <a:pt x="141" y="290"/>
                      <a:pt x="141" y="290"/>
                      <a:pt x="141" y="290"/>
                    </a:cubicBezTo>
                    <a:cubicBezTo>
                      <a:pt x="139" y="291"/>
                      <a:pt x="138" y="291"/>
                      <a:pt x="137" y="292"/>
                    </a:cubicBezTo>
                    <a:cubicBezTo>
                      <a:pt x="135" y="292"/>
                      <a:pt x="134" y="291"/>
                      <a:pt x="133" y="291"/>
                    </a:cubicBezTo>
                    <a:cubicBezTo>
                      <a:pt x="132" y="292"/>
                      <a:pt x="132" y="292"/>
                      <a:pt x="132" y="292"/>
                    </a:cubicBezTo>
                    <a:cubicBezTo>
                      <a:pt x="145" y="301"/>
                      <a:pt x="145" y="301"/>
                      <a:pt x="145" y="301"/>
                    </a:cubicBezTo>
                    <a:cubicBezTo>
                      <a:pt x="146" y="300"/>
                      <a:pt x="146" y="300"/>
                      <a:pt x="146" y="300"/>
                    </a:cubicBezTo>
                    <a:cubicBezTo>
                      <a:pt x="145" y="299"/>
                      <a:pt x="145" y="299"/>
                      <a:pt x="145" y="299"/>
                    </a:cubicBezTo>
                    <a:cubicBezTo>
                      <a:pt x="144" y="298"/>
                      <a:pt x="143" y="297"/>
                      <a:pt x="143" y="296"/>
                    </a:cubicBezTo>
                    <a:cubicBezTo>
                      <a:pt x="142" y="295"/>
                      <a:pt x="143" y="294"/>
                      <a:pt x="143" y="293"/>
                    </a:cubicBezTo>
                    <a:cubicBezTo>
                      <a:pt x="144" y="293"/>
                      <a:pt x="144" y="293"/>
                      <a:pt x="144" y="292"/>
                    </a:cubicBezTo>
                    <a:cubicBezTo>
                      <a:pt x="145" y="292"/>
                      <a:pt x="145" y="292"/>
                      <a:pt x="146" y="291"/>
                    </a:cubicBezTo>
                    <a:cubicBezTo>
                      <a:pt x="146" y="291"/>
                      <a:pt x="146" y="291"/>
                      <a:pt x="146" y="291"/>
                    </a:cubicBezTo>
                    <a:close/>
                    <a:moveTo>
                      <a:pt x="156" y="285"/>
                    </a:moveTo>
                    <a:cubicBezTo>
                      <a:pt x="169" y="276"/>
                      <a:pt x="169" y="276"/>
                      <a:pt x="169" y="276"/>
                    </a:cubicBezTo>
                    <a:cubicBezTo>
                      <a:pt x="164" y="291"/>
                      <a:pt x="164" y="291"/>
                      <a:pt x="164" y="291"/>
                    </a:cubicBezTo>
                    <a:cubicBezTo>
                      <a:pt x="156" y="285"/>
                      <a:pt x="156" y="285"/>
                      <a:pt x="156" y="285"/>
                    </a:cubicBezTo>
                    <a:close/>
                    <a:moveTo>
                      <a:pt x="213" y="294"/>
                    </a:moveTo>
                    <a:cubicBezTo>
                      <a:pt x="214" y="292"/>
                      <a:pt x="214" y="290"/>
                      <a:pt x="214" y="288"/>
                    </a:cubicBezTo>
                    <a:cubicBezTo>
                      <a:pt x="213" y="287"/>
                      <a:pt x="212" y="286"/>
                      <a:pt x="210" y="285"/>
                    </a:cubicBezTo>
                    <a:cubicBezTo>
                      <a:pt x="211" y="283"/>
                      <a:pt x="211" y="283"/>
                      <a:pt x="211" y="283"/>
                    </a:cubicBezTo>
                    <a:cubicBezTo>
                      <a:pt x="230" y="292"/>
                      <a:pt x="230" y="292"/>
                      <a:pt x="230" y="292"/>
                    </a:cubicBezTo>
                    <a:cubicBezTo>
                      <a:pt x="239" y="329"/>
                      <a:pt x="239" y="329"/>
                      <a:pt x="239" y="329"/>
                    </a:cubicBezTo>
                    <a:cubicBezTo>
                      <a:pt x="248" y="311"/>
                      <a:pt x="248" y="311"/>
                      <a:pt x="248" y="311"/>
                    </a:cubicBezTo>
                    <a:cubicBezTo>
                      <a:pt x="249" y="308"/>
                      <a:pt x="250" y="306"/>
                      <a:pt x="249" y="305"/>
                    </a:cubicBezTo>
                    <a:cubicBezTo>
                      <a:pt x="249" y="304"/>
                      <a:pt x="248" y="302"/>
                      <a:pt x="245" y="301"/>
                    </a:cubicBezTo>
                    <a:cubicBezTo>
                      <a:pt x="246" y="299"/>
                      <a:pt x="246" y="299"/>
                      <a:pt x="246" y="299"/>
                    </a:cubicBezTo>
                    <a:cubicBezTo>
                      <a:pt x="261" y="306"/>
                      <a:pt x="261" y="306"/>
                      <a:pt x="261" y="306"/>
                    </a:cubicBezTo>
                    <a:cubicBezTo>
                      <a:pt x="260" y="308"/>
                      <a:pt x="260" y="308"/>
                      <a:pt x="260" y="308"/>
                    </a:cubicBezTo>
                    <a:cubicBezTo>
                      <a:pt x="258" y="307"/>
                      <a:pt x="256" y="307"/>
                      <a:pt x="255" y="308"/>
                    </a:cubicBezTo>
                    <a:cubicBezTo>
                      <a:pt x="254" y="308"/>
                      <a:pt x="252" y="310"/>
                      <a:pt x="251" y="312"/>
                    </a:cubicBezTo>
                    <a:cubicBezTo>
                      <a:pt x="234" y="350"/>
                      <a:pt x="234" y="350"/>
                      <a:pt x="234" y="350"/>
                    </a:cubicBezTo>
                    <a:cubicBezTo>
                      <a:pt x="228" y="348"/>
                      <a:pt x="228" y="348"/>
                      <a:pt x="228" y="348"/>
                    </a:cubicBezTo>
                    <a:cubicBezTo>
                      <a:pt x="215" y="297"/>
                      <a:pt x="215" y="297"/>
                      <a:pt x="215" y="297"/>
                    </a:cubicBezTo>
                    <a:cubicBezTo>
                      <a:pt x="202" y="325"/>
                      <a:pt x="202" y="325"/>
                      <a:pt x="202" y="325"/>
                    </a:cubicBezTo>
                    <a:cubicBezTo>
                      <a:pt x="201" y="328"/>
                      <a:pt x="200" y="330"/>
                      <a:pt x="201" y="331"/>
                    </a:cubicBezTo>
                    <a:cubicBezTo>
                      <a:pt x="201" y="332"/>
                      <a:pt x="203" y="334"/>
                      <a:pt x="205" y="335"/>
                    </a:cubicBezTo>
                    <a:cubicBezTo>
                      <a:pt x="204" y="337"/>
                      <a:pt x="204" y="337"/>
                      <a:pt x="204" y="337"/>
                    </a:cubicBezTo>
                    <a:cubicBezTo>
                      <a:pt x="189" y="329"/>
                      <a:pt x="189" y="329"/>
                      <a:pt x="189" y="329"/>
                    </a:cubicBezTo>
                    <a:cubicBezTo>
                      <a:pt x="190" y="328"/>
                      <a:pt x="190" y="328"/>
                      <a:pt x="190" y="328"/>
                    </a:cubicBezTo>
                    <a:cubicBezTo>
                      <a:pt x="192" y="329"/>
                      <a:pt x="194" y="329"/>
                      <a:pt x="195" y="328"/>
                    </a:cubicBezTo>
                    <a:cubicBezTo>
                      <a:pt x="196" y="328"/>
                      <a:pt x="198" y="326"/>
                      <a:pt x="199" y="324"/>
                    </a:cubicBezTo>
                    <a:cubicBezTo>
                      <a:pt x="213" y="294"/>
                      <a:pt x="213" y="294"/>
                      <a:pt x="213" y="294"/>
                    </a:cubicBezTo>
                    <a:close/>
                    <a:moveTo>
                      <a:pt x="340" y="352"/>
                    </a:moveTo>
                    <a:cubicBezTo>
                      <a:pt x="342" y="329"/>
                      <a:pt x="342" y="329"/>
                      <a:pt x="342" y="329"/>
                    </a:cubicBezTo>
                    <a:cubicBezTo>
                      <a:pt x="342" y="326"/>
                      <a:pt x="342" y="324"/>
                      <a:pt x="341" y="323"/>
                    </a:cubicBezTo>
                    <a:cubicBezTo>
                      <a:pt x="340" y="322"/>
                      <a:pt x="339" y="321"/>
                      <a:pt x="336" y="321"/>
                    </a:cubicBezTo>
                    <a:cubicBezTo>
                      <a:pt x="337" y="319"/>
                      <a:pt x="337" y="319"/>
                      <a:pt x="337" y="319"/>
                    </a:cubicBezTo>
                    <a:cubicBezTo>
                      <a:pt x="353" y="320"/>
                      <a:pt x="353" y="320"/>
                      <a:pt x="353" y="320"/>
                    </a:cubicBezTo>
                    <a:cubicBezTo>
                      <a:pt x="353" y="322"/>
                      <a:pt x="353" y="322"/>
                      <a:pt x="353" y="322"/>
                    </a:cubicBezTo>
                    <a:cubicBezTo>
                      <a:pt x="351" y="322"/>
                      <a:pt x="349" y="323"/>
                      <a:pt x="348" y="324"/>
                    </a:cubicBezTo>
                    <a:cubicBezTo>
                      <a:pt x="347" y="325"/>
                      <a:pt x="346" y="327"/>
                      <a:pt x="346" y="329"/>
                    </a:cubicBezTo>
                    <a:cubicBezTo>
                      <a:pt x="344" y="352"/>
                      <a:pt x="344" y="352"/>
                      <a:pt x="344" y="352"/>
                    </a:cubicBezTo>
                    <a:cubicBezTo>
                      <a:pt x="343" y="356"/>
                      <a:pt x="343" y="359"/>
                      <a:pt x="342" y="361"/>
                    </a:cubicBezTo>
                    <a:cubicBezTo>
                      <a:pt x="341" y="363"/>
                      <a:pt x="340" y="364"/>
                      <a:pt x="339" y="366"/>
                    </a:cubicBezTo>
                    <a:cubicBezTo>
                      <a:pt x="337" y="368"/>
                      <a:pt x="334" y="369"/>
                      <a:pt x="331" y="370"/>
                    </a:cubicBezTo>
                    <a:cubicBezTo>
                      <a:pt x="328" y="371"/>
                      <a:pt x="325" y="371"/>
                      <a:pt x="321" y="371"/>
                    </a:cubicBezTo>
                    <a:cubicBezTo>
                      <a:pt x="314" y="370"/>
                      <a:pt x="309" y="368"/>
                      <a:pt x="306" y="365"/>
                    </a:cubicBezTo>
                    <a:cubicBezTo>
                      <a:pt x="303" y="361"/>
                      <a:pt x="302" y="356"/>
                      <a:pt x="302" y="350"/>
                    </a:cubicBezTo>
                    <a:cubicBezTo>
                      <a:pt x="304" y="326"/>
                      <a:pt x="304" y="326"/>
                      <a:pt x="304" y="326"/>
                    </a:cubicBezTo>
                    <a:cubicBezTo>
                      <a:pt x="305" y="323"/>
                      <a:pt x="304" y="321"/>
                      <a:pt x="303" y="320"/>
                    </a:cubicBezTo>
                    <a:cubicBezTo>
                      <a:pt x="303" y="319"/>
                      <a:pt x="301" y="318"/>
                      <a:pt x="299" y="318"/>
                    </a:cubicBezTo>
                    <a:cubicBezTo>
                      <a:pt x="299" y="316"/>
                      <a:pt x="299" y="316"/>
                      <a:pt x="299" y="316"/>
                    </a:cubicBezTo>
                    <a:cubicBezTo>
                      <a:pt x="328" y="318"/>
                      <a:pt x="328" y="318"/>
                      <a:pt x="328" y="318"/>
                    </a:cubicBezTo>
                    <a:cubicBezTo>
                      <a:pt x="328" y="320"/>
                      <a:pt x="328" y="320"/>
                      <a:pt x="328" y="320"/>
                    </a:cubicBezTo>
                    <a:cubicBezTo>
                      <a:pt x="325" y="320"/>
                      <a:pt x="323" y="321"/>
                      <a:pt x="322" y="322"/>
                    </a:cubicBezTo>
                    <a:cubicBezTo>
                      <a:pt x="321" y="323"/>
                      <a:pt x="321" y="324"/>
                      <a:pt x="320" y="327"/>
                    </a:cubicBezTo>
                    <a:cubicBezTo>
                      <a:pt x="318" y="355"/>
                      <a:pt x="318" y="355"/>
                      <a:pt x="318" y="355"/>
                    </a:cubicBezTo>
                    <a:cubicBezTo>
                      <a:pt x="318" y="359"/>
                      <a:pt x="318" y="362"/>
                      <a:pt x="320" y="364"/>
                    </a:cubicBezTo>
                    <a:cubicBezTo>
                      <a:pt x="321" y="366"/>
                      <a:pt x="323" y="367"/>
                      <a:pt x="327" y="367"/>
                    </a:cubicBezTo>
                    <a:cubicBezTo>
                      <a:pt x="331" y="367"/>
                      <a:pt x="334" y="366"/>
                      <a:pt x="336" y="364"/>
                    </a:cubicBezTo>
                    <a:cubicBezTo>
                      <a:pt x="338" y="361"/>
                      <a:pt x="340" y="358"/>
                      <a:pt x="340" y="352"/>
                    </a:cubicBezTo>
                    <a:cubicBezTo>
                      <a:pt x="340" y="352"/>
                      <a:pt x="340" y="352"/>
                      <a:pt x="340" y="352"/>
                    </a:cubicBezTo>
                    <a:close/>
                    <a:moveTo>
                      <a:pt x="368" y="329"/>
                    </a:moveTo>
                    <a:cubicBezTo>
                      <a:pt x="368" y="327"/>
                      <a:pt x="367" y="325"/>
                      <a:pt x="366" y="324"/>
                    </a:cubicBezTo>
                    <a:cubicBezTo>
                      <a:pt x="365" y="323"/>
                      <a:pt x="363" y="323"/>
                      <a:pt x="361" y="323"/>
                    </a:cubicBezTo>
                    <a:cubicBezTo>
                      <a:pt x="360" y="321"/>
                      <a:pt x="360" y="321"/>
                      <a:pt x="360" y="321"/>
                    </a:cubicBezTo>
                    <a:cubicBezTo>
                      <a:pt x="382" y="318"/>
                      <a:pt x="382" y="318"/>
                      <a:pt x="382" y="318"/>
                    </a:cubicBezTo>
                    <a:cubicBezTo>
                      <a:pt x="410" y="344"/>
                      <a:pt x="410" y="344"/>
                      <a:pt x="410" y="344"/>
                    </a:cubicBezTo>
                    <a:cubicBezTo>
                      <a:pt x="407" y="324"/>
                      <a:pt x="407" y="324"/>
                      <a:pt x="407" y="324"/>
                    </a:cubicBezTo>
                    <a:cubicBezTo>
                      <a:pt x="407" y="321"/>
                      <a:pt x="406" y="320"/>
                      <a:pt x="405" y="319"/>
                    </a:cubicBezTo>
                    <a:cubicBezTo>
                      <a:pt x="404" y="318"/>
                      <a:pt x="402" y="317"/>
                      <a:pt x="400" y="317"/>
                    </a:cubicBezTo>
                    <a:cubicBezTo>
                      <a:pt x="399" y="316"/>
                      <a:pt x="399" y="316"/>
                      <a:pt x="399" y="316"/>
                    </a:cubicBezTo>
                    <a:cubicBezTo>
                      <a:pt x="416" y="313"/>
                      <a:pt x="416" y="313"/>
                      <a:pt x="416" y="313"/>
                    </a:cubicBezTo>
                    <a:cubicBezTo>
                      <a:pt x="416" y="315"/>
                      <a:pt x="416" y="315"/>
                      <a:pt x="416" y="315"/>
                    </a:cubicBezTo>
                    <a:cubicBezTo>
                      <a:pt x="414" y="316"/>
                      <a:pt x="412" y="316"/>
                      <a:pt x="411" y="318"/>
                    </a:cubicBezTo>
                    <a:cubicBezTo>
                      <a:pt x="410" y="319"/>
                      <a:pt x="410" y="321"/>
                      <a:pt x="411" y="323"/>
                    </a:cubicBezTo>
                    <a:cubicBezTo>
                      <a:pt x="416" y="365"/>
                      <a:pt x="416" y="365"/>
                      <a:pt x="416" y="365"/>
                    </a:cubicBezTo>
                    <a:cubicBezTo>
                      <a:pt x="411" y="366"/>
                      <a:pt x="411" y="366"/>
                      <a:pt x="411" y="366"/>
                    </a:cubicBezTo>
                    <a:cubicBezTo>
                      <a:pt x="372" y="330"/>
                      <a:pt x="372" y="330"/>
                      <a:pt x="372" y="330"/>
                    </a:cubicBezTo>
                    <a:cubicBezTo>
                      <a:pt x="376" y="361"/>
                      <a:pt x="376" y="361"/>
                      <a:pt x="376" y="361"/>
                    </a:cubicBezTo>
                    <a:cubicBezTo>
                      <a:pt x="377" y="364"/>
                      <a:pt x="377" y="366"/>
                      <a:pt x="379" y="367"/>
                    </a:cubicBezTo>
                    <a:cubicBezTo>
                      <a:pt x="380" y="368"/>
                      <a:pt x="381" y="368"/>
                      <a:pt x="384" y="368"/>
                    </a:cubicBezTo>
                    <a:cubicBezTo>
                      <a:pt x="384" y="370"/>
                      <a:pt x="384" y="370"/>
                      <a:pt x="384" y="370"/>
                    </a:cubicBezTo>
                    <a:cubicBezTo>
                      <a:pt x="368" y="372"/>
                      <a:pt x="368" y="372"/>
                      <a:pt x="368" y="372"/>
                    </a:cubicBezTo>
                    <a:cubicBezTo>
                      <a:pt x="367" y="370"/>
                      <a:pt x="367" y="370"/>
                      <a:pt x="367" y="370"/>
                    </a:cubicBezTo>
                    <a:cubicBezTo>
                      <a:pt x="370" y="370"/>
                      <a:pt x="371" y="369"/>
                      <a:pt x="372" y="368"/>
                    </a:cubicBezTo>
                    <a:cubicBezTo>
                      <a:pt x="373" y="366"/>
                      <a:pt x="373" y="364"/>
                      <a:pt x="373" y="362"/>
                    </a:cubicBezTo>
                    <a:cubicBezTo>
                      <a:pt x="368" y="329"/>
                      <a:pt x="368" y="329"/>
                      <a:pt x="368" y="329"/>
                    </a:cubicBezTo>
                    <a:close/>
                    <a:moveTo>
                      <a:pt x="461" y="345"/>
                    </a:moveTo>
                    <a:cubicBezTo>
                      <a:pt x="462" y="348"/>
                      <a:pt x="463" y="349"/>
                      <a:pt x="464" y="350"/>
                    </a:cubicBezTo>
                    <a:cubicBezTo>
                      <a:pt x="465" y="351"/>
                      <a:pt x="467" y="351"/>
                      <a:pt x="469" y="351"/>
                    </a:cubicBezTo>
                    <a:cubicBezTo>
                      <a:pt x="470" y="352"/>
                      <a:pt x="470" y="352"/>
                      <a:pt x="470" y="352"/>
                    </a:cubicBezTo>
                    <a:cubicBezTo>
                      <a:pt x="442" y="360"/>
                      <a:pt x="442" y="360"/>
                      <a:pt x="442" y="360"/>
                    </a:cubicBezTo>
                    <a:cubicBezTo>
                      <a:pt x="441" y="359"/>
                      <a:pt x="441" y="359"/>
                      <a:pt x="441" y="359"/>
                    </a:cubicBezTo>
                    <a:cubicBezTo>
                      <a:pt x="444" y="358"/>
                      <a:pt x="445" y="357"/>
                      <a:pt x="446" y="355"/>
                    </a:cubicBezTo>
                    <a:cubicBezTo>
                      <a:pt x="446" y="354"/>
                      <a:pt x="446" y="352"/>
                      <a:pt x="446" y="350"/>
                    </a:cubicBezTo>
                    <a:cubicBezTo>
                      <a:pt x="436" y="318"/>
                      <a:pt x="436" y="318"/>
                      <a:pt x="436" y="318"/>
                    </a:cubicBezTo>
                    <a:cubicBezTo>
                      <a:pt x="436" y="316"/>
                      <a:pt x="435" y="314"/>
                      <a:pt x="433" y="313"/>
                    </a:cubicBezTo>
                    <a:cubicBezTo>
                      <a:pt x="432" y="312"/>
                      <a:pt x="430" y="312"/>
                      <a:pt x="428" y="313"/>
                    </a:cubicBezTo>
                    <a:cubicBezTo>
                      <a:pt x="428" y="311"/>
                      <a:pt x="428" y="311"/>
                      <a:pt x="428" y="311"/>
                    </a:cubicBezTo>
                    <a:cubicBezTo>
                      <a:pt x="456" y="303"/>
                      <a:pt x="456" y="303"/>
                      <a:pt x="456" y="303"/>
                    </a:cubicBezTo>
                    <a:cubicBezTo>
                      <a:pt x="456" y="305"/>
                      <a:pt x="456" y="305"/>
                      <a:pt x="456" y="305"/>
                    </a:cubicBezTo>
                    <a:cubicBezTo>
                      <a:pt x="454" y="306"/>
                      <a:pt x="452" y="307"/>
                      <a:pt x="452" y="308"/>
                    </a:cubicBezTo>
                    <a:cubicBezTo>
                      <a:pt x="451" y="309"/>
                      <a:pt x="451" y="311"/>
                      <a:pt x="452" y="314"/>
                    </a:cubicBezTo>
                    <a:cubicBezTo>
                      <a:pt x="461" y="345"/>
                      <a:pt x="461" y="345"/>
                      <a:pt x="461" y="345"/>
                    </a:cubicBezTo>
                    <a:close/>
                    <a:moveTo>
                      <a:pt x="508" y="337"/>
                    </a:moveTo>
                    <a:cubicBezTo>
                      <a:pt x="511" y="336"/>
                      <a:pt x="511" y="336"/>
                      <a:pt x="511" y="336"/>
                    </a:cubicBezTo>
                    <a:cubicBezTo>
                      <a:pt x="507" y="287"/>
                      <a:pt x="507" y="287"/>
                      <a:pt x="507" y="287"/>
                    </a:cubicBezTo>
                    <a:cubicBezTo>
                      <a:pt x="507" y="285"/>
                      <a:pt x="507" y="284"/>
                      <a:pt x="507" y="282"/>
                    </a:cubicBezTo>
                    <a:cubicBezTo>
                      <a:pt x="508" y="281"/>
                      <a:pt x="509" y="280"/>
                      <a:pt x="510" y="279"/>
                    </a:cubicBezTo>
                    <a:cubicBezTo>
                      <a:pt x="509" y="277"/>
                      <a:pt x="509" y="277"/>
                      <a:pt x="509" y="277"/>
                    </a:cubicBezTo>
                    <a:cubicBezTo>
                      <a:pt x="495" y="285"/>
                      <a:pt x="495" y="285"/>
                      <a:pt x="495" y="285"/>
                    </a:cubicBezTo>
                    <a:cubicBezTo>
                      <a:pt x="496" y="286"/>
                      <a:pt x="496" y="286"/>
                      <a:pt x="496" y="286"/>
                    </a:cubicBezTo>
                    <a:cubicBezTo>
                      <a:pt x="498" y="286"/>
                      <a:pt x="499" y="285"/>
                      <a:pt x="500" y="285"/>
                    </a:cubicBezTo>
                    <a:cubicBezTo>
                      <a:pt x="501" y="285"/>
                      <a:pt x="502" y="286"/>
                      <a:pt x="503" y="287"/>
                    </a:cubicBezTo>
                    <a:cubicBezTo>
                      <a:pt x="503" y="287"/>
                      <a:pt x="503" y="287"/>
                      <a:pt x="503" y="288"/>
                    </a:cubicBezTo>
                    <a:cubicBezTo>
                      <a:pt x="503" y="288"/>
                      <a:pt x="503" y="289"/>
                      <a:pt x="503" y="290"/>
                    </a:cubicBezTo>
                    <a:cubicBezTo>
                      <a:pt x="506" y="316"/>
                      <a:pt x="506" y="316"/>
                      <a:pt x="506" y="316"/>
                    </a:cubicBezTo>
                    <a:cubicBezTo>
                      <a:pt x="485" y="298"/>
                      <a:pt x="485" y="298"/>
                      <a:pt x="485" y="298"/>
                    </a:cubicBezTo>
                    <a:cubicBezTo>
                      <a:pt x="484" y="297"/>
                      <a:pt x="484" y="297"/>
                      <a:pt x="484" y="297"/>
                    </a:cubicBezTo>
                    <a:cubicBezTo>
                      <a:pt x="484" y="297"/>
                      <a:pt x="484" y="296"/>
                      <a:pt x="483" y="296"/>
                    </a:cubicBezTo>
                    <a:cubicBezTo>
                      <a:pt x="483" y="295"/>
                      <a:pt x="483" y="295"/>
                      <a:pt x="483" y="294"/>
                    </a:cubicBezTo>
                    <a:cubicBezTo>
                      <a:pt x="484" y="293"/>
                      <a:pt x="485" y="292"/>
                      <a:pt x="486" y="292"/>
                    </a:cubicBezTo>
                    <a:cubicBezTo>
                      <a:pt x="486" y="291"/>
                      <a:pt x="486" y="291"/>
                      <a:pt x="486" y="291"/>
                    </a:cubicBezTo>
                    <a:cubicBezTo>
                      <a:pt x="486" y="290"/>
                      <a:pt x="486" y="290"/>
                      <a:pt x="486" y="290"/>
                    </a:cubicBezTo>
                    <a:cubicBezTo>
                      <a:pt x="462" y="302"/>
                      <a:pt x="462" y="302"/>
                      <a:pt x="462" y="302"/>
                    </a:cubicBezTo>
                    <a:cubicBezTo>
                      <a:pt x="463" y="304"/>
                      <a:pt x="463" y="304"/>
                      <a:pt x="463" y="304"/>
                    </a:cubicBezTo>
                    <a:cubicBezTo>
                      <a:pt x="464" y="303"/>
                      <a:pt x="465" y="303"/>
                      <a:pt x="467" y="303"/>
                    </a:cubicBezTo>
                    <a:cubicBezTo>
                      <a:pt x="468" y="304"/>
                      <a:pt x="469" y="305"/>
                      <a:pt x="471" y="306"/>
                    </a:cubicBezTo>
                    <a:cubicBezTo>
                      <a:pt x="508" y="337"/>
                      <a:pt x="508" y="337"/>
                      <a:pt x="508" y="337"/>
                    </a:cubicBezTo>
                    <a:close/>
                    <a:moveTo>
                      <a:pt x="547" y="316"/>
                    </a:moveTo>
                    <a:cubicBezTo>
                      <a:pt x="546" y="315"/>
                      <a:pt x="546" y="315"/>
                      <a:pt x="546" y="315"/>
                    </a:cubicBezTo>
                    <a:cubicBezTo>
                      <a:pt x="548" y="313"/>
                      <a:pt x="549" y="311"/>
                      <a:pt x="549" y="310"/>
                    </a:cubicBezTo>
                    <a:cubicBezTo>
                      <a:pt x="549" y="308"/>
                      <a:pt x="548" y="307"/>
                      <a:pt x="547" y="305"/>
                    </a:cubicBezTo>
                    <a:cubicBezTo>
                      <a:pt x="526" y="279"/>
                      <a:pt x="526" y="279"/>
                      <a:pt x="526" y="279"/>
                    </a:cubicBezTo>
                    <a:cubicBezTo>
                      <a:pt x="524" y="277"/>
                      <a:pt x="523" y="276"/>
                      <a:pt x="521" y="276"/>
                    </a:cubicBezTo>
                    <a:cubicBezTo>
                      <a:pt x="520" y="275"/>
                      <a:pt x="518" y="276"/>
                      <a:pt x="516" y="277"/>
                    </a:cubicBezTo>
                    <a:cubicBezTo>
                      <a:pt x="515" y="276"/>
                      <a:pt x="515" y="276"/>
                      <a:pt x="515" y="276"/>
                    </a:cubicBezTo>
                    <a:cubicBezTo>
                      <a:pt x="550" y="248"/>
                      <a:pt x="550" y="248"/>
                      <a:pt x="550" y="248"/>
                    </a:cubicBezTo>
                    <a:cubicBezTo>
                      <a:pt x="559" y="258"/>
                      <a:pt x="559" y="258"/>
                      <a:pt x="559" y="258"/>
                    </a:cubicBezTo>
                    <a:cubicBezTo>
                      <a:pt x="558" y="260"/>
                      <a:pt x="558" y="260"/>
                      <a:pt x="558" y="260"/>
                    </a:cubicBezTo>
                    <a:cubicBezTo>
                      <a:pt x="555" y="257"/>
                      <a:pt x="552" y="256"/>
                      <a:pt x="549" y="256"/>
                    </a:cubicBezTo>
                    <a:cubicBezTo>
                      <a:pt x="547" y="255"/>
                      <a:pt x="544" y="257"/>
                      <a:pt x="540" y="260"/>
                    </a:cubicBezTo>
                    <a:cubicBezTo>
                      <a:pt x="535" y="264"/>
                      <a:pt x="535" y="264"/>
                      <a:pt x="535" y="264"/>
                    </a:cubicBezTo>
                    <a:cubicBezTo>
                      <a:pt x="547" y="280"/>
                      <a:pt x="547" y="280"/>
                      <a:pt x="547" y="280"/>
                    </a:cubicBezTo>
                    <a:cubicBezTo>
                      <a:pt x="548" y="279"/>
                      <a:pt x="548" y="279"/>
                      <a:pt x="548" y="279"/>
                    </a:cubicBezTo>
                    <a:cubicBezTo>
                      <a:pt x="550" y="278"/>
                      <a:pt x="551" y="276"/>
                      <a:pt x="551" y="274"/>
                    </a:cubicBezTo>
                    <a:cubicBezTo>
                      <a:pt x="551" y="271"/>
                      <a:pt x="550" y="269"/>
                      <a:pt x="548" y="266"/>
                    </a:cubicBezTo>
                    <a:cubicBezTo>
                      <a:pt x="550" y="264"/>
                      <a:pt x="550" y="264"/>
                      <a:pt x="550" y="264"/>
                    </a:cubicBezTo>
                    <a:cubicBezTo>
                      <a:pt x="565" y="284"/>
                      <a:pt x="565" y="284"/>
                      <a:pt x="565" y="284"/>
                    </a:cubicBezTo>
                    <a:cubicBezTo>
                      <a:pt x="564" y="285"/>
                      <a:pt x="564" y="285"/>
                      <a:pt x="564" y="285"/>
                    </a:cubicBezTo>
                    <a:cubicBezTo>
                      <a:pt x="561" y="282"/>
                      <a:pt x="559" y="280"/>
                      <a:pt x="557" y="280"/>
                    </a:cubicBezTo>
                    <a:cubicBezTo>
                      <a:pt x="554" y="280"/>
                      <a:pt x="552" y="280"/>
                      <a:pt x="550" y="282"/>
                    </a:cubicBezTo>
                    <a:cubicBezTo>
                      <a:pt x="550" y="283"/>
                      <a:pt x="550" y="283"/>
                      <a:pt x="550" y="283"/>
                    </a:cubicBezTo>
                    <a:cubicBezTo>
                      <a:pt x="560" y="295"/>
                      <a:pt x="560" y="295"/>
                      <a:pt x="560" y="295"/>
                    </a:cubicBezTo>
                    <a:cubicBezTo>
                      <a:pt x="561" y="297"/>
                      <a:pt x="562" y="298"/>
                      <a:pt x="563" y="298"/>
                    </a:cubicBezTo>
                    <a:cubicBezTo>
                      <a:pt x="564" y="298"/>
                      <a:pt x="566" y="297"/>
                      <a:pt x="568" y="295"/>
                    </a:cubicBezTo>
                    <a:cubicBezTo>
                      <a:pt x="572" y="292"/>
                      <a:pt x="574" y="289"/>
                      <a:pt x="575" y="286"/>
                    </a:cubicBezTo>
                    <a:cubicBezTo>
                      <a:pt x="576" y="282"/>
                      <a:pt x="575" y="279"/>
                      <a:pt x="573" y="274"/>
                    </a:cubicBezTo>
                    <a:cubicBezTo>
                      <a:pt x="575" y="273"/>
                      <a:pt x="575" y="273"/>
                      <a:pt x="575" y="273"/>
                    </a:cubicBezTo>
                    <a:cubicBezTo>
                      <a:pt x="583" y="287"/>
                      <a:pt x="583" y="287"/>
                      <a:pt x="583" y="287"/>
                    </a:cubicBezTo>
                    <a:cubicBezTo>
                      <a:pt x="547" y="316"/>
                      <a:pt x="547" y="316"/>
                      <a:pt x="547" y="316"/>
                    </a:cubicBezTo>
                    <a:close/>
                    <a:moveTo>
                      <a:pt x="595" y="239"/>
                    </a:moveTo>
                    <a:cubicBezTo>
                      <a:pt x="596" y="238"/>
                      <a:pt x="596" y="238"/>
                      <a:pt x="596" y="238"/>
                    </a:cubicBezTo>
                    <a:cubicBezTo>
                      <a:pt x="598" y="236"/>
                      <a:pt x="599" y="233"/>
                      <a:pt x="599" y="231"/>
                    </a:cubicBezTo>
                    <a:cubicBezTo>
                      <a:pt x="598" y="229"/>
                      <a:pt x="597" y="226"/>
                      <a:pt x="594" y="224"/>
                    </a:cubicBezTo>
                    <a:cubicBezTo>
                      <a:pt x="591" y="221"/>
                      <a:pt x="588" y="220"/>
                      <a:pt x="586" y="220"/>
                    </a:cubicBezTo>
                    <a:cubicBezTo>
                      <a:pt x="583" y="220"/>
                      <a:pt x="581" y="222"/>
                      <a:pt x="579" y="225"/>
                    </a:cubicBezTo>
                    <a:cubicBezTo>
                      <a:pt x="595" y="239"/>
                      <a:pt x="595" y="239"/>
                      <a:pt x="595" y="239"/>
                    </a:cubicBezTo>
                    <a:close/>
                    <a:moveTo>
                      <a:pt x="609" y="250"/>
                    </a:moveTo>
                    <a:cubicBezTo>
                      <a:pt x="598" y="241"/>
                      <a:pt x="598" y="241"/>
                      <a:pt x="598" y="241"/>
                    </a:cubicBezTo>
                    <a:cubicBezTo>
                      <a:pt x="599" y="240"/>
                      <a:pt x="599" y="240"/>
                      <a:pt x="599" y="240"/>
                    </a:cubicBezTo>
                    <a:cubicBezTo>
                      <a:pt x="625" y="245"/>
                      <a:pt x="625" y="245"/>
                      <a:pt x="625" y="245"/>
                    </a:cubicBezTo>
                    <a:cubicBezTo>
                      <a:pt x="637" y="230"/>
                      <a:pt x="637" y="230"/>
                      <a:pt x="637" y="230"/>
                    </a:cubicBezTo>
                    <a:cubicBezTo>
                      <a:pt x="636" y="229"/>
                      <a:pt x="636" y="229"/>
                      <a:pt x="636" y="229"/>
                    </a:cubicBezTo>
                    <a:cubicBezTo>
                      <a:pt x="635" y="230"/>
                      <a:pt x="634" y="231"/>
                      <a:pt x="633" y="231"/>
                    </a:cubicBezTo>
                    <a:cubicBezTo>
                      <a:pt x="632" y="231"/>
                      <a:pt x="630" y="231"/>
                      <a:pt x="628" y="231"/>
                    </a:cubicBezTo>
                    <a:cubicBezTo>
                      <a:pt x="608" y="227"/>
                      <a:pt x="608" y="227"/>
                      <a:pt x="608" y="227"/>
                    </a:cubicBezTo>
                    <a:cubicBezTo>
                      <a:pt x="609" y="224"/>
                      <a:pt x="609" y="221"/>
                      <a:pt x="609" y="218"/>
                    </a:cubicBezTo>
                    <a:cubicBezTo>
                      <a:pt x="608" y="215"/>
                      <a:pt x="607" y="213"/>
                      <a:pt x="604" y="211"/>
                    </a:cubicBezTo>
                    <a:cubicBezTo>
                      <a:pt x="601" y="208"/>
                      <a:pt x="597" y="207"/>
                      <a:pt x="593" y="209"/>
                    </a:cubicBezTo>
                    <a:cubicBezTo>
                      <a:pt x="589" y="210"/>
                      <a:pt x="585" y="213"/>
                      <a:pt x="580" y="218"/>
                    </a:cubicBezTo>
                    <a:cubicBezTo>
                      <a:pt x="562" y="240"/>
                      <a:pt x="562" y="240"/>
                      <a:pt x="562" y="240"/>
                    </a:cubicBezTo>
                    <a:cubicBezTo>
                      <a:pt x="563" y="241"/>
                      <a:pt x="563" y="241"/>
                      <a:pt x="563" y="241"/>
                    </a:cubicBezTo>
                    <a:cubicBezTo>
                      <a:pt x="565" y="240"/>
                      <a:pt x="567" y="239"/>
                      <a:pt x="568" y="239"/>
                    </a:cubicBezTo>
                    <a:cubicBezTo>
                      <a:pt x="569" y="239"/>
                      <a:pt x="571" y="239"/>
                      <a:pt x="573" y="241"/>
                    </a:cubicBezTo>
                    <a:cubicBezTo>
                      <a:pt x="598" y="262"/>
                      <a:pt x="598" y="262"/>
                      <a:pt x="598" y="262"/>
                    </a:cubicBezTo>
                    <a:cubicBezTo>
                      <a:pt x="600" y="264"/>
                      <a:pt x="602" y="266"/>
                      <a:pt x="602" y="267"/>
                    </a:cubicBezTo>
                    <a:cubicBezTo>
                      <a:pt x="602" y="269"/>
                      <a:pt x="601" y="270"/>
                      <a:pt x="600" y="272"/>
                    </a:cubicBezTo>
                    <a:cubicBezTo>
                      <a:pt x="601" y="273"/>
                      <a:pt x="601" y="273"/>
                      <a:pt x="601" y="273"/>
                    </a:cubicBezTo>
                    <a:cubicBezTo>
                      <a:pt x="620" y="251"/>
                      <a:pt x="620" y="251"/>
                      <a:pt x="620" y="251"/>
                    </a:cubicBezTo>
                    <a:cubicBezTo>
                      <a:pt x="619" y="249"/>
                      <a:pt x="619" y="249"/>
                      <a:pt x="619" y="249"/>
                    </a:cubicBezTo>
                    <a:cubicBezTo>
                      <a:pt x="617" y="251"/>
                      <a:pt x="616" y="252"/>
                      <a:pt x="614" y="252"/>
                    </a:cubicBezTo>
                    <a:cubicBezTo>
                      <a:pt x="613" y="253"/>
                      <a:pt x="611" y="252"/>
                      <a:pt x="609" y="250"/>
                    </a:cubicBezTo>
                    <a:cubicBezTo>
                      <a:pt x="609" y="250"/>
                      <a:pt x="609" y="250"/>
                      <a:pt x="609" y="250"/>
                    </a:cubicBezTo>
                    <a:close/>
                    <a:moveTo>
                      <a:pt x="651" y="215"/>
                    </a:moveTo>
                    <a:cubicBezTo>
                      <a:pt x="634" y="206"/>
                      <a:pt x="634" y="206"/>
                      <a:pt x="634" y="206"/>
                    </a:cubicBezTo>
                    <a:cubicBezTo>
                      <a:pt x="635" y="204"/>
                      <a:pt x="635" y="204"/>
                      <a:pt x="635" y="204"/>
                    </a:cubicBezTo>
                    <a:cubicBezTo>
                      <a:pt x="639" y="206"/>
                      <a:pt x="643" y="206"/>
                      <a:pt x="648" y="205"/>
                    </a:cubicBezTo>
                    <a:cubicBezTo>
                      <a:pt x="652" y="203"/>
                      <a:pt x="655" y="200"/>
                      <a:pt x="657" y="196"/>
                    </a:cubicBezTo>
                    <a:cubicBezTo>
                      <a:pt x="659" y="194"/>
                      <a:pt x="659" y="191"/>
                      <a:pt x="659" y="189"/>
                    </a:cubicBezTo>
                    <a:cubicBezTo>
                      <a:pt x="659" y="187"/>
                      <a:pt x="658" y="185"/>
                      <a:pt x="656" y="184"/>
                    </a:cubicBezTo>
                    <a:cubicBezTo>
                      <a:pt x="653" y="183"/>
                      <a:pt x="648" y="185"/>
                      <a:pt x="641" y="190"/>
                    </a:cubicBezTo>
                    <a:cubicBezTo>
                      <a:pt x="640" y="190"/>
                      <a:pt x="640" y="190"/>
                      <a:pt x="640" y="190"/>
                    </a:cubicBezTo>
                    <a:cubicBezTo>
                      <a:pt x="640" y="191"/>
                      <a:pt x="639" y="191"/>
                      <a:pt x="638" y="192"/>
                    </a:cubicBezTo>
                    <a:cubicBezTo>
                      <a:pt x="633" y="196"/>
                      <a:pt x="629" y="198"/>
                      <a:pt x="626" y="198"/>
                    </a:cubicBezTo>
                    <a:cubicBezTo>
                      <a:pt x="625" y="199"/>
                      <a:pt x="623" y="199"/>
                      <a:pt x="622" y="198"/>
                    </a:cubicBezTo>
                    <a:cubicBezTo>
                      <a:pt x="620" y="198"/>
                      <a:pt x="619" y="198"/>
                      <a:pt x="618" y="197"/>
                    </a:cubicBezTo>
                    <a:cubicBezTo>
                      <a:pt x="614" y="195"/>
                      <a:pt x="611" y="191"/>
                      <a:pt x="610" y="186"/>
                    </a:cubicBezTo>
                    <a:cubicBezTo>
                      <a:pt x="609" y="182"/>
                      <a:pt x="610" y="177"/>
                      <a:pt x="613" y="172"/>
                    </a:cubicBezTo>
                    <a:cubicBezTo>
                      <a:pt x="614" y="169"/>
                      <a:pt x="616" y="167"/>
                      <a:pt x="619" y="165"/>
                    </a:cubicBezTo>
                    <a:cubicBezTo>
                      <a:pt x="622" y="162"/>
                      <a:pt x="623" y="161"/>
                      <a:pt x="623" y="161"/>
                    </a:cubicBezTo>
                    <a:cubicBezTo>
                      <a:pt x="624" y="160"/>
                      <a:pt x="624" y="159"/>
                      <a:pt x="623" y="159"/>
                    </a:cubicBezTo>
                    <a:cubicBezTo>
                      <a:pt x="623" y="158"/>
                      <a:pt x="622" y="158"/>
                      <a:pt x="621" y="157"/>
                    </a:cubicBezTo>
                    <a:cubicBezTo>
                      <a:pt x="622" y="155"/>
                      <a:pt x="622" y="155"/>
                      <a:pt x="622" y="155"/>
                    </a:cubicBezTo>
                    <a:cubicBezTo>
                      <a:pt x="637" y="163"/>
                      <a:pt x="637" y="163"/>
                      <a:pt x="637" y="163"/>
                    </a:cubicBezTo>
                    <a:cubicBezTo>
                      <a:pt x="636" y="165"/>
                      <a:pt x="636" y="165"/>
                      <a:pt x="636" y="165"/>
                    </a:cubicBezTo>
                    <a:cubicBezTo>
                      <a:pt x="632" y="163"/>
                      <a:pt x="628" y="163"/>
                      <a:pt x="625" y="165"/>
                    </a:cubicBezTo>
                    <a:cubicBezTo>
                      <a:pt x="621" y="166"/>
                      <a:pt x="618" y="169"/>
                      <a:pt x="616" y="173"/>
                    </a:cubicBezTo>
                    <a:cubicBezTo>
                      <a:pt x="615" y="175"/>
                      <a:pt x="615" y="177"/>
                      <a:pt x="615" y="179"/>
                    </a:cubicBezTo>
                    <a:cubicBezTo>
                      <a:pt x="615" y="181"/>
                      <a:pt x="616" y="182"/>
                      <a:pt x="618" y="183"/>
                    </a:cubicBezTo>
                    <a:cubicBezTo>
                      <a:pt x="620" y="184"/>
                      <a:pt x="624" y="183"/>
                      <a:pt x="630" y="179"/>
                    </a:cubicBezTo>
                    <a:cubicBezTo>
                      <a:pt x="630" y="178"/>
                      <a:pt x="630" y="178"/>
                      <a:pt x="630" y="178"/>
                    </a:cubicBezTo>
                    <a:cubicBezTo>
                      <a:pt x="634" y="175"/>
                      <a:pt x="637" y="173"/>
                      <a:pt x="639" y="172"/>
                    </a:cubicBezTo>
                    <a:cubicBezTo>
                      <a:pt x="641" y="170"/>
                      <a:pt x="643" y="170"/>
                      <a:pt x="644" y="169"/>
                    </a:cubicBezTo>
                    <a:cubicBezTo>
                      <a:pt x="646" y="169"/>
                      <a:pt x="648" y="169"/>
                      <a:pt x="650" y="169"/>
                    </a:cubicBezTo>
                    <a:cubicBezTo>
                      <a:pt x="652" y="169"/>
                      <a:pt x="654" y="170"/>
                      <a:pt x="656" y="171"/>
                    </a:cubicBezTo>
                    <a:cubicBezTo>
                      <a:pt x="660" y="173"/>
                      <a:pt x="663" y="177"/>
                      <a:pt x="664" y="182"/>
                    </a:cubicBezTo>
                    <a:cubicBezTo>
                      <a:pt x="665" y="186"/>
                      <a:pt x="664" y="191"/>
                      <a:pt x="661" y="197"/>
                    </a:cubicBezTo>
                    <a:cubicBezTo>
                      <a:pt x="659" y="199"/>
                      <a:pt x="657" y="202"/>
                      <a:pt x="654" y="205"/>
                    </a:cubicBezTo>
                    <a:cubicBezTo>
                      <a:pt x="652" y="207"/>
                      <a:pt x="650" y="209"/>
                      <a:pt x="650" y="209"/>
                    </a:cubicBezTo>
                    <a:cubicBezTo>
                      <a:pt x="650" y="210"/>
                      <a:pt x="650" y="211"/>
                      <a:pt x="650" y="211"/>
                    </a:cubicBezTo>
                    <a:cubicBezTo>
                      <a:pt x="650" y="212"/>
                      <a:pt x="651" y="213"/>
                      <a:pt x="652" y="213"/>
                    </a:cubicBezTo>
                    <a:cubicBezTo>
                      <a:pt x="651" y="215"/>
                      <a:pt x="651" y="215"/>
                      <a:pt x="651" y="215"/>
                    </a:cubicBezTo>
                    <a:close/>
                    <a:moveTo>
                      <a:pt x="678" y="136"/>
                    </a:moveTo>
                    <a:cubicBezTo>
                      <a:pt x="647" y="124"/>
                      <a:pt x="647" y="124"/>
                      <a:pt x="647" y="124"/>
                    </a:cubicBezTo>
                    <a:cubicBezTo>
                      <a:pt x="644" y="123"/>
                      <a:pt x="643" y="122"/>
                      <a:pt x="642" y="121"/>
                    </a:cubicBezTo>
                    <a:cubicBezTo>
                      <a:pt x="642" y="120"/>
                      <a:pt x="642" y="118"/>
                      <a:pt x="642" y="116"/>
                    </a:cubicBezTo>
                    <a:cubicBezTo>
                      <a:pt x="641" y="115"/>
                      <a:pt x="641" y="115"/>
                      <a:pt x="641" y="115"/>
                    </a:cubicBezTo>
                    <a:cubicBezTo>
                      <a:pt x="630" y="142"/>
                      <a:pt x="630" y="142"/>
                      <a:pt x="630" y="142"/>
                    </a:cubicBezTo>
                    <a:cubicBezTo>
                      <a:pt x="632" y="143"/>
                      <a:pt x="632" y="143"/>
                      <a:pt x="632" y="143"/>
                    </a:cubicBezTo>
                    <a:cubicBezTo>
                      <a:pt x="633" y="141"/>
                      <a:pt x="634" y="139"/>
                      <a:pt x="635" y="139"/>
                    </a:cubicBezTo>
                    <a:cubicBezTo>
                      <a:pt x="637" y="138"/>
                      <a:pt x="639" y="138"/>
                      <a:pt x="641" y="139"/>
                    </a:cubicBezTo>
                    <a:cubicBezTo>
                      <a:pt x="672" y="151"/>
                      <a:pt x="672" y="151"/>
                      <a:pt x="672" y="151"/>
                    </a:cubicBezTo>
                    <a:cubicBezTo>
                      <a:pt x="674" y="152"/>
                      <a:pt x="676" y="153"/>
                      <a:pt x="677" y="154"/>
                    </a:cubicBezTo>
                    <a:cubicBezTo>
                      <a:pt x="677" y="156"/>
                      <a:pt x="677" y="158"/>
                      <a:pt x="676" y="160"/>
                    </a:cubicBezTo>
                    <a:cubicBezTo>
                      <a:pt x="678" y="161"/>
                      <a:pt x="678" y="161"/>
                      <a:pt x="678" y="161"/>
                    </a:cubicBezTo>
                    <a:cubicBezTo>
                      <a:pt x="689" y="133"/>
                      <a:pt x="689" y="133"/>
                      <a:pt x="689" y="133"/>
                    </a:cubicBezTo>
                    <a:cubicBezTo>
                      <a:pt x="687" y="133"/>
                      <a:pt x="687" y="133"/>
                      <a:pt x="687" y="133"/>
                    </a:cubicBezTo>
                    <a:cubicBezTo>
                      <a:pt x="686" y="135"/>
                      <a:pt x="685" y="136"/>
                      <a:pt x="683" y="137"/>
                    </a:cubicBezTo>
                    <a:cubicBezTo>
                      <a:pt x="682" y="137"/>
                      <a:pt x="680" y="137"/>
                      <a:pt x="678" y="136"/>
                    </a:cubicBezTo>
                    <a:cubicBezTo>
                      <a:pt x="678" y="136"/>
                      <a:pt x="678" y="136"/>
                      <a:pt x="678" y="136"/>
                    </a:cubicBezTo>
                    <a:close/>
                    <a:moveTo>
                      <a:pt x="656" y="57"/>
                    </a:moveTo>
                    <a:cubicBezTo>
                      <a:pt x="669" y="60"/>
                      <a:pt x="669" y="60"/>
                      <a:pt x="669" y="60"/>
                    </a:cubicBezTo>
                    <a:cubicBezTo>
                      <a:pt x="668" y="62"/>
                      <a:pt x="668" y="62"/>
                      <a:pt x="668" y="62"/>
                    </a:cubicBezTo>
                    <a:cubicBezTo>
                      <a:pt x="665" y="62"/>
                      <a:pt x="662" y="62"/>
                      <a:pt x="660" y="63"/>
                    </a:cubicBezTo>
                    <a:cubicBezTo>
                      <a:pt x="658" y="64"/>
                      <a:pt x="657" y="67"/>
                      <a:pt x="656" y="70"/>
                    </a:cubicBezTo>
                    <a:cubicBezTo>
                      <a:pt x="655" y="73"/>
                      <a:pt x="655" y="73"/>
                      <a:pt x="655" y="73"/>
                    </a:cubicBezTo>
                    <a:cubicBezTo>
                      <a:pt x="693" y="82"/>
                      <a:pt x="693" y="82"/>
                      <a:pt x="693" y="82"/>
                    </a:cubicBezTo>
                    <a:cubicBezTo>
                      <a:pt x="696" y="83"/>
                      <a:pt x="698" y="83"/>
                      <a:pt x="699" y="82"/>
                    </a:cubicBezTo>
                    <a:cubicBezTo>
                      <a:pt x="700" y="81"/>
                      <a:pt x="701" y="80"/>
                      <a:pt x="702" y="77"/>
                    </a:cubicBezTo>
                    <a:cubicBezTo>
                      <a:pt x="704" y="78"/>
                      <a:pt x="704" y="78"/>
                      <a:pt x="704" y="78"/>
                    </a:cubicBezTo>
                    <a:cubicBezTo>
                      <a:pt x="697" y="106"/>
                      <a:pt x="697" y="106"/>
                      <a:pt x="697" y="106"/>
                    </a:cubicBezTo>
                    <a:cubicBezTo>
                      <a:pt x="695" y="106"/>
                      <a:pt x="695" y="106"/>
                      <a:pt x="695" y="106"/>
                    </a:cubicBezTo>
                    <a:cubicBezTo>
                      <a:pt x="696" y="103"/>
                      <a:pt x="696" y="102"/>
                      <a:pt x="695" y="100"/>
                    </a:cubicBezTo>
                    <a:cubicBezTo>
                      <a:pt x="694" y="99"/>
                      <a:pt x="692" y="98"/>
                      <a:pt x="690" y="98"/>
                    </a:cubicBezTo>
                    <a:cubicBezTo>
                      <a:pt x="652" y="89"/>
                      <a:pt x="652" y="89"/>
                      <a:pt x="652" y="89"/>
                    </a:cubicBezTo>
                    <a:cubicBezTo>
                      <a:pt x="651" y="92"/>
                      <a:pt x="651" y="92"/>
                      <a:pt x="651" y="92"/>
                    </a:cubicBezTo>
                    <a:cubicBezTo>
                      <a:pt x="650" y="96"/>
                      <a:pt x="651" y="98"/>
                      <a:pt x="652" y="100"/>
                    </a:cubicBezTo>
                    <a:cubicBezTo>
                      <a:pt x="653" y="102"/>
                      <a:pt x="655" y="104"/>
                      <a:pt x="658" y="105"/>
                    </a:cubicBezTo>
                    <a:cubicBezTo>
                      <a:pt x="658" y="107"/>
                      <a:pt x="658" y="107"/>
                      <a:pt x="658" y="107"/>
                    </a:cubicBezTo>
                    <a:cubicBezTo>
                      <a:pt x="645" y="104"/>
                      <a:pt x="645" y="104"/>
                      <a:pt x="645" y="104"/>
                    </a:cubicBezTo>
                    <a:cubicBezTo>
                      <a:pt x="656" y="57"/>
                      <a:pt x="656" y="57"/>
                      <a:pt x="656" y="57"/>
                    </a:cubicBezTo>
                    <a:close/>
                    <a:moveTo>
                      <a:pt x="684" y="17"/>
                    </a:moveTo>
                    <a:cubicBezTo>
                      <a:pt x="699" y="18"/>
                      <a:pt x="699" y="18"/>
                      <a:pt x="699" y="18"/>
                    </a:cubicBezTo>
                    <a:cubicBezTo>
                      <a:pt x="701" y="18"/>
                      <a:pt x="703" y="17"/>
                      <a:pt x="704" y="16"/>
                    </a:cubicBezTo>
                    <a:cubicBezTo>
                      <a:pt x="705" y="15"/>
                      <a:pt x="706" y="13"/>
                      <a:pt x="706" y="11"/>
                    </a:cubicBezTo>
                    <a:cubicBezTo>
                      <a:pt x="708" y="11"/>
                      <a:pt x="708" y="11"/>
                      <a:pt x="708" y="11"/>
                    </a:cubicBezTo>
                    <a:cubicBezTo>
                      <a:pt x="708" y="40"/>
                      <a:pt x="708" y="40"/>
                      <a:pt x="708" y="40"/>
                    </a:cubicBezTo>
                    <a:cubicBezTo>
                      <a:pt x="706" y="40"/>
                      <a:pt x="706" y="40"/>
                      <a:pt x="706" y="40"/>
                    </a:cubicBezTo>
                    <a:cubicBezTo>
                      <a:pt x="706" y="38"/>
                      <a:pt x="705" y="36"/>
                      <a:pt x="704" y="35"/>
                    </a:cubicBezTo>
                    <a:cubicBezTo>
                      <a:pt x="703" y="34"/>
                      <a:pt x="701" y="34"/>
                      <a:pt x="698" y="34"/>
                    </a:cubicBezTo>
                    <a:cubicBezTo>
                      <a:pt x="687" y="33"/>
                      <a:pt x="687" y="33"/>
                      <a:pt x="687" y="33"/>
                    </a:cubicBezTo>
                    <a:cubicBezTo>
                      <a:pt x="663" y="46"/>
                      <a:pt x="663" y="46"/>
                      <a:pt x="663" y="46"/>
                    </a:cubicBezTo>
                    <a:cubicBezTo>
                      <a:pt x="661" y="47"/>
                      <a:pt x="660" y="48"/>
                      <a:pt x="659" y="49"/>
                    </a:cubicBezTo>
                    <a:cubicBezTo>
                      <a:pt x="658" y="50"/>
                      <a:pt x="658" y="51"/>
                      <a:pt x="658" y="53"/>
                    </a:cubicBezTo>
                    <a:cubicBezTo>
                      <a:pt x="656" y="53"/>
                      <a:pt x="656" y="53"/>
                      <a:pt x="656" y="53"/>
                    </a:cubicBezTo>
                    <a:cubicBezTo>
                      <a:pt x="656" y="26"/>
                      <a:pt x="656" y="26"/>
                      <a:pt x="656" y="26"/>
                    </a:cubicBezTo>
                    <a:cubicBezTo>
                      <a:pt x="658" y="26"/>
                      <a:pt x="658" y="26"/>
                      <a:pt x="658" y="26"/>
                    </a:cubicBezTo>
                    <a:cubicBezTo>
                      <a:pt x="658" y="27"/>
                      <a:pt x="658" y="28"/>
                      <a:pt x="659" y="29"/>
                    </a:cubicBezTo>
                    <a:cubicBezTo>
                      <a:pt x="659" y="29"/>
                      <a:pt x="660" y="30"/>
                      <a:pt x="660" y="30"/>
                    </a:cubicBezTo>
                    <a:cubicBezTo>
                      <a:pt x="661" y="30"/>
                      <a:pt x="661" y="30"/>
                      <a:pt x="661" y="30"/>
                    </a:cubicBezTo>
                    <a:cubicBezTo>
                      <a:pt x="662" y="29"/>
                      <a:pt x="662" y="29"/>
                      <a:pt x="662" y="29"/>
                    </a:cubicBezTo>
                    <a:cubicBezTo>
                      <a:pt x="681" y="20"/>
                      <a:pt x="681" y="20"/>
                      <a:pt x="681" y="20"/>
                    </a:cubicBezTo>
                    <a:cubicBezTo>
                      <a:pt x="664" y="10"/>
                      <a:pt x="664" y="10"/>
                      <a:pt x="664" y="10"/>
                    </a:cubicBezTo>
                    <a:cubicBezTo>
                      <a:pt x="663" y="10"/>
                      <a:pt x="663" y="10"/>
                      <a:pt x="663" y="10"/>
                    </a:cubicBezTo>
                    <a:cubicBezTo>
                      <a:pt x="662" y="9"/>
                      <a:pt x="662" y="9"/>
                      <a:pt x="661" y="9"/>
                    </a:cubicBezTo>
                    <a:cubicBezTo>
                      <a:pt x="660" y="9"/>
                      <a:pt x="660" y="10"/>
                      <a:pt x="659" y="11"/>
                    </a:cubicBezTo>
                    <a:cubicBezTo>
                      <a:pt x="659" y="11"/>
                      <a:pt x="659" y="13"/>
                      <a:pt x="659" y="14"/>
                    </a:cubicBezTo>
                    <a:cubicBezTo>
                      <a:pt x="659" y="15"/>
                      <a:pt x="659" y="15"/>
                      <a:pt x="659" y="15"/>
                    </a:cubicBezTo>
                    <a:cubicBezTo>
                      <a:pt x="657" y="15"/>
                      <a:pt x="657" y="15"/>
                      <a:pt x="657" y="15"/>
                    </a:cubicBezTo>
                    <a:cubicBezTo>
                      <a:pt x="657" y="0"/>
                      <a:pt x="657" y="0"/>
                      <a:pt x="657" y="0"/>
                    </a:cubicBezTo>
                    <a:cubicBezTo>
                      <a:pt x="659" y="0"/>
                      <a:pt x="659" y="0"/>
                      <a:pt x="659" y="0"/>
                    </a:cubicBezTo>
                    <a:cubicBezTo>
                      <a:pt x="659" y="1"/>
                      <a:pt x="659" y="1"/>
                      <a:pt x="659" y="1"/>
                    </a:cubicBezTo>
                    <a:cubicBezTo>
                      <a:pt x="659" y="1"/>
                      <a:pt x="659" y="2"/>
                      <a:pt x="660" y="3"/>
                    </a:cubicBezTo>
                    <a:cubicBezTo>
                      <a:pt x="660" y="4"/>
                      <a:pt x="661" y="5"/>
                      <a:pt x="663" y="6"/>
                    </a:cubicBezTo>
                    <a:lnTo>
                      <a:pt x="684" y="17"/>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solidFill>
                    <a:srgbClr val="000000"/>
                  </a:solidFill>
                </a:endParaRPr>
              </a:p>
            </p:txBody>
          </p:sp>
          <p:sp>
            <p:nvSpPr>
              <p:cNvPr id="26" name="îṩḻîḓè"/>
              <p:cNvSpPr/>
              <p:nvPr/>
            </p:nvSpPr>
            <p:spPr bwMode="auto">
              <a:xfrm>
                <a:off x="2840038" y="4119563"/>
                <a:ext cx="493713" cy="128588"/>
              </a:xfrm>
              <a:custGeom>
                <a:avLst/>
                <a:gdLst>
                  <a:gd name="T0" fmla="*/ 0 w 150"/>
                  <a:gd name="T1" fmla="*/ 36 h 39"/>
                  <a:gd name="T2" fmla="*/ 9 w 150"/>
                  <a:gd name="T3" fmla="*/ 33 h 39"/>
                  <a:gd name="T4" fmla="*/ 8 w 150"/>
                  <a:gd name="T5" fmla="*/ 7 h 39"/>
                  <a:gd name="T6" fmla="*/ 3 w 150"/>
                  <a:gd name="T7" fmla="*/ 7 h 39"/>
                  <a:gd name="T8" fmla="*/ 1 w 150"/>
                  <a:gd name="T9" fmla="*/ 5 h 39"/>
                  <a:gd name="T10" fmla="*/ 17 w 150"/>
                  <a:gd name="T11" fmla="*/ 0 h 39"/>
                  <a:gd name="T12" fmla="*/ 19 w 150"/>
                  <a:gd name="T13" fmla="*/ 33 h 39"/>
                  <a:gd name="T14" fmla="*/ 28 w 150"/>
                  <a:gd name="T15" fmla="*/ 36 h 39"/>
                  <a:gd name="T16" fmla="*/ 21 w 150"/>
                  <a:gd name="T17" fmla="*/ 38 h 39"/>
                  <a:gd name="T18" fmla="*/ 6 w 150"/>
                  <a:gd name="T19" fmla="*/ 38 h 39"/>
                  <a:gd name="T20" fmla="*/ 0 w 150"/>
                  <a:gd name="T21" fmla="*/ 38 h 39"/>
                  <a:gd name="T22" fmla="*/ 46 w 150"/>
                  <a:gd name="T23" fmla="*/ 24 h 39"/>
                  <a:gd name="T24" fmla="*/ 48 w 150"/>
                  <a:gd name="T25" fmla="*/ 34 h 39"/>
                  <a:gd name="T26" fmla="*/ 61 w 150"/>
                  <a:gd name="T27" fmla="*/ 34 h 39"/>
                  <a:gd name="T28" fmla="*/ 60 w 150"/>
                  <a:gd name="T29" fmla="*/ 25 h 39"/>
                  <a:gd name="T30" fmla="*/ 51 w 150"/>
                  <a:gd name="T31" fmla="*/ 21 h 39"/>
                  <a:gd name="T32" fmla="*/ 60 w 150"/>
                  <a:gd name="T33" fmla="*/ 12 h 39"/>
                  <a:gd name="T34" fmla="*/ 59 w 150"/>
                  <a:gd name="T35" fmla="*/ 4 h 39"/>
                  <a:gd name="T36" fmla="*/ 48 w 150"/>
                  <a:gd name="T37" fmla="*/ 4 h 39"/>
                  <a:gd name="T38" fmla="*/ 49 w 150"/>
                  <a:gd name="T39" fmla="*/ 11 h 39"/>
                  <a:gd name="T40" fmla="*/ 56 w 150"/>
                  <a:gd name="T41" fmla="*/ 15 h 39"/>
                  <a:gd name="T42" fmla="*/ 41 w 150"/>
                  <a:gd name="T43" fmla="*/ 15 h 39"/>
                  <a:gd name="T44" fmla="*/ 43 w 150"/>
                  <a:gd name="T45" fmla="*/ 3 h 39"/>
                  <a:gd name="T46" fmla="*/ 65 w 150"/>
                  <a:gd name="T47" fmla="*/ 3 h 39"/>
                  <a:gd name="T48" fmla="*/ 67 w 150"/>
                  <a:gd name="T49" fmla="*/ 13 h 39"/>
                  <a:gd name="T50" fmla="*/ 68 w 150"/>
                  <a:gd name="T51" fmla="*/ 21 h 39"/>
                  <a:gd name="T52" fmla="*/ 66 w 150"/>
                  <a:gd name="T53" fmla="*/ 36 h 39"/>
                  <a:gd name="T54" fmla="*/ 41 w 150"/>
                  <a:gd name="T55" fmla="*/ 36 h 39"/>
                  <a:gd name="T56" fmla="*/ 39 w 150"/>
                  <a:gd name="T57" fmla="*/ 23 h 39"/>
                  <a:gd name="T58" fmla="*/ 47 w 150"/>
                  <a:gd name="T59" fmla="*/ 19 h 39"/>
                  <a:gd name="T60" fmla="*/ 80 w 150"/>
                  <a:gd name="T61" fmla="*/ 33 h 39"/>
                  <a:gd name="T62" fmla="*/ 87 w 150"/>
                  <a:gd name="T63" fmla="*/ 36 h 39"/>
                  <a:gd name="T64" fmla="*/ 100 w 150"/>
                  <a:gd name="T65" fmla="*/ 20 h 39"/>
                  <a:gd name="T66" fmla="*/ 95 w 150"/>
                  <a:gd name="T67" fmla="*/ 25 h 39"/>
                  <a:gd name="T68" fmla="*/ 79 w 150"/>
                  <a:gd name="T69" fmla="*/ 23 h 39"/>
                  <a:gd name="T70" fmla="*/ 81 w 150"/>
                  <a:gd name="T71" fmla="*/ 4 h 39"/>
                  <a:gd name="T72" fmla="*/ 105 w 150"/>
                  <a:gd name="T73" fmla="*/ 5 h 39"/>
                  <a:gd name="T74" fmla="*/ 108 w 150"/>
                  <a:gd name="T75" fmla="*/ 26 h 39"/>
                  <a:gd name="T76" fmla="*/ 96 w 150"/>
                  <a:gd name="T77" fmla="*/ 38 h 39"/>
                  <a:gd name="T78" fmla="*/ 81 w 150"/>
                  <a:gd name="T79" fmla="*/ 38 h 39"/>
                  <a:gd name="T80" fmla="*/ 77 w 150"/>
                  <a:gd name="T81" fmla="*/ 36 h 39"/>
                  <a:gd name="T82" fmla="*/ 98 w 150"/>
                  <a:gd name="T83" fmla="*/ 19 h 39"/>
                  <a:gd name="T84" fmla="*/ 98 w 150"/>
                  <a:gd name="T85" fmla="*/ 6 h 39"/>
                  <a:gd name="T86" fmla="*/ 87 w 150"/>
                  <a:gd name="T87" fmla="*/ 6 h 39"/>
                  <a:gd name="T88" fmla="*/ 88 w 150"/>
                  <a:gd name="T89" fmla="*/ 19 h 39"/>
                  <a:gd name="T90" fmla="*/ 93 w 150"/>
                  <a:gd name="T91" fmla="*/ 21 h 39"/>
                  <a:gd name="T92" fmla="*/ 128 w 150"/>
                  <a:gd name="T93" fmla="*/ 20 h 39"/>
                  <a:gd name="T94" fmla="*/ 129 w 150"/>
                  <a:gd name="T95" fmla="*/ 33 h 39"/>
                  <a:gd name="T96" fmla="*/ 139 w 150"/>
                  <a:gd name="T97" fmla="*/ 34 h 39"/>
                  <a:gd name="T98" fmla="*/ 139 w 150"/>
                  <a:gd name="T99" fmla="*/ 21 h 39"/>
                  <a:gd name="T100" fmla="*/ 133 w 150"/>
                  <a:gd name="T101" fmla="*/ 18 h 39"/>
                  <a:gd name="T102" fmla="*/ 146 w 150"/>
                  <a:gd name="T103" fmla="*/ 6 h 39"/>
                  <a:gd name="T104" fmla="*/ 139 w 150"/>
                  <a:gd name="T105" fmla="*/ 4 h 39"/>
                  <a:gd name="T106" fmla="*/ 126 w 150"/>
                  <a:gd name="T107" fmla="*/ 19 h 39"/>
                  <a:gd name="T108" fmla="*/ 131 w 150"/>
                  <a:gd name="T109" fmla="*/ 15 h 39"/>
                  <a:gd name="T110" fmla="*/ 147 w 150"/>
                  <a:gd name="T111" fmla="*/ 16 h 39"/>
                  <a:gd name="T112" fmla="*/ 146 w 150"/>
                  <a:gd name="T113" fmla="*/ 35 h 39"/>
                  <a:gd name="T114" fmla="*/ 121 w 150"/>
                  <a:gd name="T115" fmla="*/ 35 h 39"/>
                  <a:gd name="T116" fmla="*/ 118 w 150"/>
                  <a:gd name="T117" fmla="*/ 13 h 39"/>
                  <a:gd name="T118" fmla="*/ 130 w 150"/>
                  <a:gd name="T119" fmla="*/ 2 h 39"/>
                  <a:gd name="T120" fmla="*/ 145 w 150"/>
                  <a:gd name="T121" fmla="*/ 1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50" h="39">
                    <a:moveTo>
                      <a:pt x="0" y="38"/>
                    </a:moveTo>
                    <a:cubicBezTo>
                      <a:pt x="0" y="36"/>
                      <a:pt x="0" y="36"/>
                      <a:pt x="0" y="36"/>
                    </a:cubicBezTo>
                    <a:cubicBezTo>
                      <a:pt x="4" y="36"/>
                      <a:pt x="6" y="36"/>
                      <a:pt x="8" y="35"/>
                    </a:cubicBezTo>
                    <a:cubicBezTo>
                      <a:pt x="9" y="35"/>
                      <a:pt x="9" y="34"/>
                      <a:pt x="9" y="33"/>
                    </a:cubicBezTo>
                    <a:cubicBezTo>
                      <a:pt x="9" y="10"/>
                      <a:pt x="9" y="10"/>
                      <a:pt x="9" y="10"/>
                    </a:cubicBezTo>
                    <a:cubicBezTo>
                      <a:pt x="9" y="9"/>
                      <a:pt x="9" y="8"/>
                      <a:pt x="8" y="7"/>
                    </a:cubicBezTo>
                    <a:cubicBezTo>
                      <a:pt x="8" y="7"/>
                      <a:pt x="7" y="7"/>
                      <a:pt x="5" y="7"/>
                    </a:cubicBezTo>
                    <a:cubicBezTo>
                      <a:pt x="5" y="7"/>
                      <a:pt x="4" y="7"/>
                      <a:pt x="3" y="7"/>
                    </a:cubicBezTo>
                    <a:cubicBezTo>
                      <a:pt x="2" y="7"/>
                      <a:pt x="2" y="7"/>
                      <a:pt x="1" y="7"/>
                    </a:cubicBezTo>
                    <a:cubicBezTo>
                      <a:pt x="1" y="5"/>
                      <a:pt x="1" y="5"/>
                      <a:pt x="1" y="5"/>
                    </a:cubicBezTo>
                    <a:cubicBezTo>
                      <a:pt x="4" y="4"/>
                      <a:pt x="7" y="4"/>
                      <a:pt x="9" y="3"/>
                    </a:cubicBezTo>
                    <a:cubicBezTo>
                      <a:pt x="12" y="3"/>
                      <a:pt x="14" y="2"/>
                      <a:pt x="17" y="0"/>
                    </a:cubicBezTo>
                    <a:cubicBezTo>
                      <a:pt x="19" y="0"/>
                      <a:pt x="19" y="0"/>
                      <a:pt x="19" y="0"/>
                    </a:cubicBezTo>
                    <a:cubicBezTo>
                      <a:pt x="19" y="33"/>
                      <a:pt x="19" y="33"/>
                      <a:pt x="19" y="33"/>
                    </a:cubicBezTo>
                    <a:cubicBezTo>
                      <a:pt x="19" y="34"/>
                      <a:pt x="20" y="35"/>
                      <a:pt x="21" y="35"/>
                    </a:cubicBezTo>
                    <a:cubicBezTo>
                      <a:pt x="22" y="36"/>
                      <a:pt x="24" y="36"/>
                      <a:pt x="28" y="36"/>
                    </a:cubicBezTo>
                    <a:cubicBezTo>
                      <a:pt x="28" y="38"/>
                      <a:pt x="28" y="38"/>
                      <a:pt x="28" y="38"/>
                    </a:cubicBezTo>
                    <a:cubicBezTo>
                      <a:pt x="26" y="38"/>
                      <a:pt x="23" y="38"/>
                      <a:pt x="21" y="38"/>
                    </a:cubicBezTo>
                    <a:cubicBezTo>
                      <a:pt x="19" y="38"/>
                      <a:pt x="16" y="38"/>
                      <a:pt x="14" y="38"/>
                    </a:cubicBezTo>
                    <a:cubicBezTo>
                      <a:pt x="11" y="38"/>
                      <a:pt x="8" y="38"/>
                      <a:pt x="6" y="38"/>
                    </a:cubicBezTo>
                    <a:cubicBezTo>
                      <a:pt x="4" y="38"/>
                      <a:pt x="2" y="38"/>
                      <a:pt x="0" y="38"/>
                    </a:cubicBezTo>
                    <a:cubicBezTo>
                      <a:pt x="0" y="38"/>
                      <a:pt x="0" y="38"/>
                      <a:pt x="0" y="38"/>
                    </a:cubicBezTo>
                    <a:close/>
                    <a:moveTo>
                      <a:pt x="51" y="21"/>
                    </a:moveTo>
                    <a:cubicBezTo>
                      <a:pt x="49" y="22"/>
                      <a:pt x="48" y="23"/>
                      <a:pt x="46" y="24"/>
                    </a:cubicBezTo>
                    <a:cubicBezTo>
                      <a:pt x="45" y="26"/>
                      <a:pt x="45" y="27"/>
                      <a:pt x="45" y="28"/>
                    </a:cubicBezTo>
                    <a:cubicBezTo>
                      <a:pt x="45" y="31"/>
                      <a:pt x="46" y="32"/>
                      <a:pt x="48" y="34"/>
                    </a:cubicBezTo>
                    <a:cubicBezTo>
                      <a:pt x="50" y="35"/>
                      <a:pt x="52" y="36"/>
                      <a:pt x="55" y="36"/>
                    </a:cubicBezTo>
                    <a:cubicBezTo>
                      <a:pt x="57" y="36"/>
                      <a:pt x="59" y="36"/>
                      <a:pt x="61" y="34"/>
                    </a:cubicBezTo>
                    <a:cubicBezTo>
                      <a:pt x="62" y="33"/>
                      <a:pt x="63" y="32"/>
                      <a:pt x="63" y="30"/>
                    </a:cubicBezTo>
                    <a:cubicBezTo>
                      <a:pt x="63" y="28"/>
                      <a:pt x="62" y="27"/>
                      <a:pt x="60" y="25"/>
                    </a:cubicBezTo>
                    <a:cubicBezTo>
                      <a:pt x="58" y="24"/>
                      <a:pt x="55" y="23"/>
                      <a:pt x="51" y="21"/>
                    </a:cubicBezTo>
                    <a:cubicBezTo>
                      <a:pt x="51" y="21"/>
                      <a:pt x="51" y="21"/>
                      <a:pt x="51" y="21"/>
                    </a:cubicBezTo>
                    <a:close/>
                    <a:moveTo>
                      <a:pt x="56" y="15"/>
                    </a:moveTo>
                    <a:cubicBezTo>
                      <a:pt x="58" y="14"/>
                      <a:pt x="59" y="13"/>
                      <a:pt x="60" y="12"/>
                    </a:cubicBezTo>
                    <a:cubicBezTo>
                      <a:pt x="61" y="11"/>
                      <a:pt x="61" y="10"/>
                      <a:pt x="61" y="8"/>
                    </a:cubicBezTo>
                    <a:cubicBezTo>
                      <a:pt x="61" y="7"/>
                      <a:pt x="60" y="5"/>
                      <a:pt x="59" y="4"/>
                    </a:cubicBezTo>
                    <a:cubicBezTo>
                      <a:pt x="57" y="3"/>
                      <a:pt x="56" y="3"/>
                      <a:pt x="53" y="3"/>
                    </a:cubicBezTo>
                    <a:cubicBezTo>
                      <a:pt x="51" y="3"/>
                      <a:pt x="50" y="3"/>
                      <a:pt x="48" y="4"/>
                    </a:cubicBezTo>
                    <a:cubicBezTo>
                      <a:pt x="47" y="5"/>
                      <a:pt x="46" y="6"/>
                      <a:pt x="46" y="7"/>
                    </a:cubicBezTo>
                    <a:cubicBezTo>
                      <a:pt x="46" y="9"/>
                      <a:pt x="47" y="10"/>
                      <a:pt x="49" y="11"/>
                    </a:cubicBezTo>
                    <a:cubicBezTo>
                      <a:pt x="50" y="13"/>
                      <a:pt x="53" y="14"/>
                      <a:pt x="56" y="15"/>
                    </a:cubicBezTo>
                    <a:cubicBezTo>
                      <a:pt x="56" y="15"/>
                      <a:pt x="56" y="15"/>
                      <a:pt x="56" y="15"/>
                    </a:cubicBezTo>
                    <a:close/>
                    <a:moveTo>
                      <a:pt x="47" y="19"/>
                    </a:moveTo>
                    <a:cubicBezTo>
                      <a:pt x="44" y="18"/>
                      <a:pt x="42" y="16"/>
                      <a:pt x="41" y="15"/>
                    </a:cubicBezTo>
                    <a:cubicBezTo>
                      <a:pt x="39" y="13"/>
                      <a:pt x="39" y="12"/>
                      <a:pt x="39" y="10"/>
                    </a:cubicBezTo>
                    <a:cubicBezTo>
                      <a:pt x="39" y="7"/>
                      <a:pt x="40" y="5"/>
                      <a:pt x="43" y="3"/>
                    </a:cubicBezTo>
                    <a:cubicBezTo>
                      <a:pt x="46" y="1"/>
                      <a:pt x="50" y="0"/>
                      <a:pt x="55" y="0"/>
                    </a:cubicBezTo>
                    <a:cubicBezTo>
                      <a:pt x="59" y="0"/>
                      <a:pt x="62" y="1"/>
                      <a:pt x="65" y="3"/>
                    </a:cubicBezTo>
                    <a:cubicBezTo>
                      <a:pt x="67" y="4"/>
                      <a:pt x="69" y="6"/>
                      <a:pt x="69" y="8"/>
                    </a:cubicBezTo>
                    <a:cubicBezTo>
                      <a:pt x="69" y="10"/>
                      <a:pt x="68" y="11"/>
                      <a:pt x="67" y="13"/>
                    </a:cubicBezTo>
                    <a:cubicBezTo>
                      <a:pt x="65" y="14"/>
                      <a:pt x="63" y="15"/>
                      <a:pt x="60" y="17"/>
                    </a:cubicBezTo>
                    <a:cubicBezTo>
                      <a:pt x="64" y="18"/>
                      <a:pt x="66" y="20"/>
                      <a:pt x="68" y="21"/>
                    </a:cubicBezTo>
                    <a:cubicBezTo>
                      <a:pt x="70" y="23"/>
                      <a:pt x="71" y="25"/>
                      <a:pt x="71" y="28"/>
                    </a:cubicBezTo>
                    <a:cubicBezTo>
                      <a:pt x="71" y="31"/>
                      <a:pt x="69" y="34"/>
                      <a:pt x="66" y="36"/>
                    </a:cubicBezTo>
                    <a:cubicBezTo>
                      <a:pt x="63" y="38"/>
                      <a:pt x="59" y="39"/>
                      <a:pt x="54" y="39"/>
                    </a:cubicBezTo>
                    <a:cubicBezTo>
                      <a:pt x="48" y="39"/>
                      <a:pt x="44" y="38"/>
                      <a:pt x="41" y="36"/>
                    </a:cubicBezTo>
                    <a:cubicBezTo>
                      <a:pt x="38" y="34"/>
                      <a:pt x="36" y="32"/>
                      <a:pt x="36" y="29"/>
                    </a:cubicBezTo>
                    <a:cubicBezTo>
                      <a:pt x="36" y="27"/>
                      <a:pt x="37" y="25"/>
                      <a:pt x="39" y="23"/>
                    </a:cubicBezTo>
                    <a:cubicBezTo>
                      <a:pt x="40" y="22"/>
                      <a:pt x="43" y="20"/>
                      <a:pt x="47" y="19"/>
                    </a:cubicBezTo>
                    <a:cubicBezTo>
                      <a:pt x="47" y="19"/>
                      <a:pt x="47" y="19"/>
                      <a:pt x="47" y="19"/>
                    </a:cubicBezTo>
                    <a:close/>
                    <a:moveTo>
                      <a:pt x="77" y="36"/>
                    </a:moveTo>
                    <a:cubicBezTo>
                      <a:pt x="80" y="33"/>
                      <a:pt x="80" y="33"/>
                      <a:pt x="80" y="33"/>
                    </a:cubicBezTo>
                    <a:cubicBezTo>
                      <a:pt x="81" y="34"/>
                      <a:pt x="82" y="35"/>
                      <a:pt x="83" y="35"/>
                    </a:cubicBezTo>
                    <a:cubicBezTo>
                      <a:pt x="85" y="35"/>
                      <a:pt x="86" y="36"/>
                      <a:pt x="87" y="36"/>
                    </a:cubicBezTo>
                    <a:cubicBezTo>
                      <a:pt x="91" y="36"/>
                      <a:pt x="94" y="34"/>
                      <a:pt x="97" y="31"/>
                    </a:cubicBezTo>
                    <a:cubicBezTo>
                      <a:pt x="99" y="28"/>
                      <a:pt x="100" y="25"/>
                      <a:pt x="100" y="20"/>
                    </a:cubicBezTo>
                    <a:cubicBezTo>
                      <a:pt x="100" y="20"/>
                      <a:pt x="100" y="20"/>
                      <a:pt x="100" y="20"/>
                    </a:cubicBezTo>
                    <a:cubicBezTo>
                      <a:pt x="99" y="22"/>
                      <a:pt x="97" y="24"/>
                      <a:pt x="95" y="25"/>
                    </a:cubicBezTo>
                    <a:cubicBezTo>
                      <a:pt x="93" y="26"/>
                      <a:pt x="91" y="26"/>
                      <a:pt x="88" y="26"/>
                    </a:cubicBezTo>
                    <a:cubicBezTo>
                      <a:pt x="85" y="26"/>
                      <a:pt x="82" y="25"/>
                      <a:pt x="79" y="23"/>
                    </a:cubicBezTo>
                    <a:cubicBezTo>
                      <a:pt x="77" y="21"/>
                      <a:pt x="76" y="18"/>
                      <a:pt x="76" y="15"/>
                    </a:cubicBezTo>
                    <a:cubicBezTo>
                      <a:pt x="76" y="11"/>
                      <a:pt x="78" y="7"/>
                      <a:pt x="81" y="4"/>
                    </a:cubicBezTo>
                    <a:cubicBezTo>
                      <a:pt x="84" y="2"/>
                      <a:pt x="88" y="0"/>
                      <a:pt x="93" y="0"/>
                    </a:cubicBezTo>
                    <a:cubicBezTo>
                      <a:pt x="98" y="0"/>
                      <a:pt x="102" y="2"/>
                      <a:pt x="105" y="5"/>
                    </a:cubicBezTo>
                    <a:cubicBezTo>
                      <a:pt x="108" y="8"/>
                      <a:pt x="110" y="12"/>
                      <a:pt x="110" y="17"/>
                    </a:cubicBezTo>
                    <a:cubicBezTo>
                      <a:pt x="110" y="20"/>
                      <a:pt x="109" y="23"/>
                      <a:pt x="108" y="26"/>
                    </a:cubicBezTo>
                    <a:cubicBezTo>
                      <a:pt x="107" y="29"/>
                      <a:pt x="106" y="31"/>
                      <a:pt x="104" y="33"/>
                    </a:cubicBezTo>
                    <a:cubicBezTo>
                      <a:pt x="101" y="35"/>
                      <a:pt x="99" y="36"/>
                      <a:pt x="96" y="38"/>
                    </a:cubicBezTo>
                    <a:cubicBezTo>
                      <a:pt x="93" y="39"/>
                      <a:pt x="91" y="39"/>
                      <a:pt x="87" y="39"/>
                    </a:cubicBezTo>
                    <a:cubicBezTo>
                      <a:pt x="85" y="39"/>
                      <a:pt x="83" y="39"/>
                      <a:pt x="81" y="38"/>
                    </a:cubicBezTo>
                    <a:cubicBezTo>
                      <a:pt x="80" y="38"/>
                      <a:pt x="78" y="37"/>
                      <a:pt x="77" y="36"/>
                    </a:cubicBezTo>
                    <a:cubicBezTo>
                      <a:pt x="77" y="36"/>
                      <a:pt x="77" y="36"/>
                      <a:pt x="77" y="36"/>
                    </a:cubicBezTo>
                    <a:close/>
                    <a:moveTo>
                      <a:pt x="93" y="21"/>
                    </a:moveTo>
                    <a:cubicBezTo>
                      <a:pt x="95" y="21"/>
                      <a:pt x="97" y="21"/>
                      <a:pt x="98" y="19"/>
                    </a:cubicBezTo>
                    <a:cubicBezTo>
                      <a:pt x="99" y="18"/>
                      <a:pt x="100" y="16"/>
                      <a:pt x="100" y="14"/>
                    </a:cubicBezTo>
                    <a:cubicBezTo>
                      <a:pt x="100" y="11"/>
                      <a:pt x="99" y="8"/>
                      <a:pt x="98" y="6"/>
                    </a:cubicBezTo>
                    <a:cubicBezTo>
                      <a:pt x="96" y="4"/>
                      <a:pt x="94" y="3"/>
                      <a:pt x="92" y="3"/>
                    </a:cubicBezTo>
                    <a:cubicBezTo>
                      <a:pt x="90" y="3"/>
                      <a:pt x="88" y="4"/>
                      <a:pt x="87" y="6"/>
                    </a:cubicBezTo>
                    <a:cubicBezTo>
                      <a:pt x="86" y="7"/>
                      <a:pt x="86" y="9"/>
                      <a:pt x="86" y="12"/>
                    </a:cubicBezTo>
                    <a:cubicBezTo>
                      <a:pt x="86" y="15"/>
                      <a:pt x="87" y="17"/>
                      <a:pt x="88" y="19"/>
                    </a:cubicBezTo>
                    <a:cubicBezTo>
                      <a:pt x="89" y="21"/>
                      <a:pt x="91" y="21"/>
                      <a:pt x="93" y="21"/>
                    </a:cubicBezTo>
                    <a:cubicBezTo>
                      <a:pt x="93" y="21"/>
                      <a:pt x="93" y="21"/>
                      <a:pt x="93" y="21"/>
                    </a:cubicBezTo>
                    <a:close/>
                    <a:moveTo>
                      <a:pt x="133" y="18"/>
                    </a:moveTo>
                    <a:cubicBezTo>
                      <a:pt x="131" y="18"/>
                      <a:pt x="130" y="19"/>
                      <a:pt x="128" y="20"/>
                    </a:cubicBezTo>
                    <a:cubicBezTo>
                      <a:pt x="127" y="21"/>
                      <a:pt x="127" y="23"/>
                      <a:pt x="127" y="25"/>
                    </a:cubicBezTo>
                    <a:cubicBezTo>
                      <a:pt x="127" y="29"/>
                      <a:pt x="127" y="31"/>
                      <a:pt x="129" y="33"/>
                    </a:cubicBezTo>
                    <a:cubicBezTo>
                      <a:pt x="130" y="35"/>
                      <a:pt x="132" y="36"/>
                      <a:pt x="134" y="36"/>
                    </a:cubicBezTo>
                    <a:cubicBezTo>
                      <a:pt x="136" y="36"/>
                      <a:pt x="138" y="35"/>
                      <a:pt x="139" y="34"/>
                    </a:cubicBezTo>
                    <a:cubicBezTo>
                      <a:pt x="140" y="33"/>
                      <a:pt x="140" y="31"/>
                      <a:pt x="140" y="28"/>
                    </a:cubicBezTo>
                    <a:cubicBezTo>
                      <a:pt x="140" y="25"/>
                      <a:pt x="140" y="22"/>
                      <a:pt x="139" y="21"/>
                    </a:cubicBezTo>
                    <a:cubicBezTo>
                      <a:pt x="137" y="19"/>
                      <a:pt x="136" y="18"/>
                      <a:pt x="133" y="18"/>
                    </a:cubicBezTo>
                    <a:cubicBezTo>
                      <a:pt x="133" y="18"/>
                      <a:pt x="133" y="18"/>
                      <a:pt x="133" y="18"/>
                    </a:cubicBezTo>
                    <a:close/>
                    <a:moveTo>
                      <a:pt x="150" y="4"/>
                    </a:moveTo>
                    <a:cubicBezTo>
                      <a:pt x="146" y="6"/>
                      <a:pt x="146" y="6"/>
                      <a:pt x="146" y="6"/>
                    </a:cubicBezTo>
                    <a:cubicBezTo>
                      <a:pt x="145" y="5"/>
                      <a:pt x="144" y="5"/>
                      <a:pt x="143" y="5"/>
                    </a:cubicBezTo>
                    <a:cubicBezTo>
                      <a:pt x="142" y="4"/>
                      <a:pt x="141" y="4"/>
                      <a:pt x="139" y="4"/>
                    </a:cubicBezTo>
                    <a:cubicBezTo>
                      <a:pt x="135" y="4"/>
                      <a:pt x="132" y="5"/>
                      <a:pt x="130" y="8"/>
                    </a:cubicBezTo>
                    <a:cubicBezTo>
                      <a:pt x="127" y="11"/>
                      <a:pt x="126" y="15"/>
                      <a:pt x="126" y="19"/>
                    </a:cubicBezTo>
                    <a:cubicBezTo>
                      <a:pt x="126" y="19"/>
                      <a:pt x="126" y="19"/>
                      <a:pt x="126" y="19"/>
                    </a:cubicBezTo>
                    <a:cubicBezTo>
                      <a:pt x="127" y="17"/>
                      <a:pt x="129" y="16"/>
                      <a:pt x="131" y="15"/>
                    </a:cubicBezTo>
                    <a:cubicBezTo>
                      <a:pt x="133" y="14"/>
                      <a:pt x="135" y="13"/>
                      <a:pt x="138" y="13"/>
                    </a:cubicBezTo>
                    <a:cubicBezTo>
                      <a:pt x="142" y="13"/>
                      <a:pt x="145" y="14"/>
                      <a:pt x="147" y="16"/>
                    </a:cubicBezTo>
                    <a:cubicBezTo>
                      <a:pt x="149" y="18"/>
                      <a:pt x="150" y="21"/>
                      <a:pt x="150" y="25"/>
                    </a:cubicBezTo>
                    <a:cubicBezTo>
                      <a:pt x="150" y="29"/>
                      <a:pt x="149" y="32"/>
                      <a:pt x="146" y="35"/>
                    </a:cubicBezTo>
                    <a:cubicBezTo>
                      <a:pt x="143" y="38"/>
                      <a:pt x="139" y="39"/>
                      <a:pt x="134" y="39"/>
                    </a:cubicBezTo>
                    <a:cubicBezTo>
                      <a:pt x="128" y="39"/>
                      <a:pt x="124" y="38"/>
                      <a:pt x="121" y="35"/>
                    </a:cubicBezTo>
                    <a:cubicBezTo>
                      <a:pt x="118" y="32"/>
                      <a:pt x="116" y="27"/>
                      <a:pt x="116" y="22"/>
                    </a:cubicBezTo>
                    <a:cubicBezTo>
                      <a:pt x="116" y="19"/>
                      <a:pt x="117" y="16"/>
                      <a:pt x="118" y="13"/>
                    </a:cubicBezTo>
                    <a:cubicBezTo>
                      <a:pt x="119" y="11"/>
                      <a:pt x="121" y="9"/>
                      <a:pt x="123" y="7"/>
                    </a:cubicBezTo>
                    <a:cubicBezTo>
                      <a:pt x="125" y="5"/>
                      <a:pt x="127" y="3"/>
                      <a:pt x="130" y="2"/>
                    </a:cubicBezTo>
                    <a:cubicBezTo>
                      <a:pt x="133" y="1"/>
                      <a:pt x="136" y="0"/>
                      <a:pt x="139" y="0"/>
                    </a:cubicBezTo>
                    <a:cubicBezTo>
                      <a:pt x="141" y="0"/>
                      <a:pt x="143" y="1"/>
                      <a:pt x="145" y="1"/>
                    </a:cubicBezTo>
                    <a:cubicBezTo>
                      <a:pt x="147" y="2"/>
                      <a:pt x="148" y="3"/>
                      <a:pt x="150"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solidFill>
                    <a:srgbClr val="000000"/>
                  </a:solidFill>
                </a:endParaRPr>
              </a:p>
            </p:txBody>
          </p:sp>
          <p:sp>
            <p:nvSpPr>
              <p:cNvPr id="27" name="ïsļîḑè"/>
              <p:cNvSpPr/>
              <p:nvPr/>
            </p:nvSpPr>
            <p:spPr bwMode="auto">
              <a:xfrm>
                <a:off x="2190751" y="2551113"/>
                <a:ext cx="1754188" cy="1651000"/>
              </a:xfrm>
              <a:custGeom>
                <a:avLst/>
                <a:gdLst>
                  <a:gd name="T0" fmla="*/ 266 w 532"/>
                  <a:gd name="T1" fmla="*/ 0 h 500"/>
                  <a:gd name="T2" fmla="*/ 532 w 532"/>
                  <a:gd name="T3" fmla="*/ 266 h 500"/>
                  <a:gd name="T4" fmla="*/ 395 w 532"/>
                  <a:gd name="T5" fmla="*/ 500 h 500"/>
                  <a:gd name="T6" fmla="*/ 389 w 532"/>
                  <a:gd name="T7" fmla="*/ 489 h 500"/>
                  <a:gd name="T8" fmla="*/ 521 w 532"/>
                  <a:gd name="T9" fmla="*/ 266 h 500"/>
                  <a:gd name="T10" fmla="*/ 266 w 532"/>
                  <a:gd name="T11" fmla="*/ 12 h 500"/>
                  <a:gd name="T12" fmla="*/ 11 w 532"/>
                  <a:gd name="T13" fmla="*/ 266 h 500"/>
                  <a:gd name="T14" fmla="*/ 144 w 532"/>
                  <a:gd name="T15" fmla="*/ 490 h 500"/>
                  <a:gd name="T16" fmla="*/ 139 w 532"/>
                  <a:gd name="T17" fmla="*/ 500 h 500"/>
                  <a:gd name="T18" fmla="*/ 0 w 532"/>
                  <a:gd name="T19" fmla="*/ 266 h 500"/>
                  <a:gd name="T20" fmla="*/ 266 w 532"/>
                  <a:gd name="T21" fmla="*/ 0 h 5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32" h="500">
                    <a:moveTo>
                      <a:pt x="266" y="0"/>
                    </a:moveTo>
                    <a:cubicBezTo>
                      <a:pt x="413" y="0"/>
                      <a:pt x="532" y="120"/>
                      <a:pt x="532" y="266"/>
                    </a:cubicBezTo>
                    <a:cubicBezTo>
                      <a:pt x="532" y="367"/>
                      <a:pt x="477" y="454"/>
                      <a:pt x="395" y="500"/>
                    </a:cubicBezTo>
                    <a:cubicBezTo>
                      <a:pt x="389" y="489"/>
                      <a:pt x="389" y="489"/>
                      <a:pt x="389" y="489"/>
                    </a:cubicBezTo>
                    <a:cubicBezTo>
                      <a:pt x="468" y="446"/>
                      <a:pt x="521" y="362"/>
                      <a:pt x="521" y="266"/>
                    </a:cubicBezTo>
                    <a:cubicBezTo>
                      <a:pt x="521" y="126"/>
                      <a:pt x="407" y="12"/>
                      <a:pt x="266" y="12"/>
                    </a:cubicBezTo>
                    <a:cubicBezTo>
                      <a:pt x="126" y="12"/>
                      <a:pt x="11" y="126"/>
                      <a:pt x="11" y="266"/>
                    </a:cubicBezTo>
                    <a:cubicBezTo>
                      <a:pt x="11" y="363"/>
                      <a:pt x="65" y="447"/>
                      <a:pt x="144" y="490"/>
                    </a:cubicBezTo>
                    <a:cubicBezTo>
                      <a:pt x="139" y="500"/>
                      <a:pt x="139" y="500"/>
                      <a:pt x="139" y="500"/>
                    </a:cubicBezTo>
                    <a:cubicBezTo>
                      <a:pt x="56" y="455"/>
                      <a:pt x="0" y="367"/>
                      <a:pt x="0" y="266"/>
                    </a:cubicBezTo>
                    <a:cubicBezTo>
                      <a:pt x="0" y="120"/>
                      <a:pt x="120" y="0"/>
                      <a:pt x="266"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solidFill>
                    <a:srgbClr val="000000"/>
                  </a:solidFill>
                </a:endParaRPr>
              </a:p>
            </p:txBody>
          </p:sp>
        </p:grpSp>
        <p:sp>
          <p:nvSpPr>
            <p:cNvPr id="8" name="íšľïḋé"/>
            <p:cNvSpPr/>
            <p:nvPr/>
          </p:nvSpPr>
          <p:spPr bwMode="auto">
            <a:xfrm>
              <a:off x="10398657" y="734847"/>
              <a:ext cx="1120243" cy="66549"/>
            </a:xfrm>
            <a:custGeom>
              <a:avLst/>
              <a:gdLst>
                <a:gd name="T0" fmla="*/ 2 w 1702"/>
                <a:gd name="T1" fmla="*/ 29 h 101"/>
                <a:gd name="T2" fmla="*/ 49 w 1702"/>
                <a:gd name="T3" fmla="*/ 13 h 101"/>
                <a:gd name="T4" fmla="*/ 59 w 1702"/>
                <a:gd name="T5" fmla="*/ 92 h 101"/>
                <a:gd name="T6" fmla="*/ 87 w 1702"/>
                <a:gd name="T7" fmla="*/ 93 h 101"/>
                <a:gd name="T8" fmla="*/ 110 w 1702"/>
                <a:gd name="T9" fmla="*/ 3 h 101"/>
                <a:gd name="T10" fmla="*/ 133 w 1702"/>
                <a:gd name="T11" fmla="*/ 99 h 101"/>
                <a:gd name="T12" fmla="*/ 235 w 1702"/>
                <a:gd name="T13" fmla="*/ 34 h 101"/>
                <a:gd name="T14" fmla="*/ 240 w 1702"/>
                <a:gd name="T15" fmla="*/ 77 h 101"/>
                <a:gd name="T16" fmla="*/ 254 w 1702"/>
                <a:gd name="T17" fmla="*/ 99 h 101"/>
                <a:gd name="T18" fmla="*/ 263 w 1702"/>
                <a:gd name="T19" fmla="*/ 2 h 101"/>
                <a:gd name="T20" fmla="*/ 326 w 1702"/>
                <a:gd name="T21" fmla="*/ 9 h 101"/>
                <a:gd name="T22" fmla="*/ 354 w 1702"/>
                <a:gd name="T23" fmla="*/ 9 h 101"/>
                <a:gd name="T24" fmla="*/ 318 w 1702"/>
                <a:gd name="T25" fmla="*/ 93 h 101"/>
                <a:gd name="T26" fmla="*/ 299 w 1702"/>
                <a:gd name="T27" fmla="*/ 98 h 101"/>
                <a:gd name="T28" fmla="*/ 377 w 1702"/>
                <a:gd name="T29" fmla="*/ 2 h 101"/>
                <a:gd name="T30" fmla="*/ 415 w 1702"/>
                <a:gd name="T31" fmla="*/ 82 h 101"/>
                <a:gd name="T32" fmla="*/ 454 w 1702"/>
                <a:gd name="T33" fmla="*/ 2 h 101"/>
                <a:gd name="T34" fmla="*/ 398 w 1702"/>
                <a:gd name="T35" fmla="*/ 93 h 101"/>
                <a:gd name="T36" fmla="*/ 510 w 1702"/>
                <a:gd name="T37" fmla="*/ 93 h 101"/>
                <a:gd name="T38" fmla="*/ 528 w 1702"/>
                <a:gd name="T39" fmla="*/ 2 h 101"/>
                <a:gd name="T40" fmla="*/ 534 w 1702"/>
                <a:gd name="T41" fmla="*/ 93 h 101"/>
                <a:gd name="T42" fmla="*/ 669 w 1702"/>
                <a:gd name="T43" fmla="*/ 9 h 101"/>
                <a:gd name="T44" fmla="*/ 680 w 1702"/>
                <a:gd name="T45" fmla="*/ 17 h 101"/>
                <a:gd name="T46" fmla="*/ 598 w 1702"/>
                <a:gd name="T47" fmla="*/ 98 h 101"/>
                <a:gd name="T48" fmla="*/ 607 w 1702"/>
                <a:gd name="T49" fmla="*/ 3 h 101"/>
                <a:gd name="T50" fmla="*/ 793 w 1702"/>
                <a:gd name="T51" fmla="*/ 3 h 101"/>
                <a:gd name="T52" fmla="*/ 827 w 1702"/>
                <a:gd name="T53" fmla="*/ 89 h 101"/>
                <a:gd name="T54" fmla="*/ 860 w 1702"/>
                <a:gd name="T55" fmla="*/ 2 h 101"/>
                <a:gd name="T56" fmla="*/ 781 w 1702"/>
                <a:gd name="T57" fmla="*/ 16 h 101"/>
                <a:gd name="T58" fmla="*/ 981 w 1702"/>
                <a:gd name="T59" fmla="*/ 7 h 101"/>
                <a:gd name="T60" fmla="*/ 914 w 1702"/>
                <a:gd name="T61" fmla="*/ 99 h 101"/>
                <a:gd name="T62" fmla="*/ 882 w 1702"/>
                <a:gd name="T63" fmla="*/ 7 h 101"/>
                <a:gd name="T64" fmla="*/ 1006 w 1702"/>
                <a:gd name="T65" fmla="*/ 91 h 101"/>
                <a:gd name="T66" fmla="*/ 1042 w 1702"/>
                <a:gd name="T67" fmla="*/ 2 h 101"/>
                <a:gd name="T68" fmla="*/ 1020 w 1702"/>
                <a:gd name="T69" fmla="*/ 98 h 101"/>
                <a:gd name="T70" fmla="*/ 1054 w 1702"/>
                <a:gd name="T71" fmla="*/ 2 h 101"/>
                <a:gd name="T72" fmla="*/ 1090 w 1702"/>
                <a:gd name="T73" fmla="*/ 15 h 101"/>
                <a:gd name="T74" fmla="*/ 1137 w 1702"/>
                <a:gd name="T75" fmla="*/ 2 h 101"/>
                <a:gd name="T76" fmla="*/ 1173 w 1702"/>
                <a:gd name="T77" fmla="*/ 91 h 101"/>
                <a:gd name="T78" fmla="*/ 1224 w 1702"/>
                <a:gd name="T79" fmla="*/ 2 h 101"/>
                <a:gd name="T80" fmla="*/ 1210 w 1702"/>
                <a:gd name="T81" fmla="*/ 46 h 101"/>
                <a:gd name="T82" fmla="*/ 1211 w 1702"/>
                <a:gd name="T83" fmla="*/ 52 h 101"/>
                <a:gd name="T84" fmla="*/ 1221 w 1702"/>
                <a:gd name="T85" fmla="*/ 98 h 101"/>
                <a:gd name="T86" fmla="*/ 1267 w 1702"/>
                <a:gd name="T87" fmla="*/ 9 h 101"/>
                <a:gd name="T88" fmla="*/ 1333 w 1702"/>
                <a:gd name="T89" fmla="*/ 40 h 101"/>
                <a:gd name="T90" fmla="*/ 1324 w 1702"/>
                <a:gd name="T91" fmla="*/ 96 h 101"/>
                <a:gd name="T92" fmla="*/ 1302 w 1702"/>
                <a:gd name="T93" fmla="*/ 93 h 101"/>
                <a:gd name="T94" fmla="*/ 1318 w 1702"/>
                <a:gd name="T95" fmla="*/ 28 h 101"/>
                <a:gd name="T96" fmla="*/ 1413 w 1702"/>
                <a:gd name="T97" fmla="*/ 88 h 101"/>
                <a:gd name="T98" fmla="*/ 1431 w 1702"/>
                <a:gd name="T99" fmla="*/ 4 h 101"/>
                <a:gd name="T100" fmla="*/ 1407 w 1702"/>
                <a:gd name="T101" fmla="*/ 38 h 101"/>
                <a:gd name="T102" fmla="*/ 1370 w 1702"/>
                <a:gd name="T103" fmla="*/ 73 h 101"/>
                <a:gd name="T104" fmla="*/ 1465 w 1702"/>
                <a:gd name="T105" fmla="*/ 9 h 101"/>
                <a:gd name="T106" fmla="*/ 1491 w 1702"/>
                <a:gd name="T107" fmla="*/ 16 h 101"/>
                <a:gd name="T108" fmla="*/ 1456 w 1702"/>
                <a:gd name="T109" fmla="*/ 99 h 101"/>
                <a:gd name="T110" fmla="*/ 1517 w 1702"/>
                <a:gd name="T111" fmla="*/ 26 h 101"/>
                <a:gd name="T112" fmla="*/ 1586 w 1702"/>
                <a:gd name="T113" fmla="*/ 13 h 101"/>
                <a:gd name="T114" fmla="*/ 1545 w 1702"/>
                <a:gd name="T115" fmla="*/ 98 h 101"/>
                <a:gd name="T116" fmla="*/ 1656 w 1702"/>
                <a:gd name="T117" fmla="*/ 98 h 101"/>
                <a:gd name="T118" fmla="*/ 1610 w 1702"/>
                <a:gd name="T119" fmla="*/ 7 h 101"/>
                <a:gd name="T120" fmla="*/ 1644 w 1702"/>
                <a:gd name="T121" fmla="*/ 12 h 101"/>
                <a:gd name="T122" fmla="*/ 1688 w 1702"/>
                <a:gd name="T123" fmla="*/ 3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702" h="101">
                  <a:moveTo>
                    <a:pt x="1" y="66"/>
                  </a:moveTo>
                  <a:cubicBezTo>
                    <a:pt x="11" y="66"/>
                    <a:pt x="11" y="66"/>
                    <a:pt x="11" y="66"/>
                  </a:cubicBezTo>
                  <a:cubicBezTo>
                    <a:pt x="11" y="75"/>
                    <a:pt x="13" y="81"/>
                    <a:pt x="16" y="85"/>
                  </a:cubicBezTo>
                  <a:cubicBezTo>
                    <a:pt x="20" y="90"/>
                    <a:pt x="25" y="92"/>
                    <a:pt x="32" y="92"/>
                  </a:cubicBezTo>
                  <a:cubicBezTo>
                    <a:pt x="37" y="92"/>
                    <a:pt x="41" y="90"/>
                    <a:pt x="44" y="88"/>
                  </a:cubicBezTo>
                  <a:cubicBezTo>
                    <a:pt x="48" y="85"/>
                    <a:pt x="49" y="82"/>
                    <a:pt x="49" y="77"/>
                  </a:cubicBezTo>
                  <a:cubicBezTo>
                    <a:pt x="49" y="74"/>
                    <a:pt x="48" y="71"/>
                    <a:pt x="46" y="68"/>
                  </a:cubicBezTo>
                  <a:cubicBezTo>
                    <a:pt x="44" y="66"/>
                    <a:pt x="39" y="63"/>
                    <a:pt x="31" y="60"/>
                  </a:cubicBezTo>
                  <a:cubicBezTo>
                    <a:pt x="20" y="55"/>
                    <a:pt x="12" y="51"/>
                    <a:pt x="8" y="46"/>
                  </a:cubicBezTo>
                  <a:cubicBezTo>
                    <a:pt x="4" y="41"/>
                    <a:pt x="2" y="36"/>
                    <a:pt x="2" y="29"/>
                  </a:cubicBezTo>
                  <a:cubicBezTo>
                    <a:pt x="2" y="20"/>
                    <a:pt x="5" y="13"/>
                    <a:pt x="11" y="8"/>
                  </a:cubicBezTo>
                  <a:cubicBezTo>
                    <a:pt x="17" y="2"/>
                    <a:pt x="25" y="0"/>
                    <a:pt x="34" y="0"/>
                  </a:cubicBezTo>
                  <a:cubicBezTo>
                    <a:pt x="38" y="0"/>
                    <a:pt x="42" y="0"/>
                    <a:pt x="47" y="1"/>
                  </a:cubicBezTo>
                  <a:cubicBezTo>
                    <a:pt x="51" y="1"/>
                    <a:pt x="56" y="2"/>
                    <a:pt x="62" y="3"/>
                  </a:cubicBezTo>
                  <a:cubicBezTo>
                    <a:pt x="62" y="4"/>
                    <a:pt x="62" y="4"/>
                    <a:pt x="62" y="4"/>
                  </a:cubicBezTo>
                  <a:cubicBezTo>
                    <a:pt x="62" y="9"/>
                    <a:pt x="62" y="14"/>
                    <a:pt x="62" y="17"/>
                  </a:cubicBezTo>
                  <a:cubicBezTo>
                    <a:pt x="62" y="19"/>
                    <a:pt x="62" y="23"/>
                    <a:pt x="62" y="29"/>
                  </a:cubicBezTo>
                  <a:cubicBezTo>
                    <a:pt x="62" y="29"/>
                    <a:pt x="62" y="29"/>
                    <a:pt x="62" y="29"/>
                  </a:cubicBezTo>
                  <a:cubicBezTo>
                    <a:pt x="54" y="29"/>
                    <a:pt x="54" y="29"/>
                    <a:pt x="54" y="29"/>
                  </a:cubicBezTo>
                  <a:cubicBezTo>
                    <a:pt x="54" y="22"/>
                    <a:pt x="53" y="17"/>
                    <a:pt x="49" y="13"/>
                  </a:cubicBezTo>
                  <a:cubicBezTo>
                    <a:pt x="46" y="10"/>
                    <a:pt x="42" y="8"/>
                    <a:pt x="36" y="8"/>
                  </a:cubicBezTo>
                  <a:cubicBezTo>
                    <a:pt x="31" y="8"/>
                    <a:pt x="27" y="9"/>
                    <a:pt x="25" y="11"/>
                  </a:cubicBezTo>
                  <a:cubicBezTo>
                    <a:pt x="22" y="14"/>
                    <a:pt x="21" y="17"/>
                    <a:pt x="21" y="21"/>
                  </a:cubicBezTo>
                  <a:cubicBezTo>
                    <a:pt x="21" y="24"/>
                    <a:pt x="22" y="27"/>
                    <a:pt x="24" y="30"/>
                  </a:cubicBezTo>
                  <a:cubicBezTo>
                    <a:pt x="26" y="32"/>
                    <a:pt x="31" y="35"/>
                    <a:pt x="39" y="38"/>
                  </a:cubicBezTo>
                  <a:cubicBezTo>
                    <a:pt x="40" y="38"/>
                    <a:pt x="41" y="39"/>
                    <a:pt x="43" y="40"/>
                  </a:cubicBezTo>
                  <a:cubicBezTo>
                    <a:pt x="51" y="43"/>
                    <a:pt x="57" y="46"/>
                    <a:pt x="60" y="49"/>
                  </a:cubicBezTo>
                  <a:cubicBezTo>
                    <a:pt x="63" y="51"/>
                    <a:pt x="65" y="55"/>
                    <a:pt x="66" y="58"/>
                  </a:cubicBezTo>
                  <a:cubicBezTo>
                    <a:pt x="68" y="61"/>
                    <a:pt x="69" y="65"/>
                    <a:pt x="69" y="69"/>
                  </a:cubicBezTo>
                  <a:cubicBezTo>
                    <a:pt x="69" y="79"/>
                    <a:pt x="65" y="86"/>
                    <a:pt x="59" y="92"/>
                  </a:cubicBezTo>
                  <a:cubicBezTo>
                    <a:pt x="53" y="98"/>
                    <a:pt x="44" y="101"/>
                    <a:pt x="33" y="101"/>
                  </a:cubicBezTo>
                  <a:cubicBezTo>
                    <a:pt x="27" y="101"/>
                    <a:pt x="21" y="100"/>
                    <a:pt x="16" y="99"/>
                  </a:cubicBezTo>
                  <a:cubicBezTo>
                    <a:pt x="11" y="98"/>
                    <a:pt x="5" y="96"/>
                    <a:pt x="0" y="93"/>
                  </a:cubicBezTo>
                  <a:cubicBezTo>
                    <a:pt x="1" y="90"/>
                    <a:pt x="1" y="87"/>
                    <a:pt x="1" y="83"/>
                  </a:cubicBezTo>
                  <a:cubicBezTo>
                    <a:pt x="1" y="80"/>
                    <a:pt x="1" y="77"/>
                    <a:pt x="1" y="73"/>
                  </a:cubicBezTo>
                  <a:cubicBezTo>
                    <a:pt x="1" y="71"/>
                    <a:pt x="1" y="70"/>
                    <a:pt x="1" y="69"/>
                  </a:cubicBezTo>
                  <a:cubicBezTo>
                    <a:pt x="1" y="68"/>
                    <a:pt x="1" y="67"/>
                    <a:pt x="1" y="66"/>
                  </a:cubicBezTo>
                  <a:cubicBezTo>
                    <a:pt x="1" y="66"/>
                    <a:pt x="1" y="66"/>
                    <a:pt x="1" y="66"/>
                  </a:cubicBezTo>
                  <a:close/>
                  <a:moveTo>
                    <a:pt x="87" y="99"/>
                  </a:moveTo>
                  <a:cubicBezTo>
                    <a:pt x="87" y="93"/>
                    <a:pt x="87" y="93"/>
                    <a:pt x="87" y="93"/>
                  </a:cubicBezTo>
                  <a:cubicBezTo>
                    <a:pt x="88" y="93"/>
                    <a:pt x="88" y="93"/>
                    <a:pt x="88" y="93"/>
                  </a:cubicBezTo>
                  <a:cubicBezTo>
                    <a:pt x="93" y="93"/>
                    <a:pt x="95" y="92"/>
                    <a:pt x="97" y="91"/>
                  </a:cubicBezTo>
                  <a:cubicBezTo>
                    <a:pt x="98" y="89"/>
                    <a:pt x="99" y="86"/>
                    <a:pt x="99" y="81"/>
                  </a:cubicBezTo>
                  <a:cubicBezTo>
                    <a:pt x="99" y="16"/>
                    <a:pt x="99" y="16"/>
                    <a:pt x="99" y="16"/>
                  </a:cubicBezTo>
                  <a:cubicBezTo>
                    <a:pt x="99" y="13"/>
                    <a:pt x="98" y="11"/>
                    <a:pt x="97" y="9"/>
                  </a:cubicBezTo>
                  <a:cubicBezTo>
                    <a:pt x="95" y="8"/>
                    <a:pt x="93" y="7"/>
                    <a:pt x="89" y="7"/>
                  </a:cubicBezTo>
                  <a:cubicBezTo>
                    <a:pt x="87" y="7"/>
                    <a:pt x="87" y="7"/>
                    <a:pt x="87" y="7"/>
                  </a:cubicBezTo>
                  <a:cubicBezTo>
                    <a:pt x="87" y="2"/>
                    <a:pt x="87" y="2"/>
                    <a:pt x="87" y="2"/>
                  </a:cubicBezTo>
                  <a:cubicBezTo>
                    <a:pt x="91" y="2"/>
                    <a:pt x="95" y="2"/>
                    <a:pt x="99" y="2"/>
                  </a:cubicBezTo>
                  <a:cubicBezTo>
                    <a:pt x="103" y="3"/>
                    <a:pt x="107" y="3"/>
                    <a:pt x="110" y="3"/>
                  </a:cubicBezTo>
                  <a:cubicBezTo>
                    <a:pt x="114" y="3"/>
                    <a:pt x="118" y="3"/>
                    <a:pt x="122" y="2"/>
                  </a:cubicBezTo>
                  <a:cubicBezTo>
                    <a:pt x="126" y="2"/>
                    <a:pt x="129" y="2"/>
                    <a:pt x="133" y="2"/>
                  </a:cubicBezTo>
                  <a:cubicBezTo>
                    <a:pt x="133" y="7"/>
                    <a:pt x="133" y="7"/>
                    <a:pt x="133" y="7"/>
                  </a:cubicBezTo>
                  <a:cubicBezTo>
                    <a:pt x="129" y="7"/>
                    <a:pt x="126" y="8"/>
                    <a:pt x="125" y="9"/>
                  </a:cubicBezTo>
                  <a:cubicBezTo>
                    <a:pt x="123" y="10"/>
                    <a:pt x="122" y="12"/>
                    <a:pt x="122" y="16"/>
                  </a:cubicBezTo>
                  <a:cubicBezTo>
                    <a:pt x="122" y="81"/>
                    <a:pt x="122" y="81"/>
                    <a:pt x="122" y="81"/>
                  </a:cubicBezTo>
                  <a:cubicBezTo>
                    <a:pt x="122" y="86"/>
                    <a:pt x="123" y="89"/>
                    <a:pt x="124" y="91"/>
                  </a:cubicBezTo>
                  <a:cubicBezTo>
                    <a:pt x="126" y="92"/>
                    <a:pt x="128" y="93"/>
                    <a:pt x="133" y="93"/>
                  </a:cubicBezTo>
                  <a:cubicBezTo>
                    <a:pt x="133" y="93"/>
                    <a:pt x="133" y="93"/>
                    <a:pt x="133" y="93"/>
                  </a:cubicBezTo>
                  <a:cubicBezTo>
                    <a:pt x="133" y="99"/>
                    <a:pt x="133" y="99"/>
                    <a:pt x="133" y="99"/>
                  </a:cubicBezTo>
                  <a:cubicBezTo>
                    <a:pt x="130" y="98"/>
                    <a:pt x="126" y="98"/>
                    <a:pt x="122" y="98"/>
                  </a:cubicBezTo>
                  <a:cubicBezTo>
                    <a:pt x="118" y="98"/>
                    <a:pt x="114" y="98"/>
                    <a:pt x="110" y="98"/>
                  </a:cubicBezTo>
                  <a:cubicBezTo>
                    <a:pt x="107" y="98"/>
                    <a:pt x="104" y="98"/>
                    <a:pt x="100" y="98"/>
                  </a:cubicBezTo>
                  <a:cubicBezTo>
                    <a:pt x="96" y="98"/>
                    <a:pt x="92" y="98"/>
                    <a:pt x="87" y="99"/>
                  </a:cubicBezTo>
                  <a:cubicBezTo>
                    <a:pt x="87" y="99"/>
                    <a:pt x="87" y="99"/>
                    <a:pt x="87" y="99"/>
                  </a:cubicBezTo>
                  <a:close/>
                  <a:moveTo>
                    <a:pt x="236" y="4"/>
                  </a:moveTo>
                  <a:cubicBezTo>
                    <a:pt x="236" y="8"/>
                    <a:pt x="235" y="11"/>
                    <a:pt x="235" y="14"/>
                  </a:cubicBezTo>
                  <a:cubicBezTo>
                    <a:pt x="235" y="17"/>
                    <a:pt x="235" y="20"/>
                    <a:pt x="235" y="23"/>
                  </a:cubicBezTo>
                  <a:cubicBezTo>
                    <a:pt x="235" y="24"/>
                    <a:pt x="235" y="26"/>
                    <a:pt x="235" y="27"/>
                  </a:cubicBezTo>
                  <a:cubicBezTo>
                    <a:pt x="235" y="29"/>
                    <a:pt x="235" y="31"/>
                    <a:pt x="235" y="34"/>
                  </a:cubicBezTo>
                  <a:cubicBezTo>
                    <a:pt x="227" y="34"/>
                    <a:pt x="227" y="34"/>
                    <a:pt x="227" y="34"/>
                  </a:cubicBezTo>
                  <a:cubicBezTo>
                    <a:pt x="226" y="25"/>
                    <a:pt x="224" y="18"/>
                    <a:pt x="220" y="14"/>
                  </a:cubicBezTo>
                  <a:cubicBezTo>
                    <a:pt x="216" y="10"/>
                    <a:pt x="211" y="7"/>
                    <a:pt x="205" y="7"/>
                  </a:cubicBezTo>
                  <a:cubicBezTo>
                    <a:pt x="195" y="7"/>
                    <a:pt x="188" y="11"/>
                    <a:pt x="183" y="18"/>
                  </a:cubicBezTo>
                  <a:cubicBezTo>
                    <a:pt x="178" y="25"/>
                    <a:pt x="175" y="35"/>
                    <a:pt x="175" y="47"/>
                  </a:cubicBezTo>
                  <a:cubicBezTo>
                    <a:pt x="175" y="60"/>
                    <a:pt x="178" y="71"/>
                    <a:pt x="184" y="78"/>
                  </a:cubicBezTo>
                  <a:cubicBezTo>
                    <a:pt x="189" y="86"/>
                    <a:pt x="197" y="90"/>
                    <a:pt x="206" y="90"/>
                  </a:cubicBezTo>
                  <a:cubicBezTo>
                    <a:pt x="211" y="90"/>
                    <a:pt x="216" y="89"/>
                    <a:pt x="220" y="86"/>
                  </a:cubicBezTo>
                  <a:cubicBezTo>
                    <a:pt x="224" y="83"/>
                    <a:pt x="229" y="79"/>
                    <a:pt x="233" y="73"/>
                  </a:cubicBezTo>
                  <a:cubicBezTo>
                    <a:pt x="240" y="77"/>
                    <a:pt x="240" y="77"/>
                    <a:pt x="240" y="77"/>
                  </a:cubicBezTo>
                  <a:cubicBezTo>
                    <a:pt x="234" y="85"/>
                    <a:pt x="229" y="91"/>
                    <a:pt x="222" y="95"/>
                  </a:cubicBezTo>
                  <a:cubicBezTo>
                    <a:pt x="215" y="99"/>
                    <a:pt x="208" y="101"/>
                    <a:pt x="199" y="101"/>
                  </a:cubicBezTo>
                  <a:cubicBezTo>
                    <a:pt x="184" y="101"/>
                    <a:pt x="172" y="96"/>
                    <a:pt x="164" y="87"/>
                  </a:cubicBezTo>
                  <a:cubicBezTo>
                    <a:pt x="155" y="78"/>
                    <a:pt x="151" y="66"/>
                    <a:pt x="151" y="50"/>
                  </a:cubicBezTo>
                  <a:cubicBezTo>
                    <a:pt x="151" y="35"/>
                    <a:pt x="156" y="23"/>
                    <a:pt x="165" y="14"/>
                  </a:cubicBezTo>
                  <a:cubicBezTo>
                    <a:pt x="175" y="4"/>
                    <a:pt x="187" y="0"/>
                    <a:pt x="203" y="0"/>
                  </a:cubicBezTo>
                  <a:cubicBezTo>
                    <a:pt x="209" y="0"/>
                    <a:pt x="218" y="1"/>
                    <a:pt x="233" y="4"/>
                  </a:cubicBezTo>
                  <a:cubicBezTo>
                    <a:pt x="234" y="4"/>
                    <a:pt x="235" y="4"/>
                    <a:pt x="236" y="4"/>
                  </a:cubicBezTo>
                  <a:cubicBezTo>
                    <a:pt x="236" y="4"/>
                    <a:pt x="236" y="4"/>
                    <a:pt x="236" y="4"/>
                  </a:cubicBezTo>
                  <a:close/>
                  <a:moveTo>
                    <a:pt x="254" y="99"/>
                  </a:moveTo>
                  <a:cubicBezTo>
                    <a:pt x="254" y="93"/>
                    <a:pt x="254" y="93"/>
                    <a:pt x="254" y="93"/>
                  </a:cubicBezTo>
                  <a:cubicBezTo>
                    <a:pt x="255" y="93"/>
                    <a:pt x="255" y="93"/>
                    <a:pt x="255" y="93"/>
                  </a:cubicBezTo>
                  <a:cubicBezTo>
                    <a:pt x="259" y="93"/>
                    <a:pt x="262" y="92"/>
                    <a:pt x="263" y="91"/>
                  </a:cubicBezTo>
                  <a:cubicBezTo>
                    <a:pt x="265" y="89"/>
                    <a:pt x="265" y="86"/>
                    <a:pt x="265" y="81"/>
                  </a:cubicBezTo>
                  <a:cubicBezTo>
                    <a:pt x="265" y="16"/>
                    <a:pt x="265" y="16"/>
                    <a:pt x="265" y="16"/>
                  </a:cubicBezTo>
                  <a:cubicBezTo>
                    <a:pt x="265" y="13"/>
                    <a:pt x="265" y="11"/>
                    <a:pt x="263" y="9"/>
                  </a:cubicBezTo>
                  <a:cubicBezTo>
                    <a:pt x="262" y="8"/>
                    <a:pt x="259" y="7"/>
                    <a:pt x="256" y="7"/>
                  </a:cubicBezTo>
                  <a:cubicBezTo>
                    <a:pt x="254" y="7"/>
                    <a:pt x="254" y="7"/>
                    <a:pt x="254" y="7"/>
                  </a:cubicBezTo>
                  <a:cubicBezTo>
                    <a:pt x="254" y="2"/>
                    <a:pt x="254" y="2"/>
                    <a:pt x="254" y="2"/>
                  </a:cubicBezTo>
                  <a:cubicBezTo>
                    <a:pt x="257" y="2"/>
                    <a:pt x="260" y="2"/>
                    <a:pt x="263" y="2"/>
                  </a:cubicBezTo>
                  <a:cubicBezTo>
                    <a:pt x="267" y="3"/>
                    <a:pt x="271" y="3"/>
                    <a:pt x="277" y="3"/>
                  </a:cubicBezTo>
                  <a:cubicBezTo>
                    <a:pt x="282" y="3"/>
                    <a:pt x="286" y="3"/>
                    <a:pt x="290" y="2"/>
                  </a:cubicBezTo>
                  <a:cubicBezTo>
                    <a:pt x="294" y="2"/>
                    <a:pt x="297" y="2"/>
                    <a:pt x="299" y="2"/>
                  </a:cubicBezTo>
                  <a:cubicBezTo>
                    <a:pt x="299" y="7"/>
                    <a:pt x="299" y="7"/>
                    <a:pt x="299" y="7"/>
                  </a:cubicBezTo>
                  <a:cubicBezTo>
                    <a:pt x="295" y="7"/>
                    <a:pt x="292" y="8"/>
                    <a:pt x="291" y="9"/>
                  </a:cubicBezTo>
                  <a:cubicBezTo>
                    <a:pt x="289" y="10"/>
                    <a:pt x="288" y="12"/>
                    <a:pt x="288" y="16"/>
                  </a:cubicBezTo>
                  <a:cubicBezTo>
                    <a:pt x="288" y="43"/>
                    <a:pt x="288" y="43"/>
                    <a:pt x="288" y="43"/>
                  </a:cubicBezTo>
                  <a:cubicBezTo>
                    <a:pt x="329" y="43"/>
                    <a:pt x="329" y="43"/>
                    <a:pt x="329" y="43"/>
                  </a:cubicBezTo>
                  <a:cubicBezTo>
                    <a:pt x="329" y="16"/>
                    <a:pt x="329" y="16"/>
                    <a:pt x="329" y="16"/>
                  </a:cubicBezTo>
                  <a:cubicBezTo>
                    <a:pt x="329" y="13"/>
                    <a:pt x="328" y="10"/>
                    <a:pt x="326" y="9"/>
                  </a:cubicBezTo>
                  <a:cubicBezTo>
                    <a:pt x="325" y="8"/>
                    <a:pt x="322" y="7"/>
                    <a:pt x="318" y="7"/>
                  </a:cubicBezTo>
                  <a:cubicBezTo>
                    <a:pt x="317" y="7"/>
                    <a:pt x="317" y="7"/>
                    <a:pt x="317" y="7"/>
                  </a:cubicBezTo>
                  <a:cubicBezTo>
                    <a:pt x="317" y="2"/>
                    <a:pt x="317" y="2"/>
                    <a:pt x="317" y="2"/>
                  </a:cubicBezTo>
                  <a:cubicBezTo>
                    <a:pt x="321" y="2"/>
                    <a:pt x="324" y="2"/>
                    <a:pt x="328" y="2"/>
                  </a:cubicBezTo>
                  <a:cubicBezTo>
                    <a:pt x="331" y="3"/>
                    <a:pt x="336" y="3"/>
                    <a:pt x="340" y="3"/>
                  </a:cubicBezTo>
                  <a:cubicBezTo>
                    <a:pt x="345" y="3"/>
                    <a:pt x="349" y="3"/>
                    <a:pt x="352" y="2"/>
                  </a:cubicBezTo>
                  <a:cubicBezTo>
                    <a:pt x="356" y="2"/>
                    <a:pt x="359" y="2"/>
                    <a:pt x="362" y="2"/>
                  </a:cubicBezTo>
                  <a:cubicBezTo>
                    <a:pt x="362" y="7"/>
                    <a:pt x="362" y="7"/>
                    <a:pt x="362" y="7"/>
                  </a:cubicBezTo>
                  <a:cubicBezTo>
                    <a:pt x="361" y="7"/>
                    <a:pt x="361" y="7"/>
                    <a:pt x="361" y="7"/>
                  </a:cubicBezTo>
                  <a:cubicBezTo>
                    <a:pt x="357" y="7"/>
                    <a:pt x="355" y="8"/>
                    <a:pt x="354" y="9"/>
                  </a:cubicBezTo>
                  <a:cubicBezTo>
                    <a:pt x="352" y="11"/>
                    <a:pt x="351" y="13"/>
                    <a:pt x="351" y="16"/>
                  </a:cubicBezTo>
                  <a:cubicBezTo>
                    <a:pt x="351" y="81"/>
                    <a:pt x="351" y="81"/>
                    <a:pt x="351" y="81"/>
                  </a:cubicBezTo>
                  <a:cubicBezTo>
                    <a:pt x="351" y="86"/>
                    <a:pt x="352" y="89"/>
                    <a:pt x="354" y="90"/>
                  </a:cubicBezTo>
                  <a:cubicBezTo>
                    <a:pt x="355" y="92"/>
                    <a:pt x="358" y="93"/>
                    <a:pt x="362" y="93"/>
                  </a:cubicBezTo>
                  <a:cubicBezTo>
                    <a:pt x="362" y="99"/>
                    <a:pt x="362" y="99"/>
                    <a:pt x="362" y="99"/>
                  </a:cubicBezTo>
                  <a:cubicBezTo>
                    <a:pt x="358" y="98"/>
                    <a:pt x="354" y="98"/>
                    <a:pt x="350" y="98"/>
                  </a:cubicBezTo>
                  <a:cubicBezTo>
                    <a:pt x="346" y="98"/>
                    <a:pt x="343" y="98"/>
                    <a:pt x="340" y="98"/>
                  </a:cubicBezTo>
                  <a:cubicBezTo>
                    <a:pt x="338" y="98"/>
                    <a:pt x="336" y="98"/>
                    <a:pt x="332" y="98"/>
                  </a:cubicBezTo>
                  <a:cubicBezTo>
                    <a:pt x="328" y="98"/>
                    <a:pt x="323" y="98"/>
                    <a:pt x="318" y="99"/>
                  </a:cubicBezTo>
                  <a:cubicBezTo>
                    <a:pt x="318" y="93"/>
                    <a:pt x="318" y="93"/>
                    <a:pt x="318" y="93"/>
                  </a:cubicBezTo>
                  <a:cubicBezTo>
                    <a:pt x="318" y="93"/>
                    <a:pt x="318" y="93"/>
                    <a:pt x="318" y="93"/>
                  </a:cubicBezTo>
                  <a:cubicBezTo>
                    <a:pt x="323" y="93"/>
                    <a:pt x="325" y="92"/>
                    <a:pt x="327" y="91"/>
                  </a:cubicBezTo>
                  <a:cubicBezTo>
                    <a:pt x="328" y="89"/>
                    <a:pt x="329" y="86"/>
                    <a:pt x="329" y="81"/>
                  </a:cubicBezTo>
                  <a:cubicBezTo>
                    <a:pt x="329" y="50"/>
                    <a:pt x="329" y="50"/>
                    <a:pt x="329" y="50"/>
                  </a:cubicBezTo>
                  <a:cubicBezTo>
                    <a:pt x="288" y="50"/>
                    <a:pt x="288" y="50"/>
                    <a:pt x="288" y="50"/>
                  </a:cubicBezTo>
                  <a:cubicBezTo>
                    <a:pt x="288" y="81"/>
                    <a:pt x="288" y="81"/>
                    <a:pt x="288" y="81"/>
                  </a:cubicBezTo>
                  <a:cubicBezTo>
                    <a:pt x="288" y="86"/>
                    <a:pt x="289" y="89"/>
                    <a:pt x="290" y="91"/>
                  </a:cubicBezTo>
                  <a:cubicBezTo>
                    <a:pt x="292" y="92"/>
                    <a:pt x="294" y="93"/>
                    <a:pt x="299" y="93"/>
                  </a:cubicBezTo>
                  <a:cubicBezTo>
                    <a:pt x="299" y="93"/>
                    <a:pt x="299" y="93"/>
                    <a:pt x="299" y="93"/>
                  </a:cubicBezTo>
                  <a:cubicBezTo>
                    <a:pt x="299" y="98"/>
                    <a:pt x="299" y="98"/>
                    <a:pt x="299" y="98"/>
                  </a:cubicBezTo>
                  <a:cubicBezTo>
                    <a:pt x="294" y="98"/>
                    <a:pt x="290" y="98"/>
                    <a:pt x="286" y="98"/>
                  </a:cubicBezTo>
                  <a:cubicBezTo>
                    <a:pt x="282" y="98"/>
                    <a:pt x="279" y="98"/>
                    <a:pt x="277" y="98"/>
                  </a:cubicBezTo>
                  <a:cubicBezTo>
                    <a:pt x="273" y="98"/>
                    <a:pt x="270" y="98"/>
                    <a:pt x="266" y="98"/>
                  </a:cubicBezTo>
                  <a:cubicBezTo>
                    <a:pt x="262" y="98"/>
                    <a:pt x="258" y="98"/>
                    <a:pt x="254" y="99"/>
                  </a:cubicBezTo>
                  <a:cubicBezTo>
                    <a:pt x="254" y="99"/>
                    <a:pt x="254" y="99"/>
                    <a:pt x="254" y="99"/>
                  </a:cubicBezTo>
                  <a:close/>
                  <a:moveTo>
                    <a:pt x="388" y="16"/>
                  </a:moveTo>
                  <a:cubicBezTo>
                    <a:pt x="388" y="13"/>
                    <a:pt x="387" y="11"/>
                    <a:pt x="386" y="9"/>
                  </a:cubicBezTo>
                  <a:cubicBezTo>
                    <a:pt x="384" y="8"/>
                    <a:pt x="382" y="7"/>
                    <a:pt x="378" y="7"/>
                  </a:cubicBezTo>
                  <a:cubicBezTo>
                    <a:pt x="377" y="7"/>
                    <a:pt x="377" y="7"/>
                    <a:pt x="377" y="7"/>
                  </a:cubicBezTo>
                  <a:cubicBezTo>
                    <a:pt x="377" y="2"/>
                    <a:pt x="377" y="2"/>
                    <a:pt x="377" y="2"/>
                  </a:cubicBezTo>
                  <a:cubicBezTo>
                    <a:pt x="382" y="2"/>
                    <a:pt x="386" y="2"/>
                    <a:pt x="390" y="3"/>
                  </a:cubicBezTo>
                  <a:cubicBezTo>
                    <a:pt x="393" y="3"/>
                    <a:pt x="397" y="3"/>
                    <a:pt x="400" y="3"/>
                  </a:cubicBezTo>
                  <a:cubicBezTo>
                    <a:pt x="403" y="3"/>
                    <a:pt x="406" y="3"/>
                    <a:pt x="410" y="3"/>
                  </a:cubicBezTo>
                  <a:cubicBezTo>
                    <a:pt x="414" y="2"/>
                    <a:pt x="418" y="2"/>
                    <a:pt x="423" y="2"/>
                  </a:cubicBezTo>
                  <a:cubicBezTo>
                    <a:pt x="423" y="7"/>
                    <a:pt x="423" y="7"/>
                    <a:pt x="423" y="7"/>
                  </a:cubicBezTo>
                  <a:cubicBezTo>
                    <a:pt x="418" y="7"/>
                    <a:pt x="415" y="8"/>
                    <a:pt x="414" y="9"/>
                  </a:cubicBezTo>
                  <a:cubicBezTo>
                    <a:pt x="412" y="10"/>
                    <a:pt x="411" y="12"/>
                    <a:pt x="411" y="16"/>
                  </a:cubicBezTo>
                  <a:cubicBezTo>
                    <a:pt x="411" y="60"/>
                    <a:pt x="411" y="60"/>
                    <a:pt x="411" y="60"/>
                  </a:cubicBezTo>
                  <a:cubicBezTo>
                    <a:pt x="411" y="67"/>
                    <a:pt x="412" y="72"/>
                    <a:pt x="412" y="75"/>
                  </a:cubicBezTo>
                  <a:cubicBezTo>
                    <a:pt x="413" y="78"/>
                    <a:pt x="414" y="80"/>
                    <a:pt x="415" y="82"/>
                  </a:cubicBezTo>
                  <a:cubicBezTo>
                    <a:pt x="417" y="84"/>
                    <a:pt x="420" y="86"/>
                    <a:pt x="423" y="88"/>
                  </a:cubicBezTo>
                  <a:cubicBezTo>
                    <a:pt x="426" y="89"/>
                    <a:pt x="430" y="89"/>
                    <a:pt x="434" y="89"/>
                  </a:cubicBezTo>
                  <a:cubicBezTo>
                    <a:pt x="442" y="89"/>
                    <a:pt x="448" y="87"/>
                    <a:pt x="452" y="83"/>
                  </a:cubicBezTo>
                  <a:cubicBezTo>
                    <a:pt x="456" y="78"/>
                    <a:pt x="457" y="70"/>
                    <a:pt x="457" y="60"/>
                  </a:cubicBezTo>
                  <a:cubicBezTo>
                    <a:pt x="457" y="59"/>
                    <a:pt x="457" y="59"/>
                    <a:pt x="457" y="59"/>
                  </a:cubicBezTo>
                  <a:cubicBezTo>
                    <a:pt x="457" y="18"/>
                    <a:pt x="457" y="18"/>
                    <a:pt x="457" y="18"/>
                  </a:cubicBezTo>
                  <a:cubicBezTo>
                    <a:pt x="457" y="14"/>
                    <a:pt x="457" y="11"/>
                    <a:pt x="455" y="9"/>
                  </a:cubicBezTo>
                  <a:cubicBezTo>
                    <a:pt x="454" y="8"/>
                    <a:pt x="451" y="7"/>
                    <a:pt x="446" y="7"/>
                  </a:cubicBezTo>
                  <a:cubicBezTo>
                    <a:pt x="446" y="2"/>
                    <a:pt x="446" y="2"/>
                    <a:pt x="446" y="2"/>
                  </a:cubicBezTo>
                  <a:cubicBezTo>
                    <a:pt x="449" y="2"/>
                    <a:pt x="452" y="2"/>
                    <a:pt x="454" y="2"/>
                  </a:cubicBezTo>
                  <a:cubicBezTo>
                    <a:pt x="456" y="2"/>
                    <a:pt x="458" y="3"/>
                    <a:pt x="460" y="3"/>
                  </a:cubicBezTo>
                  <a:cubicBezTo>
                    <a:pt x="462" y="3"/>
                    <a:pt x="465" y="2"/>
                    <a:pt x="467" y="2"/>
                  </a:cubicBezTo>
                  <a:cubicBezTo>
                    <a:pt x="469" y="2"/>
                    <a:pt x="472" y="2"/>
                    <a:pt x="474" y="2"/>
                  </a:cubicBezTo>
                  <a:cubicBezTo>
                    <a:pt x="474" y="7"/>
                    <a:pt x="474" y="7"/>
                    <a:pt x="474" y="7"/>
                  </a:cubicBezTo>
                  <a:cubicBezTo>
                    <a:pt x="471" y="7"/>
                    <a:pt x="469" y="8"/>
                    <a:pt x="468" y="9"/>
                  </a:cubicBezTo>
                  <a:cubicBezTo>
                    <a:pt x="467" y="10"/>
                    <a:pt x="466" y="13"/>
                    <a:pt x="466" y="18"/>
                  </a:cubicBezTo>
                  <a:cubicBezTo>
                    <a:pt x="465" y="62"/>
                    <a:pt x="465" y="62"/>
                    <a:pt x="465" y="62"/>
                  </a:cubicBezTo>
                  <a:cubicBezTo>
                    <a:pt x="465" y="76"/>
                    <a:pt x="462" y="86"/>
                    <a:pt x="456" y="92"/>
                  </a:cubicBezTo>
                  <a:cubicBezTo>
                    <a:pt x="450" y="98"/>
                    <a:pt x="440" y="101"/>
                    <a:pt x="427" y="101"/>
                  </a:cubicBezTo>
                  <a:cubicBezTo>
                    <a:pt x="414" y="101"/>
                    <a:pt x="405" y="98"/>
                    <a:pt x="398" y="93"/>
                  </a:cubicBezTo>
                  <a:cubicBezTo>
                    <a:pt x="391" y="87"/>
                    <a:pt x="388" y="79"/>
                    <a:pt x="388" y="69"/>
                  </a:cubicBezTo>
                  <a:cubicBezTo>
                    <a:pt x="388" y="16"/>
                    <a:pt x="388" y="16"/>
                    <a:pt x="388" y="16"/>
                  </a:cubicBezTo>
                  <a:close/>
                  <a:moveTo>
                    <a:pt x="524" y="27"/>
                  </a:moveTo>
                  <a:cubicBezTo>
                    <a:pt x="511" y="60"/>
                    <a:pt x="511" y="60"/>
                    <a:pt x="511" y="60"/>
                  </a:cubicBezTo>
                  <a:cubicBezTo>
                    <a:pt x="536" y="60"/>
                    <a:pt x="536" y="60"/>
                    <a:pt x="536" y="60"/>
                  </a:cubicBezTo>
                  <a:cubicBezTo>
                    <a:pt x="524" y="27"/>
                    <a:pt x="524" y="27"/>
                    <a:pt x="524" y="27"/>
                  </a:cubicBezTo>
                  <a:close/>
                  <a:moveTo>
                    <a:pt x="501" y="84"/>
                  </a:moveTo>
                  <a:cubicBezTo>
                    <a:pt x="500" y="85"/>
                    <a:pt x="500" y="86"/>
                    <a:pt x="500" y="86"/>
                  </a:cubicBezTo>
                  <a:cubicBezTo>
                    <a:pt x="500" y="87"/>
                    <a:pt x="500" y="88"/>
                    <a:pt x="500" y="88"/>
                  </a:cubicBezTo>
                  <a:cubicBezTo>
                    <a:pt x="500" y="91"/>
                    <a:pt x="503" y="92"/>
                    <a:pt x="510" y="93"/>
                  </a:cubicBezTo>
                  <a:cubicBezTo>
                    <a:pt x="510" y="93"/>
                    <a:pt x="510" y="93"/>
                    <a:pt x="510" y="93"/>
                  </a:cubicBezTo>
                  <a:cubicBezTo>
                    <a:pt x="510" y="99"/>
                    <a:pt x="510" y="99"/>
                    <a:pt x="510" y="99"/>
                  </a:cubicBezTo>
                  <a:cubicBezTo>
                    <a:pt x="507" y="98"/>
                    <a:pt x="505" y="98"/>
                    <a:pt x="502" y="98"/>
                  </a:cubicBezTo>
                  <a:cubicBezTo>
                    <a:pt x="499" y="98"/>
                    <a:pt x="497" y="98"/>
                    <a:pt x="495" y="98"/>
                  </a:cubicBezTo>
                  <a:cubicBezTo>
                    <a:pt x="493" y="98"/>
                    <a:pt x="492" y="98"/>
                    <a:pt x="490" y="98"/>
                  </a:cubicBezTo>
                  <a:cubicBezTo>
                    <a:pt x="488" y="98"/>
                    <a:pt x="484" y="98"/>
                    <a:pt x="480" y="99"/>
                  </a:cubicBezTo>
                  <a:cubicBezTo>
                    <a:pt x="480" y="93"/>
                    <a:pt x="480" y="93"/>
                    <a:pt x="480" y="93"/>
                  </a:cubicBezTo>
                  <a:cubicBezTo>
                    <a:pt x="483" y="92"/>
                    <a:pt x="485" y="91"/>
                    <a:pt x="487" y="90"/>
                  </a:cubicBezTo>
                  <a:cubicBezTo>
                    <a:pt x="489" y="88"/>
                    <a:pt x="491" y="85"/>
                    <a:pt x="493" y="81"/>
                  </a:cubicBezTo>
                  <a:cubicBezTo>
                    <a:pt x="528" y="2"/>
                    <a:pt x="528" y="2"/>
                    <a:pt x="528" y="2"/>
                  </a:cubicBezTo>
                  <a:cubicBezTo>
                    <a:pt x="537" y="2"/>
                    <a:pt x="537" y="2"/>
                    <a:pt x="537" y="2"/>
                  </a:cubicBezTo>
                  <a:cubicBezTo>
                    <a:pt x="568" y="86"/>
                    <a:pt x="568" y="86"/>
                    <a:pt x="568" y="86"/>
                  </a:cubicBezTo>
                  <a:cubicBezTo>
                    <a:pt x="569" y="89"/>
                    <a:pt x="571" y="90"/>
                    <a:pt x="572" y="91"/>
                  </a:cubicBezTo>
                  <a:cubicBezTo>
                    <a:pt x="574" y="92"/>
                    <a:pt x="576" y="93"/>
                    <a:pt x="579" y="93"/>
                  </a:cubicBezTo>
                  <a:cubicBezTo>
                    <a:pt x="579" y="99"/>
                    <a:pt x="579" y="99"/>
                    <a:pt x="579" y="99"/>
                  </a:cubicBezTo>
                  <a:cubicBezTo>
                    <a:pt x="575" y="98"/>
                    <a:pt x="571" y="98"/>
                    <a:pt x="567" y="98"/>
                  </a:cubicBezTo>
                  <a:cubicBezTo>
                    <a:pt x="564" y="98"/>
                    <a:pt x="560" y="98"/>
                    <a:pt x="557" y="98"/>
                  </a:cubicBezTo>
                  <a:cubicBezTo>
                    <a:pt x="554" y="98"/>
                    <a:pt x="551" y="98"/>
                    <a:pt x="547" y="98"/>
                  </a:cubicBezTo>
                  <a:cubicBezTo>
                    <a:pt x="543" y="98"/>
                    <a:pt x="538" y="98"/>
                    <a:pt x="534" y="99"/>
                  </a:cubicBezTo>
                  <a:cubicBezTo>
                    <a:pt x="534" y="93"/>
                    <a:pt x="534" y="93"/>
                    <a:pt x="534" y="93"/>
                  </a:cubicBezTo>
                  <a:cubicBezTo>
                    <a:pt x="539" y="93"/>
                    <a:pt x="542" y="92"/>
                    <a:pt x="543" y="92"/>
                  </a:cubicBezTo>
                  <a:cubicBezTo>
                    <a:pt x="545" y="91"/>
                    <a:pt x="545" y="90"/>
                    <a:pt x="545" y="88"/>
                  </a:cubicBezTo>
                  <a:cubicBezTo>
                    <a:pt x="545" y="88"/>
                    <a:pt x="545" y="87"/>
                    <a:pt x="545" y="87"/>
                  </a:cubicBezTo>
                  <a:cubicBezTo>
                    <a:pt x="545" y="86"/>
                    <a:pt x="545" y="86"/>
                    <a:pt x="545" y="85"/>
                  </a:cubicBezTo>
                  <a:cubicBezTo>
                    <a:pt x="538" y="67"/>
                    <a:pt x="538" y="67"/>
                    <a:pt x="538" y="67"/>
                  </a:cubicBezTo>
                  <a:cubicBezTo>
                    <a:pt x="508" y="67"/>
                    <a:pt x="508" y="67"/>
                    <a:pt x="508" y="67"/>
                  </a:cubicBezTo>
                  <a:cubicBezTo>
                    <a:pt x="501" y="84"/>
                    <a:pt x="501" y="84"/>
                    <a:pt x="501" y="84"/>
                  </a:cubicBezTo>
                  <a:close/>
                  <a:moveTo>
                    <a:pt x="672" y="64"/>
                  </a:moveTo>
                  <a:cubicBezTo>
                    <a:pt x="672" y="17"/>
                    <a:pt x="672" y="17"/>
                    <a:pt x="672" y="17"/>
                  </a:cubicBezTo>
                  <a:cubicBezTo>
                    <a:pt x="672" y="13"/>
                    <a:pt x="671" y="10"/>
                    <a:pt x="669" y="9"/>
                  </a:cubicBezTo>
                  <a:cubicBezTo>
                    <a:pt x="668" y="8"/>
                    <a:pt x="664" y="7"/>
                    <a:pt x="659" y="7"/>
                  </a:cubicBezTo>
                  <a:cubicBezTo>
                    <a:pt x="659" y="2"/>
                    <a:pt x="659" y="2"/>
                    <a:pt x="659" y="2"/>
                  </a:cubicBezTo>
                  <a:cubicBezTo>
                    <a:pt x="661" y="2"/>
                    <a:pt x="664" y="2"/>
                    <a:pt x="666" y="2"/>
                  </a:cubicBezTo>
                  <a:cubicBezTo>
                    <a:pt x="669" y="2"/>
                    <a:pt x="672" y="2"/>
                    <a:pt x="675" y="2"/>
                  </a:cubicBezTo>
                  <a:cubicBezTo>
                    <a:pt x="678" y="2"/>
                    <a:pt x="680" y="2"/>
                    <a:pt x="683" y="2"/>
                  </a:cubicBezTo>
                  <a:cubicBezTo>
                    <a:pt x="685" y="2"/>
                    <a:pt x="688" y="2"/>
                    <a:pt x="690" y="2"/>
                  </a:cubicBezTo>
                  <a:cubicBezTo>
                    <a:pt x="690" y="7"/>
                    <a:pt x="690" y="7"/>
                    <a:pt x="690" y="7"/>
                  </a:cubicBezTo>
                  <a:cubicBezTo>
                    <a:pt x="689" y="7"/>
                    <a:pt x="689" y="7"/>
                    <a:pt x="689" y="7"/>
                  </a:cubicBezTo>
                  <a:cubicBezTo>
                    <a:pt x="686" y="7"/>
                    <a:pt x="683" y="8"/>
                    <a:pt x="682" y="9"/>
                  </a:cubicBezTo>
                  <a:cubicBezTo>
                    <a:pt x="681" y="11"/>
                    <a:pt x="680" y="13"/>
                    <a:pt x="680" y="17"/>
                  </a:cubicBezTo>
                  <a:cubicBezTo>
                    <a:pt x="680" y="99"/>
                    <a:pt x="680" y="99"/>
                    <a:pt x="680" y="99"/>
                  </a:cubicBezTo>
                  <a:cubicBezTo>
                    <a:pt x="671" y="99"/>
                    <a:pt x="671" y="99"/>
                    <a:pt x="671" y="99"/>
                  </a:cubicBezTo>
                  <a:cubicBezTo>
                    <a:pt x="610" y="20"/>
                    <a:pt x="610" y="20"/>
                    <a:pt x="610" y="20"/>
                  </a:cubicBezTo>
                  <a:cubicBezTo>
                    <a:pt x="610" y="81"/>
                    <a:pt x="610" y="81"/>
                    <a:pt x="610" y="81"/>
                  </a:cubicBezTo>
                  <a:cubicBezTo>
                    <a:pt x="610" y="86"/>
                    <a:pt x="611" y="89"/>
                    <a:pt x="612" y="91"/>
                  </a:cubicBezTo>
                  <a:cubicBezTo>
                    <a:pt x="614" y="92"/>
                    <a:pt x="617" y="93"/>
                    <a:pt x="623" y="93"/>
                  </a:cubicBezTo>
                  <a:cubicBezTo>
                    <a:pt x="623" y="99"/>
                    <a:pt x="623" y="99"/>
                    <a:pt x="623" y="99"/>
                  </a:cubicBezTo>
                  <a:cubicBezTo>
                    <a:pt x="620" y="98"/>
                    <a:pt x="617" y="98"/>
                    <a:pt x="614" y="98"/>
                  </a:cubicBezTo>
                  <a:cubicBezTo>
                    <a:pt x="611" y="98"/>
                    <a:pt x="608" y="98"/>
                    <a:pt x="605" y="98"/>
                  </a:cubicBezTo>
                  <a:cubicBezTo>
                    <a:pt x="603" y="98"/>
                    <a:pt x="600" y="98"/>
                    <a:pt x="598" y="98"/>
                  </a:cubicBezTo>
                  <a:cubicBezTo>
                    <a:pt x="595" y="98"/>
                    <a:pt x="592" y="98"/>
                    <a:pt x="590" y="99"/>
                  </a:cubicBezTo>
                  <a:cubicBezTo>
                    <a:pt x="590" y="93"/>
                    <a:pt x="590" y="93"/>
                    <a:pt x="590" y="93"/>
                  </a:cubicBezTo>
                  <a:cubicBezTo>
                    <a:pt x="595" y="93"/>
                    <a:pt x="598" y="92"/>
                    <a:pt x="599" y="91"/>
                  </a:cubicBezTo>
                  <a:cubicBezTo>
                    <a:pt x="601" y="89"/>
                    <a:pt x="602" y="86"/>
                    <a:pt x="602" y="81"/>
                  </a:cubicBezTo>
                  <a:cubicBezTo>
                    <a:pt x="602" y="17"/>
                    <a:pt x="602" y="17"/>
                    <a:pt x="602" y="17"/>
                  </a:cubicBezTo>
                  <a:cubicBezTo>
                    <a:pt x="602" y="13"/>
                    <a:pt x="601" y="11"/>
                    <a:pt x="599" y="9"/>
                  </a:cubicBezTo>
                  <a:cubicBezTo>
                    <a:pt x="598" y="8"/>
                    <a:pt x="595" y="8"/>
                    <a:pt x="591" y="7"/>
                  </a:cubicBezTo>
                  <a:cubicBezTo>
                    <a:pt x="591" y="2"/>
                    <a:pt x="591" y="2"/>
                    <a:pt x="591" y="2"/>
                  </a:cubicBezTo>
                  <a:cubicBezTo>
                    <a:pt x="595" y="2"/>
                    <a:pt x="599" y="2"/>
                    <a:pt x="601" y="2"/>
                  </a:cubicBezTo>
                  <a:cubicBezTo>
                    <a:pt x="603" y="2"/>
                    <a:pt x="605" y="3"/>
                    <a:pt x="607" y="3"/>
                  </a:cubicBezTo>
                  <a:cubicBezTo>
                    <a:pt x="609" y="3"/>
                    <a:pt x="612" y="2"/>
                    <a:pt x="614" y="2"/>
                  </a:cubicBezTo>
                  <a:cubicBezTo>
                    <a:pt x="617" y="2"/>
                    <a:pt x="620" y="2"/>
                    <a:pt x="623" y="2"/>
                  </a:cubicBezTo>
                  <a:cubicBezTo>
                    <a:pt x="672" y="64"/>
                    <a:pt x="672" y="64"/>
                    <a:pt x="672" y="64"/>
                  </a:cubicBezTo>
                  <a:close/>
                  <a:moveTo>
                    <a:pt x="781" y="16"/>
                  </a:moveTo>
                  <a:cubicBezTo>
                    <a:pt x="781" y="13"/>
                    <a:pt x="780" y="11"/>
                    <a:pt x="779" y="9"/>
                  </a:cubicBezTo>
                  <a:cubicBezTo>
                    <a:pt x="777" y="8"/>
                    <a:pt x="775" y="7"/>
                    <a:pt x="771" y="7"/>
                  </a:cubicBezTo>
                  <a:cubicBezTo>
                    <a:pt x="770" y="7"/>
                    <a:pt x="770" y="7"/>
                    <a:pt x="770" y="7"/>
                  </a:cubicBezTo>
                  <a:cubicBezTo>
                    <a:pt x="770" y="2"/>
                    <a:pt x="770" y="2"/>
                    <a:pt x="770" y="2"/>
                  </a:cubicBezTo>
                  <a:cubicBezTo>
                    <a:pt x="775" y="2"/>
                    <a:pt x="779" y="2"/>
                    <a:pt x="782" y="3"/>
                  </a:cubicBezTo>
                  <a:cubicBezTo>
                    <a:pt x="786" y="3"/>
                    <a:pt x="790" y="3"/>
                    <a:pt x="793" y="3"/>
                  </a:cubicBezTo>
                  <a:cubicBezTo>
                    <a:pt x="796" y="3"/>
                    <a:pt x="799" y="3"/>
                    <a:pt x="803" y="3"/>
                  </a:cubicBezTo>
                  <a:cubicBezTo>
                    <a:pt x="807" y="2"/>
                    <a:pt x="811" y="2"/>
                    <a:pt x="815" y="2"/>
                  </a:cubicBezTo>
                  <a:cubicBezTo>
                    <a:pt x="815" y="7"/>
                    <a:pt x="815" y="7"/>
                    <a:pt x="815" y="7"/>
                  </a:cubicBezTo>
                  <a:cubicBezTo>
                    <a:pt x="811" y="7"/>
                    <a:pt x="808" y="8"/>
                    <a:pt x="807" y="9"/>
                  </a:cubicBezTo>
                  <a:cubicBezTo>
                    <a:pt x="805" y="10"/>
                    <a:pt x="804" y="12"/>
                    <a:pt x="804" y="16"/>
                  </a:cubicBezTo>
                  <a:cubicBezTo>
                    <a:pt x="804" y="60"/>
                    <a:pt x="804" y="60"/>
                    <a:pt x="804" y="60"/>
                  </a:cubicBezTo>
                  <a:cubicBezTo>
                    <a:pt x="804" y="67"/>
                    <a:pt x="805" y="72"/>
                    <a:pt x="805" y="75"/>
                  </a:cubicBezTo>
                  <a:cubicBezTo>
                    <a:pt x="806" y="78"/>
                    <a:pt x="807" y="80"/>
                    <a:pt x="808" y="82"/>
                  </a:cubicBezTo>
                  <a:cubicBezTo>
                    <a:pt x="810" y="84"/>
                    <a:pt x="813" y="86"/>
                    <a:pt x="816" y="88"/>
                  </a:cubicBezTo>
                  <a:cubicBezTo>
                    <a:pt x="819" y="89"/>
                    <a:pt x="822" y="89"/>
                    <a:pt x="827" y="89"/>
                  </a:cubicBezTo>
                  <a:cubicBezTo>
                    <a:pt x="835" y="89"/>
                    <a:pt x="841" y="87"/>
                    <a:pt x="845" y="83"/>
                  </a:cubicBezTo>
                  <a:cubicBezTo>
                    <a:pt x="848" y="78"/>
                    <a:pt x="850" y="70"/>
                    <a:pt x="850" y="60"/>
                  </a:cubicBezTo>
                  <a:cubicBezTo>
                    <a:pt x="850" y="59"/>
                    <a:pt x="850" y="59"/>
                    <a:pt x="850" y="59"/>
                  </a:cubicBezTo>
                  <a:cubicBezTo>
                    <a:pt x="850" y="18"/>
                    <a:pt x="850" y="18"/>
                    <a:pt x="850" y="18"/>
                  </a:cubicBezTo>
                  <a:cubicBezTo>
                    <a:pt x="850" y="14"/>
                    <a:pt x="849" y="11"/>
                    <a:pt x="848" y="9"/>
                  </a:cubicBezTo>
                  <a:cubicBezTo>
                    <a:pt x="847" y="8"/>
                    <a:pt x="844" y="7"/>
                    <a:pt x="839" y="7"/>
                  </a:cubicBezTo>
                  <a:cubicBezTo>
                    <a:pt x="839" y="2"/>
                    <a:pt x="839" y="2"/>
                    <a:pt x="839" y="2"/>
                  </a:cubicBezTo>
                  <a:cubicBezTo>
                    <a:pt x="842" y="2"/>
                    <a:pt x="845" y="2"/>
                    <a:pt x="847" y="2"/>
                  </a:cubicBezTo>
                  <a:cubicBezTo>
                    <a:pt x="849" y="2"/>
                    <a:pt x="851" y="3"/>
                    <a:pt x="853" y="3"/>
                  </a:cubicBezTo>
                  <a:cubicBezTo>
                    <a:pt x="855" y="3"/>
                    <a:pt x="857" y="2"/>
                    <a:pt x="860" y="2"/>
                  </a:cubicBezTo>
                  <a:cubicBezTo>
                    <a:pt x="862" y="2"/>
                    <a:pt x="865" y="2"/>
                    <a:pt x="867" y="2"/>
                  </a:cubicBezTo>
                  <a:cubicBezTo>
                    <a:pt x="867" y="7"/>
                    <a:pt x="867" y="7"/>
                    <a:pt x="867" y="7"/>
                  </a:cubicBezTo>
                  <a:cubicBezTo>
                    <a:pt x="864" y="7"/>
                    <a:pt x="862" y="8"/>
                    <a:pt x="861" y="9"/>
                  </a:cubicBezTo>
                  <a:cubicBezTo>
                    <a:pt x="860" y="10"/>
                    <a:pt x="859" y="13"/>
                    <a:pt x="859" y="18"/>
                  </a:cubicBezTo>
                  <a:cubicBezTo>
                    <a:pt x="858" y="62"/>
                    <a:pt x="858" y="62"/>
                    <a:pt x="858" y="62"/>
                  </a:cubicBezTo>
                  <a:cubicBezTo>
                    <a:pt x="858" y="76"/>
                    <a:pt x="855" y="86"/>
                    <a:pt x="849" y="92"/>
                  </a:cubicBezTo>
                  <a:cubicBezTo>
                    <a:pt x="843" y="98"/>
                    <a:pt x="833" y="101"/>
                    <a:pt x="820" y="101"/>
                  </a:cubicBezTo>
                  <a:cubicBezTo>
                    <a:pt x="807" y="101"/>
                    <a:pt x="797" y="98"/>
                    <a:pt x="791" y="93"/>
                  </a:cubicBezTo>
                  <a:cubicBezTo>
                    <a:pt x="784" y="87"/>
                    <a:pt x="781" y="79"/>
                    <a:pt x="781" y="69"/>
                  </a:cubicBezTo>
                  <a:cubicBezTo>
                    <a:pt x="781" y="16"/>
                    <a:pt x="781" y="16"/>
                    <a:pt x="781" y="16"/>
                  </a:cubicBezTo>
                  <a:close/>
                  <a:moveTo>
                    <a:pt x="963" y="64"/>
                  </a:moveTo>
                  <a:cubicBezTo>
                    <a:pt x="963" y="17"/>
                    <a:pt x="963" y="17"/>
                    <a:pt x="963" y="17"/>
                  </a:cubicBezTo>
                  <a:cubicBezTo>
                    <a:pt x="963" y="13"/>
                    <a:pt x="962" y="10"/>
                    <a:pt x="961" y="9"/>
                  </a:cubicBezTo>
                  <a:cubicBezTo>
                    <a:pt x="959" y="8"/>
                    <a:pt x="956" y="7"/>
                    <a:pt x="950" y="7"/>
                  </a:cubicBezTo>
                  <a:cubicBezTo>
                    <a:pt x="950" y="2"/>
                    <a:pt x="950" y="2"/>
                    <a:pt x="950" y="2"/>
                  </a:cubicBezTo>
                  <a:cubicBezTo>
                    <a:pt x="953" y="2"/>
                    <a:pt x="955" y="2"/>
                    <a:pt x="958" y="2"/>
                  </a:cubicBezTo>
                  <a:cubicBezTo>
                    <a:pt x="960" y="2"/>
                    <a:pt x="963" y="2"/>
                    <a:pt x="966" y="2"/>
                  </a:cubicBezTo>
                  <a:cubicBezTo>
                    <a:pt x="969" y="2"/>
                    <a:pt x="972" y="2"/>
                    <a:pt x="974" y="2"/>
                  </a:cubicBezTo>
                  <a:cubicBezTo>
                    <a:pt x="977" y="2"/>
                    <a:pt x="979" y="2"/>
                    <a:pt x="981" y="2"/>
                  </a:cubicBezTo>
                  <a:cubicBezTo>
                    <a:pt x="981" y="7"/>
                    <a:pt x="981" y="7"/>
                    <a:pt x="981" y="7"/>
                  </a:cubicBezTo>
                  <a:cubicBezTo>
                    <a:pt x="980" y="7"/>
                    <a:pt x="980" y="7"/>
                    <a:pt x="980" y="7"/>
                  </a:cubicBezTo>
                  <a:cubicBezTo>
                    <a:pt x="977" y="7"/>
                    <a:pt x="975" y="8"/>
                    <a:pt x="973" y="9"/>
                  </a:cubicBezTo>
                  <a:cubicBezTo>
                    <a:pt x="972" y="11"/>
                    <a:pt x="971" y="13"/>
                    <a:pt x="971" y="17"/>
                  </a:cubicBezTo>
                  <a:cubicBezTo>
                    <a:pt x="971" y="99"/>
                    <a:pt x="971" y="99"/>
                    <a:pt x="971" y="99"/>
                  </a:cubicBezTo>
                  <a:cubicBezTo>
                    <a:pt x="963" y="99"/>
                    <a:pt x="963" y="99"/>
                    <a:pt x="963" y="99"/>
                  </a:cubicBezTo>
                  <a:cubicBezTo>
                    <a:pt x="901" y="20"/>
                    <a:pt x="901" y="20"/>
                    <a:pt x="901" y="20"/>
                  </a:cubicBezTo>
                  <a:cubicBezTo>
                    <a:pt x="901" y="81"/>
                    <a:pt x="901" y="81"/>
                    <a:pt x="901" y="81"/>
                  </a:cubicBezTo>
                  <a:cubicBezTo>
                    <a:pt x="901" y="86"/>
                    <a:pt x="902" y="89"/>
                    <a:pt x="904" y="91"/>
                  </a:cubicBezTo>
                  <a:cubicBezTo>
                    <a:pt x="905" y="92"/>
                    <a:pt x="909" y="93"/>
                    <a:pt x="914" y="93"/>
                  </a:cubicBezTo>
                  <a:cubicBezTo>
                    <a:pt x="914" y="99"/>
                    <a:pt x="914" y="99"/>
                    <a:pt x="914" y="99"/>
                  </a:cubicBezTo>
                  <a:cubicBezTo>
                    <a:pt x="911" y="98"/>
                    <a:pt x="908" y="98"/>
                    <a:pt x="905" y="98"/>
                  </a:cubicBezTo>
                  <a:cubicBezTo>
                    <a:pt x="902" y="98"/>
                    <a:pt x="900" y="98"/>
                    <a:pt x="897" y="98"/>
                  </a:cubicBezTo>
                  <a:cubicBezTo>
                    <a:pt x="894" y="98"/>
                    <a:pt x="892" y="98"/>
                    <a:pt x="889" y="98"/>
                  </a:cubicBezTo>
                  <a:cubicBezTo>
                    <a:pt x="886" y="98"/>
                    <a:pt x="884" y="98"/>
                    <a:pt x="881" y="99"/>
                  </a:cubicBezTo>
                  <a:cubicBezTo>
                    <a:pt x="881" y="93"/>
                    <a:pt x="881" y="93"/>
                    <a:pt x="881" y="93"/>
                  </a:cubicBezTo>
                  <a:cubicBezTo>
                    <a:pt x="886" y="93"/>
                    <a:pt x="889" y="92"/>
                    <a:pt x="891" y="91"/>
                  </a:cubicBezTo>
                  <a:cubicBezTo>
                    <a:pt x="892" y="89"/>
                    <a:pt x="893" y="86"/>
                    <a:pt x="893" y="81"/>
                  </a:cubicBezTo>
                  <a:cubicBezTo>
                    <a:pt x="893" y="17"/>
                    <a:pt x="893" y="17"/>
                    <a:pt x="893" y="17"/>
                  </a:cubicBezTo>
                  <a:cubicBezTo>
                    <a:pt x="893" y="13"/>
                    <a:pt x="892" y="11"/>
                    <a:pt x="891" y="9"/>
                  </a:cubicBezTo>
                  <a:cubicBezTo>
                    <a:pt x="889" y="8"/>
                    <a:pt x="886" y="8"/>
                    <a:pt x="882" y="7"/>
                  </a:cubicBezTo>
                  <a:cubicBezTo>
                    <a:pt x="882" y="2"/>
                    <a:pt x="882" y="2"/>
                    <a:pt x="882" y="2"/>
                  </a:cubicBezTo>
                  <a:cubicBezTo>
                    <a:pt x="887" y="2"/>
                    <a:pt x="890" y="2"/>
                    <a:pt x="892" y="2"/>
                  </a:cubicBezTo>
                  <a:cubicBezTo>
                    <a:pt x="895" y="2"/>
                    <a:pt x="897" y="3"/>
                    <a:pt x="899" y="3"/>
                  </a:cubicBezTo>
                  <a:cubicBezTo>
                    <a:pt x="901" y="3"/>
                    <a:pt x="903" y="2"/>
                    <a:pt x="906" y="2"/>
                  </a:cubicBezTo>
                  <a:cubicBezTo>
                    <a:pt x="908" y="2"/>
                    <a:pt x="911" y="2"/>
                    <a:pt x="915" y="2"/>
                  </a:cubicBezTo>
                  <a:cubicBezTo>
                    <a:pt x="963" y="64"/>
                    <a:pt x="963" y="64"/>
                    <a:pt x="963" y="64"/>
                  </a:cubicBezTo>
                  <a:close/>
                  <a:moveTo>
                    <a:pt x="997" y="99"/>
                  </a:moveTo>
                  <a:cubicBezTo>
                    <a:pt x="997" y="93"/>
                    <a:pt x="997" y="93"/>
                    <a:pt x="997" y="93"/>
                  </a:cubicBezTo>
                  <a:cubicBezTo>
                    <a:pt x="997" y="93"/>
                    <a:pt x="997" y="93"/>
                    <a:pt x="997" y="93"/>
                  </a:cubicBezTo>
                  <a:cubicBezTo>
                    <a:pt x="1002" y="93"/>
                    <a:pt x="1005" y="92"/>
                    <a:pt x="1006" y="91"/>
                  </a:cubicBezTo>
                  <a:cubicBezTo>
                    <a:pt x="1007" y="89"/>
                    <a:pt x="1008" y="86"/>
                    <a:pt x="1008" y="81"/>
                  </a:cubicBezTo>
                  <a:cubicBezTo>
                    <a:pt x="1008" y="16"/>
                    <a:pt x="1008" y="16"/>
                    <a:pt x="1008" y="16"/>
                  </a:cubicBezTo>
                  <a:cubicBezTo>
                    <a:pt x="1008" y="13"/>
                    <a:pt x="1007" y="11"/>
                    <a:pt x="1006" y="9"/>
                  </a:cubicBezTo>
                  <a:cubicBezTo>
                    <a:pt x="1004" y="8"/>
                    <a:pt x="1002" y="7"/>
                    <a:pt x="998" y="7"/>
                  </a:cubicBezTo>
                  <a:cubicBezTo>
                    <a:pt x="997" y="7"/>
                    <a:pt x="997" y="7"/>
                    <a:pt x="997" y="7"/>
                  </a:cubicBezTo>
                  <a:cubicBezTo>
                    <a:pt x="997" y="2"/>
                    <a:pt x="997" y="2"/>
                    <a:pt x="997" y="2"/>
                  </a:cubicBezTo>
                  <a:cubicBezTo>
                    <a:pt x="1001" y="2"/>
                    <a:pt x="1004" y="2"/>
                    <a:pt x="1008" y="2"/>
                  </a:cubicBezTo>
                  <a:cubicBezTo>
                    <a:pt x="1012" y="3"/>
                    <a:pt x="1016" y="3"/>
                    <a:pt x="1020" y="3"/>
                  </a:cubicBezTo>
                  <a:cubicBezTo>
                    <a:pt x="1023" y="3"/>
                    <a:pt x="1027" y="3"/>
                    <a:pt x="1031" y="2"/>
                  </a:cubicBezTo>
                  <a:cubicBezTo>
                    <a:pt x="1035" y="2"/>
                    <a:pt x="1039" y="2"/>
                    <a:pt x="1042" y="2"/>
                  </a:cubicBezTo>
                  <a:cubicBezTo>
                    <a:pt x="1042" y="7"/>
                    <a:pt x="1042" y="7"/>
                    <a:pt x="1042" y="7"/>
                  </a:cubicBezTo>
                  <a:cubicBezTo>
                    <a:pt x="1038" y="7"/>
                    <a:pt x="1035" y="8"/>
                    <a:pt x="1034" y="9"/>
                  </a:cubicBezTo>
                  <a:cubicBezTo>
                    <a:pt x="1032" y="10"/>
                    <a:pt x="1031" y="12"/>
                    <a:pt x="1031" y="16"/>
                  </a:cubicBezTo>
                  <a:cubicBezTo>
                    <a:pt x="1031" y="81"/>
                    <a:pt x="1031" y="81"/>
                    <a:pt x="1031" y="81"/>
                  </a:cubicBezTo>
                  <a:cubicBezTo>
                    <a:pt x="1031" y="86"/>
                    <a:pt x="1032" y="89"/>
                    <a:pt x="1033" y="91"/>
                  </a:cubicBezTo>
                  <a:cubicBezTo>
                    <a:pt x="1035" y="92"/>
                    <a:pt x="1038" y="93"/>
                    <a:pt x="1042" y="93"/>
                  </a:cubicBezTo>
                  <a:cubicBezTo>
                    <a:pt x="1042" y="93"/>
                    <a:pt x="1042" y="93"/>
                    <a:pt x="1042" y="93"/>
                  </a:cubicBezTo>
                  <a:cubicBezTo>
                    <a:pt x="1042" y="99"/>
                    <a:pt x="1042" y="99"/>
                    <a:pt x="1042" y="99"/>
                  </a:cubicBezTo>
                  <a:cubicBezTo>
                    <a:pt x="1039" y="98"/>
                    <a:pt x="1035" y="98"/>
                    <a:pt x="1031" y="98"/>
                  </a:cubicBezTo>
                  <a:cubicBezTo>
                    <a:pt x="1027" y="98"/>
                    <a:pt x="1024" y="98"/>
                    <a:pt x="1020" y="98"/>
                  </a:cubicBezTo>
                  <a:cubicBezTo>
                    <a:pt x="1016" y="98"/>
                    <a:pt x="1013" y="98"/>
                    <a:pt x="1009" y="98"/>
                  </a:cubicBezTo>
                  <a:cubicBezTo>
                    <a:pt x="1005" y="98"/>
                    <a:pt x="1001" y="98"/>
                    <a:pt x="997" y="99"/>
                  </a:cubicBezTo>
                  <a:cubicBezTo>
                    <a:pt x="997" y="99"/>
                    <a:pt x="997" y="99"/>
                    <a:pt x="997" y="99"/>
                  </a:cubicBezTo>
                  <a:close/>
                  <a:moveTo>
                    <a:pt x="1107" y="100"/>
                  </a:moveTo>
                  <a:cubicBezTo>
                    <a:pt x="1097" y="100"/>
                    <a:pt x="1097" y="100"/>
                    <a:pt x="1097" y="100"/>
                  </a:cubicBezTo>
                  <a:cubicBezTo>
                    <a:pt x="1066" y="16"/>
                    <a:pt x="1066" y="16"/>
                    <a:pt x="1066" y="16"/>
                  </a:cubicBezTo>
                  <a:cubicBezTo>
                    <a:pt x="1065" y="13"/>
                    <a:pt x="1064" y="11"/>
                    <a:pt x="1062" y="9"/>
                  </a:cubicBezTo>
                  <a:cubicBezTo>
                    <a:pt x="1060" y="8"/>
                    <a:pt x="1058" y="7"/>
                    <a:pt x="1055" y="7"/>
                  </a:cubicBezTo>
                  <a:cubicBezTo>
                    <a:pt x="1054" y="7"/>
                    <a:pt x="1054" y="7"/>
                    <a:pt x="1054" y="7"/>
                  </a:cubicBezTo>
                  <a:cubicBezTo>
                    <a:pt x="1054" y="2"/>
                    <a:pt x="1054" y="2"/>
                    <a:pt x="1054" y="2"/>
                  </a:cubicBezTo>
                  <a:cubicBezTo>
                    <a:pt x="1058" y="2"/>
                    <a:pt x="1062" y="2"/>
                    <a:pt x="1066" y="2"/>
                  </a:cubicBezTo>
                  <a:cubicBezTo>
                    <a:pt x="1070" y="2"/>
                    <a:pt x="1073" y="3"/>
                    <a:pt x="1076" y="3"/>
                  </a:cubicBezTo>
                  <a:cubicBezTo>
                    <a:pt x="1079" y="3"/>
                    <a:pt x="1081" y="2"/>
                    <a:pt x="1085" y="2"/>
                  </a:cubicBezTo>
                  <a:cubicBezTo>
                    <a:pt x="1088" y="2"/>
                    <a:pt x="1093" y="2"/>
                    <a:pt x="1100" y="2"/>
                  </a:cubicBezTo>
                  <a:cubicBezTo>
                    <a:pt x="1100" y="7"/>
                    <a:pt x="1100" y="7"/>
                    <a:pt x="1100" y="7"/>
                  </a:cubicBezTo>
                  <a:cubicBezTo>
                    <a:pt x="1099" y="7"/>
                    <a:pt x="1099" y="7"/>
                    <a:pt x="1099" y="7"/>
                  </a:cubicBezTo>
                  <a:cubicBezTo>
                    <a:pt x="1095" y="7"/>
                    <a:pt x="1093" y="8"/>
                    <a:pt x="1092" y="8"/>
                  </a:cubicBezTo>
                  <a:cubicBezTo>
                    <a:pt x="1090" y="9"/>
                    <a:pt x="1089" y="11"/>
                    <a:pt x="1089" y="12"/>
                  </a:cubicBezTo>
                  <a:cubicBezTo>
                    <a:pt x="1089" y="13"/>
                    <a:pt x="1089" y="13"/>
                    <a:pt x="1090" y="14"/>
                  </a:cubicBezTo>
                  <a:cubicBezTo>
                    <a:pt x="1090" y="14"/>
                    <a:pt x="1090" y="15"/>
                    <a:pt x="1090" y="15"/>
                  </a:cubicBezTo>
                  <a:cubicBezTo>
                    <a:pt x="1110" y="74"/>
                    <a:pt x="1110" y="74"/>
                    <a:pt x="1110" y="74"/>
                  </a:cubicBezTo>
                  <a:cubicBezTo>
                    <a:pt x="1133" y="16"/>
                    <a:pt x="1133" y="16"/>
                    <a:pt x="1133" y="16"/>
                  </a:cubicBezTo>
                  <a:cubicBezTo>
                    <a:pt x="1134" y="14"/>
                    <a:pt x="1134" y="14"/>
                    <a:pt x="1134" y="13"/>
                  </a:cubicBezTo>
                  <a:cubicBezTo>
                    <a:pt x="1134" y="12"/>
                    <a:pt x="1135" y="11"/>
                    <a:pt x="1135" y="11"/>
                  </a:cubicBezTo>
                  <a:cubicBezTo>
                    <a:pt x="1135" y="9"/>
                    <a:pt x="1134" y="9"/>
                    <a:pt x="1132" y="8"/>
                  </a:cubicBezTo>
                  <a:cubicBezTo>
                    <a:pt x="1131" y="7"/>
                    <a:pt x="1128" y="7"/>
                    <a:pt x="1125" y="7"/>
                  </a:cubicBezTo>
                  <a:cubicBezTo>
                    <a:pt x="1124" y="7"/>
                    <a:pt x="1124" y="7"/>
                    <a:pt x="1124" y="7"/>
                  </a:cubicBezTo>
                  <a:cubicBezTo>
                    <a:pt x="1124" y="2"/>
                    <a:pt x="1124" y="2"/>
                    <a:pt x="1124" y="2"/>
                  </a:cubicBezTo>
                  <a:cubicBezTo>
                    <a:pt x="1126" y="2"/>
                    <a:pt x="1128" y="2"/>
                    <a:pt x="1130" y="2"/>
                  </a:cubicBezTo>
                  <a:cubicBezTo>
                    <a:pt x="1132" y="2"/>
                    <a:pt x="1135" y="2"/>
                    <a:pt x="1137" y="2"/>
                  </a:cubicBezTo>
                  <a:cubicBezTo>
                    <a:pt x="1140" y="2"/>
                    <a:pt x="1143" y="2"/>
                    <a:pt x="1145" y="2"/>
                  </a:cubicBezTo>
                  <a:cubicBezTo>
                    <a:pt x="1147" y="2"/>
                    <a:pt x="1149" y="2"/>
                    <a:pt x="1151" y="2"/>
                  </a:cubicBezTo>
                  <a:cubicBezTo>
                    <a:pt x="1152" y="7"/>
                    <a:pt x="1152" y="7"/>
                    <a:pt x="1152" y="7"/>
                  </a:cubicBezTo>
                  <a:cubicBezTo>
                    <a:pt x="1149" y="7"/>
                    <a:pt x="1148" y="8"/>
                    <a:pt x="1146" y="9"/>
                  </a:cubicBezTo>
                  <a:cubicBezTo>
                    <a:pt x="1145" y="10"/>
                    <a:pt x="1144" y="12"/>
                    <a:pt x="1143" y="15"/>
                  </a:cubicBezTo>
                  <a:cubicBezTo>
                    <a:pt x="1107" y="100"/>
                    <a:pt x="1107" y="100"/>
                    <a:pt x="1107" y="100"/>
                  </a:cubicBezTo>
                  <a:close/>
                  <a:moveTo>
                    <a:pt x="1163" y="99"/>
                  </a:moveTo>
                  <a:cubicBezTo>
                    <a:pt x="1163" y="93"/>
                    <a:pt x="1163" y="93"/>
                    <a:pt x="1163" y="93"/>
                  </a:cubicBezTo>
                  <a:cubicBezTo>
                    <a:pt x="1165" y="93"/>
                    <a:pt x="1165" y="93"/>
                    <a:pt x="1165" y="93"/>
                  </a:cubicBezTo>
                  <a:cubicBezTo>
                    <a:pt x="1168" y="93"/>
                    <a:pt x="1171" y="92"/>
                    <a:pt x="1173" y="91"/>
                  </a:cubicBezTo>
                  <a:cubicBezTo>
                    <a:pt x="1174" y="89"/>
                    <a:pt x="1175" y="87"/>
                    <a:pt x="1175" y="84"/>
                  </a:cubicBezTo>
                  <a:cubicBezTo>
                    <a:pt x="1175" y="16"/>
                    <a:pt x="1175" y="16"/>
                    <a:pt x="1175" y="16"/>
                  </a:cubicBezTo>
                  <a:cubicBezTo>
                    <a:pt x="1175" y="13"/>
                    <a:pt x="1174" y="11"/>
                    <a:pt x="1173" y="10"/>
                  </a:cubicBezTo>
                  <a:cubicBezTo>
                    <a:pt x="1171" y="8"/>
                    <a:pt x="1168" y="7"/>
                    <a:pt x="1165" y="7"/>
                  </a:cubicBezTo>
                  <a:cubicBezTo>
                    <a:pt x="1163" y="7"/>
                    <a:pt x="1163" y="7"/>
                    <a:pt x="1163" y="7"/>
                  </a:cubicBezTo>
                  <a:cubicBezTo>
                    <a:pt x="1163" y="2"/>
                    <a:pt x="1163" y="2"/>
                    <a:pt x="1163" y="2"/>
                  </a:cubicBezTo>
                  <a:cubicBezTo>
                    <a:pt x="1166" y="2"/>
                    <a:pt x="1170" y="2"/>
                    <a:pt x="1174" y="2"/>
                  </a:cubicBezTo>
                  <a:cubicBezTo>
                    <a:pt x="1178" y="2"/>
                    <a:pt x="1184" y="2"/>
                    <a:pt x="1193" y="2"/>
                  </a:cubicBezTo>
                  <a:cubicBezTo>
                    <a:pt x="1207" y="2"/>
                    <a:pt x="1207" y="2"/>
                    <a:pt x="1207" y="2"/>
                  </a:cubicBezTo>
                  <a:cubicBezTo>
                    <a:pt x="1214" y="2"/>
                    <a:pt x="1219" y="2"/>
                    <a:pt x="1224" y="2"/>
                  </a:cubicBezTo>
                  <a:cubicBezTo>
                    <a:pt x="1228" y="2"/>
                    <a:pt x="1232" y="2"/>
                    <a:pt x="1236" y="2"/>
                  </a:cubicBezTo>
                  <a:cubicBezTo>
                    <a:pt x="1236" y="5"/>
                    <a:pt x="1236" y="9"/>
                    <a:pt x="1236" y="13"/>
                  </a:cubicBezTo>
                  <a:cubicBezTo>
                    <a:pt x="1236" y="16"/>
                    <a:pt x="1237" y="21"/>
                    <a:pt x="1237" y="25"/>
                  </a:cubicBezTo>
                  <a:cubicBezTo>
                    <a:pt x="1231" y="25"/>
                    <a:pt x="1231" y="25"/>
                    <a:pt x="1231" y="25"/>
                  </a:cubicBezTo>
                  <a:cubicBezTo>
                    <a:pt x="1230" y="19"/>
                    <a:pt x="1228" y="15"/>
                    <a:pt x="1225" y="12"/>
                  </a:cubicBezTo>
                  <a:cubicBezTo>
                    <a:pt x="1222" y="10"/>
                    <a:pt x="1216" y="9"/>
                    <a:pt x="1208" y="9"/>
                  </a:cubicBezTo>
                  <a:cubicBezTo>
                    <a:pt x="1204" y="9"/>
                    <a:pt x="1201" y="9"/>
                    <a:pt x="1200" y="10"/>
                  </a:cubicBezTo>
                  <a:cubicBezTo>
                    <a:pt x="1198" y="10"/>
                    <a:pt x="1198" y="12"/>
                    <a:pt x="1198" y="13"/>
                  </a:cubicBezTo>
                  <a:cubicBezTo>
                    <a:pt x="1198" y="46"/>
                    <a:pt x="1198" y="46"/>
                    <a:pt x="1198" y="46"/>
                  </a:cubicBezTo>
                  <a:cubicBezTo>
                    <a:pt x="1210" y="46"/>
                    <a:pt x="1210" y="46"/>
                    <a:pt x="1210" y="46"/>
                  </a:cubicBezTo>
                  <a:cubicBezTo>
                    <a:pt x="1214" y="46"/>
                    <a:pt x="1217" y="45"/>
                    <a:pt x="1219" y="42"/>
                  </a:cubicBezTo>
                  <a:cubicBezTo>
                    <a:pt x="1221" y="40"/>
                    <a:pt x="1222" y="37"/>
                    <a:pt x="1222" y="32"/>
                  </a:cubicBezTo>
                  <a:cubicBezTo>
                    <a:pt x="1227" y="32"/>
                    <a:pt x="1227" y="32"/>
                    <a:pt x="1227" y="32"/>
                  </a:cubicBezTo>
                  <a:cubicBezTo>
                    <a:pt x="1227" y="35"/>
                    <a:pt x="1227" y="38"/>
                    <a:pt x="1227" y="40"/>
                  </a:cubicBezTo>
                  <a:cubicBezTo>
                    <a:pt x="1227" y="43"/>
                    <a:pt x="1227" y="46"/>
                    <a:pt x="1227" y="49"/>
                  </a:cubicBezTo>
                  <a:cubicBezTo>
                    <a:pt x="1227" y="52"/>
                    <a:pt x="1227" y="54"/>
                    <a:pt x="1227" y="57"/>
                  </a:cubicBezTo>
                  <a:cubicBezTo>
                    <a:pt x="1227" y="60"/>
                    <a:pt x="1227" y="63"/>
                    <a:pt x="1227" y="65"/>
                  </a:cubicBezTo>
                  <a:cubicBezTo>
                    <a:pt x="1222" y="65"/>
                    <a:pt x="1222" y="65"/>
                    <a:pt x="1222" y="65"/>
                  </a:cubicBezTo>
                  <a:cubicBezTo>
                    <a:pt x="1222" y="60"/>
                    <a:pt x="1221" y="57"/>
                    <a:pt x="1219" y="55"/>
                  </a:cubicBezTo>
                  <a:cubicBezTo>
                    <a:pt x="1218" y="53"/>
                    <a:pt x="1215" y="52"/>
                    <a:pt x="1211" y="52"/>
                  </a:cubicBezTo>
                  <a:cubicBezTo>
                    <a:pt x="1198" y="52"/>
                    <a:pt x="1198" y="52"/>
                    <a:pt x="1198" y="52"/>
                  </a:cubicBezTo>
                  <a:cubicBezTo>
                    <a:pt x="1198" y="85"/>
                    <a:pt x="1198" y="85"/>
                    <a:pt x="1198" y="85"/>
                  </a:cubicBezTo>
                  <a:cubicBezTo>
                    <a:pt x="1198" y="87"/>
                    <a:pt x="1198" y="88"/>
                    <a:pt x="1199" y="89"/>
                  </a:cubicBezTo>
                  <a:cubicBezTo>
                    <a:pt x="1201" y="90"/>
                    <a:pt x="1202" y="90"/>
                    <a:pt x="1205" y="90"/>
                  </a:cubicBezTo>
                  <a:cubicBezTo>
                    <a:pt x="1216" y="90"/>
                    <a:pt x="1224" y="89"/>
                    <a:pt x="1229" y="86"/>
                  </a:cubicBezTo>
                  <a:cubicBezTo>
                    <a:pt x="1233" y="83"/>
                    <a:pt x="1236" y="78"/>
                    <a:pt x="1238" y="71"/>
                  </a:cubicBezTo>
                  <a:cubicBezTo>
                    <a:pt x="1244" y="71"/>
                    <a:pt x="1244" y="71"/>
                    <a:pt x="1244" y="71"/>
                  </a:cubicBezTo>
                  <a:cubicBezTo>
                    <a:pt x="1243" y="76"/>
                    <a:pt x="1242" y="80"/>
                    <a:pt x="1241" y="85"/>
                  </a:cubicBezTo>
                  <a:cubicBezTo>
                    <a:pt x="1240" y="90"/>
                    <a:pt x="1239" y="94"/>
                    <a:pt x="1239" y="99"/>
                  </a:cubicBezTo>
                  <a:cubicBezTo>
                    <a:pt x="1233" y="98"/>
                    <a:pt x="1228" y="98"/>
                    <a:pt x="1221" y="98"/>
                  </a:cubicBezTo>
                  <a:cubicBezTo>
                    <a:pt x="1215" y="98"/>
                    <a:pt x="1208" y="98"/>
                    <a:pt x="1201" y="98"/>
                  </a:cubicBezTo>
                  <a:cubicBezTo>
                    <a:pt x="1193" y="98"/>
                    <a:pt x="1186" y="98"/>
                    <a:pt x="1180" y="98"/>
                  </a:cubicBezTo>
                  <a:cubicBezTo>
                    <a:pt x="1174" y="98"/>
                    <a:pt x="1168" y="98"/>
                    <a:pt x="1163" y="99"/>
                  </a:cubicBezTo>
                  <a:cubicBezTo>
                    <a:pt x="1163" y="99"/>
                    <a:pt x="1163" y="99"/>
                    <a:pt x="1163" y="99"/>
                  </a:cubicBezTo>
                  <a:close/>
                  <a:moveTo>
                    <a:pt x="1259" y="99"/>
                  </a:moveTo>
                  <a:cubicBezTo>
                    <a:pt x="1259" y="93"/>
                    <a:pt x="1259" y="93"/>
                    <a:pt x="1259" y="93"/>
                  </a:cubicBezTo>
                  <a:cubicBezTo>
                    <a:pt x="1263" y="93"/>
                    <a:pt x="1266" y="92"/>
                    <a:pt x="1267" y="91"/>
                  </a:cubicBezTo>
                  <a:cubicBezTo>
                    <a:pt x="1269" y="89"/>
                    <a:pt x="1270" y="86"/>
                    <a:pt x="1270" y="81"/>
                  </a:cubicBezTo>
                  <a:cubicBezTo>
                    <a:pt x="1270" y="16"/>
                    <a:pt x="1270" y="16"/>
                    <a:pt x="1270" y="16"/>
                  </a:cubicBezTo>
                  <a:cubicBezTo>
                    <a:pt x="1270" y="13"/>
                    <a:pt x="1269" y="11"/>
                    <a:pt x="1267" y="9"/>
                  </a:cubicBezTo>
                  <a:cubicBezTo>
                    <a:pt x="1266" y="8"/>
                    <a:pt x="1263" y="7"/>
                    <a:pt x="1260" y="7"/>
                  </a:cubicBezTo>
                  <a:cubicBezTo>
                    <a:pt x="1259" y="7"/>
                    <a:pt x="1259" y="7"/>
                    <a:pt x="1259" y="7"/>
                  </a:cubicBezTo>
                  <a:cubicBezTo>
                    <a:pt x="1259" y="2"/>
                    <a:pt x="1259" y="2"/>
                    <a:pt x="1259" y="2"/>
                  </a:cubicBezTo>
                  <a:cubicBezTo>
                    <a:pt x="1262" y="2"/>
                    <a:pt x="1265" y="2"/>
                    <a:pt x="1268" y="2"/>
                  </a:cubicBezTo>
                  <a:cubicBezTo>
                    <a:pt x="1271" y="2"/>
                    <a:pt x="1274" y="3"/>
                    <a:pt x="1277" y="3"/>
                  </a:cubicBezTo>
                  <a:cubicBezTo>
                    <a:pt x="1281" y="3"/>
                    <a:pt x="1286" y="2"/>
                    <a:pt x="1292" y="2"/>
                  </a:cubicBezTo>
                  <a:cubicBezTo>
                    <a:pt x="1298" y="2"/>
                    <a:pt x="1302" y="2"/>
                    <a:pt x="1305" y="2"/>
                  </a:cubicBezTo>
                  <a:cubicBezTo>
                    <a:pt x="1316" y="2"/>
                    <a:pt x="1325" y="4"/>
                    <a:pt x="1330" y="7"/>
                  </a:cubicBezTo>
                  <a:cubicBezTo>
                    <a:pt x="1336" y="11"/>
                    <a:pt x="1339" y="17"/>
                    <a:pt x="1339" y="24"/>
                  </a:cubicBezTo>
                  <a:cubicBezTo>
                    <a:pt x="1339" y="30"/>
                    <a:pt x="1337" y="36"/>
                    <a:pt x="1333" y="40"/>
                  </a:cubicBezTo>
                  <a:cubicBezTo>
                    <a:pt x="1329" y="45"/>
                    <a:pt x="1323" y="49"/>
                    <a:pt x="1316" y="51"/>
                  </a:cubicBezTo>
                  <a:cubicBezTo>
                    <a:pt x="1320" y="53"/>
                    <a:pt x="1324" y="56"/>
                    <a:pt x="1328" y="61"/>
                  </a:cubicBezTo>
                  <a:cubicBezTo>
                    <a:pt x="1332" y="66"/>
                    <a:pt x="1336" y="73"/>
                    <a:pt x="1341" y="82"/>
                  </a:cubicBezTo>
                  <a:cubicBezTo>
                    <a:pt x="1341" y="83"/>
                    <a:pt x="1341" y="84"/>
                    <a:pt x="1342" y="85"/>
                  </a:cubicBezTo>
                  <a:cubicBezTo>
                    <a:pt x="1345" y="92"/>
                    <a:pt x="1348" y="95"/>
                    <a:pt x="1351" y="95"/>
                  </a:cubicBezTo>
                  <a:cubicBezTo>
                    <a:pt x="1352" y="95"/>
                    <a:pt x="1352" y="95"/>
                    <a:pt x="1352" y="95"/>
                  </a:cubicBezTo>
                  <a:cubicBezTo>
                    <a:pt x="1352" y="100"/>
                    <a:pt x="1352" y="100"/>
                    <a:pt x="1352" y="100"/>
                  </a:cubicBezTo>
                  <a:cubicBezTo>
                    <a:pt x="1347" y="99"/>
                    <a:pt x="1341" y="99"/>
                    <a:pt x="1334" y="98"/>
                  </a:cubicBezTo>
                  <a:cubicBezTo>
                    <a:pt x="1333" y="98"/>
                    <a:pt x="1333" y="98"/>
                    <a:pt x="1332" y="98"/>
                  </a:cubicBezTo>
                  <a:cubicBezTo>
                    <a:pt x="1328" y="98"/>
                    <a:pt x="1326" y="97"/>
                    <a:pt x="1324" y="96"/>
                  </a:cubicBezTo>
                  <a:cubicBezTo>
                    <a:pt x="1322" y="94"/>
                    <a:pt x="1320" y="91"/>
                    <a:pt x="1318" y="86"/>
                  </a:cubicBezTo>
                  <a:cubicBezTo>
                    <a:pt x="1317" y="83"/>
                    <a:pt x="1316" y="80"/>
                    <a:pt x="1314" y="75"/>
                  </a:cubicBezTo>
                  <a:cubicBezTo>
                    <a:pt x="1310" y="64"/>
                    <a:pt x="1307" y="58"/>
                    <a:pt x="1304" y="56"/>
                  </a:cubicBezTo>
                  <a:cubicBezTo>
                    <a:pt x="1303" y="56"/>
                    <a:pt x="1302" y="55"/>
                    <a:pt x="1301" y="55"/>
                  </a:cubicBezTo>
                  <a:cubicBezTo>
                    <a:pt x="1300" y="55"/>
                    <a:pt x="1298" y="55"/>
                    <a:pt x="1296" y="55"/>
                  </a:cubicBezTo>
                  <a:cubicBezTo>
                    <a:pt x="1296" y="55"/>
                    <a:pt x="1295" y="55"/>
                    <a:pt x="1295" y="55"/>
                  </a:cubicBezTo>
                  <a:cubicBezTo>
                    <a:pt x="1294" y="55"/>
                    <a:pt x="1293" y="55"/>
                    <a:pt x="1292" y="55"/>
                  </a:cubicBezTo>
                  <a:cubicBezTo>
                    <a:pt x="1292" y="81"/>
                    <a:pt x="1292" y="81"/>
                    <a:pt x="1292" y="81"/>
                  </a:cubicBezTo>
                  <a:cubicBezTo>
                    <a:pt x="1292" y="86"/>
                    <a:pt x="1293" y="89"/>
                    <a:pt x="1294" y="90"/>
                  </a:cubicBezTo>
                  <a:cubicBezTo>
                    <a:pt x="1295" y="92"/>
                    <a:pt x="1298" y="93"/>
                    <a:pt x="1302" y="93"/>
                  </a:cubicBezTo>
                  <a:cubicBezTo>
                    <a:pt x="1302" y="99"/>
                    <a:pt x="1302" y="99"/>
                    <a:pt x="1302" y="99"/>
                  </a:cubicBezTo>
                  <a:cubicBezTo>
                    <a:pt x="1297" y="98"/>
                    <a:pt x="1292" y="98"/>
                    <a:pt x="1289" y="98"/>
                  </a:cubicBezTo>
                  <a:cubicBezTo>
                    <a:pt x="1285" y="98"/>
                    <a:pt x="1282" y="98"/>
                    <a:pt x="1281" y="98"/>
                  </a:cubicBezTo>
                  <a:cubicBezTo>
                    <a:pt x="1277" y="98"/>
                    <a:pt x="1274" y="98"/>
                    <a:pt x="1270" y="98"/>
                  </a:cubicBezTo>
                  <a:cubicBezTo>
                    <a:pt x="1267" y="98"/>
                    <a:pt x="1263" y="98"/>
                    <a:pt x="1259" y="99"/>
                  </a:cubicBezTo>
                  <a:cubicBezTo>
                    <a:pt x="1259" y="99"/>
                    <a:pt x="1259" y="99"/>
                    <a:pt x="1259" y="99"/>
                  </a:cubicBezTo>
                  <a:close/>
                  <a:moveTo>
                    <a:pt x="1292" y="48"/>
                  </a:moveTo>
                  <a:cubicBezTo>
                    <a:pt x="1298" y="48"/>
                    <a:pt x="1298" y="48"/>
                    <a:pt x="1298" y="48"/>
                  </a:cubicBezTo>
                  <a:cubicBezTo>
                    <a:pt x="1305" y="48"/>
                    <a:pt x="1310" y="46"/>
                    <a:pt x="1313" y="43"/>
                  </a:cubicBezTo>
                  <a:cubicBezTo>
                    <a:pt x="1316" y="40"/>
                    <a:pt x="1318" y="35"/>
                    <a:pt x="1318" y="28"/>
                  </a:cubicBezTo>
                  <a:cubicBezTo>
                    <a:pt x="1318" y="21"/>
                    <a:pt x="1316" y="16"/>
                    <a:pt x="1313" y="13"/>
                  </a:cubicBezTo>
                  <a:cubicBezTo>
                    <a:pt x="1309" y="10"/>
                    <a:pt x="1304" y="8"/>
                    <a:pt x="1297" y="8"/>
                  </a:cubicBezTo>
                  <a:cubicBezTo>
                    <a:pt x="1295" y="8"/>
                    <a:pt x="1295" y="8"/>
                    <a:pt x="1294" y="8"/>
                  </a:cubicBezTo>
                  <a:cubicBezTo>
                    <a:pt x="1293" y="9"/>
                    <a:pt x="1293" y="9"/>
                    <a:pt x="1292" y="9"/>
                  </a:cubicBezTo>
                  <a:cubicBezTo>
                    <a:pt x="1292" y="48"/>
                    <a:pt x="1292" y="48"/>
                    <a:pt x="1292" y="48"/>
                  </a:cubicBezTo>
                  <a:close/>
                  <a:moveTo>
                    <a:pt x="1370" y="66"/>
                  </a:moveTo>
                  <a:cubicBezTo>
                    <a:pt x="1380" y="66"/>
                    <a:pt x="1380" y="66"/>
                    <a:pt x="1380" y="66"/>
                  </a:cubicBezTo>
                  <a:cubicBezTo>
                    <a:pt x="1380" y="75"/>
                    <a:pt x="1382" y="81"/>
                    <a:pt x="1385" y="85"/>
                  </a:cubicBezTo>
                  <a:cubicBezTo>
                    <a:pt x="1389" y="90"/>
                    <a:pt x="1394" y="92"/>
                    <a:pt x="1400" y="92"/>
                  </a:cubicBezTo>
                  <a:cubicBezTo>
                    <a:pt x="1406" y="92"/>
                    <a:pt x="1410" y="90"/>
                    <a:pt x="1413" y="88"/>
                  </a:cubicBezTo>
                  <a:cubicBezTo>
                    <a:pt x="1416" y="85"/>
                    <a:pt x="1418" y="82"/>
                    <a:pt x="1418" y="77"/>
                  </a:cubicBezTo>
                  <a:cubicBezTo>
                    <a:pt x="1418" y="74"/>
                    <a:pt x="1417" y="71"/>
                    <a:pt x="1415" y="68"/>
                  </a:cubicBezTo>
                  <a:cubicBezTo>
                    <a:pt x="1413" y="66"/>
                    <a:pt x="1408" y="63"/>
                    <a:pt x="1400" y="60"/>
                  </a:cubicBezTo>
                  <a:cubicBezTo>
                    <a:pt x="1389" y="55"/>
                    <a:pt x="1381" y="51"/>
                    <a:pt x="1377" y="46"/>
                  </a:cubicBezTo>
                  <a:cubicBezTo>
                    <a:pt x="1373" y="41"/>
                    <a:pt x="1371" y="36"/>
                    <a:pt x="1371" y="29"/>
                  </a:cubicBezTo>
                  <a:cubicBezTo>
                    <a:pt x="1371" y="20"/>
                    <a:pt x="1374" y="13"/>
                    <a:pt x="1380" y="8"/>
                  </a:cubicBezTo>
                  <a:cubicBezTo>
                    <a:pt x="1386" y="2"/>
                    <a:pt x="1393" y="0"/>
                    <a:pt x="1403" y="0"/>
                  </a:cubicBezTo>
                  <a:cubicBezTo>
                    <a:pt x="1407" y="0"/>
                    <a:pt x="1411" y="0"/>
                    <a:pt x="1415" y="1"/>
                  </a:cubicBezTo>
                  <a:cubicBezTo>
                    <a:pt x="1420" y="1"/>
                    <a:pt x="1425" y="2"/>
                    <a:pt x="1431" y="3"/>
                  </a:cubicBezTo>
                  <a:cubicBezTo>
                    <a:pt x="1431" y="4"/>
                    <a:pt x="1431" y="4"/>
                    <a:pt x="1431" y="4"/>
                  </a:cubicBezTo>
                  <a:cubicBezTo>
                    <a:pt x="1431" y="9"/>
                    <a:pt x="1431" y="14"/>
                    <a:pt x="1431" y="17"/>
                  </a:cubicBezTo>
                  <a:cubicBezTo>
                    <a:pt x="1431" y="19"/>
                    <a:pt x="1431" y="23"/>
                    <a:pt x="1431" y="29"/>
                  </a:cubicBezTo>
                  <a:cubicBezTo>
                    <a:pt x="1431" y="29"/>
                    <a:pt x="1431" y="29"/>
                    <a:pt x="1431" y="29"/>
                  </a:cubicBezTo>
                  <a:cubicBezTo>
                    <a:pt x="1423" y="29"/>
                    <a:pt x="1423" y="29"/>
                    <a:pt x="1423" y="29"/>
                  </a:cubicBezTo>
                  <a:cubicBezTo>
                    <a:pt x="1423" y="22"/>
                    <a:pt x="1421" y="17"/>
                    <a:pt x="1418" y="13"/>
                  </a:cubicBezTo>
                  <a:cubicBezTo>
                    <a:pt x="1415" y="10"/>
                    <a:pt x="1410" y="8"/>
                    <a:pt x="1404" y="8"/>
                  </a:cubicBezTo>
                  <a:cubicBezTo>
                    <a:pt x="1400" y="8"/>
                    <a:pt x="1396" y="9"/>
                    <a:pt x="1393" y="11"/>
                  </a:cubicBezTo>
                  <a:cubicBezTo>
                    <a:pt x="1391" y="14"/>
                    <a:pt x="1389" y="17"/>
                    <a:pt x="1389" y="21"/>
                  </a:cubicBezTo>
                  <a:cubicBezTo>
                    <a:pt x="1389" y="24"/>
                    <a:pt x="1390" y="27"/>
                    <a:pt x="1392" y="30"/>
                  </a:cubicBezTo>
                  <a:cubicBezTo>
                    <a:pt x="1395" y="32"/>
                    <a:pt x="1400" y="35"/>
                    <a:pt x="1407" y="38"/>
                  </a:cubicBezTo>
                  <a:cubicBezTo>
                    <a:pt x="1408" y="38"/>
                    <a:pt x="1410" y="39"/>
                    <a:pt x="1412" y="40"/>
                  </a:cubicBezTo>
                  <a:cubicBezTo>
                    <a:pt x="1420" y="43"/>
                    <a:pt x="1426" y="46"/>
                    <a:pt x="1429" y="49"/>
                  </a:cubicBezTo>
                  <a:cubicBezTo>
                    <a:pt x="1432" y="51"/>
                    <a:pt x="1434" y="55"/>
                    <a:pt x="1435" y="58"/>
                  </a:cubicBezTo>
                  <a:cubicBezTo>
                    <a:pt x="1437" y="61"/>
                    <a:pt x="1437" y="65"/>
                    <a:pt x="1437" y="69"/>
                  </a:cubicBezTo>
                  <a:cubicBezTo>
                    <a:pt x="1437" y="79"/>
                    <a:pt x="1434" y="86"/>
                    <a:pt x="1428" y="92"/>
                  </a:cubicBezTo>
                  <a:cubicBezTo>
                    <a:pt x="1421" y="98"/>
                    <a:pt x="1413" y="101"/>
                    <a:pt x="1402" y="101"/>
                  </a:cubicBezTo>
                  <a:cubicBezTo>
                    <a:pt x="1396" y="101"/>
                    <a:pt x="1390" y="100"/>
                    <a:pt x="1385" y="99"/>
                  </a:cubicBezTo>
                  <a:cubicBezTo>
                    <a:pt x="1379" y="98"/>
                    <a:pt x="1374" y="96"/>
                    <a:pt x="1369" y="93"/>
                  </a:cubicBezTo>
                  <a:cubicBezTo>
                    <a:pt x="1370" y="90"/>
                    <a:pt x="1370" y="87"/>
                    <a:pt x="1370" y="83"/>
                  </a:cubicBezTo>
                  <a:cubicBezTo>
                    <a:pt x="1370" y="80"/>
                    <a:pt x="1370" y="77"/>
                    <a:pt x="1370" y="73"/>
                  </a:cubicBezTo>
                  <a:cubicBezTo>
                    <a:pt x="1370" y="71"/>
                    <a:pt x="1370" y="70"/>
                    <a:pt x="1370" y="69"/>
                  </a:cubicBezTo>
                  <a:cubicBezTo>
                    <a:pt x="1370" y="68"/>
                    <a:pt x="1370" y="67"/>
                    <a:pt x="1370" y="66"/>
                  </a:cubicBezTo>
                  <a:cubicBezTo>
                    <a:pt x="1370" y="66"/>
                    <a:pt x="1370" y="66"/>
                    <a:pt x="1370" y="66"/>
                  </a:cubicBezTo>
                  <a:close/>
                  <a:moveTo>
                    <a:pt x="1456" y="99"/>
                  </a:moveTo>
                  <a:cubicBezTo>
                    <a:pt x="1456" y="93"/>
                    <a:pt x="1456" y="93"/>
                    <a:pt x="1456" y="93"/>
                  </a:cubicBezTo>
                  <a:cubicBezTo>
                    <a:pt x="1457" y="93"/>
                    <a:pt x="1457" y="93"/>
                    <a:pt x="1457" y="93"/>
                  </a:cubicBezTo>
                  <a:cubicBezTo>
                    <a:pt x="1461" y="93"/>
                    <a:pt x="1464" y="92"/>
                    <a:pt x="1466" y="91"/>
                  </a:cubicBezTo>
                  <a:cubicBezTo>
                    <a:pt x="1467" y="89"/>
                    <a:pt x="1468" y="86"/>
                    <a:pt x="1468" y="81"/>
                  </a:cubicBezTo>
                  <a:cubicBezTo>
                    <a:pt x="1468" y="16"/>
                    <a:pt x="1468" y="16"/>
                    <a:pt x="1468" y="16"/>
                  </a:cubicBezTo>
                  <a:cubicBezTo>
                    <a:pt x="1468" y="13"/>
                    <a:pt x="1467" y="11"/>
                    <a:pt x="1465" y="9"/>
                  </a:cubicBezTo>
                  <a:cubicBezTo>
                    <a:pt x="1464" y="8"/>
                    <a:pt x="1461" y="7"/>
                    <a:pt x="1458" y="7"/>
                  </a:cubicBezTo>
                  <a:cubicBezTo>
                    <a:pt x="1456" y="7"/>
                    <a:pt x="1456" y="7"/>
                    <a:pt x="1456" y="7"/>
                  </a:cubicBezTo>
                  <a:cubicBezTo>
                    <a:pt x="1456" y="2"/>
                    <a:pt x="1456" y="2"/>
                    <a:pt x="1456" y="2"/>
                  </a:cubicBezTo>
                  <a:cubicBezTo>
                    <a:pt x="1460" y="2"/>
                    <a:pt x="1464" y="2"/>
                    <a:pt x="1468" y="2"/>
                  </a:cubicBezTo>
                  <a:cubicBezTo>
                    <a:pt x="1472" y="3"/>
                    <a:pt x="1475" y="3"/>
                    <a:pt x="1479" y="3"/>
                  </a:cubicBezTo>
                  <a:cubicBezTo>
                    <a:pt x="1483" y="3"/>
                    <a:pt x="1487" y="3"/>
                    <a:pt x="1491" y="2"/>
                  </a:cubicBezTo>
                  <a:cubicBezTo>
                    <a:pt x="1494" y="2"/>
                    <a:pt x="1498" y="2"/>
                    <a:pt x="1502" y="2"/>
                  </a:cubicBezTo>
                  <a:cubicBezTo>
                    <a:pt x="1502" y="7"/>
                    <a:pt x="1502" y="7"/>
                    <a:pt x="1502" y="7"/>
                  </a:cubicBezTo>
                  <a:cubicBezTo>
                    <a:pt x="1498" y="7"/>
                    <a:pt x="1495" y="8"/>
                    <a:pt x="1493" y="9"/>
                  </a:cubicBezTo>
                  <a:cubicBezTo>
                    <a:pt x="1492" y="10"/>
                    <a:pt x="1491" y="12"/>
                    <a:pt x="1491" y="16"/>
                  </a:cubicBezTo>
                  <a:cubicBezTo>
                    <a:pt x="1491" y="81"/>
                    <a:pt x="1491" y="81"/>
                    <a:pt x="1491" y="81"/>
                  </a:cubicBezTo>
                  <a:cubicBezTo>
                    <a:pt x="1491" y="86"/>
                    <a:pt x="1492" y="89"/>
                    <a:pt x="1493" y="91"/>
                  </a:cubicBezTo>
                  <a:cubicBezTo>
                    <a:pt x="1494" y="92"/>
                    <a:pt x="1497" y="93"/>
                    <a:pt x="1501" y="93"/>
                  </a:cubicBezTo>
                  <a:cubicBezTo>
                    <a:pt x="1502" y="93"/>
                    <a:pt x="1502" y="93"/>
                    <a:pt x="1502" y="93"/>
                  </a:cubicBezTo>
                  <a:cubicBezTo>
                    <a:pt x="1502" y="99"/>
                    <a:pt x="1502" y="99"/>
                    <a:pt x="1502" y="99"/>
                  </a:cubicBezTo>
                  <a:cubicBezTo>
                    <a:pt x="1498" y="98"/>
                    <a:pt x="1495" y="98"/>
                    <a:pt x="1491" y="98"/>
                  </a:cubicBezTo>
                  <a:cubicBezTo>
                    <a:pt x="1487" y="98"/>
                    <a:pt x="1483" y="98"/>
                    <a:pt x="1479" y="98"/>
                  </a:cubicBezTo>
                  <a:cubicBezTo>
                    <a:pt x="1476" y="98"/>
                    <a:pt x="1472" y="98"/>
                    <a:pt x="1469" y="98"/>
                  </a:cubicBezTo>
                  <a:cubicBezTo>
                    <a:pt x="1465" y="98"/>
                    <a:pt x="1461" y="98"/>
                    <a:pt x="1456" y="99"/>
                  </a:cubicBezTo>
                  <a:cubicBezTo>
                    <a:pt x="1456" y="99"/>
                    <a:pt x="1456" y="99"/>
                    <a:pt x="1456" y="99"/>
                  </a:cubicBezTo>
                  <a:close/>
                  <a:moveTo>
                    <a:pt x="1533" y="99"/>
                  </a:moveTo>
                  <a:cubicBezTo>
                    <a:pt x="1533" y="93"/>
                    <a:pt x="1533" y="93"/>
                    <a:pt x="1533" y="93"/>
                  </a:cubicBezTo>
                  <a:cubicBezTo>
                    <a:pt x="1535" y="93"/>
                    <a:pt x="1535" y="93"/>
                    <a:pt x="1535" y="93"/>
                  </a:cubicBezTo>
                  <a:cubicBezTo>
                    <a:pt x="1539" y="93"/>
                    <a:pt x="1542" y="92"/>
                    <a:pt x="1543" y="91"/>
                  </a:cubicBezTo>
                  <a:cubicBezTo>
                    <a:pt x="1545" y="89"/>
                    <a:pt x="1546" y="87"/>
                    <a:pt x="1546" y="84"/>
                  </a:cubicBezTo>
                  <a:cubicBezTo>
                    <a:pt x="1546" y="9"/>
                    <a:pt x="1546" y="9"/>
                    <a:pt x="1546" y="9"/>
                  </a:cubicBezTo>
                  <a:cubicBezTo>
                    <a:pt x="1543" y="9"/>
                    <a:pt x="1543" y="9"/>
                    <a:pt x="1543" y="9"/>
                  </a:cubicBezTo>
                  <a:cubicBezTo>
                    <a:pt x="1537" y="9"/>
                    <a:pt x="1532" y="10"/>
                    <a:pt x="1528" y="13"/>
                  </a:cubicBezTo>
                  <a:cubicBezTo>
                    <a:pt x="1525" y="16"/>
                    <a:pt x="1523" y="20"/>
                    <a:pt x="1522" y="26"/>
                  </a:cubicBezTo>
                  <a:cubicBezTo>
                    <a:pt x="1517" y="26"/>
                    <a:pt x="1517" y="26"/>
                    <a:pt x="1517" y="26"/>
                  </a:cubicBezTo>
                  <a:cubicBezTo>
                    <a:pt x="1518" y="2"/>
                    <a:pt x="1518" y="2"/>
                    <a:pt x="1518" y="2"/>
                  </a:cubicBezTo>
                  <a:cubicBezTo>
                    <a:pt x="1520" y="2"/>
                    <a:pt x="1522" y="2"/>
                    <a:pt x="1524" y="2"/>
                  </a:cubicBezTo>
                  <a:cubicBezTo>
                    <a:pt x="1527" y="2"/>
                    <a:pt x="1531" y="2"/>
                    <a:pt x="1536" y="2"/>
                  </a:cubicBezTo>
                  <a:cubicBezTo>
                    <a:pt x="1557" y="2"/>
                    <a:pt x="1557" y="2"/>
                    <a:pt x="1557" y="2"/>
                  </a:cubicBezTo>
                  <a:cubicBezTo>
                    <a:pt x="1578" y="2"/>
                    <a:pt x="1578" y="2"/>
                    <a:pt x="1578" y="2"/>
                  </a:cubicBezTo>
                  <a:cubicBezTo>
                    <a:pt x="1584" y="2"/>
                    <a:pt x="1588" y="2"/>
                    <a:pt x="1591" y="2"/>
                  </a:cubicBezTo>
                  <a:cubicBezTo>
                    <a:pt x="1593" y="2"/>
                    <a:pt x="1595" y="2"/>
                    <a:pt x="1597" y="2"/>
                  </a:cubicBezTo>
                  <a:cubicBezTo>
                    <a:pt x="1598" y="26"/>
                    <a:pt x="1598" y="26"/>
                    <a:pt x="1598" y="26"/>
                  </a:cubicBezTo>
                  <a:cubicBezTo>
                    <a:pt x="1593" y="26"/>
                    <a:pt x="1593" y="26"/>
                    <a:pt x="1593" y="26"/>
                  </a:cubicBezTo>
                  <a:cubicBezTo>
                    <a:pt x="1592" y="20"/>
                    <a:pt x="1590" y="16"/>
                    <a:pt x="1586" y="13"/>
                  </a:cubicBezTo>
                  <a:cubicBezTo>
                    <a:pt x="1583" y="10"/>
                    <a:pt x="1578" y="9"/>
                    <a:pt x="1572" y="9"/>
                  </a:cubicBezTo>
                  <a:cubicBezTo>
                    <a:pt x="1569" y="9"/>
                    <a:pt x="1569" y="9"/>
                    <a:pt x="1569" y="9"/>
                  </a:cubicBezTo>
                  <a:cubicBezTo>
                    <a:pt x="1569" y="83"/>
                    <a:pt x="1569" y="83"/>
                    <a:pt x="1569" y="83"/>
                  </a:cubicBezTo>
                  <a:cubicBezTo>
                    <a:pt x="1569" y="87"/>
                    <a:pt x="1570" y="89"/>
                    <a:pt x="1571" y="91"/>
                  </a:cubicBezTo>
                  <a:cubicBezTo>
                    <a:pt x="1573" y="92"/>
                    <a:pt x="1576" y="93"/>
                    <a:pt x="1580" y="93"/>
                  </a:cubicBezTo>
                  <a:cubicBezTo>
                    <a:pt x="1581" y="93"/>
                    <a:pt x="1581" y="93"/>
                    <a:pt x="1581" y="93"/>
                  </a:cubicBezTo>
                  <a:cubicBezTo>
                    <a:pt x="1581" y="99"/>
                    <a:pt x="1581" y="99"/>
                    <a:pt x="1581" y="99"/>
                  </a:cubicBezTo>
                  <a:cubicBezTo>
                    <a:pt x="1576" y="98"/>
                    <a:pt x="1571" y="98"/>
                    <a:pt x="1567" y="98"/>
                  </a:cubicBezTo>
                  <a:cubicBezTo>
                    <a:pt x="1563" y="98"/>
                    <a:pt x="1560" y="98"/>
                    <a:pt x="1557" y="98"/>
                  </a:cubicBezTo>
                  <a:cubicBezTo>
                    <a:pt x="1553" y="98"/>
                    <a:pt x="1549" y="98"/>
                    <a:pt x="1545" y="98"/>
                  </a:cubicBezTo>
                  <a:cubicBezTo>
                    <a:pt x="1541" y="98"/>
                    <a:pt x="1537" y="98"/>
                    <a:pt x="1533" y="99"/>
                  </a:cubicBezTo>
                  <a:cubicBezTo>
                    <a:pt x="1533" y="99"/>
                    <a:pt x="1533" y="99"/>
                    <a:pt x="1533" y="99"/>
                  </a:cubicBezTo>
                  <a:close/>
                  <a:moveTo>
                    <a:pt x="1666" y="56"/>
                  </a:moveTo>
                  <a:cubicBezTo>
                    <a:pt x="1666" y="81"/>
                    <a:pt x="1666" y="81"/>
                    <a:pt x="1666" y="81"/>
                  </a:cubicBezTo>
                  <a:cubicBezTo>
                    <a:pt x="1666" y="86"/>
                    <a:pt x="1667" y="89"/>
                    <a:pt x="1669" y="91"/>
                  </a:cubicBezTo>
                  <a:cubicBezTo>
                    <a:pt x="1670" y="92"/>
                    <a:pt x="1673" y="93"/>
                    <a:pt x="1678" y="93"/>
                  </a:cubicBezTo>
                  <a:cubicBezTo>
                    <a:pt x="1680" y="93"/>
                    <a:pt x="1680" y="93"/>
                    <a:pt x="1680" y="93"/>
                  </a:cubicBezTo>
                  <a:cubicBezTo>
                    <a:pt x="1680" y="99"/>
                    <a:pt x="1680" y="99"/>
                    <a:pt x="1680" y="99"/>
                  </a:cubicBezTo>
                  <a:cubicBezTo>
                    <a:pt x="1675" y="98"/>
                    <a:pt x="1670" y="98"/>
                    <a:pt x="1666" y="98"/>
                  </a:cubicBezTo>
                  <a:cubicBezTo>
                    <a:pt x="1661" y="98"/>
                    <a:pt x="1658" y="98"/>
                    <a:pt x="1656" y="98"/>
                  </a:cubicBezTo>
                  <a:cubicBezTo>
                    <a:pt x="1653" y="98"/>
                    <a:pt x="1649" y="98"/>
                    <a:pt x="1645" y="98"/>
                  </a:cubicBezTo>
                  <a:cubicBezTo>
                    <a:pt x="1640" y="98"/>
                    <a:pt x="1635" y="98"/>
                    <a:pt x="1630" y="99"/>
                  </a:cubicBezTo>
                  <a:cubicBezTo>
                    <a:pt x="1630" y="93"/>
                    <a:pt x="1630" y="93"/>
                    <a:pt x="1630" y="93"/>
                  </a:cubicBezTo>
                  <a:cubicBezTo>
                    <a:pt x="1633" y="93"/>
                    <a:pt x="1633" y="93"/>
                    <a:pt x="1633" y="93"/>
                  </a:cubicBezTo>
                  <a:cubicBezTo>
                    <a:pt x="1638" y="93"/>
                    <a:pt x="1641" y="92"/>
                    <a:pt x="1642" y="91"/>
                  </a:cubicBezTo>
                  <a:cubicBezTo>
                    <a:pt x="1644" y="89"/>
                    <a:pt x="1644" y="86"/>
                    <a:pt x="1644" y="81"/>
                  </a:cubicBezTo>
                  <a:cubicBezTo>
                    <a:pt x="1644" y="56"/>
                    <a:pt x="1644" y="56"/>
                    <a:pt x="1644" y="56"/>
                  </a:cubicBezTo>
                  <a:cubicBezTo>
                    <a:pt x="1619" y="14"/>
                    <a:pt x="1619" y="14"/>
                    <a:pt x="1619" y="14"/>
                  </a:cubicBezTo>
                  <a:cubicBezTo>
                    <a:pt x="1619" y="14"/>
                    <a:pt x="1619" y="14"/>
                    <a:pt x="1619" y="14"/>
                  </a:cubicBezTo>
                  <a:cubicBezTo>
                    <a:pt x="1616" y="10"/>
                    <a:pt x="1613" y="7"/>
                    <a:pt x="1610" y="7"/>
                  </a:cubicBezTo>
                  <a:cubicBezTo>
                    <a:pt x="1608" y="7"/>
                    <a:pt x="1608" y="7"/>
                    <a:pt x="1608" y="7"/>
                  </a:cubicBezTo>
                  <a:cubicBezTo>
                    <a:pt x="1608" y="2"/>
                    <a:pt x="1608" y="2"/>
                    <a:pt x="1608" y="2"/>
                  </a:cubicBezTo>
                  <a:cubicBezTo>
                    <a:pt x="1612" y="2"/>
                    <a:pt x="1616" y="2"/>
                    <a:pt x="1620" y="2"/>
                  </a:cubicBezTo>
                  <a:cubicBezTo>
                    <a:pt x="1623" y="2"/>
                    <a:pt x="1627" y="3"/>
                    <a:pt x="1631" y="3"/>
                  </a:cubicBezTo>
                  <a:cubicBezTo>
                    <a:pt x="1636" y="3"/>
                    <a:pt x="1640" y="2"/>
                    <a:pt x="1644" y="2"/>
                  </a:cubicBezTo>
                  <a:cubicBezTo>
                    <a:pt x="1648" y="2"/>
                    <a:pt x="1651" y="2"/>
                    <a:pt x="1654" y="2"/>
                  </a:cubicBezTo>
                  <a:cubicBezTo>
                    <a:pt x="1654" y="7"/>
                    <a:pt x="1654" y="7"/>
                    <a:pt x="1654" y="7"/>
                  </a:cubicBezTo>
                  <a:cubicBezTo>
                    <a:pt x="1650" y="7"/>
                    <a:pt x="1647" y="7"/>
                    <a:pt x="1646" y="8"/>
                  </a:cubicBezTo>
                  <a:cubicBezTo>
                    <a:pt x="1644" y="9"/>
                    <a:pt x="1644" y="9"/>
                    <a:pt x="1644" y="11"/>
                  </a:cubicBezTo>
                  <a:cubicBezTo>
                    <a:pt x="1644" y="11"/>
                    <a:pt x="1644" y="11"/>
                    <a:pt x="1644" y="12"/>
                  </a:cubicBezTo>
                  <a:cubicBezTo>
                    <a:pt x="1644" y="12"/>
                    <a:pt x="1644" y="13"/>
                    <a:pt x="1644" y="13"/>
                  </a:cubicBezTo>
                  <a:cubicBezTo>
                    <a:pt x="1664" y="48"/>
                    <a:pt x="1664" y="48"/>
                    <a:pt x="1664" y="48"/>
                  </a:cubicBezTo>
                  <a:cubicBezTo>
                    <a:pt x="1683" y="13"/>
                    <a:pt x="1683" y="13"/>
                    <a:pt x="1683" y="13"/>
                  </a:cubicBezTo>
                  <a:cubicBezTo>
                    <a:pt x="1683" y="12"/>
                    <a:pt x="1683" y="12"/>
                    <a:pt x="1683" y="11"/>
                  </a:cubicBezTo>
                  <a:cubicBezTo>
                    <a:pt x="1683" y="11"/>
                    <a:pt x="1683" y="11"/>
                    <a:pt x="1683" y="10"/>
                  </a:cubicBezTo>
                  <a:cubicBezTo>
                    <a:pt x="1683" y="9"/>
                    <a:pt x="1683" y="8"/>
                    <a:pt x="1681" y="8"/>
                  </a:cubicBezTo>
                  <a:cubicBezTo>
                    <a:pt x="1679" y="7"/>
                    <a:pt x="1677" y="7"/>
                    <a:pt x="1673" y="7"/>
                  </a:cubicBezTo>
                  <a:cubicBezTo>
                    <a:pt x="1673" y="2"/>
                    <a:pt x="1673" y="2"/>
                    <a:pt x="1673" y="2"/>
                  </a:cubicBezTo>
                  <a:cubicBezTo>
                    <a:pt x="1676" y="2"/>
                    <a:pt x="1679" y="2"/>
                    <a:pt x="1682" y="2"/>
                  </a:cubicBezTo>
                  <a:cubicBezTo>
                    <a:pt x="1684" y="2"/>
                    <a:pt x="1686" y="3"/>
                    <a:pt x="1688" y="3"/>
                  </a:cubicBezTo>
                  <a:cubicBezTo>
                    <a:pt x="1691" y="3"/>
                    <a:pt x="1693" y="2"/>
                    <a:pt x="1695" y="2"/>
                  </a:cubicBezTo>
                  <a:cubicBezTo>
                    <a:pt x="1698" y="2"/>
                    <a:pt x="1700" y="2"/>
                    <a:pt x="1702" y="2"/>
                  </a:cubicBezTo>
                  <a:cubicBezTo>
                    <a:pt x="1702" y="7"/>
                    <a:pt x="1702" y="7"/>
                    <a:pt x="1702" y="7"/>
                  </a:cubicBezTo>
                  <a:cubicBezTo>
                    <a:pt x="1699" y="7"/>
                    <a:pt x="1697" y="8"/>
                    <a:pt x="1696" y="8"/>
                  </a:cubicBezTo>
                  <a:cubicBezTo>
                    <a:pt x="1695" y="9"/>
                    <a:pt x="1694" y="10"/>
                    <a:pt x="1692" y="13"/>
                  </a:cubicBezTo>
                  <a:lnTo>
                    <a:pt x="1666" y="56"/>
                  </a:lnTo>
                  <a:close/>
                </a:path>
              </a:pathLst>
            </a:custGeom>
            <a:solidFill>
              <a:srgbClr val="0A0A0A"/>
            </a:solidFill>
            <a:ln>
              <a:noFill/>
            </a:ln>
          </p:spPr>
          <p:txBody>
            <a:bodyPr anchor="ctr"/>
            <a:lstStyle/>
            <a:p>
              <a:pPr algn="ctr"/>
              <a:endParaRPr>
                <a:solidFill>
                  <a:srgbClr val="000000"/>
                </a:solidFill>
              </a:endParaRPr>
            </a:p>
          </p:txBody>
        </p:sp>
        <p:grpSp>
          <p:nvGrpSpPr>
            <p:cNvPr id="7" name="í$ļîdé"/>
            <p:cNvGrpSpPr/>
            <p:nvPr/>
          </p:nvGrpSpPr>
          <p:grpSpPr>
            <a:xfrm>
              <a:off x="10450629" y="404003"/>
              <a:ext cx="1011546" cy="270315"/>
              <a:chOff x="5102226" y="2428875"/>
              <a:chExt cx="5067300" cy="1354138"/>
            </a:xfrm>
            <a:solidFill>
              <a:srgbClr val="0A0A0A"/>
            </a:solidFill>
          </p:grpSpPr>
          <p:sp>
            <p:nvSpPr>
              <p:cNvPr id="10" name="ís1ïḋe"/>
              <p:cNvSpPr/>
              <p:nvPr/>
            </p:nvSpPr>
            <p:spPr bwMode="auto">
              <a:xfrm>
                <a:off x="5102226" y="2884488"/>
                <a:ext cx="1347788" cy="673100"/>
              </a:xfrm>
              <a:custGeom>
                <a:avLst/>
                <a:gdLst>
                  <a:gd name="T0" fmla="*/ 62 w 409"/>
                  <a:gd name="T1" fmla="*/ 79 h 204"/>
                  <a:gd name="T2" fmla="*/ 47 w 409"/>
                  <a:gd name="T3" fmla="*/ 55 h 204"/>
                  <a:gd name="T4" fmla="*/ 23 w 409"/>
                  <a:gd name="T5" fmla="*/ 49 h 204"/>
                  <a:gd name="T6" fmla="*/ 0 w 409"/>
                  <a:gd name="T7" fmla="*/ 87 h 204"/>
                  <a:gd name="T8" fmla="*/ 34 w 409"/>
                  <a:gd name="T9" fmla="*/ 193 h 204"/>
                  <a:gd name="T10" fmla="*/ 70 w 409"/>
                  <a:gd name="T11" fmla="*/ 186 h 204"/>
                  <a:gd name="T12" fmla="*/ 65 w 409"/>
                  <a:gd name="T13" fmla="*/ 129 h 204"/>
                  <a:gd name="T14" fmla="*/ 132 w 409"/>
                  <a:gd name="T15" fmla="*/ 63 h 204"/>
                  <a:gd name="T16" fmla="*/ 219 w 409"/>
                  <a:gd name="T17" fmla="*/ 42 h 204"/>
                  <a:gd name="T18" fmla="*/ 223 w 409"/>
                  <a:gd name="T19" fmla="*/ 63 h 204"/>
                  <a:gd name="T20" fmla="*/ 191 w 409"/>
                  <a:gd name="T21" fmla="*/ 105 h 204"/>
                  <a:gd name="T22" fmla="*/ 179 w 409"/>
                  <a:gd name="T23" fmla="*/ 103 h 204"/>
                  <a:gd name="T24" fmla="*/ 166 w 409"/>
                  <a:gd name="T25" fmla="*/ 77 h 204"/>
                  <a:gd name="T26" fmla="*/ 141 w 409"/>
                  <a:gd name="T27" fmla="*/ 85 h 204"/>
                  <a:gd name="T28" fmla="*/ 150 w 409"/>
                  <a:gd name="T29" fmla="*/ 113 h 204"/>
                  <a:gd name="T30" fmla="*/ 156 w 409"/>
                  <a:gd name="T31" fmla="*/ 127 h 204"/>
                  <a:gd name="T32" fmla="*/ 126 w 409"/>
                  <a:gd name="T33" fmla="*/ 142 h 204"/>
                  <a:gd name="T34" fmla="*/ 108 w 409"/>
                  <a:gd name="T35" fmla="*/ 153 h 204"/>
                  <a:gd name="T36" fmla="*/ 122 w 409"/>
                  <a:gd name="T37" fmla="*/ 177 h 204"/>
                  <a:gd name="T38" fmla="*/ 160 w 409"/>
                  <a:gd name="T39" fmla="*/ 156 h 204"/>
                  <a:gd name="T40" fmla="*/ 202 w 409"/>
                  <a:gd name="T41" fmla="*/ 149 h 204"/>
                  <a:gd name="T42" fmla="*/ 225 w 409"/>
                  <a:gd name="T43" fmla="*/ 169 h 204"/>
                  <a:gd name="T44" fmla="*/ 280 w 409"/>
                  <a:gd name="T45" fmla="*/ 173 h 204"/>
                  <a:gd name="T46" fmla="*/ 369 w 409"/>
                  <a:gd name="T47" fmla="*/ 139 h 204"/>
                  <a:gd name="T48" fmla="*/ 404 w 409"/>
                  <a:gd name="T49" fmla="*/ 129 h 204"/>
                  <a:gd name="T50" fmla="*/ 337 w 409"/>
                  <a:gd name="T51" fmla="*/ 21 h 204"/>
                  <a:gd name="T52" fmla="*/ 193 w 409"/>
                  <a:gd name="T53" fmla="*/ 12 h 204"/>
                  <a:gd name="T54" fmla="*/ 93 w 409"/>
                  <a:gd name="T55" fmla="*/ 54 h 204"/>
                  <a:gd name="T56" fmla="*/ 62 w 409"/>
                  <a:gd name="T57" fmla="*/ 79 h 204"/>
                  <a:gd name="T58" fmla="*/ 62 w 409"/>
                  <a:gd name="T59" fmla="*/ 79 h 204"/>
                  <a:gd name="T60" fmla="*/ 204 w 409"/>
                  <a:gd name="T61" fmla="*/ 125 h 204"/>
                  <a:gd name="T62" fmla="*/ 194 w 409"/>
                  <a:gd name="T63" fmla="*/ 124 h 204"/>
                  <a:gd name="T64" fmla="*/ 244 w 409"/>
                  <a:gd name="T65" fmla="*/ 90 h 204"/>
                  <a:gd name="T66" fmla="*/ 245 w 409"/>
                  <a:gd name="T67" fmla="*/ 60 h 204"/>
                  <a:gd name="T68" fmla="*/ 234 w 409"/>
                  <a:gd name="T69" fmla="*/ 45 h 204"/>
                  <a:gd name="T70" fmla="*/ 284 w 409"/>
                  <a:gd name="T71" fmla="*/ 43 h 204"/>
                  <a:gd name="T72" fmla="*/ 357 w 409"/>
                  <a:gd name="T73" fmla="*/ 75 h 204"/>
                  <a:gd name="T74" fmla="*/ 307 w 409"/>
                  <a:gd name="T75" fmla="*/ 112 h 204"/>
                  <a:gd name="T76" fmla="*/ 249 w 409"/>
                  <a:gd name="T77" fmla="*/ 142 h 204"/>
                  <a:gd name="T78" fmla="*/ 229 w 409"/>
                  <a:gd name="T79" fmla="*/ 127 h 204"/>
                  <a:gd name="T80" fmla="*/ 204 w 409"/>
                  <a:gd name="T81" fmla="*/ 125 h 2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409" h="204">
                    <a:moveTo>
                      <a:pt x="62" y="79"/>
                    </a:moveTo>
                    <a:cubicBezTo>
                      <a:pt x="56" y="77"/>
                      <a:pt x="57" y="61"/>
                      <a:pt x="47" y="55"/>
                    </a:cubicBezTo>
                    <a:cubicBezTo>
                      <a:pt x="38" y="49"/>
                      <a:pt x="30" y="49"/>
                      <a:pt x="23" y="49"/>
                    </a:cubicBezTo>
                    <a:cubicBezTo>
                      <a:pt x="16" y="50"/>
                      <a:pt x="1" y="62"/>
                      <a:pt x="0" y="87"/>
                    </a:cubicBezTo>
                    <a:cubicBezTo>
                      <a:pt x="0" y="112"/>
                      <a:pt x="25" y="181"/>
                      <a:pt x="34" y="193"/>
                    </a:cubicBezTo>
                    <a:cubicBezTo>
                      <a:pt x="43" y="204"/>
                      <a:pt x="74" y="198"/>
                      <a:pt x="70" y="186"/>
                    </a:cubicBezTo>
                    <a:cubicBezTo>
                      <a:pt x="65" y="175"/>
                      <a:pt x="57" y="144"/>
                      <a:pt x="65" y="129"/>
                    </a:cubicBezTo>
                    <a:cubicBezTo>
                      <a:pt x="73" y="115"/>
                      <a:pt x="88" y="89"/>
                      <a:pt x="132" y="63"/>
                    </a:cubicBezTo>
                    <a:cubicBezTo>
                      <a:pt x="177" y="38"/>
                      <a:pt x="211" y="39"/>
                      <a:pt x="219" y="42"/>
                    </a:cubicBezTo>
                    <a:cubicBezTo>
                      <a:pt x="227" y="45"/>
                      <a:pt x="224" y="59"/>
                      <a:pt x="223" y="63"/>
                    </a:cubicBezTo>
                    <a:cubicBezTo>
                      <a:pt x="221" y="67"/>
                      <a:pt x="191" y="102"/>
                      <a:pt x="191" y="105"/>
                    </a:cubicBezTo>
                    <a:cubicBezTo>
                      <a:pt x="190" y="108"/>
                      <a:pt x="180" y="114"/>
                      <a:pt x="179" y="103"/>
                    </a:cubicBezTo>
                    <a:cubicBezTo>
                      <a:pt x="179" y="92"/>
                      <a:pt x="177" y="81"/>
                      <a:pt x="166" y="77"/>
                    </a:cubicBezTo>
                    <a:cubicBezTo>
                      <a:pt x="156" y="73"/>
                      <a:pt x="146" y="71"/>
                      <a:pt x="141" y="85"/>
                    </a:cubicBezTo>
                    <a:cubicBezTo>
                      <a:pt x="137" y="99"/>
                      <a:pt x="144" y="109"/>
                      <a:pt x="150" y="113"/>
                    </a:cubicBezTo>
                    <a:cubicBezTo>
                      <a:pt x="155" y="118"/>
                      <a:pt x="164" y="126"/>
                      <a:pt x="156" y="127"/>
                    </a:cubicBezTo>
                    <a:cubicBezTo>
                      <a:pt x="149" y="127"/>
                      <a:pt x="126" y="142"/>
                      <a:pt x="126" y="142"/>
                    </a:cubicBezTo>
                    <a:cubicBezTo>
                      <a:pt x="126" y="142"/>
                      <a:pt x="111" y="140"/>
                      <a:pt x="108" y="153"/>
                    </a:cubicBezTo>
                    <a:cubicBezTo>
                      <a:pt x="106" y="166"/>
                      <a:pt x="115" y="181"/>
                      <a:pt x="122" y="177"/>
                    </a:cubicBezTo>
                    <a:cubicBezTo>
                      <a:pt x="128" y="173"/>
                      <a:pt x="148" y="161"/>
                      <a:pt x="160" y="156"/>
                    </a:cubicBezTo>
                    <a:cubicBezTo>
                      <a:pt x="173" y="151"/>
                      <a:pt x="194" y="144"/>
                      <a:pt x="202" y="149"/>
                    </a:cubicBezTo>
                    <a:cubicBezTo>
                      <a:pt x="210" y="154"/>
                      <a:pt x="211" y="162"/>
                      <a:pt x="225" y="169"/>
                    </a:cubicBezTo>
                    <a:cubicBezTo>
                      <a:pt x="240" y="177"/>
                      <a:pt x="268" y="178"/>
                      <a:pt x="280" y="173"/>
                    </a:cubicBezTo>
                    <a:cubicBezTo>
                      <a:pt x="292" y="167"/>
                      <a:pt x="356" y="138"/>
                      <a:pt x="369" y="139"/>
                    </a:cubicBezTo>
                    <a:cubicBezTo>
                      <a:pt x="383" y="140"/>
                      <a:pt x="398" y="154"/>
                      <a:pt x="404" y="129"/>
                    </a:cubicBezTo>
                    <a:cubicBezTo>
                      <a:pt x="409" y="104"/>
                      <a:pt x="378" y="37"/>
                      <a:pt x="337" y="21"/>
                    </a:cubicBezTo>
                    <a:cubicBezTo>
                      <a:pt x="295" y="5"/>
                      <a:pt x="248" y="0"/>
                      <a:pt x="193" y="12"/>
                    </a:cubicBezTo>
                    <a:cubicBezTo>
                      <a:pt x="139" y="23"/>
                      <a:pt x="113" y="34"/>
                      <a:pt x="93" y="54"/>
                    </a:cubicBezTo>
                    <a:cubicBezTo>
                      <a:pt x="73" y="73"/>
                      <a:pt x="68" y="82"/>
                      <a:pt x="62" y="79"/>
                    </a:cubicBezTo>
                    <a:cubicBezTo>
                      <a:pt x="62" y="79"/>
                      <a:pt x="62" y="79"/>
                      <a:pt x="62" y="79"/>
                    </a:cubicBezTo>
                    <a:close/>
                    <a:moveTo>
                      <a:pt x="204" y="125"/>
                    </a:moveTo>
                    <a:cubicBezTo>
                      <a:pt x="204" y="125"/>
                      <a:pt x="200" y="122"/>
                      <a:pt x="194" y="124"/>
                    </a:cubicBezTo>
                    <a:cubicBezTo>
                      <a:pt x="188" y="125"/>
                      <a:pt x="229" y="99"/>
                      <a:pt x="244" y="90"/>
                    </a:cubicBezTo>
                    <a:cubicBezTo>
                      <a:pt x="259" y="81"/>
                      <a:pt x="253" y="71"/>
                      <a:pt x="245" y="60"/>
                    </a:cubicBezTo>
                    <a:cubicBezTo>
                      <a:pt x="238" y="50"/>
                      <a:pt x="238" y="50"/>
                      <a:pt x="234" y="45"/>
                    </a:cubicBezTo>
                    <a:cubicBezTo>
                      <a:pt x="251" y="42"/>
                      <a:pt x="264" y="41"/>
                      <a:pt x="284" y="43"/>
                    </a:cubicBezTo>
                    <a:cubicBezTo>
                      <a:pt x="310" y="45"/>
                      <a:pt x="341" y="53"/>
                      <a:pt x="357" y="75"/>
                    </a:cubicBezTo>
                    <a:cubicBezTo>
                      <a:pt x="366" y="87"/>
                      <a:pt x="319" y="105"/>
                      <a:pt x="307" y="112"/>
                    </a:cubicBezTo>
                    <a:cubicBezTo>
                      <a:pt x="294" y="118"/>
                      <a:pt x="257" y="138"/>
                      <a:pt x="249" y="142"/>
                    </a:cubicBezTo>
                    <a:cubicBezTo>
                      <a:pt x="241" y="145"/>
                      <a:pt x="238" y="137"/>
                      <a:pt x="229" y="127"/>
                    </a:cubicBezTo>
                    <a:cubicBezTo>
                      <a:pt x="220" y="118"/>
                      <a:pt x="204" y="125"/>
                      <a:pt x="204" y="12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solidFill>
                    <a:srgbClr val="000000"/>
                  </a:solidFill>
                </a:endParaRPr>
              </a:p>
            </p:txBody>
          </p:sp>
          <p:sp>
            <p:nvSpPr>
              <p:cNvPr id="11" name="îślïḍê"/>
              <p:cNvSpPr/>
              <p:nvPr/>
            </p:nvSpPr>
            <p:spPr bwMode="auto">
              <a:xfrm>
                <a:off x="6911976" y="2584450"/>
                <a:ext cx="781050" cy="1198563"/>
              </a:xfrm>
              <a:custGeom>
                <a:avLst/>
                <a:gdLst>
                  <a:gd name="T0" fmla="*/ 35 w 237"/>
                  <a:gd name="T1" fmla="*/ 87 h 363"/>
                  <a:gd name="T2" fmla="*/ 18 w 237"/>
                  <a:gd name="T3" fmla="*/ 113 h 363"/>
                  <a:gd name="T4" fmla="*/ 29 w 237"/>
                  <a:gd name="T5" fmla="*/ 166 h 363"/>
                  <a:gd name="T6" fmla="*/ 18 w 237"/>
                  <a:gd name="T7" fmla="*/ 273 h 363"/>
                  <a:gd name="T8" fmla="*/ 7 w 237"/>
                  <a:gd name="T9" fmla="*/ 306 h 363"/>
                  <a:gd name="T10" fmla="*/ 16 w 237"/>
                  <a:gd name="T11" fmla="*/ 338 h 363"/>
                  <a:gd name="T12" fmla="*/ 35 w 237"/>
                  <a:gd name="T13" fmla="*/ 311 h 363"/>
                  <a:gd name="T14" fmla="*/ 48 w 237"/>
                  <a:gd name="T15" fmla="*/ 205 h 363"/>
                  <a:gd name="T16" fmla="*/ 52 w 237"/>
                  <a:gd name="T17" fmla="*/ 149 h 363"/>
                  <a:gd name="T18" fmla="*/ 54 w 237"/>
                  <a:gd name="T19" fmla="*/ 114 h 363"/>
                  <a:gd name="T20" fmla="*/ 35 w 237"/>
                  <a:gd name="T21" fmla="*/ 87 h 363"/>
                  <a:gd name="T22" fmla="*/ 35 w 237"/>
                  <a:gd name="T23" fmla="*/ 87 h 363"/>
                  <a:gd name="T24" fmla="*/ 112 w 237"/>
                  <a:gd name="T25" fmla="*/ 102 h 363"/>
                  <a:gd name="T26" fmla="*/ 94 w 237"/>
                  <a:gd name="T27" fmla="*/ 109 h 363"/>
                  <a:gd name="T28" fmla="*/ 98 w 237"/>
                  <a:gd name="T29" fmla="*/ 142 h 363"/>
                  <a:gd name="T30" fmla="*/ 103 w 237"/>
                  <a:gd name="T31" fmla="*/ 171 h 363"/>
                  <a:gd name="T32" fmla="*/ 106 w 237"/>
                  <a:gd name="T33" fmla="*/ 246 h 363"/>
                  <a:gd name="T34" fmla="*/ 127 w 237"/>
                  <a:gd name="T35" fmla="*/ 232 h 363"/>
                  <a:gd name="T36" fmla="*/ 133 w 237"/>
                  <a:gd name="T37" fmla="*/ 191 h 363"/>
                  <a:gd name="T38" fmla="*/ 135 w 237"/>
                  <a:gd name="T39" fmla="*/ 161 h 363"/>
                  <a:gd name="T40" fmla="*/ 133 w 237"/>
                  <a:gd name="T41" fmla="*/ 119 h 363"/>
                  <a:gd name="T42" fmla="*/ 112 w 237"/>
                  <a:gd name="T43" fmla="*/ 102 h 363"/>
                  <a:gd name="T44" fmla="*/ 112 w 237"/>
                  <a:gd name="T45" fmla="*/ 102 h 363"/>
                  <a:gd name="T46" fmla="*/ 209 w 237"/>
                  <a:gd name="T47" fmla="*/ 2 h 363"/>
                  <a:gd name="T48" fmla="*/ 186 w 237"/>
                  <a:gd name="T49" fmla="*/ 5 h 363"/>
                  <a:gd name="T50" fmla="*/ 184 w 237"/>
                  <a:gd name="T51" fmla="*/ 33 h 363"/>
                  <a:gd name="T52" fmla="*/ 190 w 237"/>
                  <a:gd name="T53" fmla="*/ 65 h 363"/>
                  <a:gd name="T54" fmla="*/ 191 w 237"/>
                  <a:gd name="T55" fmla="*/ 174 h 363"/>
                  <a:gd name="T56" fmla="*/ 189 w 237"/>
                  <a:gd name="T57" fmla="*/ 262 h 363"/>
                  <a:gd name="T58" fmla="*/ 199 w 237"/>
                  <a:gd name="T59" fmla="*/ 350 h 363"/>
                  <a:gd name="T60" fmla="*/ 221 w 237"/>
                  <a:gd name="T61" fmla="*/ 330 h 363"/>
                  <a:gd name="T62" fmla="*/ 212 w 237"/>
                  <a:gd name="T63" fmla="*/ 296 h 363"/>
                  <a:gd name="T64" fmla="*/ 208 w 237"/>
                  <a:gd name="T65" fmla="*/ 128 h 363"/>
                  <a:gd name="T66" fmla="*/ 217 w 237"/>
                  <a:gd name="T67" fmla="*/ 68 h 363"/>
                  <a:gd name="T68" fmla="*/ 234 w 237"/>
                  <a:gd name="T69" fmla="*/ 32 h 363"/>
                  <a:gd name="T70" fmla="*/ 209 w 237"/>
                  <a:gd name="T71" fmla="*/ 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237" h="363">
                    <a:moveTo>
                      <a:pt x="35" y="87"/>
                    </a:moveTo>
                    <a:cubicBezTo>
                      <a:pt x="23" y="88"/>
                      <a:pt x="16" y="93"/>
                      <a:pt x="18" y="113"/>
                    </a:cubicBezTo>
                    <a:cubicBezTo>
                      <a:pt x="21" y="132"/>
                      <a:pt x="33" y="134"/>
                      <a:pt x="29" y="166"/>
                    </a:cubicBezTo>
                    <a:cubicBezTo>
                      <a:pt x="25" y="197"/>
                      <a:pt x="18" y="262"/>
                      <a:pt x="18" y="273"/>
                    </a:cubicBezTo>
                    <a:cubicBezTo>
                      <a:pt x="18" y="283"/>
                      <a:pt x="9" y="299"/>
                      <a:pt x="7" y="306"/>
                    </a:cubicBezTo>
                    <a:cubicBezTo>
                      <a:pt x="4" y="313"/>
                      <a:pt x="0" y="335"/>
                      <a:pt x="16" y="338"/>
                    </a:cubicBezTo>
                    <a:cubicBezTo>
                      <a:pt x="32" y="341"/>
                      <a:pt x="33" y="320"/>
                      <a:pt x="35" y="311"/>
                    </a:cubicBezTo>
                    <a:cubicBezTo>
                      <a:pt x="38" y="301"/>
                      <a:pt x="48" y="218"/>
                      <a:pt x="48" y="205"/>
                    </a:cubicBezTo>
                    <a:cubicBezTo>
                      <a:pt x="47" y="192"/>
                      <a:pt x="49" y="160"/>
                      <a:pt x="52" y="149"/>
                    </a:cubicBezTo>
                    <a:cubicBezTo>
                      <a:pt x="55" y="138"/>
                      <a:pt x="59" y="128"/>
                      <a:pt x="54" y="114"/>
                    </a:cubicBezTo>
                    <a:cubicBezTo>
                      <a:pt x="49" y="101"/>
                      <a:pt x="47" y="86"/>
                      <a:pt x="35" y="87"/>
                    </a:cubicBezTo>
                    <a:cubicBezTo>
                      <a:pt x="35" y="87"/>
                      <a:pt x="35" y="87"/>
                      <a:pt x="35" y="87"/>
                    </a:cubicBezTo>
                    <a:close/>
                    <a:moveTo>
                      <a:pt x="112" y="102"/>
                    </a:moveTo>
                    <a:cubicBezTo>
                      <a:pt x="107" y="101"/>
                      <a:pt x="98" y="100"/>
                      <a:pt x="94" y="109"/>
                    </a:cubicBezTo>
                    <a:cubicBezTo>
                      <a:pt x="89" y="118"/>
                      <a:pt x="94" y="133"/>
                      <a:pt x="98" y="142"/>
                    </a:cubicBezTo>
                    <a:cubicBezTo>
                      <a:pt x="101" y="152"/>
                      <a:pt x="104" y="162"/>
                      <a:pt x="103" y="171"/>
                    </a:cubicBezTo>
                    <a:cubicBezTo>
                      <a:pt x="101" y="180"/>
                      <a:pt x="100" y="240"/>
                      <a:pt x="106" y="246"/>
                    </a:cubicBezTo>
                    <a:cubicBezTo>
                      <a:pt x="111" y="252"/>
                      <a:pt x="121" y="245"/>
                      <a:pt x="127" y="232"/>
                    </a:cubicBezTo>
                    <a:cubicBezTo>
                      <a:pt x="133" y="218"/>
                      <a:pt x="137" y="200"/>
                      <a:pt x="133" y="191"/>
                    </a:cubicBezTo>
                    <a:cubicBezTo>
                      <a:pt x="130" y="183"/>
                      <a:pt x="130" y="173"/>
                      <a:pt x="135" y="161"/>
                    </a:cubicBezTo>
                    <a:cubicBezTo>
                      <a:pt x="140" y="149"/>
                      <a:pt x="137" y="133"/>
                      <a:pt x="133" y="119"/>
                    </a:cubicBezTo>
                    <a:cubicBezTo>
                      <a:pt x="129" y="105"/>
                      <a:pt x="117" y="102"/>
                      <a:pt x="112" y="102"/>
                    </a:cubicBezTo>
                    <a:cubicBezTo>
                      <a:pt x="112" y="102"/>
                      <a:pt x="112" y="102"/>
                      <a:pt x="112" y="102"/>
                    </a:cubicBezTo>
                    <a:close/>
                    <a:moveTo>
                      <a:pt x="209" y="2"/>
                    </a:moveTo>
                    <a:cubicBezTo>
                      <a:pt x="203" y="1"/>
                      <a:pt x="190" y="0"/>
                      <a:pt x="186" y="5"/>
                    </a:cubicBezTo>
                    <a:cubicBezTo>
                      <a:pt x="181" y="10"/>
                      <a:pt x="179" y="21"/>
                      <a:pt x="184" y="33"/>
                    </a:cubicBezTo>
                    <a:cubicBezTo>
                      <a:pt x="190" y="46"/>
                      <a:pt x="191" y="57"/>
                      <a:pt x="190" y="65"/>
                    </a:cubicBezTo>
                    <a:cubicBezTo>
                      <a:pt x="189" y="72"/>
                      <a:pt x="191" y="153"/>
                      <a:pt x="191" y="174"/>
                    </a:cubicBezTo>
                    <a:cubicBezTo>
                      <a:pt x="191" y="195"/>
                      <a:pt x="188" y="235"/>
                      <a:pt x="189" y="262"/>
                    </a:cubicBezTo>
                    <a:cubicBezTo>
                      <a:pt x="190" y="289"/>
                      <a:pt x="189" y="337"/>
                      <a:pt x="199" y="350"/>
                    </a:cubicBezTo>
                    <a:cubicBezTo>
                      <a:pt x="210" y="363"/>
                      <a:pt x="225" y="344"/>
                      <a:pt x="221" y="330"/>
                    </a:cubicBezTo>
                    <a:cubicBezTo>
                      <a:pt x="217" y="317"/>
                      <a:pt x="216" y="321"/>
                      <a:pt x="212" y="296"/>
                    </a:cubicBezTo>
                    <a:cubicBezTo>
                      <a:pt x="209" y="270"/>
                      <a:pt x="208" y="138"/>
                      <a:pt x="208" y="128"/>
                    </a:cubicBezTo>
                    <a:cubicBezTo>
                      <a:pt x="209" y="117"/>
                      <a:pt x="212" y="79"/>
                      <a:pt x="217" y="68"/>
                    </a:cubicBezTo>
                    <a:cubicBezTo>
                      <a:pt x="221" y="57"/>
                      <a:pt x="237" y="45"/>
                      <a:pt x="234" y="32"/>
                    </a:cubicBezTo>
                    <a:cubicBezTo>
                      <a:pt x="236" y="20"/>
                      <a:pt x="215" y="4"/>
                      <a:pt x="209"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solidFill>
                    <a:srgbClr val="000000"/>
                  </a:solidFill>
                </a:endParaRPr>
              </a:p>
            </p:txBody>
          </p:sp>
          <p:sp>
            <p:nvSpPr>
              <p:cNvPr id="12" name="iśḷiḍê"/>
              <p:cNvSpPr/>
              <p:nvPr/>
            </p:nvSpPr>
            <p:spPr bwMode="auto">
              <a:xfrm>
                <a:off x="8172451" y="2600325"/>
                <a:ext cx="806450" cy="1046163"/>
              </a:xfrm>
              <a:custGeom>
                <a:avLst/>
                <a:gdLst>
                  <a:gd name="T0" fmla="*/ 144 w 245"/>
                  <a:gd name="T1" fmla="*/ 240 h 317"/>
                  <a:gd name="T2" fmla="*/ 216 w 245"/>
                  <a:gd name="T3" fmla="*/ 298 h 317"/>
                  <a:gd name="T4" fmla="*/ 221 w 245"/>
                  <a:gd name="T5" fmla="*/ 247 h 317"/>
                  <a:gd name="T6" fmla="*/ 155 w 245"/>
                  <a:gd name="T7" fmla="*/ 214 h 317"/>
                  <a:gd name="T8" fmla="*/ 144 w 245"/>
                  <a:gd name="T9" fmla="*/ 240 h 317"/>
                  <a:gd name="T10" fmla="*/ 144 w 245"/>
                  <a:gd name="T11" fmla="*/ 240 h 317"/>
                  <a:gd name="T12" fmla="*/ 117 w 245"/>
                  <a:gd name="T13" fmla="*/ 59 h 317"/>
                  <a:gd name="T14" fmla="*/ 114 w 245"/>
                  <a:gd name="T15" fmla="*/ 20 h 317"/>
                  <a:gd name="T16" fmla="*/ 132 w 245"/>
                  <a:gd name="T17" fmla="*/ 2 h 317"/>
                  <a:gd name="T18" fmla="*/ 151 w 245"/>
                  <a:gd name="T19" fmla="*/ 32 h 317"/>
                  <a:gd name="T20" fmla="*/ 142 w 245"/>
                  <a:gd name="T21" fmla="*/ 57 h 317"/>
                  <a:gd name="T22" fmla="*/ 136 w 245"/>
                  <a:gd name="T23" fmla="*/ 74 h 317"/>
                  <a:gd name="T24" fmla="*/ 131 w 245"/>
                  <a:gd name="T25" fmla="*/ 98 h 317"/>
                  <a:gd name="T26" fmla="*/ 151 w 245"/>
                  <a:gd name="T27" fmla="*/ 91 h 317"/>
                  <a:gd name="T28" fmla="*/ 177 w 245"/>
                  <a:gd name="T29" fmla="*/ 76 h 317"/>
                  <a:gd name="T30" fmla="*/ 208 w 245"/>
                  <a:gd name="T31" fmla="*/ 82 h 317"/>
                  <a:gd name="T32" fmla="*/ 199 w 245"/>
                  <a:gd name="T33" fmla="*/ 103 h 317"/>
                  <a:gd name="T34" fmla="*/ 172 w 245"/>
                  <a:gd name="T35" fmla="*/ 109 h 317"/>
                  <a:gd name="T36" fmla="*/ 124 w 245"/>
                  <a:gd name="T37" fmla="*/ 132 h 317"/>
                  <a:gd name="T38" fmla="*/ 107 w 245"/>
                  <a:gd name="T39" fmla="*/ 203 h 317"/>
                  <a:gd name="T40" fmla="*/ 65 w 245"/>
                  <a:gd name="T41" fmla="*/ 263 h 317"/>
                  <a:gd name="T42" fmla="*/ 32 w 245"/>
                  <a:gd name="T43" fmla="*/ 308 h 317"/>
                  <a:gd name="T44" fmla="*/ 14 w 245"/>
                  <a:gd name="T45" fmla="*/ 303 h 317"/>
                  <a:gd name="T46" fmla="*/ 8 w 245"/>
                  <a:gd name="T47" fmla="*/ 275 h 317"/>
                  <a:gd name="T48" fmla="*/ 24 w 245"/>
                  <a:gd name="T49" fmla="*/ 263 h 317"/>
                  <a:gd name="T50" fmla="*/ 36 w 245"/>
                  <a:gd name="T51" fmla="*/ 267 h 317"/>
                  <a:gd name="T52" fmla="*/ 70 w 245"/>
                  <a:gd name="T53" fmla="*/ 222 h 317"/>
                  <a:gd name="T54" fmla="*/ 93 w 245"/>
                  <a:gd name="T55" fmla="*/ 165 h 317"/>
                  <a:gd name="T56" fmla="*/ 98 w 245"/>
                  <a:gd name="T57" fmla="*/ 148 h 317"/>
                  <a:gd name="T58" fmla="*/ 79 w 245"/>
                  <a:gd name="T59" fmla="*/ 160 h 317"/>
                  <a:gd name="T60" fmla="*/ 46 w 245"/>
                  <a:gd name="T61" fmla="*/ 163 h 317"/>
                  <a:gd name="T62" fmla="*/ 20 w 245"/>
                  <a:gd name="T63" fmla="*/ 134 h 317"/>
                  <a:gd name="T64" fmla="*/ 30 w 245"/>
                  <a:gd name="T65" fmla="*/ 115 h 317"/>
                  <a:gd name="T66" fmla="*/ 64 w 245"/>
                  <a:gd name="T67" fmla="*/ 119 h 317"/>
                  <a:gd name="T68" fmla="*/ 105 w 245"/>
                  <a:gd name="T69" fmla="*/ 106 h 317"/>
                  <a:gd name="T70" fmla="*/ 106 w 245"/>
                  <a:gd name="T71" fmla="*/ 105 h 317"/>
                  <a:gd name="T72" fmla="*/ 117 w 245"/>
                  <a:gd name="T73" fmla="*/ 59 h 3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45" h="317">
                    <a:moveTo>
                      <a:pt x="144" y="240"/>
                    </a:moveTo>
                    <a:cubicBezTo>
                      <a:pt x="154" y="257"/>
                      <a:pt x="187" y="309"/>
                      <a:pt x="216" y="298"/>
                    </a:cubicBezTo>
                    <a:cubicBezTo>
                      <a:pt x="245" y="288"/>
                      <a:pt x="233" y="255"/>
                      <a:pt x="221" y="247"/>
                    </a:cubicBezTo>
                    <a:cubicBezTo>
                      <a:pt x="210" y="239"/>
                      <a:pt x="155" y="214"/>
                      <a:pt x="155" y="214"/>
                    </a:cubicBezTo>
                    <a:cubicBezTo>
                      <a:pt x="132" y="204"/>
                      <a:pt x="138" y="230"/>
                      <a:pt x="144" y="240"/>
                    </a:cubicBezTo>
                    <a:cubicBezTo>
                      <a:pt x="144" y="240"/>
                      <a:pt x="144" y="240"/>
                      <a:pt x="144" y="240"/>
                    </a:cubicBezTo>
                    <a:close/>
                    <a:moveTo>
                      <a:pt x="117" y="59"/>
                    </a:moveTo>
                    <a:cubicBezTo>
                      <a:pt x="120" y="57"/>
                      <a:pt x="113" y="32"/>
                      <a:pt x="114" y="20"/>
                    </a:cubicBezTo>
                    <a:cubicBezTo>
                      <a:pt x="115" y="8"/>
                      <a:pt x="124" y="0"/>
                      <a:pt x="132" y="2"/>
                    </a:cubicBezTo>
                    <a:cubicBezTo>
                      <a:pt x="140" y="4"/>
                      <a:pt x="152" y="23"/>
                      <a:pt x="151" y="32"/>
                    </a:cubicBezTo>
                    <a:cubicBezTo>
                      <a:pt x="150" y="42"/>
                      <a:pt x="145" y="53"/>
                      <a:pt x="142" y="57"/>
                    </a:cubicBezTo>
                    <a:cubicBezTo>
                      <a:pt x="139" y="60"/>
                      <a:pt x="137" y="64"/>
                      <a:pt x="136" y="74"/>
                    </a:cubicBezTo>
                    <a:cubicBezTo>
                      <a:pt x="135" y="80"/>
                      <a:pt x="133" y="89"/>
                      <a:pt x="131" y="98"/>
                    </a:cubicBezTo>
                    <a:cubicBezTo>
                      <a:pt x="140" y="95"/>
                      <a:pt x="148" y="93"/>
                      <a:pt x="151" y="91"/>
                    </a:cubicBezTo>
                    <a:cubicBezTo>
                      <a:pt x="157" y="87"/>
                      <a:pt x="168" y="83"/>
                      <a:pt x="177" y="76"/>
                    </a:cubicBezTo>
                    <a:cubicBezTo>
                      <a:pt x="187" y="68"/>
                      <a:pt x="197" y="76"/>
                      <a:pt x="208" y="82"/>
                    </a:cubicBezTo>
                    <a:cubicBezTo>
                      <a:pt x="218" y="88"/>
                      <a:pt x="209" y="98"/>
                      <a:pt x="199" y="103"/>
                    </a:cubicBezTo>
                    <a:cubicBezTo>
                      <a:pt x="188" y="109"/>
                      <a:pt x="179" y="106"/>
                      <a:pt x="172" y="109"/>
                    </a:cubicBezTo>
                    <a:cubicBezTo>
                      <a:pt x="166" y="112"/>
                      <a:pt x="138" y="124"/>
                      <a:pt x="124" y="132"/>
                    </a:cubicBezTo>
                    <a:cubicBezTo>
                      <a:pt x="121" y="152"/>
                      <a:pt x="113" y="188"/>
                      <a:pt x="107" y="203"/>
                    </a:cubicBezTo>
                    <a:cubicBezTo>
                      <a:pt x="101" y="221"/>
                      <a:pt x="77" y="248"/>
                      <a:pt x="65" y="263"/>
                    </a:cubicBezTo>
                    <a:cubicBezTo>
                      <a:pt x="52" y="279"/>
                      <a:pt x="45" y="300"/>
                      <a:pt x="32" y="308"/>
                    </a:cubicBezTo>
                    <a:cubicBezTo>
                      <a:pt x="19" y="317"/>
                      <a:pt x="16" y="311"/>
                      <a:pt x="14" y="303"/>
                    </a:cubicBezTo>
                    <a:cubicBezTo>
                      <a:pt x="12" y="295"/>
                      <a:pt x="0" y="285"/>
                      <a:pt x="8" y="275"/>
                    </a:cubicBezTo>
                    <a:cubicBezTo>
                      <a:pt x="16" y="264"/>
                      <a:pt x="18" y="252"/>
                      <a:pt x="24" y="263"/>
                    </a:cubicBezTo>
                    <a:cubicBezTo>
                      <a:pt x="29" y="273"/>
                      <a:pt x="38" y="267"/>
                      <a:pt x="36" y="267"/>
                    </a:cubicBezTo>
                    <a:cubicBezTo>
                      <a:pt x="34" y="266"/>
                      <a:pt x="62" y="236"/>
                      <a:pt x="70" y="222"/>
                    </a:cubicBezTo>
                    <a:cubicBezTo>
                      <a:pt x="79" y="207"/>
                      <a:pt x="89" y="173"/>
                      <a:pt x="93" y="165"/>
                    </a:cubicBezTo>
                    <a:cubicBezTo>
                      <a:pt x="94" y="163"/>
                      <a:pt x="96" y="157"/>
                      <a:pt x="98" y="148"/>
                    </a:cubicBezTo>
                    <a:cubicBezTo>
                      <a:pt x="91" y="152"/>
                      <a:pt x="84" y="156"/>
                      <a:pt x="79" y="160"/>
                    </a:cubicBezTo>
                    <a:cubicBezTo>
                      <a:pt x="68" y="168"/>
                      <a:pt x="66" y="171"/>
                      <a:pt x="46" y="163"/>
                    </a:cubicBezTo>
                    <a:cubicBezTo>
                      <a:pt x="26" y="154"/>
                      <a:pt x="21" y="145"/>
                      <a:pt x="20" y="134"/>
                    </a:cubicBezTo>
                    <a:cubicBezTo>
                      <a:pt x="18" y="123"/>
                      <a:pt x="24" y="116"/>
                      <a:pt x="30" y="115"/>
                    </a:cubicBezTo>
                    <a:cubicBezTo>
                      <a:pt x="37" y="113"/>
                      <a:pt x="53" y="117"/>
                      <a:pt x="64" y="119"/>
                    </a:cubicBezTo>
                    <a:cubicBezTo>
                      <a:pt x="76" y="121"/>
                      <a:pt x="99" y="108"/>
                      <a:pt x="105" y="106"/>
                    </a:cubicBezTo>
                    <a:cubicBezTo>
                      <a:pt x="105" y="106"/>
                      <a:pt x="106" y="105"/>
                      <a:pt x="106" y="105"/>
                    </a:cubicBezTo>
                    <a:cubicBezTo>
                      <a:pt x="111" y="82"/>
                      <a:pt x="115" y="60"/>
                      <a:pt x="117" y="5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solidFill>
                    <a:srgbClr val="000000"/>
                  </a:solidFill>
                </a:endParaRPr>
              </a:p>
            </p:txBody>
          </p:sp>
          <p:sp>
            <p:nvSpPr>
              <p:cNvPr id="13" name="iṧľíḑe"/>
              <p:cNvSpPr/>
              <p:nvPr/>
            </p:nvSpPr>
            <p:spPr bwMode="auto">
              <a:xfrm>
                <a:off x="9385301" y="2428875"/>
                <a:ext cx="784225" cy="1284288"/>
              </a:xfrm>
              <a:custGeom>
                <a:avLst/>
                <a:gdLst>
                  <a:gd name="T0" fmla="*/ 62 w 238"/>
                  <a:gd name="T1" fmla="*/ 102 h 389"/>
                  <a:gd name="T2" fmla="*/ 70 w 238"/>
                  <a:gd name="T3" fmla="*/ 150 h 389"/>
                  <a:gd name="T4" fmla="*/ 80 w 238"/>
                  <a:gd name="T5" fmla="*/ 191 h 389"/>
                  <a:gd name="T6" fmla="*/ 98 w 238"/>
                  <a:gd name="T7" fmla="*/ 182 h 389"/>
                  <a:gd name="T8" fmla="*/ 98 w 238"/>
                  <a:gd name="T9" fmla="*/ 198 h 389"/>
                  <a:gd name="T10" fmla="*/ 16 w 238"/>
                  <a:gd name="T11" fmla="*/ 237 h 389"/>
                  <a:gd name="T12" fmla="*/ 7 w 238"/>
                  <a:gd name="T13" fmla="*/ 265 h 389"/>
                  <a:gd name="T14" fmla="*/ 70 w 238"/>
                  <a:gd name="T15" fmla="*/ 235 h 389"/>
                  <a:gd name="T16" fmla="*/ 183 w 238"/>
                  <a:gd name="T17" fmla="*/ 180 h 389"/>
                  <a:gd name="T18" fmla="*/ 183 w 238"/>
                  <a:gd name="T19" fmla="*/ 205 h 389"/>
                  <a:gd name="T20" fmla="*/ 199 w 238"/>
                  <a:gd name="T21" fmla="*/ 209 h 389"/>
                  <a:gd name="T22" fmla="*/ 212 w 238"/>
                  <a:gd name="T23" fmla="*/ 164 h 389"/>
                  <a:gd name="T24" fmla="*/ 163 w 238"/>
                  <a:gd name="T25" fmla="*/ 161 h 389"/>
                  <a:gd name="T26" fmla="*/ 188 w 238"/>
                  <a:gd name="T27" fmla="*/ 110 h 389"/>
                  <a:gd name="T28" fmla="*/ 183 w 238"/>
                  <a:gd name="T29" fmla="*/ 77 h 389"/>
                  <a:gd name="T30" fmla="*/ 179 w 238"/>
                  <a:gd name="T31" fmla="*/ 43 h 389"/>
                  <a:gd name="T32" fmla="*/ 189 w 238"/>
                  <a:gd name="T33" fmla="*/ 22 h 389"/>
                  <a:gd name="T34" fmla="*/ 163 w 238"/>
                  <a:gd name="T35" fmla="*/ 5 h 389"/>
                  <a:gd name="T36" fmla="*/ 163 w 238"/>
                  <a:gd name="T37" fmla="*/ 42 h 389"/>
                  <a:gd name="T38" fmla="*/ 159 w 238"/>
                  <a:gd name="T39" fmla="*/ 65 h 389"/>
                  <a:gd name="T40" fmla="*/ 145 w 238"/>
                  <a:gd name="T41" fmla="*/ 96 h 389"/>
                  <a:gd name="T42" fmla="*/ 139 w 238"/>
                  <a:gd name="T43" fmla="*/ 145 h 389"/>
                  <a:gd name="T44" fmla="*/ 147 w 238"/>
                  <a:gd name="T45" fmla="*/ 172 h 389"/>
                  <a:gd name="T46" fmla="*/ 120 w 238"/>
                  <a:gd name="T47" fmla="*/ 172 h 389"/>
                  <a:gd name="T48" fmla="*/ 125 w 238"/>
                  <a:gd name="T49" fmla="*/ 127 h 389"/>
                  <a:gd name="T50" fmla="*/ 110 w 238"/>
                  <a:gd name="T51" fmla="*/ 117 h 389"/>
                  <a:gd name="T52" fmla="*/ 115 w 238"/>
                  <a:gd name="T53" fmla="*/ 39 h 389"/>
                  <a:gd name="T54" fmla="*/ 104 w 238"/>
                  <a:gd name="T55" fmla="*/ 73 h 389"/>
                  <a:gd name="T56" fmla="*/ 101 w 238"/>
                  <a:gd name="T57" fmla="*/ 134 h 389"/>
                  <a:gd name="T58" fmla="*/ 86 w 238"/>
                  <a:gd name="T59" fmla="*/ 96 h 389"/>
                  <a:gd name="T60" fmla="*/ 54 w 238"/>
                  <a:gd name="T61" fmla="*/ 88 h 389"/>
                  <a:gd name="T62" fmla="*/ 93 w 238"/>
                  <a:gd name="T63" fmla="*/ 244 h 389"/>
                  <a:gd name="T64" fmla="*/ 151 w 238"/>
                  <a:gd name="T65" fmla="*/ 216 h 389"/>
                  <a:gd name="T66" fmla="*/ 146 w 238"/>
                  <a:gd name="T67" fmla="*/ 262 h 389"/>
                  <a:gd name="T68" fmla="*/ 194 w 238"/>
                  <a:gd name="T69" fmla="*/ 265 h 389"/>
                  <a:gd name="T70" fmla="*/ 168 w 238"/>
                  <a:gd name="T71" fmla="*/ 297 h 389"/>
                  <a:gd name="T72" fmla="*/ 158 w 238"/>
                  <a:gd name="T73" fmla="*/ 349 h 389"/>
                  <a:gd name="T74" fmla="*/ 102 w 238"/>
                  <a:gd name="T75" fmla="*/ 372 h 389"/>
                  <a:gd name="T76" fmla="*/ 112 w 238"/>
                  <a:gd name="T77" fmla="*/ 355 h 389"/>
                  <a:gd name="T78" fmla="*/ 151 w 238"/>
                  <a:gd name="T79" fmla="*/ 319 h 389"/>
                  <a:gd name="T80" fmla="*/ 114 w 238"/>
                  <a:gd name="T81" fmla="*/ 312 h 389"/>
                  <a:gd name="T82" fmla="*/ 62 w 238"/>
                  <a:gd name="T83" fmla="*/ 309 h 389"/>
                  <a:gd name="T84" fmla="*/ 133 w 238"/>
                  <a:gd name="T85" fmla="*/ 280 h 389"/>
                  <a:gd name="T86" fmla="*/ 106 w 238"/>
                  <a:gd name="T87" fmla="*/ 259 h 3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238" h="389">
                    <a:moveTo>
                      <a:pt x="54" y="88"/>
                    </a:moveTo>
                    <a:cubicBezTo>
                      <a:pt x="55" y="91"/>
                      <a:pt x="59" y="99"/>
                      <a:pt x="62" y="102"/>
                    </a:cubicBezTo>
                    <a:cubicBezTo>
                      <a:pt x="66" y="106"/>
                      <a:pt x="73" y="113"/>
                      <a:pt x="72" y="116"/>
                    </a:cubicBezTo>
                    <a:cubicBezTo>
                      <a:pt x="72" y="120"/>
                      <a:pt x="70" y="144"/>
                      <a:pt x="70" y="150"/>
                    </a:cubicBezTo>
                    <a:cubicBezTo>
                      <a:pt x="70" y="156"/>
                      <a:pt x="67" y="172"/>
                      <a:pt x="71" y="176"/>
                    </a:cubicBezTo>
                    <a:cubicBezTo>
                      <a:pt x="74" y="180"/>
                      <a:pt x="80" y="191"/>
                      <a:pt x="80" y="191"/>
                    </a:cubicBezTo>
                    <a:cubicBezTo>
                      <a:pt x="80" y="191"/>
                      <a:pt x="88" y="193"/>
                      <a:pt x="90" y="187"/>
                    </a:cubicBezTo>
                    <a:cubicBezTo>
                      <a:pt x="92" y="180"/>
                      <a:pt x="98" y="182"/>
                      <a:pt x="98" y="182"/>
                    </a:cubicBezTo>
                    <a:cubicBezTo>
                      <a:pt x="98" y="182"/>
                      <a:pt x="110" y="187"/>
                      <a:pt x="107" y="190"/>
                    </a:cubicBezTo>
                    <a:cubicBezTo>
                      <a:pt x="104" y="193"/>
                      <a:pt x="105" y="194"/>
                      <a:pt x="98" y="198"/>
                    </a:cubicBezTo>
                    <a:cubicBezTo>
                      <a:pt x="92" y="202"/>
                      <a:pt x="39" y="231"/>
                      <a:pt x="39" y="231"/>
                    </a:cubicBezTo>
                    <a:cubicBezTo>
                      <a:pt x="39" y="231"/>
                      <a:pt x="21" y="236"/>
                      <a:pt x="16" y="237"/>
                    </a:cubicBezTo>
                    <a:cubicBezTo>
                      <a:pt x="11" y="238"/>
                      <a:pt x="4" y="236"/>
                      <a:pt x="2" y="243"/>
                    </a:cubicBezTo>
                    <a:cubicBezTo>
                      <a:pt x="0" y="250"/>
                      <a:pt x="2" y="260"/>
                      <a:pt x="7" y="265"/>
                    </a:cubicBezTo>
                    <a:cubicBezTo>
                      <a:pt x="10" y="266"/>
                      <a:pt x="22" y="271"/>
                      <a:pt x="33" y="266"/>
                    </a:cubicBezTo>
                    <a:cubicBezTo>
                      <a:pt x="47" y="260"/>
                      <a:pt x="60" y="244"/>
                      <a:pt x="70" y="235"/>
                    </a:cubicBezTo>
                    <a:cubicBezTo>
                      <a:pt x="88" y="221"/>
                      <a:pt x="104" y="211"/>
                      <a:pt x="119" y="204"/>
                    </a:cubicBezTo>
                    <a:cubicBezTo>
                      <a:pt x="134" y="198"/>
                      <a:pt x="167" y="182"/>
                      <a:pt x="183" y="180"/>
                    </a:cubicBezTo>
                    <a:cubicBezTo>
                      <a:pt x="199" y="178"/>
                      <a:pt x="202" y="186"/>
                      <a:pt x="199" y="190"/>
                    </a:cubicBezTo>
                    <a:cubicBezTo>
                      <a:pt x="197" y="195"/>
                      <a:pt x="188" y="203"/>
                      <a:pt x="183" y="205"/>
                    </a:cubicBezTo>
                    <a:cubicBezTo>
                      <a:pt x="179" y="208"/>
                      <a:pt x="181" y="213"/>
                      <a:pt x="181" y="213"/>
                    </a:cubicBezTo>
                    <a:cubicBezTo>
                      <a:pt x="181" y="213"/>
                      <a:pt x="185" y="213"/>
                      <a:pt x="199" y="209"/>
                    </a:cubicBezTo>
                    <a:cubicBezTo>
                      <a:pt x="214" y="205"/>
                      <a:pt x="234" y="205"/>
                      <a:pt x="236" y="200"/>
                    </a:cubicBezTo>
                    <a:cubicBezTo>
                      <a:pt x="238" y="196"/>
                      <a:pt x="230" y="165"/>
                      <a:pt x="212" y="164"/>
                    </a:cubicBezTo>
                    <a:cubicBezTo>
                      <a:pt x="193" y="163"/>
                      <a:pt x="172" y="168"/>
                      <a:pt x="167" y="170"/>
                    </a:cubicBezTo>
                    <a:cubicBezTo>
                      <a:pt x="162" y="171"/>
                      <a:pt x="157" y="167"/>
                      <a:pt x="163" y="161"/>
                    </a:cubicBezTo>
                    <a:cubicBezTo>
                      <a:pt x="169" y="154"/>
                      <a:pt x="178" y="146"/>
                      <a:pt x="182" y="133"/>
                    </a:cubicBezTo>
                    <a:cubicBezTo>
                      <a:pt x="186" y="119"/>
                      <a:pt x="192" y="116"/>
                      <a:pt x="188" y="110"/>
                    </a:cubicBezTo>
                    <a:cubicBezTo>
                      <a:pt x="183" y="104"/>
                      <a:pt x="176" y="92"/>
                      <a:pt x="173" y="90"/>
                    </a:cubicBezTo>
                    <a:cubicBezTo>
                      <a:pt x="170" y="88"/>
                      <a:pt x="173" y="81"/>
                      <a:pt x="183" y="77"/>
                    </a:cubicBezTo>
                    <a:cubicBezTo>
                      <a:pt x="193" y="72"/>
                      <a:pt x="204" y="61"/>
                      <a:pt x="198" y="54"/>
                    </a:cubicBezTo>
                    <a:cubicBezTo>
                      <a:pt x="192" y="46"/>
                      <a:pt x="180" y="50"/>
                      <a:pt x="179" y="43"/>
                    </a:cubicBezTo>
                    <a:cubicBezTo>
                      <a:pt x="179" y="35"/>
                      <a:pt x="173" y="31"/>
                      <a:pt x="179" y="29"/>
                    </a:cubicBezTo>
                    <a:cubicBezTo>
                      <a:pt x="185" y="27"/>
                      <a:pt x="191" y="25"/>
                      <a:pt x="189" y="22"/>
                    </a:cubicBezTo>
                    <a:cubicBezTo>
                      <a:pt x="187" y="18"/>
                      <a:pt x="184" y="12"/>
                      <a:pt x="180" y="6"/>
                    </a:cubicBezTo>
                    <a:cubicBezTo>
                      <a:pt x="175" y="1"/>
                      <a:pt x="164" y="0"/>
                      <a:pt x="163" y="5"/>
                    </a:cubicBezTo>
                    <a:cubicBezTo>
                      <a:pt x="161" y="11"/>
                      <a:pt x="161" y="21"/>
                      <a:pt x="161" y="26"/>
                    </a:cubicBezTo>
                    <a:cubicBezTo>
                      <a:pt x="161" y="31"/>
                      <a:pt x="160" y="38"/>
                      <a:pt x="163" y="42"/>
                    </a:cubicBezTo>
                    <a:cubicBezTo>
                      <a:pt x="167" y="46"/>
                      <a:pt x="168" y="48"/>
                      <a:pt x="167" y="52"/>
                    </a:cubicBezTo>
                    <a:cubicBezTo>
                      <a:pt x="166" y="55"/>
                      <a:pt x="166" y="61"/>
                      <a:pt x="159" y="65"/>
                    </a:cubicBezTo>
                    <a:cubicBezTo>
                      <a:pt x="151" y="69"/>
                      <a:pt x="147" y="69"/>
                      <a:pt x="145" y="74"/>
                    </a:cubicBezTo>
                    <a:cubicBezTo>
                      <a:pt x="142" y="80"/>
                      <a:pt x="142" y="94"/>
                      <a:pt x="145" y="96"/>
                    </a:cubicBezTo>
                    <a:cubicBezTo>
                      <a:pt x="147" y="97"/>
                      <a:pt x="155" y="95"/>
                      <a:pt x="153" y="105"/>
                    </a:cubicBezTo>
                    <a:cubicBezTo>
                      <a:pt x="150" y="116"/>
                      <a:pt x="138" y="141"/>
                      <a:pt x="139" y="145"/>
                    </a:cubicBezTo>
                    <a:cubicBezTo>
                      <a:pt x="140" y="150"/>
                      <a:pt x="148" y="148"/>
                      <a:pt x="148" y="153"/>
                    </a:cubicBezTo>
                    <a:cubicBezTo>
                      <a:pt x="148" y="159"/>
                      <a:pt x="151" y="169"/>
                      <a:pt x="147" y="172"/>
                    </a:cubicBezTo>
                    <a:cubicBezTo>
                      <a:pt x="143" y="176"/>
                      <a:pt x="130" y="180"/>
                      <a:pt x="130" y="180"/>
                    </a:cubicBezTo>
                    <a:cubicBezTo>
                      <a:pt x="130" y="180"/>
                      <a:pt x="116" y="184"/>
                      <a:pt x="120" y="172"/>
                    </a:cubicBezTo>
                    <a:cubicBezTo>
                      <a:pt x="123" y="160"/>
                      <a:pt x="126" y="141"/>
                      <a:pt x="127" y="137"/>
                    </a:cubicBezTo>
                    <a:cubicBezTo>
                      <a:pt x="127" y="133"/>
                      <a:pt x="131" y="128"/>
                      <a:pt x="125" y="127"/>
                    </a:cubicBezTo>
                    <a:cubicBezTo>
                      <a:pt x="120" y="127"/>
                      <a:pt x="126" y="117"/>
                      <a:pt x="119" y="120"/>
                    </a:cubicBezTo>
                    <a:cubicBezTo>
                      <a:pt x="113" y="122"/>
                      <a:pt x="108" y="125"/>
                      <a:pt x="110" y="117"/>
                    </a:cubicBezTo>
                    <a:cubicBezTo>
                      <a:pt x="111" y="108"/>
                      <a:pt x="121" y="80"/>
                      <a:pt x="124" y="63"/>
                    </a:cubicBezTo>
                    <a:cubicBezTo>
                      <a:pt x="126" y="46"/>
                      <a:pt x="120" y="43"/>
                      <a:pt x="115" y="39"/>
                    </a:cubicBezTo>
                    <a:cubicBezTo>
                      <a:pt x="110" y="36"/>
                      <a:pt x="95" y="44"/>
                      <a:pt x="95" y="50"/>
                    </a:cubicBezTo>
                    <a:cubicBezTo>
                      <a:pt x="95" y="56"/>
                      <a:pt x="103" y="65"/>
                      <a:pt x="104" y="73"/>
                    </a:cubicBezTo>
                    <a:cubicBezTo>
                      <a:pt x="105" y="81"/>
                      <a:pt x="103" y="107"/>
                      <a:pt x="104" y="110"/>
                    </a:cubicBezTo>
                    <a:cubicBezTo>
                      <a:pt x="104" y="113"/>
                      <a:pt x="102" y="130"/>
                      <a:pt x="101" y="134"/>
                    </a:cubicBezTo>
                    <a:cubicBezTo>
                      <a:pt x="100" y="137"/>
                      <a:pt x="83" y="150"/>
                      <a:pt x="85" y="136"/>
                    </a:cubicBezTo>
                    <a:cubicBezTo>
                      <a:pt x="88" y="122"/>
                      <a:pt x="89" y="105"/>
                      <a:pt x="86" y="96"/>
                    </a:cubicBezTo>
                    <a:cubicBezTo>
                      <a:pt x="82" y="87"/>
                      <a:pt x="67" y="75"/>
                      <a:pt x="62" y="74"/>
                    </a:cubicBezTo>
                    <a:cubicBezTo>
                      <a:pt x="58" y="74"/>
                      <a:pt x="54" y="84"/>
                      <a:pt x="54" y="88"/>
                    </a:cubicBezTo>
                    <a:cubicBezTo>
                      <a:pt x="54" y="88"/>
                      <a:pt x="54" y="88"/>
                      <a:pt x="54" y="88"/>
                    </a:cubicBezTo>
                    <a:close/>
                    <a:moveTo>
                      <a:pt x="93" y="244"/>
                    </a:moveTo>
                    <a:cubicBezTo>
                      <a:pt x="93" y="236"/>
                      <a:pt x="103" y="232"/>
                      <a:pt x="110" y="230"/>
                    </a:cubicBezTo>
                    <a:cubicBezTo>
                      <a:pt x="116" y="229"/>
                      <a:pt x="140" y="217"/>
                      <a:pt x="151" y="216"/>
                    </a:cubicBezTo>
                    <a:cubicBezTo>
                      <a:pt x="162" y="216"/>
                      <a:pt x="162" y="232"/>
                      <a:pt x="159" y="239"/>
                    </a:cubicBezTo>
                    <a:cubicBezTo>
                      <a:pt x="156" y="246"/>
                      <a:pt x="150" y="257"/>
                      <a:pt x="146" y="262"/>
                    </a:cubicBezTo>
                    <a:cubicBezTo>
                      <a:pt x="143" y="267"/>
                      <a:pt x="159" y="270"/>
                      <a:pt x="159" y="270"/>
                    </a:cubicBezTo>
                    <a:cubicBezTo>
                      <a:pt x="159" y="270"/>
                      <a:pt x="184" y="264"/>
                      <a:pt x="194" y="265"/>
                    </a:cubicBezTo>
                    <a:cubicBezTo>
                      <a:pt x="203" y="266"/>
                      <a:pt x="205" y="280"/>
                      <a:pt x="203" y="291"/>
                    </a:cubicBezTo>
                    <a:cubicBezTo>
                      <a:pt x="201" y="302"/>
                      <a:pt x="174" y="298"/>
                      <a:pt x="168" y="297"/>
                    </a:cubicBezTo>
                    <a:cubicBezTo>
                      <a:pt x="162" y="296"/>
                      <a:pt x="166" y="307"/>
                      <a:pt x="164" y="313"/>
                    </a:cubicBezTo>
                    <a:cubicBezTo>
                      <a:pt x="163" y="319"/>
                      <a:pt x="163" y="329"/>
                      <a:pt x="158" y="349"/>
                    </a:cubicBezTo>
                    <a:cubicBezTo>
                      <a:pt x="153" y="368"/>
                      <a:pt x="139" y="381"/>
                      <a:pt x="131" y="385"/>
                    </a:cubicBezTo>
                    <a:cubicBezTo>
                      <a:pt x="122" y="389"/>
                      <a:pt x="106" y="379"/>
                      <a:pt x="102" y="372"/>
                    </a:cubicBezTo>
                    <a:cubicBezTo>
                      <a:pt x="99" y="365"/>
                      <a:pt x="92" y="366"/>
                      <a:pt x="89" y="355"/>
                    </a:cubicBezTo>
                    <a:cubicBezTo>
                      <a:pt x="85" y="344"/>
                      <a:pt x="104" y="351"/>
                      <a:pt x="112" y="355"/>
                    </a:cubicBezTo>
                    <a:cubicBezTo>
                      <a:pt x="119" y="358"/>
                      <a:pt x="132" y="358"/>
                      <a:pt x="139" y="356"/>
                    </a:cubicBezTo>
                    <a:cubicBezTo>
                      <a:pt x="146" y="353"/>
                      <a:pt x="151" y="328"/>
                      <a:pt x="151" y="319"/>
                    </a:cubicBezTo>
                    <a:cubicBezTo>
                      <a:pt x="152" y="309"/>
                      <a:pt x="145" y="302"/>
                      <a:pt x="142" y="301"/>
                    </a:cubicBezTo>
                    <a:cubicBezTo>
                      <a:pt x="139" y="300"/>
                      <a:pt x="126" y="306"/>
                      <a:pt x="114" y="312"/>
                    </a:cubicBezTo>
                    <a:cubicBezTo>
                      <a:pt x="103" y="318"/>
                      <a:pt x="95" y="325"/>
                      <a:pt x="86" y="327"/>
                    </a:cubicBezTo>
                    <a:cubicBezTo>
                      <a:pt x="76" y="329"/>
                      <a:pt x="64" y="319"/>
                      <a:pt x="62" y="309"/>
                    </a:cubicBezTo>
                    <a:cubicBezTo>
                      <a:pt x="60" y="299"/>
                      <a:pt x="88" y="298"/>
                      <a:pt x="93" y="297"/>
                    </a:cubicBezTo>
                    <a:cubicBezTo>
                      <a:pt x="99" y="296"/>
                      <a:pt x="133" y="280"/>
                      <a:pt x="133" y="280"/>
                    </a:cubicBezTo>
                    <a:cubicBezTo>
                      <a:pt x="135" y="272"/>
                      <a:pt x="139" y="251"/>
                      <a:pt x="126" y="249"/>
                    </a:cubicBezTo>
                    <a:cubicBezTo>
                      <a:pt x="118" y="248"/>
                      <a:pt x="113" y="259"/>
                      <a:pt x="106" y="259"/>
                    </a:cubicBezTo>
                    <a:cubicBezTo>
                      <a:pt x="99" y="259"/>
                      <a:pt x="94" y="252"/>
                      <a:pt x="93" y="24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solidFill>
                    <a:srgbClr val="000000"/>
                  </a:solidFill>
                </a:endParaRPr>
              </a:p>
            </p:txBody>
          </p:sp>
        </p:grpSp>
      </p:grpSp>
      <p:pic>
        <p:nvPicPr>
          <p:cNvPr id="28" name="图片 27"/>
          <p:cNvPicPr>
            <a:picLocks noChangeAspect="1"/>
          </p:cNvPicPr>
          <p:nvPr userDrawn="1"/>
        </p:nvPicPr>
        <p:blipFill rotWithShape="1">
          <a:blip r:embed="rId2" cstate="email"/>
          <a:srcRect/>
          <a:stretch>
            <a:fillRect/>
          </a:stretch>
        </p:blipFill>
        <p:spPr>
          <a:xfrm>
            <a:off x="-1" y="-111239"/>
            <a:ext cx="1520613" cy="1143934"/>
          </a:xfrm>
          <a:prstGeom prst="rect">
            <a:avLst/>
          </a:prstGeom>
        </p:spPr>
      </p:pic>
      <p:pic>
        <p:nvPicPr>
          <p:cNvPr id="29" name="图片 28"/>
          <p:cNvPicPr>
            <a:picLocks noChangeAspect="1"/>
          </p:cNvPicPr>
          <p:nvPr userDrawn="1"/>
        </p:nvPicPr>
        <p:blipFill>
          <a:blip r:embed="rId3" cstate="email">
            <a:extLst>
              <a:ext uri="{BEBA8EAE-BF5A-486C-A8C5-ECC9F3942E4B}">
                <a14:imgProps xmlns:a14="http://schemas.microsoft.com/office/drawing/2010/main">
                  <a14:imgLayer r:embed="rId4">
                    <a14:imgEffect>
                      <a14:saturation sat="33000"/>
                    </a14:imgEffect>
                  </a14:imgLayer>
                </a14:imgProps>
              </a:ext>
            </a:extLst>
          </a:blip>
          <a:stretch>
            <a:fillRect/>
          </a:stretch>
        </p:blipFill>
        <p:spPr>
          <a:xfrm>
            <a:off x="0" y="4531283"/>
            <a:ext cx="12192000" cy="2323704"/>
          </a:xfrm>
          <a:prstGeom prst="rect">
            <a:avLst/>
          </a:prstGeom>
        </p:spPr>
      </p:pic>
      <p:sp>
        <p:nvSpPr>
          <p:cNvPr id="2" name="矩形 1"/>
          <p:cNvSpPr/>
          <p:nvPr userDrawn="1"/>
        </p:nvSpPr>
        <p:spPr>
          <a:xfrm>
            <a:off x="0" y="1028700"/>
            <a:ext cx="12192000" cy="5829300"/>
          </a:xfrm>
          <a:prstGeom prst="rect">
            <a:avLst/>
          </a:prstGeom>
          <a:gradFill>
            <a:gsLst>
              <a:gs pos="0">
                <a:schemeClr val="bg1">
                  <a:alpha val="0"/>
                </a:schemeClr>
              </a:gs>
              <a:gs pos="50000">
                <a:schemeClr val="bg1">
                  <a:alpha val="20000"/>
                </a:schemeClr>
              </a:gs>
              <a:gs pos="100000">
                <a:schemeClr val="bg1">
                  <a:alpha val="9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endParaRPr>
          </a:p>
        </p:txBody>
      </p:sp>
      <p:sp>
        <p:nvSpPr>
          <p:cNvPr id="5" name="图片占位符 4"/>
          <p:cNvSpPr>
            <a:spLocks noGrp="1"/>
          </p:cNvSpPr>
          <p:nvPr>
            <p:ph type="pic" sz="quarter" idx="11"/>
          </p:nvPr>
        </p:nvSpPr>
        <p:spPr>
          <a:xfrm>
            <a:off x="1077966" y="1647055"/>
            <a:ext cx="3505504" cy="4487045"/>
          </a:xfrm>
          <a:prstGeom prst="rect">
            <a:avLst/>
          </a:prstGeom>
        </p:spPr>
        <p:txBody>
          <a:bodyPr/>
          <a:lstStyle/>
          <a:p>
            <a:endParaRPr lang="zh-CN" altLang="en-US"/>
          </a:p>
        </p:txBody>
      </p:sp>
    </p:spTree>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5_标题和内容">
    <p:spTree>
      <p:nvGrpSpPr>
        <p:cNvPr id="1" name=""/>
        <p:cNvGrpSpPr/>
        <p:nvPr/>
      </p:nvGrpSpPr>
      <p:grpSpPr>
        <a:xfrm>
          <a:off x="0" y="0"/>
          <a:ext cx="0" cy="0"/>
          <a:chOff x="0" y="0"/>
          <a:chExt cx="0" cy="0"/>
        </a:xfrm>
      </p:grpSpPr>
      <p:sp>
        <p:nvSpPr>
          <p:cNvPr id="33" name="文本占位符 32"/>
          <p:cNvSpPr>
            <a:spLocks noGrp="1"/>
          </p:cNvSpPr>
          <p:nvPr>
            <p:ph type="body" sz="quarter" idx="10" hasCustomPrompt="1"/>
          </p:nvPr>
        </p:nvSpPr>
        <p:spPr>
          <a:xfrm>
            <a:off x="1587197" y="340254"/>
            <a:ext cx="3944854" cy="530225"/>
          </a:xfrm>
        </p:spPr>
        <p:txBody>
          <a:bodyPr lIns="0" rIns="0">
            <a:noAutofit/>
          </a:bodyPr>
          <a:lstStyle>
            <a:lvl1pPr marL="0" indent="0">
              <a:buNone/>
              <a:defRPr sz="3600" b="1">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请输入你的标题</a:t>
            </a:r>
          </a:p>
        </p:txBody>
      </p:sp>
      <p:cxnSp>
        <p:nvCxnSpPr>
          <p:cNvPr id="4" name="直接连接符 3"/>
          <p:cNvCxnSpPr/>
          <p:nvPr userDrawn="1"/>
        </p:nvCxnSpPr>
        <p:spPr>
          <a:xfrm>
            <a:off x="1083902" y="1028700"/>
            <a:ext cx="11108098" cy="0"/>
          </a:xfrm>
          <a:prstGeom prst="line">
            <a:avLst/>
          </a:prstGeom>
        </p:spPr>
        <p:style>
          <a:lnRef idx="1">
            <a:schemeClr val="accent1"/>
          </a:lnRef>
          <a:fillRef idx="0">
            <a:schemeClr val="accent1"/>
          </a:fillRef>
          <a:effectRef idx="0">
            <a:schemeClr val="accent1"/>
          </a:effectRef>
          <a:fontRef idx="minor">
            <a:schemeClr val="tx1"/>
          </a:fontRef>
        </p:style>
      </p:cxnSp>
      <p:grpSp>
        <p:nvGrpSpPr>
          <p:cNvPr id="3" name="组合 2"/>
          <p:cNvGrpSpPr/>
          <p:nvPr userDrawn="1"/>
        </p:nvGrpSpPr>
        <p:grpSpPr>
          <a:xfrm>
            <a:off x="9778483" y="337454"/>
            <a:ext cx="1740417" cy="533025"/>
            <a:chOff x="9778483" y="337454"/>
            <a:chExt cx="1740417" cy="533025"/>
          </a:xfrm>
        </p:grpSpPr>
        <p:grpSp>
          <p:nvGrpSpPr>
            <p:cNvPr id="5" name="íślïdé"/>
            <p:cNvGrpSpPr/>
            <p:nvPr/>
          </p:nvGrpSpPr>
          <p:grpSpPr>
            <a:xfrm>
              <a:off x="9778483" y="337454"/>
              <a:ext cx="532392" cy="533025"/>
              <a:chOff x="1735138" y="2095500"/>
              <a:chExt cx="2667000" cy="2670175"/>
            </a:xfrm>
            <a:solidFill>
              <a:schemeClr val="accent1"/>
            </a:solidFill>
          </p:grpSpPr>
          <p:sp>
            <p:nvSpPr>
              <p:cNvPr id="14" name="ïṡḻïḍê"/>
              <p:cNvSpPr/>
              <p:nvPr/>
            </p:nvSpPr>
            <p:spPr bwMode="auto">
              <a:xfrm>
                <a:off x="2913063" y="3238500"/>
                <a:ext cx="319088" cy="762000"/>
              </a:xfrm>
              <a:custGeom>
                <a:avLst/>
                <a:gdLst>
                  <a:gd name="T0" fmla="*/ 56 w 97"/>
                  <a:gd name="T1" fmla="*/ 193 h 231"/>
                  <a:gd name="T2" fmla="*/ 41 w 97"/>
                  <a:gd name="T3" fmla="*/ 193 h 231"/>
                  <a:gd name="T4" fmla="*/ 41 w 97"/>
                  <a:gd name="T5" fmla="*/ 22 h 231"/>
                  <a:gd name="T6" fmla="*/ 23 w 97"/>
                  <a:gd name="T7" fmla="*/ 0 h 231"/>
                  <a:gd name="T8" fmla="*/ 4 w 97"/>
                  <a:gd name="T9" fmla="*/ 22 h 231"/>
                  <a:gd name="T10" fmla="*/ 1 w 97"/>
                  <a:gd name="T11" fmla="*/ 175 h 231"/>
                  <a:gd name="T12" fmla="*/ 48 w 97"/>
                  <a:gd name="T13" fmla="*/ 231 h 231"/>
                  <a:gd name="T14" fmla="*/ 96 w 97"/>
                  <a:gd name="T15" fmla="*/ 175 h 231"/>
                  <a:gd name="T16" fmla="*/ 92 w 97"/>
                  <a:gd name="T17" fmla="*/ 22 h 231"/>
                  <a:gd name="T18" fmla="*/ 73 w 97"/>
                  <a:gd name="T19" fmla="*/ 0 h 231"/>
                  <a:gd name="T20" fmla="*/ 56 w 97"/>
                  <a:gd name="T21" fmla="*/ 22 h 231"/>
                  <a:gd name="T22" fmla="*/ 56 w 97"/>
                  <a:gd name="T23" fmla="*/ 193 h 2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97" h="231">
                    <a:moveTo>
                      <a:pt x="56" y="193"/>
                    </a:moveTo>
                    <a:cubicBezTo>
                      <a:pt x="41" y="193"/>
                      <a:pt x="41" y="193"/>
                      <a:pt x="41" y="193"/>
                    </a:cubicBezTo>
                    <a:cubicBezTo>
                      <a:pt x="41" y="136"/>
                      <a:pt x="41" y="79"/>
                      <a:pt x="41" y="22"/>
                    </a:cubicBezTo>
                    <a:cubicBezTo>
                      <a:pt x="40" y="11"/>
                      <a:pt x="38" y="1"/>
                      <a:pt x="23" y="0"/>
                    </a:cubicBezTo>
                    <a:cubicBezTo>
                      <a:pt x="13" y="0"/>
                      <a:pt x="4" y="7"/>
                      <a:pt x="4" y="22"/>
                    </a:cubicBezTo>
                    <a:cubicBezTo>
                      <a:pt x="3" y="73"/>
                      <a:pt x="2" y="124"/>
                      <a:pt x="1" y="175"/>
                    </a:cubicBezTo>
                    <a:cubicBezTo>
                      <a:pt x="0" y="206"/>
                      <a:pt x="15" y="231"/>
                      <a:pt x="48" y="231"/>
                    </a:cubicBezTo>
                    <a:cubicBezTo>
                      <a:pt x="82" y="231"/>
                      <a:pt x="97" y="206"/>
                      <a:pt x="96" y="175"/>
                    </a:cubicBezTo>
                    <a:cubicBezTo>
                      <a:pt x="95" y="124"/>
                      <a:pt x="94" y="73"/>
                      <a:pt x="92" y="22"/>
                    </a:cubicBezTo>
                    <a:cubicBezTo>
                      <a:pt x="92" y="7"/>
                      <a:pt x="84" y="0"/>
                      <a:pt x="73" y="0"/>
                    </a:cubicBezTo>
                    <a:cubicBezTo>
                      <a:pt x="58" y="1"/>
                      <a:pt x="56" y="11"/>
                      <a:pt x="56" y="22"/>
                    </a:cubicBezTo>
                    <a:cubicBezTo>
                      <a:pt x="56" y="79"/>
                      <a:pt x="56" y="136"/>
                      <a:pt x="56" y="19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solidFill>
                    <a:srgbClr val="000000"/>
                  </a:solidFill>
                </a:endParaRPr>
              </a:p>
            </p:txBody>
          </p:sp>
          <p:sp>
            <p:nvSpPr>
              <p:cNvPr id="15" name="ï$lîḍè"/>
              <p:cNvSpPr/>
              <p:nvPr/>
            </p:nvSpPr>
            <p:spPr bwMode="auto">
              <a:xfrm>
                <a:off x="2008188" y="2713038"/>
                <a:ext cx="257175" cy="342900"/>
              </a:xfrm>
              <a:custGeom>
                <a:avLst/>
                <a:gdLst>
                  <a:gd name="T0" fmla="*/ 13 w 78"/>
                  <a:gd name="T1" fmla="*/ 80 h 104"/>
                  <a:gd name="T2" fmla="*/ 6 w 78"/>
                  <a:gd name="T3" fmla="*/ 80 h 104"/>
                  <a:gd name="T4" fmla="*/ 1 w 78"/>
                  <a:gd name="T5" fmla="*/ 85 h 104"/>
                  <a:gd name="T6" fmla="*/ 7 w 78"/>
                  <a:gd name="T7" fmla="*/ 96 h 104"/>
                  <a:gd name="T8" fmla="*/ 36 w 78"/>
                  <a:gd name="T9" fmla="*/ 103 h 104"/>
                  <a:gd name="T10" fmla="*/ 40 w 78"/>
                  <a:gd name="T11" fmla="*/ 94 h 104"/>
                  <a:gd name="T12" fmla="*/ 26 w 78"/>
                  <a:gd name="T13" fmla="*/ 87 h 104"/>
                  <a:gd name="T14" fmla="*/ 20 w 78"/>
                  <a:gd name="T15" fmla="*/ 62 h 104"/>
                  <a:gd name="T16" fmla="*/ 27 w 78"/>
                  <a:gd name="T17" fmla="*/ 38 h 104"/>
                  <a:gd name="T18" fmla="*/ 32 w 78"/>
                  <a:gd name="T19" fmla="*/ 40 h 104"/>
                  <a:gd name="T20" fmla="*/ 38 w 78"/>
                  <a:gd name="T21" fmla="*/ 54 h 104"/>
                  <a:gd name="T22" fmla="*/ 35 w 78"/>
                  <a:gd name="T23" fmla="*/ 56 h 104"/>
                  <a:gd name="T24" fmla="*/ 28 w 78"/>
                  <a:gd name="T25" fmla="*/ 56 h 104"/>
                  <a:gd name="T26" fmla="*/ 26 w 78"/>
                  <a:gd name="T27" fmla="*/ 63 h 104"/>
                  <a:gd name="T28" fmla="*/ 34 w 78"/>
                  <a:gd name="T29" fmla="*/ 65 h 104"/>
                  <a:gd name="T30" fmla="*/ 38 w 78"/>
                  <a:gd name="T31" fmla="*/ 65 h 104"/>
                  <a:gd name="T32" fmla="*/ 37 w 78"/>
                  <a:gd name="T33" fmla="*/ 74 h 104"/>
                  <a:gd name="T34" fmla="*/ 37 w 78"/>
                  <a:gd name="T35" fmla="*/ 80 h 104"/>
                  <a:gd name="T36" fmla="*/ 45 w 78"/>
                  <a:gd name="T37" fmla="*/ 80 h 104"/>
                  <a:gd name="T38" fmla="*/ 45 w 78"/>
                  <a:gd name="T39" fmla="*/ 68 h 104"/>
                  <a:gd name="T40" fmla="*/ 49 w 78"/>
                  <a:gd name="T41" fmla="*/ 57 h 104"/>
                  <a:gd name="T42" fmla="*/ 58 w 78"/>
                  <a:gd name="T43" fmla="*/ 55 h 104"/>
                  <a:gd name="T44" fmla="*/ 66 w 78"/>
                  <a:gd name="T45" fmla="*/ 42 h 104"/>
                  <a:gd name="T46" fmla="*/ 71 w 78"/>
                  <a:gd name="T47" fmla="*/ 17 h 104"/>
                  <a:gd name="T48" fmla="*/ 73 w 78"/>
                  <a:gd name="T49" fmla="*/ 7 h 104"/>
                  <a:gd name="T50" fmla="*/ 38 w 78"/>
                  <a:gd name="T51" fmla="*/ 8 h 104"/>
                  <a:gd name="T52" fmla="*/ 16 w 78"/>
                  <a:gd name="T53" fmla="*/ 40 h 104"/>
                  <a:gd name="T54" fmla="*/ 12 w 78"/>
                  <a:gd name="T55" fmla="*/ 69 h 104"/>
                  <a:gd name="T56" fmla="*/ 13 w 78"/>
                  <a:gd name="T57" fmla="*/ 80 h 104"/>
                  <a:gd name="T58" fmla="*/ 13 w 78"/>
                  <a:gd name="T59" fmla="*/ 80 h 104"/>
                  <a:gd name="T60" fmla="*/ 44 w 78"/>
                  <a:gd name="T61" fmla="*/ 54 h 104"/>
                  <a:gd name="T62" fmla="*/ 42 w 78"/>
                  <a:gd name="T63" fmla="*/ 56 h 104"/>
                  <a:gd name="T64" fmla="*/ 42 w 78"/>
                  <a:gd name="T65" fmla="*/ 39 h 104"/>
                  <a:gd name="T66" fmla="*/ 35 w 78"/>
                  <a:gd name="T67" fmla="*/ 35 h 104"/>
                  <a:gd name="T68" fmla="*/ 29 w 78"/>
                  <a:gd name="T69" fmla="*/ 35 h 104"/>
                  <a:gd name="T70" fmla="*/ 36 w 78"/>
                  <a:gd name="T71" fmla="*/ 23 h 104"/>
                  <a:gd name="T72" fmla="*/ 54 w 78"/>
                  <a:gd name="T73" fmla="*/ 11 h 104"/>
                  <a:gd name="T74" fmla="*/ 55 w 78"/>
                  <a:gd name="T75" fmla="*/ 28 h 104"/>
                  <a:gd name="T76" fmla="*/ 54 w 78"/>
                  <a:gd name="T77" fmla="*/ 45 h 104"/>
                  <a:gd name="T78" fmla="*/ 48 w 78"/>
                  <a:gd name="T79" fmla="*/ 48 h 104"/>
                  <a:gd name="T80" fmla="*/ 44 w 78"/>
                  <a:gd name="T81" fmla="*/ 54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78" h="104">
                    <a:moveTo>
                      <a:pt x="13" y="80"/>
                    </a:moveTo>
                    <a:cubicBezTo>
                      <a:pt x="12" y="81"/>
                      <a:pt x="9" y="79"/>
                      <a:pt x="6" y="80"/>
                    </a:cubicBezTo>
                    <a:cubicBezTo>
                      <a:pt x="3" y="82"/>
                      <a:pt x="2" y="84"/>
                      <a:pt x="1" y="85"/>
                    </a:cubicBezTo>
                    <a:cubicBezTo>
                      <a:pt x="0" y="87"/>
                      <a:pt x="1" y="92"/>
                      <a:pt x="7" y="96"/>
                    </a:cubicBezTo>
                    <a:cubicBezTo>
                      <a:pt x="12" y="100"/>
                      <a:pt x="32" y="104"/>
                      <a:pt x="36" y="103"/>
                    </a:cubicBezTo>
                    <a:cubicBezTo>
                      <a:pt x="40" y="102"/>
                      <a:pt x="43" y="94"/>
                      <a:pt x="40" y="94"/>
                    </a:cubicBezTo>
                    <a:cubicBezTo>
                      <a:pt x="36" y="93"/>
                      <a:pt x="28" y="91"/>
                      <a:pt x="26" y="87"/>
                    </a:cubicBezTo>
                    <a:cubicBezTo>
                      <a:pt x="23" y="83"/>
                      <a:pt x="19" y="76"/>
                      <a:pt x="20" y="62"/>
                    </a:cubicBezTo>
                    <a:cubicBezTo>
                      <a:pt x="20" y="48"/>
                      <a:pt x="25" y="40"/>
                      <a:pt x="27" y="38"/>
                    </a:cubicBezTo>
                    <a:cubicBezTo>
                      <a:pt x="29" y="37"/>
                      <a:pt x="32" y="39"/>
                      <a:pt x="32" y="40"/>
                    </a:cubicBezTo>
                    <a:cubicBezTo>
                      <a:pt x="33" y="41"/>
                      <a:pt x="37" y="53"/>
                      <a:pt x="38" y="54"/>
                    </a:cubicBezTo>
                    <a:cubicBezTo>
                      <a:pt x="38" y="54"/>
                      <a:pt x="38" y="58"/>
                      <a:pt x="35" y="56"/>
                    </a:cubicBezTo>
                    <a:cubicBezTo>
                      <a:pt x="33" y="55"/>
                      <a:pt x="30" y="54"/>
                      <a:pt x="28" y="56"/>
                    </a:cubicBezTo>
                    <a:cubicBezTo>
                      <a:pt x="25" y="57"/>
                      <a:pt x="23" y="60"/>
                      <a:pt x="26" y="63"/>
                    </a:cubicBezTo>
                    <a:cubicBezTo>
                      <a:pt x="29" y="66"/>
                      <a:pt x="32" y="65"/>
                      <a:pt x="34" y="65"/>
                    </a:cubicBezTo>
                    <a:cubicBezTo>
                      <a:pt x="35" y="64"/>
                      <a:pt x="39" y="63"/>
                      <a:pt x="38" y="65"/>
                    </a:cubicBezTo>
                    <a:cubicBezTo>
                      <a:pt x="37" y="67"/>
                      <a:pt x="37" y="74"/>
                      <a:pt x="37" y="74"/>
                    </a:cubicBezTo>
                    <a:cubicBezTo>
                      <a:pt x="37" y="74"/>
                      <a:pt x="34" y="78"/>
                      <a:pt x="37" y="80"/>
                    </a:cubicBezTo>
                    <a:cubicBezTo>
                      <a:pt x="40" y="82"/>
                      <a:pt x="45" y="82"/>
                      <a:pt x="45" y="80"/>
                    </a:cubicBezTo>
                    <a:cubicBezTo>
                      <a:pt x="45" y="78"/>
                      <a:pt x="45" y="72"/>
                      <a:pt x="45" y="68"/>
                    </a:cubicBezTo>
                    <a:cubicBezTo>
                      <a:pt x="46" y="65"/>
                      <a:pt x="47" y="59"/>
                      <a:pt x="49" y="57"/>
                    </a:cubicBezTo>
                    <a:cubicBezTo>
                      <a:pt x="52" y="56"/>
                      <a:pt x="54" y="57"/>
                      <a:pt x="58" y="55"/>
                    </a:cubicBezTo>
                    <a:cubicBezTo>
                      <a:pt x="61" y="52"/>
                      <a:pt x="66" y="46"/>
                      <a:pt x="66" y="42"/>
                    </a:cubicBezTo>
                    <a:cubicBezTo>
                      <a:pt x="66" y="39"/>
                      <a:pt x="69" y="20"/>
                      <a:pt x="71" y="17"/>
                    </a:cubicBezTo>
                    <a:cubicBezTo>
                      <a:pt x="73" y="14"/>
                      <a:pt x="78" y="12"/>
                      <a:pt x="73" y="7"/>
                    </a:cubicBezTo>
                    <a:cubicBezTo>
                      <a:pt x="68" y="2"/>
                      <a:pt x="48" y="0"/>
                      <a:pt x="38" y="8"/>
                    </a:cubicBezTo>
                    <a:cubicBezTo>
                      <a:pt x="29" y="15"/>
                      <a:pt x="21" y="26"/>
                      <a:pt x="16" y="40"/>
                    </a:cubicBezTo>
                    <a:cubicBezTo>
                      <a:pt x="11" y="54"/>
                      <a:pt x="10" y="62"/>
                      <a:pt x="12" y="69"/>
                    </a:cubicBezTo>
                    <a:cubicBezTo>
                      <a:pt x="14" y="77"/>
                      <a:pt x="15" y="79"/>
                      <a:pt x="13" y="80"/>
                    </a:cubicBezTo>
                    <a:cubicBezTo>
                      <a:pt x="13" y="80"/>
                      <a:pt x="13" y="80"/>
                      <a:pt x="13" y="80"/>
                    </a:cubicBezTo>
                    <a:close/>
                    <a:moveTo>
                      <a:pt x="44" y="54"/>
                    </a:moveTo>
                    <a:cubicBezTo>
                      <a:pt x="44" y="54"/>
                      <a:pt x="43" y="54"/>
                      <a:pt x="42" y="56"/>
                    </a:cubicBezTo>
                    <a:cubicBezTo>
                      <a:pt x="42" y="57"/>
                      <a:pt x="42" y="44"/>
                      <a:pt x="42" y="39"/>
                    </a:cubicBezTo>
                    <a:cubicBezTo>
                      <a:pt x="42" y="34"/>
                      <a:pt x="38" y="34"/>
                      <a:pt x="35" y="35"/>
                    </a:cubicBezTo>
                    <a:cubicBezTo>
                      <a:pt x="31" y="35"/>
                      <a:pt x="31" y="35"/>
                      <a:pt x="29" y="35"/>
                    </a:cubicBezTo>
                    <a:cubicBezTo>
                      <a:pt x="31" y="31"/>
                      <a:pt x="33" y="28"/>
                      <a:pt x="36" y="23"/>
                    </a:cubicBezTo>
                    <a:cubicBezTo>
                      <a:pt x="40" y="17"/>
                      <a:pt x="46" y="11"/>
                      <a:pt x="54" y="11"/>
                    </a:cubicBezTo>
                    <a:cubicBezTo>
                      <a:pt x="58" y="10"/>
                      <a:pt x="56" y="24"/>
                      <a:pt x="55" y="28"/>
                    </a:cubicBezTo>
                    <a:cubicBezTo>
                      <a:pt x="55" y="31"/>
                      <a:pt x="55" y="43"/>
                      <a:pt x="54" y="45"/>
                    </a:cubicBezTo>
                    <a:cubicBezTo>
                      <a:pt x="54" y="48"/>
                      <a:pt x="52" y="47"/>
                      <a:pt x="48" y="48"/>
                    </a:cubicBezTo>
                    <a:cubicBezTo>
                      <a:pt x="45" y="49"/>
                      <a:pt x="44" y="54"/>
                      <a:pt x="44" y="5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solidFill>
                    <a:srgbClr val="000000"/>
                  </a:solidFill>
                </a:endParaRPr>
              </a:p>
            </p:txBody>
          </p:sp>
          <p:sp>
            <p:nvSpPr>
              <p:cNvPr id="16" name="îSļiḋé"/>
              <p:cNvSpPr/>
              <p:nvPr/>
            </p:nvSpPr>
            <p:spPr bwMode="auto">
              <a:xfrm>
                <a:off x="2540001" y="2389188"/>
                <a:ext cx="98425" cy="225425"/>
              </a:xfrm>
              <a:custGeom>
                <a:avLst/>
                <a:gdLst>
                  <a:gd name="T0" fmla="*/ 4 w 30"/>
                  <a:gd name="T1" fmla="*/ 2 h 68"/>
                  <a:gd name="T2" fmla="*/ 2 w 30"/>
                  <a:gd name="T3" fmla="*/ 10 h 68"/>
                  <a:gd name="T4" fmla="*/ 10 w 30"/>
                  <a:gd name="T5" fmla="*/ 22 h 68"/>
                  <a:gd name="T6" fmla="*/ 19 w 30"/>
                  <a:gd name="T7" fmla="*/ 50 h 68"/>
                  <a:gd name="T8" fmla="*/ 20 w 30"/>
                  <a:gd name="T9" fmla="*/ 60 h 68"/>
                  <a:gd name="T10" fmla="*/ 25 w 30"/>
                  <a:gd name="T11" fmla="*/ 67 h 68"/>
                  <a:gd name="T12" fmla="*/ 27 w 30"/>
                  <a:gd name="T13" fmla="*/ 58 h 68"/>
                  <a:gd name="T14" fmla="*/ 19 w 30"/>
                  <a:gd name="T15" fmla="*/ 30 h 68"/>
                  <a:gd name="T16" fmla="*/ 14 w 30"/>
                  <a:gd name="T17" fmla="*/ 15 h 68"/>
                  <a:gd name="T18" fmla="*/ 11 w 30"/>
                  <a:gd name="T19" fmla="*/ 6 h 68"/>
                  <a:gd name="T20" fmla="*/ 4 w 30"/>
                  <a:gd name="T21" fmla="*/ 2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0" h="68">
                    <a:moveTo>
                      <a:pt x="4" y="2"/>
                    </a:moveTo>
                    <a:cubicBezTo>
                      <a:pt x="1" y="3"/>
                      <a:pt x="0" y="5"/>
                      <a:pt x="2" y="10"/>
                    </a:cubicBezTo>
                    <a:cubicBezTo>
                      <a:pt x="5" y="14"/>
                      <a:pt x="8" y="13"/>
                      <a:pt x="10" y="22"/>
                    </a:cubicBezTo>
                    <a:cubicBezTo>
                      <a:pt x="13" y="30"/>
                      <a:pt x="18" y="47"/>
                      <a:pt x="19" y="50"/>
                    </a:cubicBezTo>
                    <a:cubicBezTo>
                      <a:pt x="20" y="53"/>
                      <a:pt x="20" y="58"/>
                      <a:pt x="20" y="60"/>
                    </a:cubicBezTo>
                    <a:cubicBezTo>
                      <a:pt x="20" y="62"/>
                      <a:pt x="21" y="68"/>
                      <a:pt x="25" y="67"/>
                    </a:cubicBezTo>
                    <a:cubicBezTo>
                      <a:pt x="30" y="66"/>
                      <a:pt x="28" y="61"/>
                      <a:pt x="27" y="58"/>
                    </a:cubicBezTo>
                    <a:cubicBezTo>
                      <a:pt x="27" y="55"/>
                      <a:pt x="21" y="33"/>
                      <a:pt x="19" y="30"/>
                    </a:cubicBezTo>
                    <a:cubicBezTo>
                      <a:pt x="18" y="27"/>
                      <a:pt x="15" y="18"/>
                      <a:pt x="14" y="15"/>
                    </a:cubicBezTo>
                    <a:cubicBezTo>
                      <a:pt x="14" y="12"/>
                      <a:pt x="14" y="9"/>
                      <a:pt x="11" y="6"/>
                    </a:cubicBezTo>
                    <a:cubicBezTo>
                      <a:pt x="9" y="4"/>
                      <a:pt x="7" y="0"/>
                      <a:pt x="4"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solidFill>
                    <a:srgbClr val="000000"/>
                  </a:solidFill>
                </a:endParaRPr>
              </a:p>
            </p:txBody>
          </p:sp>
          <p:sp>
            <p:nvSpPr>
              <p:cNvPr id="17" name="îŝļîḍé"/>
              <p:cNvSpPr/>
              <p:nvPr/>
            </p:nvSpPr>
            <p:spPr bwMode="auto">
              <a:xfrm>
                <a:off x="2608263" y="2376488"/>
                <a:ext cx="69850" cy="128588"/>
              </a:xfrm>
              <a:custGeom>
                <a:avLst/>
                <a:gdLst>
                  <a:gd name="T0" fmla="*/ 4 w 21"/>
                  <a:gd name="T1" fmla="*/ 1 h 39"/>
                  <a:gd name="T2" fmla="*/ 0 w 21"/>
                  <a:gd name="T3" fmla="*/ 5 h 39"/>
                  <a:gd name="T4" fmla="*/ 4 w 21"/>
                  <a:gd name="T5" fmla="*/ 13 h 39"/>
                  <a:gd name="T6" fmla="*/ 9 w 21"/>
                  <a:gd name="T7" fmla="*/ 19 h 39"/>
                  <a:gd name="T8" fmla="*/ 17 w 21"/>
                  <a:gd name="T9" fmla="*/ 38 h 39"/>
                  <a:gd name="T10" fmla="*/ 21 w 21"/>
                  <a:gd name="T11" fmla="*/ 32 h 39"/>
                  <a:gd name="T12" fmla="*/ 19 w 21"/>
                  <a:gd name="T13" fmla="*/ 21 h 39"/>
                  <a:gd name="T14" fmla="*/ 16 w 21"/>
                  <a:gd name="T15" fmla="*/ 14 h 39"/>
                  <a:gd name="T16" fmla="*/ 11 w 21"/>
                  <a:gd name="T17" fmla="*/ 3 h 39"/>
                  <a:gd name="T18" fmla="*/ 4 w 21"/>
                  <a:gd name="T19" fmla="*/ 1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1" h="39">
                    <a:moveTo>
                      <a:pt x="4" y="1"/>
                    </a:moveTo>
                    <a:cubicBezTo>
                      <a:pt x="2" y="2"/>
                      <a:pt x="0" y="2"/>
                      <a:pt x="0" y="5"/>
                    </a:cubicBezTo>
                    <a:cubicBezTo>
                      <a:pt x="0" y="8"/>
                      <a:pt x="3" y="11"/>
                      <a:pt x="4" y="13"/>
                    </a:cubicBezTo>
                    <a:cubicBezTo>
                      <a:pt x="6" y="15"/>
                      <a:pt x="8" y="17"/>
                      <a:pt x="9" y="19"/>
                    </a:cubicBezTo>
                    <a:cubicBezTo>
                      <a:pt x="9" y="22"/>
                      <a:pt x="15" y="37"/>
                      <a:pt x="17" y="38"/>
                    </a:cubicBezTo>
                    <a:cubicBezTo>
                      <a:pt x="19" y="39"/>
                      <a:pt x="21" y="36"/>
                      <a:pt x="21" y="32"/>
                    </a:cubicBezTo>
                    <a:cubicBezTo>
                      <a:pt x="21" y="28"/>
                      <a:pt x="20" y="23"/>
                      <a:pt x="19" y="21"/>
                    </a:cubicBezTo>
                    <a:cubicBezTo>
                      <a:pt x="17" y="20"/>
                      <a:pt x="16" y="17"/>
                      <a:pt x="16" y="14"/>
                    </a:cubicBezTo>
                    <a:cubicBezTo>
                      <a:pt x="16" y="10"/>
                      <a:pt x="13" y="6"/>
                      <a:pt x="11" y="3"/>
                    </a:cubicBezTo>
                    <a:cubicBezTo>
                      <a:pt x="8" y="0"/>
                      <a:pt x="5" y="1"/>
                      <a:pt x="4"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solidFill>
                    <a:srgbClr val="000000"/>
                  </a:solidFill>
                </a:endParaRPr>
              </a:p>
            </p:txBody>
          </p:sp>
          <p:sp>
            <p:nvSpPr>
              <p:cNvPr id="18" name="ïṩḻiďé"/>
              <p:cNvSpPr/>
              <p:nvPr/>
            </p:nvSpPr>
            <p:spPr bwMode="auto">
              <a:xfrm>
                <a:off x="2644776" y="2263775"/>
                <a:ext cx="155575" cy="300038"/>
              </a:xfrm>
              <a:custGeom>
                <a:avLst/>
                <a:gdLst>
                  <a:gd name="T0" fmla="*/ 7 w 47"/>
                  <a:gd name="T1" fmla="*/ 0 h 91"/>
                  <a:gd name="T2" fmla="*/ 1 w 47"/>
                  <a:gd name="T3" fmla="*/ 3 h 91"/>
                  <a:gd name="T4" fmla="*/ 4 w 47"/>
                  <a:gd name="T5" fmla="*/ 10 h 91"/>
                  <a:gd name="T6" fmla="*/ 8 w 47"/>
                  <a:gd name="T7" fmla="*/ 18 h 91"/>
                  <a:gd name="T8" fmla="*/ 20 w 47"/>
                  <a:gd name="T9" fmla="*/ 45 h 91"/>
                  <a:gd name="T10" fmla="*/ 29 w 47"/>
                  <a:gd name="T11" fmla="*/ 67 h 91"/>
                  <a:gd name="T12" fmla="*/ 41 w 47"/>
                  <a:gd name="T13" fmla="*/ 89 h 91"/>
                  <a:gd name="T14" fmla="*/ 44 w 47"/>
                  <a:gd name="T15" fmla="*/ 81 h 91"/>
                  <a:gd name="T16" fmla="*/ 38 w 47"/>
                  <a:gd name="T17" fmla="*/ 73 h 91"/>
                  <a:gd name="T18" fmla="*/ 20 w 47"/>
                  <a:gd name="T19" fmla="*/ 32 h 91"/>
                  <a:gd name="T20" fmla="*/ 16 w 47"/>
                  <a:gd name="T21" fmla="*/ 16 h 91"/>
                  <a:gd name="T22" fmla="*/ 16 w 47"/>
                  <a:gd name="T23" fmla="*/ 5 h 91"/>
                  <a:gd name="T24" fmla="*/ 7 w 47"/>
                  <a:gd name="T25" fmla="*/ 0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7" h="91">
                    <a:moveTo>
                      <a:pt x="7" y="0"/>
                    </a:moveTo>
                    <a:cubicBezTo>
                      <a:pt x="5" y="0"/>
                      <a:pt x="2" y="1"/>
                      <a:pt x="1" y="3"/>
                    </a:cubicBezTo>
                    <a:cubicBezTo>
                      <a:pt x="0" y="5"/>
                      <a:pt x="1" y="8"/>
                      <a:pt x="4" y="10"/>
                    </a:cubicBezTo>
                    <a:cubicBezTo>
                      <a:pt x="6" y="13"/>
                      <a:pt x="8" y="16"/>
                      <a:pt x="8" y="18"/>
                    </a:cubicBezTo>
                    <a:cubicBezTo>
                      <a:pt x="9" y="20"/>
                      <a:pt x="18" y="40"/>
                      <a:pt x="20" y="45"/>
                    </a:cubicBezTo>
                    <a:cubicBezTo>
                      <a:pt x="22" y="50"/>
                      <a:pt x="26" y="61"/>
                      <a:pt x="29" y="67"/>
                    </a:cubicBezTo>
                    <a:cubicBezTo>
                      <a:pt x="32" y="74"/>
                      <a:pt x="37" y="86"/>
                      <a:pt x="41" y="89"/>
                    </a:cubicBezTo>
                    <a:cubicBezTo>
                      <a:pt x="45" y="91"/>
                      <a:pt x="47" y="84"/>
                      <a:pt x="44" y="81"/>
                    </a:cubicBezTo>
                    <a:cubicBezTo>
                      <a:pt x="42" y="78"/>
                      <a:pt x="42" y="79"/>
                      <a:pt x="38" y="73"/>
                    </a:cubicBezTo>
                    <a:cubicBezTo>
                      <a:pt x="35" y="67"/>
                      <a:pt x="21" y="34"/>
                      <a:pt x="20" y="32"/>
                    </a:cubicBezTo>
                    <a:cubicBezTo>
                      <a:pt x="19" y="29"/>
                      <a:pt x="16" y="19"/>
                      <a:pt x="16" y="16"/>
                    </a:cubicBezTo>
                    <a:cubicBezTo>
                      <a:pt x="16" y="12"/>
                      <a:pt x="18" y="8"/>
                      <a:pt x="16" y="5"/>
                    </a:cubicBezTo>
                    <a:cubicBezTo>
                      <a:pt x="15" y="2"/>
                      <a:pt x="8" y="0"/>
                      <a:pt x="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solidFill>
                    <a:srgbClr val="000000"/>
                  </a:solidFill>
                </a:endParaRPr>
              </a:p>
            </p:txBody>
          </p:sp>
          <p:sp>
            <p:nvSpPr>
              <p:cNvPr id="19" name="ïṣ1ïḓè"/>
              <p:cNvSpPr/>
              <p:nvPr/>
            </p:nvSpPr>
            <p:spPr bwMode="auto">
              <a:xfrm>
                <a:off x="3508376" y="2495550"/>
                <a:ext cx="69850" cy="111125"/>
              </a:xfrm>
              <a:custGeom>
                <a:avLst/>
                <a:gdLst>
                  <a:gd name="T0" fmla="*/ 0 w 21"/>
                  <a:gd name="T1" fmla="*/ 11 h 34"/>
                  <a:gd name="T2" fmla="*/ 12 w 21"/>
                  <a:gd name="T3" fmla="*/ 33 h 34"/>
                  <a:gd name="T4" fmla="*/ 19 w 21"/>
                  <a:gd name="T5" fmla="*/ 21 h 34"/>
                  <a:gd name="T6" fmla="*/ 6 w 21"/>
                  <a:gd name="T7" fmla="*/ 5 h 34"/>
                  <a:gd name="T8" fmla="*/ 0 w 21"/>
                  <a:gd name="T9" fmla="*/ 11 h 34"/>
                </a:gdLst>
                <a:ahLst/>
                <a:cxnLst>
                  <a:cxn ang="0">
                    <a:pos x="T0" y="T1"/>
                  </a:cxn>
                  <a:cxn ang="0">
                    <a:pos x="T2" y="T3"/>
                  </a:cxn>
                  <a:cxn ang="0">
                    <a:pos x="T4" y="T5"/>
                  </a:cxn>
                  <a:cxn ang="0">
                    <a:pos x="T6" y="T7"/>
                  </a:cxn>
                  <a:cxn ang="0">
                    <a:pos x="T8" y="T9"/>
                  </a:cxn>
                </a:cxnLst>
                <a:rect l="0" t="0" r="r" b="b"/>
                <a:pathLst>
                  <a:path w="21" h="34">
                    <a:moveTo>
                      <a:pt x="0" y="11"/>
                    </a:moveTo>
                    <a:cubicBezTo>
                      <a:pt x="1" y="16"/>
                      <a:pt x="3" y="32"/>
                      <a:pt x="12" y="33"/>
                    </a:cubicBezTo>
                    <a:cubicBezTo>
                      <a:pt x="20" y="34"/>
                      <a:pt x="21" y="24"/>
                      <a:pt x="19" y="21"/>
                    </a:cubicBezTo>
                    <a:cubicBezTo>
                      <a:pt x="17" y="17"/>
                      <a:pt x="6" y="5"/>
                      <a:pt x="6" y="5"/>
                    </a:cubicBezTo>
                    <a:cubicBezTo>
                      <a:pt x="1" y="0"/>
                      <a:pt x="0" y="7"/>
                      <a:pt x="0" y="1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solidFill>
                    <a:srgbClr val="000000"/>
                  </a:solidFill>
                </a:endParaRPr>
              </a:p>
            </p:txBody>
          </p:sp>
          <p:sp>
            <p:nvSpPr>
              <p:cNvPr id="20" name="îsḻíḓê"/>
              <p:cNvSpPr/>
              <p:nvPr/>
            </p:nvSpPr>
            <p:spPr bwMode="auto">
              <a:xfrm>
                <a:off x="3967163" y="2887663"/>
                <a:ext cx="274638" cy="192088"/>
              </a:xfrm>
              <a:custGeom>
                <a:avLst/>
                <a:gdLst>
                  <a:gd name="T0" fmla="*/ 50 w 83"/>
                  <a:gd name="T1" fmla="*/ 1 h 58"/>
                  <a:gd name="T2" fmla="*/ 47 w 83"/>
                  <a:gd name="T3" fmla="*/ 4 h 58"/>
                  <a:gd name="T4" fmla="*/ 44 w 83"/>
                  <a:gd name="T5" fmla="*/ 8 h 58"/>
                  <a:gd name="T6" fmla="*/ 35 w 83"/>
                  <a:gd name="T7" fmla="*/ 10 h 58"/>
                  <a:gd name="T8" fmla="*/ 29 w 83"/>
                  <a:gd name="T9" fmla="*/ 12 h 58"/>
                  <a:gd name="T10" fmla="*/ 25 w 83"/>
                  <a:gd name="T11" fmla="*/ 16 h 58"/>
                  <a:gd name="T12" fmla="*/ 27 w 83"/>
                  <a:gd name="T13" fmla="*/ 18 h 58"/>
                  <a:gd name="T14" fmla="*/ 29 w 83"/>
                  <a:gd name="T15" fmla="*/ 20 h 58"/>
                  <a:gd name="T16" fmla="*/ 28 w 83"/>
                  <a:gd name="T17" fmla="*/ 23 h 58"/>
                  <a:gd name="T18" fmla="*/ 25 w 83"/>
                  <a:gd name="T19" fmla="*/ 21 h 58"/>
                  <a:gd name="T20" fmla="*/ 12 w 83"/>
                  <a:gd name="T21" fmla="*/ 8 h 58"/>
                  <a:gd name="T22" fmla="*/ 8 w 83"/>
                  <a:gd name="T23" fmla="*/ 3 h 58"/>
                  <a:gd name="T24" fmla="*/ 5 w 83"/>
                  <a:gd name="T25" fmla="*/ 0 h 58"/>
                  <a:gd name="T26" fmla="*/ 0 w 83"/>
                  <a:gd name="T27" fmla="*/ 3 h 58"/>
                  <a:gd name="T28" fmla="*/ 2 w 83"/>
                  <a:gd name="T29" fmla="*/ 10 h 58"/>
                  <a:gd name="T30" fmla="*/ 13 w 83"/>
                  <a:gd name="T31" fmla="*/ 17 h 58"/>
                  <a:gd name="T32" fmla="*/ 25 w 83"/>
                  <a:gd name="T33" fmla="*/ 27 h 58"/>
                  <a:gd name="T34" fmla="*/ 37 w 83"/>
                  <a:gd name="T35" fmla="*/ 42 h 58"/>
                  <a:gd name="T36" fmla="*/ 35 w 83"/>
                  <a:gd name="T37" fmla="*/ 47 h 58"/>
                  <a:gd name="T38" fmla="*/ 30 w 83"/>
                  <a:gd name="T39" fmla="*/ 44 h 58"/>
                  <a:gd name="T40" fmla="*/ 28 w 83"/>
                  <a:gd name="T41" fmla="*/ 44 h 58"/>
                  <a:gd name="T42" fmla="*/ 31 w 83"/>
                  <a:gd name="T43" fmla="*/ 49 h 58"/>
                  <a:gd name="T44" fmla="*/ 36 w 83"/>
                  <a:gd name="T45" fmla="*/ 58 h 58"/>
                  <a:gd name="T46" fmla="*/ 43 w 83"/>
                  <a:gd name="T47" fmla="*/ 48 h 58"/>
                  <a:gd name="T48" fmla="*/ 38 w 83"/>
                  <a:gd name="T49" fmla="*/ 37 h 58"/>
                  <a:gd name="T50" fmla="*/ 40 w 83"/>
                  <a:gd name="T51" fmla="*/ 35 h 58"/>
                  <a:gd name="T52" fmla="*/ 49 w 83"/>
                  <a:gd name="T53" fmla="*/ 38 h 58"/>
                  <a:gd name="T54" fmla="*/ 55 w 83"/>
                  <a:gd name="T55" fmla="*/ 38 h 58"/>
                  <a:gd name="T56" fmla="*/ 59 w 83"/>
                  <a:gd name="T57" fmla="*/ 32 h 58"/>
                  <a:gd name="T58" fmla="*/ 64 w 83"/>
                  <a:gd name="T59" fmla="*/ 33 h 58"/>
                  <a:gd name="T60" fmla="*/ 71 w 83"/>
                  <a:gd name="T61" fmla="*/ 36 h 58"/>
                  <a:gd name="T62" fmla="*/ 72 w 83"/>
                  <a:gd name="T63" fmla="*/ 30 h 58"/>
                  <a:gd name="T64" fmla="*/ 76 w 83"/>
                  <a:gd name="T65" fmla="*/ 29 h 58"/>
                  <a:gd name="T66" fmla="*/ 79 w 83"/>
                  <a:gd name="T67" fmla="*/ 31 h 58"/>
                  <a:gd name="T68" fmla="*/ 82 w 83"/>
                  <a:gd name="T69" fmla="*/ 27 h 58"/>
                  <a:gd name="T70" fmla="*/ 81 w 83"/>
                  <a:gd name="T71" fmla="*/ 22 h 58"/>
                  <a:gd name="T72" fmla="*/ 75 w 83"/>
                  <a:gd name="T73" fmla="*/ 24 h 58"/>
                  <a:gd name="T74" fmla="*/ 71 w 83"/>
                  <a:gd name="T75" fmla="*/ 26 h 58"/>
                  <a:gd name="T76" fmla="*/ 69 w 83"/>
                  <a:gd name="T77" fmla="*/ 27 h 58"/>
                  <a:gd name="T78" fmla="*/ 65 w 83"/>
                  <a:gd name="T79" fmla="*/ 26 h 58"/>
                  <a:gd name="T80" fmla="*/ 61 w 83"/>
                  <a:gd name="T81" fmla="*/ 23 h 58"/>
                  <a:gd name="T82" fmla="*/ 56 w 83"/>
                  <a:gd name="T83" fmla="*/ 25 h 58"/>
                  <a:gd name="T84" fmla="*/ 54 w 83"/>
                  <a:gd name="T85" fmla="*/ 28 h 58"/>
                  <a:gd name="T86" fmla="*/ 42 w 83"/>
                  <a:gd name="T87" fmla="*/ 28 h 58"/>
                  <a:gd name="T88" fmla="*/ 41 w 83"/>
                  <a:gd name="T89" fmla="*/ 31 h 58"/>
                  <a:gd name="T90" fmla="*/ 36 w 83"/>
                  <a:gd name="T91" fmla="*/ 32 h 58"/>
                  <a:gd name="T92" fmla="*/ 32 w 83"/>
                  <a:gd name="T93" fmla="*/ 28 h 58"/>
                  <a:gd name="T94" fmla="*/ 34 w 83"/>
                  <a:gd name="T95" fmla="*/ 25 h 58"/>
                  <a:gd name="T96" fmla="*/ 43 w 83"/>
                  <a:gd name="T97" fmla="*/ 24 h 58"/>
                  <a:gd name="T98" fmla="*/ 46 w 83"/>
                  <a:gd name="T99" fmla="*/ 23 h 58"/>
                  <a:gd name="T100" fmla="*/ 47 w 83"/>
                  <a:gd name="T101" fmla="*/ 20 h 58"/>
                  <a:gd name="T102" fmla="*/ 47 w 83"/>
                  <a:gd name="T103" fmla="*/ 18 h 58"/>
                  <a:gd name="T104" fmla="*/ 63 w 83"/>
                  <a:gd name="T105" fmla="*/ 17 h 58"/>
                  <a:gd name="T106" fmla="*/ 68 w 83"/>
                  <a:gd name="T107" fmla="*/ 13 h 58"/>
                  <a:gd name="T108" fmla="*/ 63 w 83"/>
                  <a:gd name="T109" fmla="*/ 8 h 58"/>
                  <a:gd name="T110" fmla="*/ 58 w 83"/>
                  <a:gd name="T111" fmla="*/ 13 h 58"/>
                  <a:gd name="T112" fmla="*/ 49 w 83"/>
                  <a:gd name="T113" fmla="*/ 16 h 58"/>
                  <a:gd name="T114" fmla="*/ 42 w 83"/>
                  <a:gd name="T115" fmla="*/ 17 h 58"/>
                  <a:gd name="T116" fmla="*/ 40 w 83"/>
                  <a:gd name="T117" fmla="*/ 13 h 58"/>
                  <a:gd name="T118" fmla="*/ 51 w 83"/>
                  <a:gd name="T119" fmla="*/ 10 h 58"/>
                  <a:gd name="T120" fmla="*/ 54 w 83"/>
                  <a:gd name="T121" fmla="*/ 2 h 58"/>
                  <a:gd name="T122" fmla="*/ 50 w 83"/>
                  <a:gd name="T123" fmla="*/ 1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83" h="58">
                    <a:moveTo>
                      <a:pt x="50" y="1"/>
                    </a:moveTo>
                    <a:cubicBezTo>
                      <a:pt x="50" y="1"/>
                      <a:pt x="48" y="3"/>
                      <a:pt x="47" y="4"/>
                    </a:cubicBezTo>
                    <a:cubicBezTo>
                      <a:pt x="47" y="5"/>
                      <a:pt x="45" y="8"/>
                      <a:pt x="44" y="8"/>
                    </a:cubicBezTo>
                    <a:cubicBezTo>
                      <a:pt x="43" y="8"/>
                      <a:pt x="37" y="10"/>
                      <a:pt x="35" y="10"/>
                    </a:cubicBezTo>
                    <a:cubicBezTo>
                      <a:pt x="34" y="10"/>
                      <a:pt x="29" y="11"/>
                      <a:pt x="29" y="12"/>
                    </a:cubicBezTo>
                    <a:cubicBezTo>
                      <a:pt x="28" y="14"/>
                      <a:pt x="25" y="16"/>
                      <a:pt x="25" y="16"/>
                    </a:cubicBezTo>
                    <a:cubicBezTo>
                      <a:pt x="25" y="16"/>
                      <a:pt x="25" y="18"/>
                      <a:pt x="27" y="18"/>
                    </a:cubicBezTo>
                    <a:cubicBezTo>
                      <a:pt x="29" y="18"/>
                      <a:pt x="29" y="20"/>
                      <a:pt x="29" y="20"/>
                    </a:cubicBezTo>
                    <a:cubicBezTo>
                      <a:pt x="29" y="20"/>
                      <a:pt x="29" y="24"/>
                      <a:pt x="28" y="23"/>
                    </a:cubicBezTo>
                    <a:cubicBezTo>
                      <a:pt x="27" y="22"/>
                      <a:pt x="27" y="23"/>
                      <a:pt x="25" y="21"/>
                    </a:cubicBezTo>
                    <a:cubicBezTo>
                      <a:pt x="24" y="20"/>
                      <a:pt x="12" y="8"/>
                      <a:pt x="12" y="8"/>
                    </a:cubicBezTo>
                    <a:cubicBezTo>
                      <a:pt x="12" y="8"/>
                      <a:pt x="9" y="4"/>
                      <a:pt x="8" y="3"/>
                    </a:cubicBezTo>
                    <a:cubicBezTo>
                      <a:pt x="8" y="2"/>
                      <a:pt x="7" y="0"/>
                      <a:pt x="5" y="0"/>
                    </a:cubicBezTo>
                    <a:cubicBezTo>
                      <a:pt x="3" y="0"/>
                      <a:pt x="1" y="1"/>
                      <a:pt x="0" y="3"/>
                    </a:cubicBezTo>
                    <a:cubicBezTo>
                      <a:pt x="0" y="4"/>
                      <a:pt x="0" y="7"/>
                      <a:pt x="2" y="10"/>
                    </a:cubicBezTo>
                    <a:cubicBezTo>
                      <a:pt x="5" y="13"/>
                      <a:pt x="10" y="15"/>
                      <a:pt x="13" y="17"/>
                    </a:cubicBezTo>
                    <a:cubicBezTo>
                      <a:pt x="18" y="20"/>
                      <a:pt x="22" y="24"/>
                      <a:pt x="25" y="27"/>
                    </a:cubicBezTo>
                    <a:cubicBezTo>
                      <a:pt x="28" y="31"/>
                      <a:pt x="35" y="38"/>
                      <a:pt x="37" y="42"/>
                    </a:cubicBezTo>
                    <a:cubicBezTo>
                      <a:pt x="38" y="46"/>
                      <a:pt x="37" y="47"/>
                      <a:pt x="35" y="47"/>
                    </a:cubicBezTo>
                    <a:cubicBezTo>
                      <a:pt x="34" y="47"/>
                      <a:pt x="31" y="45"/>
                      <a:pt x="30" y="44"/>
                    </a:cubicBezTo>
                    <a:cubicBezTo>
                      <a:pt x="29" y="43"/>
                      <a:pt x="28" y="44"/>
                      <a:pt x="28" y="44"/>
                    </a:cubicBezTo>
                    <a:cubicBezTo>
                      <a:pt x="28" y="44"/>
                      <a:pt x="28" y="45"/>
                      <a:pt x="31" y="49"/>
                    </a:cubicBezTo>
                    <a:cubicBezTo>
                      <a:pt x="33" y="52"/>
                      <a:pt x="34" y="57"/>
                      <a:pt x="36" y="58"/>
                    </a:cubicBezTo>
                    <a:cubicBezTo>
                      <a:pt x="37" y="58"/>
                      <a:pt x="45" y="53"/>
                      <a:pt x="43" y="48"/>
                    </a:cubicBezTo>
                    <a:cubicBezTo>
                      <a:pt x="42" y="43"/>
                      <a:pt x="39" y="38"/>
                      <a:pt x="38" y="37"/>
                    </a:cubicBezTo>
                    <a:cubicBezTo>
                      <a:pt x="37" y="36"/>
                      <a:pt x="38" y="34"/>
                      <a:pt x="40" y="35"/>
                    </a:cubicBezTo>
                    <a:cubicBezTo>
                      <a:pt x="42" y="36"/>
                      <a:pt x="45" y="38"/>
                      <a:pt x="49" y="38"/>
                    </a:cubicBezTo>
                    <a:cubicBezTo>
                      <a:pt x="53" y="38"/>
                      <a:pt x="54" y="39"/>
                      <a:pt x="55" y="38"/>
                    </a:cubicBezTo>
                    <a:cubicBezTo>
                      <a:pt x="57" y="36"/>
                      <a:pt x="59" y="33"/>
                      <a:pt x="59" y="32"/>
                    </a:cubicBezTo>
                    <a:cubicBezTo>
                      <a:pt x="60" y="31"/>
                      <a:pt x="62" y="31"/>
                      <a:pt x="64" y="33"/>
                    </a:cubicBezTo>
                    <a:cubicBezTo>
                      <a:pt x="66" y="36"/>
                      <a:pt x="69" y="38"/>
                      <a:pt x="71" y="36"/>
                    </a:cubicBezTo>
                    <a:cubicBezTo>
                      <a:pt x="72" y="33"/>
                      <a:pt x="70" y="30"/>
                      <a:pt x="72" y="30"/>
                    </a:cubicBezTo>
                    <a:cubicBezTo>
                      <a:pt x="74" y="29"/>
                      <a:pt x="75" y="27"/>
                      <a:pt x="76" y="29"/>
                    </a:cubicBezTo>
                    <a:cubicBezTo>
                      <a:pt x="77" y="30"/>
                      <a:pt x="78" y="32"/>
                      <a:pt x="79" y="31"/>
                    </a:cubicBezTo>
                    <a:cubicBezTo>
                      <a:pt x="79" y="30"/>
                      <a:pt x="81" y="29"/>
                      <a:pt x="82" y="27"/>
                    </a:cubicBezTo>
                    <a:cubicBezTo>
                      <a:pt x="83" y="25"/>
                      <a:pt x="82" y="22"/>
                      <a:pt x="81" y="22"/>
                    </a:cubicBezTo>
                    <a:cubicBezTo>
                      <a:pt x="79" y="23"/>
                      <a:pt x="76" y="23"/>
                      <a:pt x="75" y="24"/>
                    </a:cubicBezTo>
                    <a:cubicBezTo>
                      <a:pt x="74" y="24"/>
                      <a:pt x="72" y="24"/>
                      <a:pt x="71" y="26"/>
                    </a:cubicBezTo>
                    <a:cubicBezTo>
                      <a:pt x="70" y="27"/>
                      <a:pt x="70" y="27"/>
                      <a:pt x="69" y="27"/>
                    </a:cubicBezTo>
                    <a:cubicBezTo>
                      <a:pt x="68" y="27"/>
                      <a:pt x="66" y="28"/>
                      <a:pt x="65" y="26"/>
                    </a:cubicBezTo>
                    <a:cubicBezTo>
                      <a:pt x="63" y="25"/>
                      <a:pt x="63" y="23"/>
                      <a:pt x="61" y="23"/>
                    </a:cubicBezTo>
                    <a:cubicBezTo>
                      <a:pt x="60" y="23"/>
                      <a:pt x="56" y="24"/>
                      <a:pt x="56" y="25"/>
                    </a:cubicBezTo>
                    <a:cubicBezTo>
                      <a:pt x="55" y="26"/>
                      <a:pt x="57" y="28"/>
                      <a:pt x="54" y="28"/>
                    </a:cubicBezTo>
                    <a:cubicBezTo>
                      <a:pt x="51" y="28"/>
                      <a:pt x="43" y="27"/>
                      <a:pt x="42" y="28"/>
                    </a:cubicBezTo>
                    <a:cubicBezTo>
                      <a:pt x="41" y="28"/>
                      <a:pt x="42" y="30"/>
                      <a:pt x="41" y="31"/>
                    </a:cubicBezTo>
                    <a:cubicBezTo>
                      <a:pt x="39" y="31"/>
                      <a:pt x="37" y="33"/>
                      <a:pt x="36" y="32"/>
                    </a:cubicBezTo>
                    <a:cubicBezTo>
                      <a:pt x="35" y="31"/>
                      <a:pt x="32" y="28"/>
                      <a:pt x="32" y="28"/>
                    </a:cubicBezTo>
                    <a:cubicBezTo>
                      <a:pt x="32" y="28"/>
                      <a:pt x="30" y="25"/>
                      <a:pt x="34" y="25"/>
                    </a:cubicBezTo>
                    <a:cubicBezTo>
                      <a:pt x="37" y="25"/>
                      <a:pt x="42" y="24"/>
                      <a:pt x="43" y="24"/>
                    </a:cubicBezTo>
                    <a:cubicBezTo>
                      <a:pt x="44" y="24"/>
                      <a:pt x="46" y="24"/>
                      <a:pt x="46" y="23"/>
                    </a:cubicBezTo>
                    <a:cubicBezTo>
                      <a:pt x="45" y="21"/>
                      <a:pt x="48" y="22"/>
                      <a:pt x="47" y="20"/>
                    </a:cubicBezTo>
                    <a:cubicBezTo>
                      <a:pt x="46" y="19"/>
                      <a:pt x="45" y="18"/>
                      <a:pt x="47" y="18"/>
                    </a:cubicBezTo>
                    <a:cubicBezTo>
                      <a:pt x="50" y="17"/>
                      <a:pt x="58" y="18"/>
                      <a:pt x="63" y="17"/>
                    </a:cubicBezTo>
                    <a:cubicBezTo>
                      <a:pt x="67" y="16"/>
                      <a:pt x="67" y="14"/>
                      <a:pt x="68" y="13"/>
                    </a:cubicBezTo>
                    <a:cubicBezTo>
                      <a:pt x="68" y="11"/>
                      <a:pt x="65" y="8"/>
                      <a:pt x="63" y="8"/>
                    </a:cubicBezTo>
                    <a:cubicBezTo>
                      <a:pt x="62" y="9"/>
                      <a:pt x="60" y="12"/>
                      <a:pt x="58" y="13"/>
                    </a:cubicBezTo>
                    <a:cubicBezTo>
                      <a:pt x="56" y="13"/>
                      <a:pt x="49" y="15"/>
                      <a:pt x="49" y="16"/>
                    </a:cubicBezTo>
                    <a:cubicBezTo>
                      <a:pt x="48" y="16"/>
                      <a:pt x="43" y="17"/>
                      <a:pt x="42" y="17"/>
                    </a:cubicBezTo>
                    <a:cubicBezTo>
                      <a:pt x="41" y="17"/>
                      <a:pt x="36" y="13"/>
                      <a:pt x="40" y="13"/>
                    </a:cubicBezTo>
                    <a:cubicBezTo>
                      <a:pt x="44" y="12"/>
                      <a:pt x="49" y="11"/>
                      <a:pt x="51" y="10"/>
                    </a:cubicBezTo>
                    <a:cubicBezTo>
                      <a:pt x="53" y="8"/>
                      <a:pt x="55" y="3"/>
                      <a:pt x="54" y="2"/>
                    </a:cubicBezTo>
                    <a:cubicBezTo>
                      <a:pt x="54" y="1"/>
                      <a:pt x="51" y="0"/>
                      <a:pt x="5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solidFill>
                    <a:srgbClr val="000000"/>
                  </a:solidFill>
                </a:endParaRPr>
              </a:p>
            </p:txBody>
          </p:sp>
          <p:sp>
            <p:nvSpPr>
              <p:cNvPr id="21" name="ïşḷîďè"/>
              <p:cNvSpPr/>
              <p:nvPr/>
            </p:nvSpPr>
            <p:spPr bwMode="auto">
              <a:xfrm>
                <a:off x="3890963" y="2951163"/>
                <a:ext cx="161925" cy="125413"/>
              </a:xfrm>
              <a:custGeom>
                <a:avLst/>
                <a:gdLst>
                  <a:gd name="T0" fmla="*/ 36 w 49"/>
                  <a:gd name="T1" fmla="*/ 5 h 38"/>
                  <a:gd name="T2" fmla="*/ 33 w 49"/>
                  <a:gd name="T3" fmla="*/ 9 h 38"/>
                  <a:gd name="T4" fmla="*/ 37 w 49"/>
                  <a:gd name="T5" fmla="*/ 14 h 38"/>
                  <a:gd name="T6" fmla="*/ 30 w 49"/>
                  <a:gd name="T7" fmla="*/ 18 h 38"/>
                  <a:gd name="T8" fmla="*/ 22 w 49"/>
                  <a:gd name="T9" fmla="*/ 9 h 38"/>
                  <a:gd name="T10" fmla="*/ 16 w 49"/>
                  <a:gd name="T11" fmla="*/ 2 h 38"/>
                  <a:gd name="T12" fmla="*/ 13 w 49"/>
                  <a:gd name="T13" fmla="*/ 10 h 38"/>
                  <a:gd name="T14" fmla="*/ 20 w 49"/>
                  <a:gd name="T15" fmla="*/ 16 h 38"/>
                  <a:gd name="T16" fmla="*/ 25 w 49"/>
                  <a:gd name="T17" fmla="*/ 22 h 38"/>
                  <a:gd name="T18" fmla="*/ 21 w 49"/>
                  <a:gd name="T19" fmla="*/ 26 h 38"/>
                  <a:gd name="T20" fmla="*/ 10 w 49"/>
                  <a:gd name="T21" fmla="*/ 26 h 38"/>
                  <a:gd name="T22" fmla="*/ 8 w 49"/>
                  <a:gd name="T23" fmla="*/ 19 h 38"/>
                  <a:gd name="T24" fmla="*/ 6 w 49"/>
                  <a:gd name="T25" fmla="*/ 13 h 38"/>
                  <a:gd name="T26" fmla="*/ 3 w 49"/>
                  <a:gd name="T27" fmla="*/ 18 h 38"/>
                  <a:gd name="T28" fmla="*/ 2 w 49"/>
                  <a:gd name="T29" fmla="*/ 26 h 38"/>
                  <a:gd name="T30" fmla="*/ 14 w 49"/>
                  <a:gd name="T31" fmla="*/ 30 h 38"/>
                  <a:gd name="T32" fmla="*/ 23 w 49"/>
                  <a:gd name="T33" fmla="*/ 29 h 38"/>
                  <a:gd name="T34" fmla="*/ 28 w 49"/>
                  <a:gd name="T35" fmla="*/ 29 h 38"/>
                  <a:gd name="T36" fmla="*/ 32 w 49"/>
                  <a:gd name="T37" fmla="*/ 37 h 38"/>
                  <a:gd name="T38" fmla="*/ 38 w 49"/>
                  <a:gd name="T39" fmla="*/ 33 h 38"/>
                  <a:gd name="T40" fmla="*/ 34 w 49"/>
                  <a:gd name="T41" fmla="*/ 24 h 38"/>
                  <a:gd name="T42" fmla="*/ 35 w 49"/>
                  <a:gd name="T43" fmla="*/ 20 h 38"/>
                  <a:gd name="T44" fmla="*/ 42 w 49"/>
                  <a:gd name="T45" fmla="*/ 22 h 38"/>
                  <a:gd name="T46" fmla="*/ 48 w 49"/>
                  <a:gd name="T47" fmla="*/ 18 h 38"/>
                  <a:gd name="T48" fmla="*/ 41 w 49"/>
                  <a:gd name="T49" fmla="*/ 8 h 38"/>
                  <a:gd name="T50" fmla="*/ 36 w 49"/>
                  <a:gd name="T51" fmla="*/ 5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49" h="38">
                    <a:moveTo>
                      <a:pt x="36" y="5"/>
                    </a:moveTo>
                    <a:cubicBezTo>
                      <a:pt x="34" y="6"/>
                      <a:pt x="32" y="8"/>
                      <a:pt x="33" y="9"/>
                    </a:cubicBezTo>
                    <a:cubicBezTo>
                      <a:pt x="33" y="11"/>
                      <a:pt x="37" y="12"/>
                      <a:pt x="37" y="14"/>
                    </a:cubicBezTo>
                    <a:cubicBezTo>
                      <a:pt x="38" y="17"/>
                      <a:pt x="32" y="18"/>
                      <a:pt x="30" y="18"/>
                    </a:cubicBezTo>
                    <a:cubicBezTo>
                      <a:pt x="30" y="18"/>
                      <a:pt x="23" y="11"/>
                      <a:pt x="22" y="9"/>
                    </a:cubicBezTo>
                    <a:cubicBezTo>
                      <a:pt x="21" y="8"/>
                      <a:pt x="19" y="0"/>
                      <a:pt x="16" y="2"/>
                    </a:cubicBezTo>
                    <a:cubicBezTo>
                      <a:pt x="14" y="3"/>
                      <a:pt x="12" y="7"/>
                      <a:pt x="13" y="10"/>
                    </a:cubicBezTo>
                    <a:cubicBezTo>
                      <a:pt x="15" y="12"/>
                      <a:pt x="17" y="13"/>
                      <a:pt x="20" y="16"/>
                    </a:cubicBezTo>
                    <a:cubicBezTo>
                      <a:pt x="22" y="18"/>
                      <a:pt x="25" y="21"/>
                      <a:pt x="25" y="22"/>
                    </a:cubicBezTo>
                    <a:cubicBezTo>
                      <a:pt x="25" y="23"/>
                      <a:pt x="23" y="25"/>
                      <a:pt x="21" y="26"/>
                    </a:cubicBezTo>
                    <a:cubicBezTo>
                      <a:pt x="18" y="27"/>
                      <a:pt x="11" y="27"/>
                      <a:pt x="10" y="26"/>
                    </a:cubicBezTo>
                    <a:cubicBezTo>
                      <a:pt x="9" y="24"/>
                      <a:pt x="8" y="21"/>
                      <a:pt x="8" y="19"/>
                    </a:cubicBezTo>
                    <a:cubicBezTo>
                      <a:pt x="9" y="16"/>
                      <a:pt x="9" y="11"/>
                      <a:pt x="6" y="13"/>
                    </a:cubicBezTo>
                    <a:cubicBezTo>
                      <a:pt x="4" y="14"/>
                      <a:pt x="5" y="16"/>
                      <a:pt x="3" y="18"/>
                    </a:cubicBezTo>
                    <a:cubicBezTo>
                      <a:pt x="1" y="19"/>
                      <a:pt x="0" y="24"/>
                      <a:pt x="2" y="26"/>
                    </a:cubicBezTo>
                    <a:cubicBezTo>
                      <a:pt x="4" y="28"/>
                      <a:pt x="8" y="30"/>
                      <a:pt x="14" y="30"/>
                    </a:cubicBezTo>
                    <a:cubicBezTo>
                      <a:pt x="19" y="30"/>
                      <a:pt x="22" y="29"/>
                      <a:pt x="23" y="29"/>
                    </a:cubicBezTo>
                    <a:cubicBezTo>
                      <a:pt x="25" y="29"/>
                      <a:pt x="28" y="27"/>
                      <a:pt x="28" y="29"/>
                    </a:cubicBezTo>
                    <a:cubicBezTo>
                      <a:pt x="28" y="30"/>
                      <a:pt x="29" y="38"/>
                      <a:pt x="32" y="37"/>
                    </a:cubicBezTo>
                    <a:cubicBezTo>
                      <a:pt x="35" y="37"/>
                      <a:pt x="39" y="35"/>
                      <a:pt x="38" y="33"/>
                    </a:cubicBezTo>
                    <a:cubicBezTo>
                      <a:pt x="38" y="30"/>
                      <a:pt x="34" y="24"/>
                      <a:pt x="34" y="24"/>
                    </a:cubicBezTo>
                    <a:cubicBezTo>
                      <a:pt x="34" y="24"/>
                      <a:pt x="34" y="20"/>
                      <a:pt x="35" y="20"/>
                    </a:cubicBezTo>
                    <a:cubicBezTo>
                      <a:pt x="37" y="21"/>
                      <a:pt x="40" y="21"/>
                      <a:pt x="42" y="22"/>
                    </a:cubicBezTo>
                    <a:cubicBezTo>
                      <a:pt x="44" y="22"/>
                      <a:pt x="49" y="20"/>
                      <a:pt x="48" y="18"/>
                    </a:cubicBezTo>
                    <a:cubicBezTo>
                      <a:pt x="47" y="15"/>
                      <a:pt x="42" y="10"/>
                      <a:pt x="41" y="8"/>
                    </a:cubicBezTo>
                    <a:cubicBezTo>
                      <a:pt x="40" y="6"/>
                      <a:pt x="38" y="4"/>
                      <a:pt x="36"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solidFill>
                    <a:srgbClr val="000000"/>
                  </a:solidFill>
                </a:endParaRPr>
              </a:p>
            </p:txBody>
          </p:sp>
          <p:sp>
            <p:nvSpPr>
              <p:cNvPr id="22" name="îṡlïḋe"/>
              <p:cNvSpPr/>
              <p:nvPr/>
            </p:nvSpPr>
            <p:spPr bwMode="auto">
              <a:xfrm>
                <a:off x="3373438" y="2324100"/>
                <a:ext cx="254000" cy="223838"/>
              </a:xfrm>
              <a:custGeom>
                <a:avLst/>
                <a:gdLst>
                  <a:gd name="T0" fmla="*/ 54 w 77"/>
                  <a:gd name="T1" fmla="*/ 14 h 68"/>
                  <a:gd name="T2" fmla="*/ 47 w 77"/>
                  <a:gd name="T3" fmla="*/ 25 h 68"/>
                  <a:gd name="T4" fmla="*/ 46 w 77"/>
                  <a:gd name="T5" fmla="*/ 25 h 68"/>
                  <a:gd name="T6" fmla="*/ 35 w 77"/>
                  <a:gd name="T7" fmla="*/ 23 h 68"/>
                  <a:gd name="T8" fmla="*/ 27 w 77"/>
                  <a:gd name="T9" fmla="*/ 19 h 68"/>
                  <a:gd name="T10" fmla="*/ 22 w 77"/>
                  <a:gd name="T11" fmla="*/ 22 h 68"/>
                  <a:gd name="T12" fmla="*/ 25 w 77"/>
                  <a:gd name="T13" fmla="*/ 32 h 68"/>
                  <a:gd name="T14" fmla="*/ 34 w 77"/>
                  <a:gd name="T15" fmla="*/ 35 h 68"/>
                  <a:gd name="T16" fmla="*/ 40 w 77"/>
                  <a:gd name="T17" fmla="*/ 34 h 68"/>
                  <a:gd name="T18" fmla="*/ 37 w 77"/>
                  <a:gd name="T19" fmla="*/ 38 h 68"/>
                  <a:gd name="T20" fmla="*/ 25 w 77"/>
                  <a:gd name="T21" fmla="*/ 50 h 68"/>
                  <a:gd name="T22" fmla="*/ 11 w 77"/>
                  <a:gd name="T23" fmla="*/ 57 h 68"/>
                  <a:gd name="T24" fmla="*/ 9 w 77"/>
                  <a:gd name="T25" fmla="*/ 55 h 68"/>
                  <a:gd name="T26" fmla="*/ 3 w 77"/>
                  <a:gd name="T27" fmla="*/ 56 h 68"/>
                  <a:gd name="T28" fmla="*/ 2 w 77"/>
                  <a:gd name="T29" fmla="*/ 64 h 68"/>
                  <a:gd name="T30" fmla="*/ 6 w 77"/>
                  <a:gd name="T31" fmla="*/ 67 h 68"/>
                  <a:gd name="T32" fmla="*/ 19 w 77"/>
                  <a:gd name="T33" fmla="*/ 59 h 68"/>
                  <a:gd name="T34" fmla="*/ 36 w 77"/>
                  <a:gd name="T35" fmla="*/ 49 h 68"/>
                  <a:gd name="T36" fmla="*/ 48 w 77"/>
                  <a:gd name="T37" fmla="*/ 33 h 68"/>
                  <a:gd name="T38" fmla="*/ 63 w 77"/>
                  <a:gd name="T39" fmla="*/ 33 h 68"/>
                  <a:gd name="T40" fmla="*/ 70 w 77"/>
                  <a:gd name="T41" fmla="*/ 34 h 68"/>
                  <a:gd name="T42" fmla="*/ 75 w 77"/>
                  <a:gd name="T43" fmla="*/ 30 h 68"/>
                  <a:gd name="T44" fmla="*/ 68 w 77"/>
                  <a:gd name="T45" fmla="*/ 25 h 68"/>
                  <a:gd name="T46" fmla="*/ 59 w 77"/>
                  <a:gd name="T47" fmla="*/ 26 h 68"/>
                  <a:gd name="T48" fmla="*/ 54 w 77"/>
                  <a:gd name="T49" fmla="*/ 25 h 68"/>
                  <a:gd name="T50" fmla="*/ 57 w 77"/>
                  <a:gd name="T51" fmla="*/ 20 h 68"/>
                  <a:gd name="T52" fmla="*/ 61 w 77"/>
                  <a:gd name="T53" fmla="*/ 16 h 68"/>
                  <a:gd name="T54" fmla="*/ 66 w 77"/>
                  <a:gd name="T55" fmla="*/ 11 h 68"/>
                  <a:gd name="T56" fmla="*/ 65 w 77"/>
                  <a:gd name="T57" fmla="*/ 2 h 68"/>
                  <a:gd name="T58" fmla="*/ 58 w 77"/>
                  <a:gd name="T59" fmla="*/ 4 h 68"/>
                  <a:gd name="T60" fmla="*/ 54 w 77"/>
                  <a:gd name="T61" fmla="*/ 14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68">
                    <a:moveTo>
                      <a:pt x="54" y="14"/>
                    </a:moveTo>
                    <a:cubicBezTo>
                      <a:pt x="54" y="14"/>
                      <a:pt x="50" y="19"/>
                      <a:pt x="47" y="25"/>
                    </a:cubicBezTo>
                    <a:cubicBezTo>
                      <a:pt x="46" y="25"/>
                      <a:pt x="46" y="25"/>
                      <a:pt x="46" y="25"/>
                    </a:cubicBezTo>
                    <a:cubicBezTo>
                      <a:pt x="44" y="25"/>
                      <a:pt x="37" y="25"/>
                      <a:pt x="35" y="23"/>
                    </a:cubicBezTo>
                    <a:cubicBezTo>
                      <a:pt x="32" y="22"/>
                      <a:pt x="28" y="19"/>
                      <a:pt x="27" y="19"/>
                    </a:cubicBezTo>
                    <a:cubicBezTo>
                      <a:pt x="25" y="18"/>
                      <a:pt x="23" y="19"/>
                      <a:pt x="22" y="22"/>
                    </a:cubicBezTo>
                    <a:cubicBezTo>
                      <a:pt x="21" y="25"/>
                      <a:pt x="21" y="28"/>
                      <a:pt x="25" y="32"/>
                    </a:cubicBezTo>
                    <a:cubicBezTo>
                      <a:pt x="29" y="37"/>
                      <a:pt x="30" y="36"/>
                      <a:pt x="34" y="35"/>
                    </a:cubicBezTo>
                    <a:cubicBezTo>
                      <a:pt x="36" y="35"/>
                      <a:pt x="38" y="34"/>
                      <a:pt x="40" y="34"/>
                    </a:cubicBezTo>
                    <a:cubicBezTo>
                      <a:pt x="38" y="36"/>
                      <a:pt x="37" y="38"/>
                      <a:pt x="37" y="38"/>
                    </a:cubicBezTo>
                    <a:cubicBezTo>
                      <a:pt x="35" y="40"/>
                      <a:pt x="29" y="47"/>
                      <a:pt x="25" y="50"/>
                    </a:cubicBezTo>
                    <a:cubicBezTo>
                      <a:pt x="21" y="52"/>
                      <a:pt x="11" y="57"/>
                      <a:pt x="11" y="57"/>
                    </a:cubicBezTo>
                    <a:cubicBezTo>
                      <a:pt x="12" y="58"/>
                      <a:pt x="9" y="58"/>
                      <a:pt x="9" y="55"/>
                    </a:cubicBezTo>
                    <a:cubicBezTo>
                      <a:pt x="8" y="52"/>
                      <a:pt x="6" y="54"/>
                      <a:pt x="3" y="56"/>
                    </a:cubicBezTo>
                    <a:cubicBezTo>
                      <a:pt x="0" y="58"/>
                      <a:pt x="2" y="62"/>
                      <a:pt x="2" y="64"/>
                    </a:cubicBezTo>
                    <a:cubicBezTo>
                      <a:pt x="1" y="66"/>
                      <a:pt x="1" y="68"/>
                      <a:pt x="6" y="67"/>
                    </a:cubicBezTo>
                    <a:cubicBezTo>
                      <a:pt x="10" y="66"/>
                      <a:pt x="14" y="62"/>
                      <a:pt x="19" y="59"/>
                    </a:cubicBezTo>
                    <a:cubicBezTo>
                      <a:pt x="24" y="57"/>
                      <a:pt x="32" y="53"/>
                      <a:pt x="36" y="49"/>
                    </a:cubicBezTo>
                    <a:cubicBezTo>
                      <a:pt x="39" y="46"/>
                      <a:pt x="45" y="38"/>
                      <a:pt x="48" y="33"/>
                    </a:cubicBezTo>
                    <a:cubicBezTo>
                      <a:pt x="53" y="33"/>
                      <a:pt x="61" y="33"/>
                      <a:pt x="63" y="33"/>
                    </a:cubicBezTo>
                    <a:cubicBezTo>
                      <a:pt x="65" y="33"/>
                      <a:pt x="67" y="35"/>
                      <a:pt x="70" y="34"/>
                    </a:cubicBezTo>
                    <a:cubicBezTo>
                      <a:pt x="73" y="34"/>
                      <a:pt x="77" y="33"/>
                      <a:pt x="75" y="30"/>
                    </a:cubicBezTo>
                    <a:cubicBezTo>
                      <a:pt x="73" y="27"/>
                      <a:pt x="71" y="24"/>
                      <a:pt x="68" y="25"/>
                    </a:cubicBezTo>
                    <a:cubicBezTo>
                      <a:pt x="65" y="26"/>
                      <a:pt x="61" y="26"/>
                      <a:pt x="59" y="26"/>
                    </a:cubicBezTo>
                    <a:cubicBezTo>
                      <a:pt x="59" y="26"/>
                      <a:pt x="56" y="26"/>
                      <a:pt x="54" y="25"/>
                    </a:cubicBezTo>
                    <a:cubicBezTo>
                      <a:pt x="55" y="23"/>
                      <a:pt x="57" y="21"/>
                      <a:pt x="57" y="20"/>
                    </a:cubicBezTo>
                    <a:cubicBezTo>
                      <a:pt x="59" y="18"/>
                      <a:pt x="60" y="17"/>
                      <a:pt x="61" y="16"/>
                    </a:cubicBezTo>
                    <a:cubicBezTo>
                      <a:pt x="62" y="16"/>
                      <a:pt x="65" y="14"/>
                      <a:pt x="66" y="11"/>
                    </a:cubicBezTo>
                    <a:cubicBezTo>
                      <a:pt x="67" y="9"/>
                      <a:pt x="66" y="3"/>
                      <a:pt x="65" y="2"/>
                    </a:cubicBezTo>
                    <a:cubicBezTo>
                      <a:pt x="63" y="0"/>
                      <a:pt x="59" y="1"/>
                      <a:pt x="58" y="4"/>
                    </a:cubicBezTo>
                    <a:cubicBezTo>
                      <a:pt x="56" y="7"/>
                      <a:pt x="55" y="14"/>
                      <a:pt x="54" y="1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solidFill>
                    <a:srgbClr val="000000"/>
                  </a:solidFill>
                </a:endParaRPr>
              </a:p>
            </p:txBody>
          </p:sp>
          <p:sp>
            <p:nvSpPr>
              <p:cNvPr id="23" name="í$ḻíde"/>
              <p:cNvSpPr/>
              <p:nvPr/>
            </p:nvSpPr>
            <p:spPr bwMode="auto">
              <a:xfrm>
                <a:off x="2625726" y="2725738"/>
                <a:ext cx="890588" cy="1277938"/>
              </a:xfrm>
              <a:custGeom>
                <a:avLst/>
                <a:gdLst>
                  <a:gd name="T0" fmla="*/ 135 w 270"/>
                  <a:gd name="T1" fmla="*/ 22 h 387"/>
                  <a:gd name="T2" fmla="*/ 131 w 270"/>
                  <a:gd name="T3" fmla="*/ 22 h 387"/>
                  <a:gd name="T4" fmla="*/ 117 w 270"/>
                  <a:gd name="T5" fmla="*/ 6 h 387"/>
                  <a:gd name="T6" fmla="*/ 99 w 270"/>
                  <a:gd name="T7" fmla="*/ 6 h 387"/>
                  <a:gd name="T8" fmla="*/ 85 w 270"/>
                  <a:gd name="T9" fmla="*/ 0 h 387"/>
                  <a:gd name="T10" fmla="*/ 100 w 270"/>
                  <a:gd name="T11" fmla="*/ 20 h 387"/>
                  <a:gd name="T12" fmla="*/ 113 w 270"/>
                  <a:gd name="T13" fmla="*/ 20 h 387"/>
                  <a:gd name="T14" fmla="*/ 126 w 270"/>
                  <a:gd name="T15" fmla="*/ 23 h 387"/>
                  <a:gd name="T16" fmla="*/ 88 w 270"/>
                  <a:gd name="T17" fmla="*/ 45 h 387"/>
                  <a:gd name="T18" fmla="*/ 82 w 270"/>
                  <a:gd name="T19" fmla="*/ 108 h 387"/>
                  <a:gd name="T20" fmla="*/ 60 w 270"/>
                  <a:gd name="T21" fmla="*/ 108 h 387"/>
                  <a:gd name="T22" fmla="*/ 35 w 270"/>
                  <a:gd name="T23" fmla="*/ 142 h 387"/>
                  <a:gd name="T24" fmla="*/ 25 w 270"/>
                  <a:gd name="T25" fmla="*/ 309 h 387"/>
                  <a:gd name="T26" fmla="*/ 0 w 270"/>
                  <a:gd name="T27" fmla="*/ 387 h 387"/>
                  <a:gd name="T28" fmla="*/ 30 w 270"/>
                  <a:gd name="T29" fmla="*/ 387 h 387"/>
                  <a:gd name="T30" fmla="*/ 45 w 270"/>
                  <a:gd name="T31" fmla="*/ 367 h 387"/>
                  <a:gd name="T32" fmla="*/ 37 w 270"/>
                  <a:gd name="T33" fmla="*/ 387 h 387"/>
                  <a:gd name="T34" fmla="*/ 63 w 270"/>
                  <a:gd name="T35" fmla="*/ 387 h 387"/>
                  <a:gd name="T36" fmla="*/ 70 w 270"/>
                  <a:gd name="T37" fmla="*/ 353 h 387"/>
                  <a:gd name="T38" fmla="*/ 78 w 270"/>
                  <a:gd name="T39" fmla="*/ 167 h 387"/>
                  <a:gd name="T40" fmla="*/ 90 w 270"/>
                  <a:gd name="T41" fmla="*/ 151 h 387"/>
                  <a:gd name="T42" fmla="*/ 130 w 270"/>
                  <a:gd name="T43" fmla="*/ 151 h 387"/>
                  <a:gd name="T44" fmla="*/ 130 w 270"/>
                  <a:gd name="T45" fmla="*/ 69 h 387"/>
                  <a:gd name="T46" fmla="*/ 113 w 270"/>
                  <a:gd name="T47" fmla="*/ 48 h 387"/>
                  <a:gd name="T48" fmla="*/ 135 w 270"/>
                  <a:gd name="T49" fmla="*/ 27 h 387"/>
                  <a:gd name="T50" fmla="*/ 156 w 270"/>
                  <a:gd name="T51" fmla="*/ 48 h 387"/>
                  <a:gd name="T52" fmla="*/ 139 w 270"/>
                  <a:gd name="T53" fmla="*/ 69 h 387"/>
                  <a:gd name="T54" fmla="*/ 139 w 270"/>
                  <a:gd name="T55" fmla="*/ 151 h 387"/>
                  <a:gd name="T56" fmla="*/ 180 w 270"/>
                  <a:gd name="T57" fmla="*/ 151 h 387"/>
                  <a:gd name="T58" fmla="*/ 191 w 270"/>
                  <a:gd name="T59" fmla="*/ 167 h 387"/>
                  <a:gd name="T60" fmla="*/ 200 w 270"/>
                  <a:gd name="T61" fmla="*/ 353 h 387"/>
                  <a:gd name="T62" fmla="*/ 207 w 270"/>
                  <a:gd name="T63" fmla="*/ 387 h 387"/>
                  <a:gd name="T64" fmla="*/ 233 w 270"/>
                  <a:gd name="T65" fmla="*/ 387 h 387"/>
                  <a:gd name="T66" fmla="*/ 224 w 270"/>
                  <a:gd name="T67" fmla="*/ 367 h 387"/>
                  <a:gd name="T68" fmla="*/ 239 w 270"/>
                  <a:gd name="T69" fmla="*/ 387 h 387"/>
                  <a:gd name="T70" fmla="*/ 270 w 270"/>
                  <a:gd name="T71" fmla="*/ 387 h 387"/>
                  <a:gd name="T72" fmla="*/ 244 w 270"/>
                  <a:gd name="T73" fmla="*/ 309 h 387"/>
                  <a:gd name="T74" fmla="*/ 235 w 270"/>
                  <a:gd name="T75" fmla="*/ 142 h 387"/>
                  <a:gd name="T76" fmla="*/ 209 w 270"/>
                  <a:gd name="T77" fmla="*/ 108 h 387"/>
                  <a:gd name="T78" fmla="*/ 188 w 270"/>
                  <a:gd name="T79" fmla="*/ 108 h 387"/>
                  <a:gd name="T80" fmla="*/ 182 w 270"/>
                  <a:gd name="T81" fmla="*/ 45 h 387"/>
                  <a:gd name="T82" fmla="*/ 144 w 270"/>
                  <a:gd name="T83" fmla="*/ 23 h 387"/>
                  <a:gd name="T84" fmla="*/ 157 w 270"/>
                  <a:gd name="T85" fmla="*/ 20 h 387"/>
                  <a:gd name="T86" fmla="*/ 170 w 270"/>
                  <a:gd name="T87" fmla="*/ 20 h 387"/>
                  <a:gd name="T88" fmla="*/ 184 w 270"/>
                  <a:gd name="T89" fmla="*/ 0 h 387"/>
                  <a:gd name="T90" fmla="*/ 170 w 270"/>
                  <a:gd name="T91" fmla="*/ 6 h 387"/>
                  <a:gd name="T92" fmla="*/ 153 w 270"/>
                  <a:gd name="T93" fmla="*/ 6 h 387"/>
                  <a:gd name="T94" fmla="*/ 139 w 270"/>
                  <a:gd name="T95" fmla="*/ 22 h 387"/>
                  <a:gd name="T96" fmla="*/ 135 w 270"/>
                  <a:gd name="T97" fmla="*/ 22 h 3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70" h="387">
                    <a:moveTo>
                      <a:pt x="135" y="22"/>
                    </a:moveTo>
                    <a:cubicBezTo>
                      <a:pt x="133" y="22"/>
                      <a:pt x="132" y="22"/>
                      <a:pt x="131" y="22"/>
                    </a:cubicBezTo>
                    <a:cubicBezTo>
                      <a:pt x="130" y="15"/>
                      <a:pt x="126" y="6"/>
                      <a:pt x="117" y="6"/>
                    </a:cubicBezTo>
                    <a:cubicBezTo>
                      <a:pt x="110" y="6"/>
                      <a:pt x="106" y="6"/>
                      <a:pt x="99" y="6"/>
                    </a:cubicBezTo>
                    <a:cubicBezTo>
                      <a:pt x="93" y="6"/>
                      <a:pt x="88" y="4"/>
                      <a:pt x="85" y="0"/>
                    </a:cubicBezTo>
                    <a:cubicBezTo>
                      <a:pt x="87" y="9"/>
                      <a:pt x="90" y="18"/>
                      <a:pt x="100" y="20"/>
                    </a:cubicBezTo>
                    <a:cubicBezTo>
                      <a:pt x="104" y="20"/>
                      <a:pt x="109" y="20"/>
                      <a:pt x="113" y="20"/>
                    </a:cubicBezTo>
                    <a:cubicBezTo>
                      <a:pt x="120" y="20"/>
                      <a:pt x="123" y="21"/>
                      <a:pt x="126" y="23"/>
                    </a:cubicBezTo>
                    <a:cubicBezTo>
                      <a:pt x="109" y="24"/>
                      <a:pt x="93" y="30"/>
                      <a:pt x="88" y="45"/>
                    </a:cubicBezTo>
                    <a:cubicBezTo>
                      <a:pt x="83" y="59"/>
                      <a:pt x="85" y="92"/>
                      <a:pt x="82" y="108"/>
                    </a:cubicBezTo>
                    <a:cubicBezTo>
                      <a:pt x="75" y="108"/>
                      <a:pt x="67" y="108"/>
                      <a:pt x="60" y="108"/>
                    </a:cubicBezTo>
                    <a:cubicBezTo>
                      <a:pt x="42" y="107"/>
                      <a:pt x="36" y="123"/>
                      <a:pt x="35" y="142"/>
                    </a:cubicBezTo>
                    <a:cubicBezTo>
                      <a:pt x="32" y="198"/>
                      <a:pt x="28" y="253"/>
                      <a:pt x="25" y="309"/>
                    </a:cubicBezTo>
                    <a:cubicBezTo>
                      <a:pt x="23" y="352"/>
                      <a:pt x="14" y="372"/>
                      <a:pt x="0" y="387"/>
                    </a:cubicBezTo>
                    <a:cubicBezTo>
                      <a:pt x="10" y="387"/>
                      <a:pt x="20" y="387"/>
                      <a:pt x="30" y="387"/>
                    </a:cubicBezTo>
                    <a:cubicBezTo>
                      <a:pt x="35" y="383"/>
                      <a:pt x="38" y="378"/>
                      <a:pt x="45" y="367"/>
                    </a:cubicBezTo>
                    <a:cubicBezTo>
                      <a:pt x="42" y="377"/>
                      <a:pt x="40" y="382"/>
                      <a:pt x="37" y="387"/>
                    </a:cubicBezTo>
                    <a:cubicBezTo>
                      <a:pt x="46" y="387"/>
                      <a:pt x="54" y="387"/>
                      <a:pt x="63" y="387"/>
                    </a:cubicBezTo>
                    <a:cubicBezTo>
                      <a:pt x="68" y="377"/>
                      <a:pt x="70" y="365"/>
                      <a:pt x="70" y="353"/>
                    </a:cubicBezTo>
                    <a:cubicBezTo>
                      <a:pt x="73" y="291"/>
                      <a:pt x="76" y="229"/>
                      <a:pt x="78" y="167"/>
                    </a:cubicBezTo>
                    <a:cubicBezTo>
                      <a:pt x="79" y="157"/>
                      <a:pt x="82" y="151"/>
                      <a:pt x="90" y="151"/>
                    </a:cubicBezTo>
                    <a:cubicBezTo>
                      <a:pt x="103" y="151"/>
                      <a:pt x="117" y="151"/>
                      <a:pt x="130" y="151"/>
                    </a:cubicBezTo>
                    <a:cubicBezTo>
                      <a:pt x="130" y="124"/>
                      <a:pt x="130" y="96"/>
                      <a:pt x="130" y="69"/>
                    </a:cubicBezTo>
                    <a:cubicBezTo>
                      <a:pt x="121" y="67"/>
                      <a:pt x="113" y="58"/>
                      <a:pt x="113" y="48"/>
                    </a:cubicBezTo>
                    <a:cubicBezTo>
                      <a:pt x="113" y="36"/>
                      <a:pt x="123" y="27"/>
                      <a:pt x="135" y="27"/>
                    </a:cubicBezTo>
                    <a:cubicBezTo>
                      <a:pt x="147" y="27"/>
                      <a:pt x="156" y="36"/>
                      <a:pt x="156" y="48"/>
                    </a:cubicBezTo>
                    <a:cubicBezTo>
                      <a:pt x="156" y="58"/>
                      <a:pt x="149" y="67"/>
                      <a:pt x="139" y="69"/>
                    </a:cubicBezTo>
                    <a:cubicBezTo>
                      <a:pt x="139" y="96"/>
                      <a:pt x="139" y="124"/>
                      <a:pt x="139" y="151"/>
                    </a:cubicBezTo>
                    <a:cubicBezTo>
                      <a:pt x="153" y="151"/>
                      <a:pt x="166" y="151"/>
                      <a:pt x="180" y="151"/>
                    </a:cubicBezTo>
                    <a:cubicBezTo>
                      <a:pt x="188" y="151"/>
                      <a:pt x="191" y="157"/>
                      <a:pt x="191" y="167"/>
                    </a:cubicBezTo>
                    <a:cubicBezTo>
                      <a:pt x="194" y="229"/>
                      <a:pt x="197" y="291"/>
                      <a:pt x="200" y="353"/>
                    </a:cubicBezTo>
                    <a:cubicBezTo>
                      <a:pt x="200" y="365"/>
                      <a:pt x="202" y="377"/>
                      <a:pt x="207" y="387"/>
                    </a:cubicBezTo>
                    <a:cubicBezTo>
                      <a:pt x="215" y="387"/>
                      <a:pt x="224" y="387"/>
                      <a:pt x="233" y="387"/>
                    </a:cubicBezTo>
                    <a:cubicBezTo>
                      <a:pt x="230" y="382"/>
                      <a:pt x="227" y="377"/>
                      <a:pt x="224" y="367"/>
                    </a:cubicBezTo>
                    <a:cubicBezTo>
                      <a:pt x="232" y="378"/>
                      <a:pt x="235" y="383"/>
                      <a:pt x="239" y="387"/>
                    </a:cubicBezTo>
                    <a:cubicBezTo>
                      <a:pt x="249" y="387"/>
                      <a:pt x="260" y="387"/>
                      <a:pt x="270" y="387"/>
                    </a:cubicBezTo>
                    <a:cubicBezTo>
                      <a:pt x="256" y="372"/>
                      <a:pt x="247" y="352"/>
                      <a:pt x="244" y="309"/>
                    </a:cubicBezTo>
                    <a:cubicBezTo>
                      <a:pt x="242" y="253"/>
                      <a:pt x="238" y="198"/>
                      <a:pt x="235" y="142"/>
                    </a:cubicBezTo>
                    <a:cubicBezTo>
                      <a:pt x="234" y="123"/>
                      <a:pt x="228" y="107"/>
                      <a:pt x="209" y="108"/>
                    </a:cubicBezTo>
                    <a:cubicBezTo>
                      <a:pt x="202" y="108"/>
                      <a:pt x="195" y="108"/>
                      <a:pt x="188" y="108"/>
                    </a:cubicBezTo>
                    <a:cubicBezTo>
                      <a:pt x="185" y="92"/>
                      <a:pt x="186" y="59"/>
                      <a:pt x="182" y="45"/>
                    </a:cubicBezTo>
                    <a:cubicBezTo>
                      <a:pt x="176" y="30"/>
                      <a:pt x="161" y="24"/>
                      <a:pt x="144" y="23"/>
                    </a:cubicBezTo>
                    <a:cubicBezTo>
                      <a:pt x="146" y="21"/>
                      <a:pt x="150" y="20"/>
                      <a:pt x="157" y="20"/>
                    </a:cubicBezTo>
                    <a:cubicBezTo>
                      <a:pt x="161" y="20"/>
                      <a:pt x="166" y="20"/>
                      <a:pt x="170" y="20"/>
                    </a:cubicBezTo>
                    <a:cubicBezTo>
                      <a:pt x="180" y="18"/>
                      <a:pt x="183" y="9"/>
                      <a:pt x="184" y="0"/>
                    </a:cubicBezTo>
                    <a:cubicBezTo>
                      <a:pt x="181" y="4"/>
                      <a:pt x="177" y="6"/>
                      <a:pt x="170" y="6"/>
                    </a:cubicBezTo>
                    <a:cubicBezTo>
                      <a:pt x="164" y="6"/>
                      <a:pt x="159" y="6"/>
                      <a:pt x="153" y="6"/>
                    </a:cubicBezTo>
                    <a:cubicBezTo>
                      <a:pt x="144" y="6"/>
                      <a:pt x="140" y="15"/>
                      <a:pt x="139" y="22"/>
                    </a:cubicBezTo>
                    <a:cubicBezTo>
                      <a:pt x="138" y="22"/>
                      <a:pt x="136" y="22"/>
                      <a:pt x="135" y="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solidFill>
                    <a:srgbClr val="000000"/>
                  </a:solidFill>
                </a:endParaRPr>
              </a:p>
            </p:txBody>
          </p:sp>
          <p:sp>
            <p:nvSpPr>
              <p:cNvPr id="24" name="ïŝľîḑê"/>
              <p:cNvSpPr/>
              <p:nvPr/>
            </p:nvSpPr>
            <p:spPr bwMode="auto">
              <a:xfrm>
                <a:off x="1735138" y="2095500"/>
                <a:ext cx="2667000" cy="2670175"/>
              </a:xfrm>
              <a:custGeom>
                <a:avLst/>
                <a:gdLst>
                  <a:gd name="T0" fmla="*/ 404 w 809"/>
                  <a:gd name="T1" fmla="*/ 0 h 809"/>
                  <a:gd name="T2" fmla="*/ 809 w 809"/>
                  <a:gd name="T3" fmla="*/ 404 h 809"/>
                  <a:gd name="T4" fmla="*/ 404 w 809"/>
                  <a:gd name="T5" fmla="*/ 809 h 809"/>
                  <a:gd name="T6" fmla="*/ 0 w 809"/>
                  <a:gd name="T7" fmla="*/ 404 h 809"/>
                  <a:gd name="T8" fmla="*/ 404 w 809"/>
                  <a:gd name="T9" fmla="*/ 0 h 809"/>
                  <a:gd name="T10" fmla="*/ 404 w 809"/>
                  <a:gd name="T11" fmla="*/ 0 h 809"/>
                  <a:gd name="T12" fmla="*/ 404 w 809"/>
                  <a:gd name="T13" fmla="*/ 14 h 809"/>
                  <a:gd name="T14" fmla="*/ 14 w 809"/>
                  <a:gd name="T15" fmla="*/ 404 h 809"/>
                  <a:gd name="T16" fmla="*/ 404 w 809"/>
                  <a:gd name="T17" fmla="*/ 795 h 809"/>
                  <a:gd name="T18" fmla="*/ 795 w 809"/>
                  <a:gd name="T19" fmla="*/ 404 h 809"/>
                  <a:gd name="T20" fmla="*/ 404 w 809"/>
                  <a:gd name="T21" fmla="*/ 14 h 8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09" h="809">
                    <a:moveTo>
                      <a:pt x="404" y="0"/>
                    </a:moveTo>
                    <a:cubicBezTo>
                      <a:pt x="627" y="0"/>
                      <a:pt x="809" y="182"/>
                      <a:pt x="809" y="404"/>
                    </a:cubicBezTo>
                    <a:cubicBezTo>
                      <a:pt x="809" y="627"/>
                      <a:pt x="627" y="809"/>
                      <a:pt x="404" y="809"/>
                    </a:cubicBezTo>
                    <a:cubicBezTo>
                      <a:pt x="181" y="809"/>
                      <a:pt x="0" y="627"/>
                      <a:pt x="0" y="404"/>
                    </a:cubicBezTo>
                    <a:cubicBezTo>
                      <a:pt x="0" y="182"/>
                      <a:pt x="181" y="0"/>
                      <a:pt x="404" y="0"/>
                    </a:cubicBezTo>
                    <a:cubicBezTo>
                      <a:pt x="404" y="0"/>
                      <a:pt x="404" y="0"/>
                      <a:pt x="404" y="0"/>
                    </a:cubicBezTo>
                    <a:close/>
                    <a:moveTo>
                      <a:pt x="404" y="14"/>
                    </a:moveTo>
                    <a:cubicBezTo>
                      <a:pt x="189" y="14"/>
                      <a:pt x="14" y="189"/>
                      <a:pt x="14" y="404"/>
                    </a:cubicBezTo>
                    <a:cubicBezTo>
                      <a:pt x="14" y="619"/>
                      <a:pt x="189" y="795"/>
                      <a:pt x="404" y="795"/>
                    </a:cubicBezTo>
                    <a:cubicBezTo>
                      <a:pt x="619" y="795"/>
                      <a:pt x="795" y="619"/>
                      <a:pt x="795" y="404"/>
                    </a:cubicBezTo>
                    <a:cubicBezTo>
                      <a:pt x="795" y="189"/>
                      <a:pt x="619" y="14"/>
                      <a:pt x="404" y="1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solidFill>
                    <a:srgbClr val="000000"/>
                  </a:solidFill>
                </a:endParaRPr>
              </a:p>
            </p:txBody>
          </p:sp>
          <p:sp>
            <p:nvSpPr>
              <p:cNvPr id="25" name="išlíḑe"/>
              <p:cNvSpPr/>
              <p:nvPr/>
            </p:nvSpPr>
            <p:spPr bwMode="auto">
              <a:xfrm>
                <a:off x="1897063" y="3373438"/>
                <a:ext cx="2333625" cy="1227138"/>
              </a:xfrm>
              <a:custGeom>
                <a:avLst/>
                <a:gdLst>
                  <a:gd name="T0" fmla="*/ 21 w 708"/>
                  <a:gd name="T1" fmla="*/ 23 h 372"/>
                  <a:gd name="T2" fmla="*/ 53 w 708"/>
                  <a:gd name="T3" fmla="*/ 35 h 372"/>
                  <a:gd name="T4" fmla="*/ 51 w 708"/>
                  <a:gd name="T5" fmla="*/ 26 h 372"/>
                  <a:gd name="T6" fmla="*/ 18 w 708"/>
                  <a:gd name="T7" fmla="*/ 47 h 372"/>
                  <a:gd name="T8" fmla="*/ 18 w 708"/>
                  <a:gd name="T9" fmla="*/ 88 h 372"/>
                  <a:gd name="T10" fmla="*/ 48 w 708"/>
                  <a:gd name="T11" fmla="*/ 67 h 372"/>
                  <a:gd name="T12" fmla="*/ 18 w 708"/>
                  <a:gd name="T13" fmla="*/ 88 h 372"/>
                  <a:gd name="T14" fmla="*/ 62 w 708"/>
                  <a:gd name="T15" fmla="*/ 109 h 372"/>
                  <a:gd name="T16" fmla="*/ 64 w 708"/>
                  <a:gd name="T17" fmla="*/ 147 h 372"/>
                  <a:gd name="T18" fmla="*/ 42 w 708"/>
                  <a:gd name="T19" fmla="*/ 155 h 372"/>
                  <a:gd name="T20" fmla="*/ 57 w 708"/>
                  <a:gd name="T21" fmla="*/ 206 h 372"/>
                  <a:gd name="T22" fmla="*/ 116 w 708"/>
                  <a:gd name="T23" fmla="*/ 203 h 372"/>
                  <a:gd name="T24" fmla="*/ 93 w 708"/>
                  <a:gd name="T25" fmla="*/ 174 h 372"/>
                  <a:gd name="T26" fmla="*/ 46 w 708"/>
                  <a:gd name="T27" fmla="*/ 181 h 372"/>
                  <a:gd name="T28" fmla="*/ 129 w 708"/>
                  <a:gd name="T29" fmla="*/ 265 h 372"/>
                  <a:gd name="T30" fmla="*/ 149 w 708"/>
                  <a:gd name="T31" fmla="*/ 251 h 372"/>
                  <a:gd name="T32" fmla="*/ 121 w 708"/>
                  <a:gd name="T33" fmla="*/ 221 h 372"/>
                  <a:gd name="T34" fmla="*/ 111 w 708"/>
                  <a:gd name="T35" fmla="*/ 252 h 372"/>
                  <a:gd name="T36" fmla="*/ 164 w 708"/>
                  <a:gd name="T37" fmla="*/ 295 h 372"/>
                  <a:gd name="T38" fmla="*/ 175 w 708"/>
                  <a:gd name="T39" fmla="*/ 321 h 372"/>
                  <a:gd name="T40" fmla="*/ 132 w 708"/>
                  <a:gd name="T41" fmla="*/ 292 h 372"/>
                  <a:gd name="T42" fmla="*/ 146 w 708"/>
                  <a:gd name="T43" fmla="*/ 291 h 372"/>
                  <a:gd name="T44" fmla="*/ 211 w 708"/>
                  <a:gd name="T45" fmla="*/ 283 h 372"/>
                  <a:gd name="T46" fmla="*/ 260 w 708"/>
                  <a:gd name="T47" fmla="*/ 308 h 372"/>
                  <a:gd name="T48" fmla="*/ 205 w 708"/>
                  <a:gd name="T49" fmla="*/ 335 h 372"/>
                  <a:gd name="T50" fmla="*/ 342 w 708"/>
                  <a:gd name="T51" fmla="*/ 329 h 372"/>
                  <a:gd name="T52" fmla="*/ 344 w 708"/>
                  <a:gd name="T53" fmla="*/ 352 h 372"/>
                  <a:gd name="T54" fmla="*/ 303 w 708"/>
                  <a:gd name="T55" fmla="*/ 320 h 372"/>
                  <a:gd name="T56" fmla="*/ 320 w 708"/>
                  <a:gd name="T57" fmla="*/ 364 h 372"/>
                  <a:gd name="T58" fmla="*/ 360 w 708"/>
                  <a:gd name="T59" fmla="*/ 321 h 372"/>
                  <a:gd name="T60" fmla="*/ 416 w 708"/>
                  <a:gd name="T61" fmla="*/ 315 h 372"/>
                  <a:gd name="T62" fmla="*/ 384 w 708"/>
                  <a:gd name="T63" fmla="*/ 368 h 372"/>
                  <a:gd name="T64" fmla="*/ 464 w 708"/>
                  <a:gd name="T65" fmla="*/ 350 h 372"/>
                  <a:gd name="T66" fmla="*/ 433 w 708"/>
                  <a:gd name="T67" fmla="*/ 313 h 372"/>
                  <a:gd name="T68" fmla="*/ 508 w 708"/>
                  <a:gd name="T69" fmla="*/ 337 h 372"/>
                  <a:gd name="T70" fmla="*/ 500 w 708"/>
                  <a:gd name="T71" fmla="*/ 285 h 372"/>
                  <a:gd name="T72" fmla="*/ 483 w 708"/>
                  <a:gd name="T73" fmla="*/ 294 h 372"/>
                  <a:gd name="T74" fmla="*/ 508 w 708"/>
                  <a:gd name="T75" fmla="*/ 337 h 372"/>
                  <a:gd name="T76" fmla="*/ 515 w 708"/>
                  <a:gd name="T77" fmla="*/ 276 h 372"/>
                  <a:gd name="T78" fmla="*/ 548 w 708"/>
                  <a:gd name="T79" fmla="*/ 279 h 372"/>
                  <a:gd name="T80" fmla="*/ 550 w 708"/>
                  <a:gd name="T81" fmla="*/ 283 h 372"/>
                  <a:gd name="T82" fmla="*/ 547 w 708"/>
                  <a:gd name="T83" fmla="*/ 316 h 372"/>
                  <a:gd name="T84" fmla="*/ 609 w 708"/>
                  <a:gd name="T85" fmla="*/ 250 h 372"/>
                  <a:gd name="T86" fmla="*/ 608 w 708"/>
                  <a:gd name="T87" fmla="*/ 227 h 372"/>
                  <a:gd name="T88" fmla="*/ 573 w 708"/>
                  <a:gd name="T89" fmla="*/ 241 h 372"/>
                  <a:gd name="T90" fmla="*/ 609 w 708"/>
                  <a:gd name="T91" fmla="*/ 250 h 372"/>
                  <a:gd name="T92" fmla="*/ 656 w 708"/>
                  <a:gd name="T93" fmla="*/ 184 h 372"/>
                  <a:gd name="T94" fmla="*/ 613 w 708"/>
                  <a:gd name="T95" fmla="*/ 172 h 372"/>
                  <a:gd name="T96" fmla="*/ 625 w 708"/>
                  <a:gd name="T97" fmla="*/ 165 h 372"/>
                  <a:gd name="T98" fmla="*/ 650 w 708"/>
                  <a:gd name="T99" fmla="*/ 169 h 372"/>
                  <a:gd name="T100" fmla="*/ 651 w 708"/>
                  <a:gd name="T101" fmla="*/ 215 h 372"/>
                  <a:gd name="T102" fmla="*/ 635 w 708"/>
                  <a:gd name="T103" fmla="*/ 139 h 372"/>
                  <a:gd name="T104" fmla="*/ 683 w 708"/>
                  <a:gd name="T105" fmla="*/ 137 h 372"/>
                  <a:gd name="T106" fmla="*/ 655 w 708"/>
                  <a:gd name="T107" fmla="*/ 73 h 372"/>
                  <a:gd name="T108" fmla="*/ 690 w 708"/>
                  <a:gd name="T109" fmla="*/ 98 h 372"/>
                  <a:gd name="T110" fmla="*/ 684 w 708"/>
                  <a:gd name="T111" fmla="*/ 17 h 372"/>
                  <a:gd name="T112" fmla="*/ 698 w 708"/>
                  <a:gd name="T113" fmla="*/ 34 h 372"/>
                  <a:gd name="T114" fmla="*/ 659 w 708"/>
                  <a:gd name="T115" fmla="*/ 29 h 372"/>
                  <a:gd name="T116" fmla="*/ 659 w 708"/>
                  <a:gd name="T117" fmla="*/ 11 h 372"/>
                  <a:gd name="T118" fmla="*/ 663 w 708"/>
                  <a:gd name="T119" fmla="*/ 6 h 3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708" h="372">
                    <a:moveTo>
                      <a:pt x="0" y="6"/>
                    </a:moveTo>
                    <a:cubicBezTo>
                      <a:pt x="19" y="6"/>
                      <a:pt x="19" y="6"/>
                      <a:pt x="19" y="6"/>
                    </a:cubicBezTo>
                    <a:cubicBezTo>
                      <a:pt x="19" y="8"/>
                      <a:pt x="19" y="8"/>
                      <a:pt x="19" y="8"/>
                    </a:cubicBezTo>
                    <a:cubicBezTo>
                      <a:pt x="15" y="9"/>
                      <a:pt x="11" y="11"/>
                      <a:pt x="8" y="14"/>
                    </a:cubicBezTo>
                    <a:cubicBezTo>
                      <a:pt x="5" y="18"/>
                      <a:pt x="4" y="22"/>
                      <a:pt x="4" y="26"/>
                    </a:cubicBezTo>
                    <a:cubicBezTo>
                      <a:pt x="4" y="29"/>
                      <a:pt x="5" y="32"/>
                      <a:pt x="6" y="33"/>
                    </a:cubicBezTo>
                    <a:cubicBezTo>
                      <a:pt x="7" y="35"/>
                      <a:pt x="9" y="36"/>
                      <a:pt x="11" y="36"/>
                    </a:cubicBezTo>
                    <a:cubicBezTo>
                      <a:pt x="14" y="36"/>
                      <a:pt x="18" y="32"/>
                      <a:pt x="21" y="23"/>
                    </a:cubicBezTo>
                    <a:cubicBezTo>
                      <a:pt x="21" y="23"/>
                      <a:pt x="21" y="23"/>
                      <a:pt x="21" y="23"/>
                    </a:cubicBezTo>
                    <a:cubicBezTo>
                      <a:pt x="22" y="22"/>
                      <a:pt x="22" y="22"/>
                      <a:pt x="22" y="21"/>
                    </a:cubicBezTo>
                    <a:cubicBezTo>
                      <a:pt x="25" y="15"/>
                      <a:pt x="27" y="11"/>
                      <a:pt x="30" y="9"/>
                    </a:cubicBezTo>
                    <a:cubicBezTo>
                      <a:pt x="31" y="8"/>
                      <a:pt x="32" y="7"/>
                      <a:pt x="34" y="7"/>
                    </a:cubicBezTo>
                    <a:cubicBezTo>
                      <a:pt x="35" y="6"/>
                      <a:pt x="36" y="6"/>
                      <a:pt x="38" y="6"/>
                    </a:cubicBezTo>
                    <a:cubicBezTo>
                      <a:pt x="43" y="6"/>
                      <a:pt x="47" y="8"/>
                      <a:pt x="50" y="11"/>
                    </a:cubicBezTo>
                    <a:cubicBezTo>
                      <a:pt x="53" y="15"/>
                      <a:pt x="55" y="19"/>
                      <a:pt x="55" y="25"/>
                    </a:cubicBezTo>
                    <a:cubicBezTo>
                      <a:pt x="55" y="28"/>
                      <a:pt x="54" y="31"/>
                      <a:pt x="53" y="35"/>
                    </a:cubicBezTo>
                    <a:cubicBezTo>
                      <a:pt x="52" y="38"/>
                      <a:pt x="51" y="40"/>
                      <a:pt x="51" y="40"/>
                    </a:cubicBezTo>
                    <a:cubicBezTo>
                      <a:pt x="51" y="41"/>
                      <a:pt x="52" y="41"/>
                      <a:pt x="52" y="42"/>
                    </a:cubicBezTo>
                    <a:cubicBezTo>
                      <a:pt x="53" y="42"/>
                      <a:pt x="53" y="42"/>
                      <a:pt x="55" y="42"/>
                    </a:cubicBezTo>
                    <a:cubicBezTo>
                      <a:pt x="55" y="44"/>
                      <a:pt x="55" y="44"/>
                      <a:pt x="55" y="44"/>
                    </a:cubicBezTo>
                    <a:cubicBezTo>
                      <a:pt x="38" y="45"/>
                      <a:pt x="38" y="45"/>
                      <a:pt x="38" y="45"/>
                    </a:cubicBezTo>
                    <a:cubicBezTo>
                      <a:pt x="38" y="43"/>
                      <a:pt x="38" y="43"/>
                      <a:pt x="38" y="43"/>
                    </a:cubicBezTo>
                    <a:cubicBezTo>
                      <a:pt x="42" y="42"/>
                      <a:pt x="45" y="40"/>
                      <a:pt x="48" y="37"/>
                    </a:cubicBezTo>
                    <a:cubicBezTo>
                      <a:pt x="50" y="34"/>
                      <a:pt x="51" y="30"/>
                      <a:pt x="51" y="26"/>
                    </a:cubicBezTo>
                    <a:cubicBezTo>
                      <a:pt x="51" y="24"/>
                      <a:pt x="51" y="22"/>
                      <a:pt x="49" y="20"/>
                    </a:cubicBezTo>
                    <a:cubicBezTo>
                      <a:pt x="48" y="19"/>
                      <a:pt x="47" y="18"/>
                      <a:pt x="45" y="18"/>
                    </a:cubicBezTo>
                    <a:cubicBezTo>
                      <a:pt x="42" y="18"/>
                      <a:pt x="39" y="21"/>
                      <a:pt x="37" y="28"/>
                    </a:cubicBezTo>
                    <a:cubicBezTo>
                      <a:pt x="36" y="29"/>
                      <a:pt x="36" y="29"/>
                      <a:pt x="36" y="29"/>
                    </a:cubicBezTo>
                    <a:cubicBezTo>
                      <a:pt x="34" y="33"/>
                      <a:pt x="33" y="37"/>
                      <a:pt x="32" y="39"/>
                    </a:cubicBezTo>
                    <a:cubicBezTo>
                      <a:pt x="31" y="40"/>
                      <a:pt x="30" y="42"/>
                      <a:pt x="29" y="43"/>
                    </a:cubicBezTo>
                    <a:cubicBezTo>
                      <a:pt x="27" y="44"/>
                      <a:pt x="26" y="45"/>
                      <a:pt x="24" y="46"/>
                    </a:cubicBezTo>
                    <a:cubicBezTo>
                      <a:pt x="22" y="47"/>
                      <a:pt x="20" y="47"/>
                      <a:pt x="18" y="47"/>
                    </a:cubicBezTo>
                    <a:cubicBezTo>
                      <a:pt x="13" y="47"/>
                      <a:pt x="9" y="46"/>
                      <a:pt x="6" y="42"/>
                    </a:cubicBezTo>
                    <a:cubicBezTo>
                      <a:pt x="2" y="38"/>
                      <a:pt x="1" y="34"/>
                      <a:pt x="1" y="28"/>
                    </a:cubicBezTo>
                    <a:cubicBezTo>
                      <a:pt x="1" y="25"/>
                      <a:pt x="1" y="21"/>
                      <a:pt x="2" y="17"/>
                    </a:cubicBezTo>
                    <a:cubicBezTo>
                      <a:pt x="3" y="14"/>
                      <a:pt x="4" y="12"/>
                      <a:pt x="4" y="12"/>
                    </a:cubicBezTo>
                    <a:cubicBezTo>
                      <a:pt x="4" y="11"/>
                      <a:pt x="3" y="10"/>
                      <a:pt x="3" y="9"/>
                    </a:cubicBezTo>
                    <a:cubicBezTo>
                      <a:pt x="2" y="9"/>
                      <a:pt x="1" y="9"/>
                      <a:pt x="0" y="9"/>
                    </a:cubicBezTo>
                    <a:cubicBezTo>
                      <a:pt x="0" y="6"/>
                      <a:pt x="0" y="6"/>
                      <a:pt x="0" y="6"/>
                    </a:cubicBezTo>
                    <a:close/>
                    <a:moveTo>
                      <a:pt x="18" y="88"/>
                    </a:moveTo>
                    <a:cubicBezTo>
                      <a:pt x="16" y="89"/>
                      <a:pt x="14" y="90"/>
                      <a:pt x="13" y="91"/>
                    </a:cubicBezTo>
                    <a:cubicBezTo>
                      <a:pt x="12" y="92"/>
                      <a:pt x="12" y="94"/>
                      <a:pt x="12" y="96"/>
                    </a:cubicBezTo>
                    <a:cubicBezTo>
                      <a:pt x="10" y="96"/>
                      <a:pt x="10" y="96"/>
                      <a:pt x="10" y="96"/>
                    </a:cubicBezTo>
                    <a:cubicBezTo>
                      <a:pt x="5" y="68"/>
                      <a:pt x="5" y="68"/>
                      <a:pt x="5" y="68"/>
                    </a:cubicBezTo>
                    <a:cubicBezTo>
                      <a:pt x="7" y="67"/>
                      <a:pt x="7" y="67"/>
                      <a:pt x="7" y="67"/>
                    </a:cubicBezTo>
                    <a:cubicBezTo>
                      <a:pt x="8" y="70"/>
                      <a:pt x="8" y="71"/>
                      <a:pt x="10" y="72"/>
                    </a:cubicBezTo>
                    <a:cubicBezTo>
                      <a:pt x="11" y="73"/>
                      <a:pt x="13" y="73"/>
                      <a:pt x="16" y="73"/>
                    </a:cubicBezTo>
                    <a:cubicBezTo>
                      <a:pt x="48" y="67"/>
                      <a:pt x="48" y="67"/>
                      <a:pt x="48" y="67"/>
                    </a:cubicBezTo>
                    <a:cubicBezTo>
                      <a:pt x="50" y="66"/>
                      <a:pt x="52" y="66"/>
                      <a:pt x="53" y="64"/>
                    </a:cubicBezTo>
                    <a:cubicBezTo>
                      <a:pt x="54" y="63"/>
                      <a:pt x="54" y="61"/>
                      <a:pt x="54" y="59"/>
                    </a:cubicBezTo>
                    <a:cubicBezTo>
                      <a:pt x="56" y="59"/>
                      <a:pt x="56" y="59"/>
                      <a:pt x="56" y="59"/>
                    </a:cubicBezTo>
                    <a:cubicBezTo>
                      <a:pt x="61" y="88"/>
                      <a:pt x="61" y="88"/>
                      <a:pt x="61" y="88"/>
                    </a:cubicBezTo>
                    <a:cubicBezTo>
                      <a:pt x="59" y="88"/>
                      <a:pt x="59" y="88"/>
                      <a:pt x="59" y="88"/>
                    </a:cubicBezTo>
                    <a:cubicBezTo>
                      <a:pt x="59" y="85"/>
                      <a:pt x="58" y="84"/>
                      <a:pt x="56" y="83"/>
                    </a:cubicBezTo>
                    <a:cubicBezTo>
                      <a:pt x="55" y="82"/>
                      <a:pt x="53" y="82"/>
                      <a:pt x="51" y="83"/>
                    </a:cubicBezTo>
                    <a:cubicBezTo>
                      <a:pt x="18" y="88"/>
                      <a:pt x="18" y="88"/>
                      <a:pt x="18" y="88"/>
                    </a:cubicBezTo>
                    <a:close/>
                    <a:moveTo>
                      <a:pt x="41" y="158"/>
                    </a:moveTo>
                    <a:cubicBezTo>
                      <a:pt x="37" y="157"/>
                      <a:pt x="33" y="155"/>
                      <a:pt x="30" y="152"/>
                    </a:cubicBezTo>
                    <a:cubicBezTo>
                      <a:pt x="27" y="149"/>
                      <a:pt x="24" y="145"/>
                      <a:pt x="23" y="141"/>
                    </a:cubicBezTo>
                    <a:cubicBezTo>
                      <a:pt x="22" y="137"/>
                      <a:pt x="21" y="134"/>
                      <a:pt x="22" y="131"/>
                    </a:cubicBezTo>
                    <a:cubicBezTo>
                      <a:pt x="22" y="128"/>
                      <a:pt x="23" y="125"/>
                      <a:pt x="24" y="122"/>
                    </a:cubicBezTo>
                    <a:cubicBezTo>
                      <a:pt x="26" y="118"/>
                      <a:pt x="28" y="116"/>
                      <a:pt x="31" y="113"/>
                    </a:cubicBezTo>
                    <a:cubicBezTo>
                      <a:pt x="34" y="111"/>
                      <a:pt x="37" y="109"/>
                      <a:pt x="41" y="108"/>
                    </a:cubicBezTo>
                    <a:cubicBezTo>
                      <a:pt x="49" y="105"/>
                      <a:pt x="55" y="106"/>
                      <a:pt x="62" y="109"/>
                    </a:cubicBezTo>
                    <a:cubicBezTo>
                      <a:pt x="68" y="112"/>
                      <a:pt x="72" y="117"/>
                      <a:pt x="75" y="125"/>
                    </a:cubicBezTo>
                    <a:cubicBezTo>
                      <a:pt x="76" y="128"/>
                      <a:pt x="76" y="131"/>
                      <a:pt x="76" y="135"/>
                    </a:cubicBezTo>
                    <a:cubicBezTo>
                      <a:pt x="76" y="138"/>
                      <a:pt x="76" y="140"/>
                      <a:pt x="76" y="140"/>
                    </a:cubicBezTo>
                    <a:cubicBezTo>
                      <a:pt x="76" y="141"/>
                      <a:pt x="77" y="141"/>
                      <a:pt x="77" y="141"/>
                    </a:cubicBezTo>
                    <a:cubicBezTo>
                      <a:pt x="78" y="142"/>
                      <a:pt x="79" y="142"/>
                      <a:pt x="80" y="142"/>
                    </a:cubicBezTo>
                    <a:cubicBezTo>
                      <a:pt x="80" y="144"/>
                      <a:pt x="80" y="144"/>
                      <a:pt x="80" y="144"/>
                    </a:cubicBezTo>
                    <a:cubicBezTo>
                      <a:pt x="65" y="149"/>
                      <a:pt x="65" y="149"/>
                      <a:pt x="65" y="149"/>
                    </a:cubicBezTo>
                    <a:cubicBezTo>
                      <a:pt x="64" y="147"/>
                      <a:pt x="64" y="147"/>
                      <a:pt x="64" y="147"/>
                    </a:cubicBezTo>
                    <a:cubicBezTo>
                      <a:pt x="68" y="145"/>
                      <a:pt x="70" y="142"/>
                      <a:pt x="72" y="139"/>
                    </a:cubicBezTo>
                    <a:cubicBezTo>
                      <a:pt x="73" y="137"/>
                      <a:pt x="73" y="133"/>
                      <a:pt x="72" y="130"/>
                    </a:cubicBezTo>
                    <a:cubicBezTo>
                      <a:pt x="71" y="126"/>
                      <a:pt x="68" y="123"/>
                      <a:pt x="64" y="122"/>
                    </a:cubicBezTo>
                    <a:cubicBezTo>
                      <a:pt x="59" y="121"/>
                      <a:pt x="54" y="122"/>
                      <a:pt x="47" y="124"/>
                    </a:cubicBezTo>
                    <a:cubicBezTo>
                      <a:pt x="40" y="126"/>
                      <a:pt x="34" y="129"/>
                      <a:pt x="31" y="132"/>
                    </a:cubicBezTo>
                    <a:cubicBezTo>
                      <a:pt x="28" y="136"/>
                      <a:pt x="27" y="140"/>
                      <a:pt x="29" y="144"/>
                    </a:cubicBezTo>
                    <a:cubicBezTo>
                      <a:pt x="30" y="146"/>
                      <a:pt x="31" y="149"/>
                      <a:pt x="34" y="151"/>
                    </a:cubicBezTo>
                    <a:cubicBezTo>
                      <a:pt x="36" y="153"/>
                      <a:pt x="39" y="154"/>
                      <a:pt x="42" y="155"/>
                    </a:cubicBezTo>
                    <a:cubicBezTo>
                      <a:pt x="41" y="158"/>
                      <a:pt x="41" y="158"/>
                      <a:pt x="41" y="158"/>
                    </a:cubicBezTo>
                    <a:close/>
                    <a:moveTo>
                      <a:pt x="60" y="193"/>
                    </a:moveTo>
                    <a:cubicBezTo>
                      <a:pt x="73" y="185"/>
                      <a:pt x="73" y="185"/>
                      <a:pt x="73" y="185"/>
                    </a:cubicBezTo>
                    <a:cubicBezTo>
                      <a:pt x="81" y="198"/>
                      <a:pt x="81" y="198"/>
                      <a:pt x="81" y="198"/>
                    </a:cubicBezTo>
                    <a:cubicBezTo>
                      <a:pt x="68" y="207"/>
                      <a:pt x="68" y="207"/>
                      <a:pt x="68" y="207"/>
                    </a:cubicBezTo>
                    <a:cubicBezTo>
                      <a:pt x="66" y="208"/>
                      <a:pt x="64" y="208"/>
                      <a:pt x="63" y="208"/>
                    </a:cubicBezTo>
                    <a:cubicBezTo>
                      <a:pt x="61" y="208"/>
                      <a:pt x="60" y="207"/>
                      <a:pt x="59" y="205"/>
                    </a:cubicBezTo>
                    <a:cubicBezTo>
                      <a:pt x="57" y="206"/>
                      <a:pt x="57" y="206"/>
                      <a:pt x="57" y="206"/>
                    </a:cubicBezTo>
                    <a:cubicBezTo>
                      <a:pt x="72" y="231"/>
                      <a:pt x="72" y="231"/>
                      <a:pt x="72" y="231"/>
                    </a:cubicBezTo>
                    <a:cubicBezTo>
                      <a:pt x="74" y="230"/>
                      <a:pt x="74" y="230"/>
                      <a:pt x="74" y="230"/>
                    </a:cubicBezTo>
                    <a:cubicBezTo>
                      <a:pt x="73" y="228"/>
                      <a:pt x="72" y="226"/>
                      <a:pt x="73" y="224"/>
                    </a:cubicBezTo>
                    <a:cubicBezTo>
                      <a:pt x="73" y="223"/>
                      <a:pt x="75" y="222"/>
                      <a:pt x="77" y="220"/>
                    </a:cubicBezTo>
                    <a:cubicBezTo>
                      <a:pt x="105" y="203"/>
                      <a:pt x="105" y="203"/>
                      <a:pt x="105" y="203"/>
                    </a:cubicBezTo>
                    <a:cubicBezTo>
                      <a:pt x="107" y="201"/>
                      <a:pt x="109" y="201"/>
                      <a:pt x="110" y="201"/>
                    </a:cubicBezTo>
                    <a:cubicBezTo>
                      <a:pt x="112" y="201"/>
                      <a:pt x="113" y="202"/>
                      <a:pt x="114" y="204"/>
                    </a:cubicBezTo>
                    <a:cubicBezTo>
                      <a:pt x="116" y="203"/>
                      <a:pt x="116" y="203"/>
                      <a:pt x="116" y="203"/>
                    </a:cubicBezTo>
                    <a:cubicBezTo>
                      <a:pt x="101" y="179"/>
                      <a:pt x="101" y="179"/>
                      <a:pt x="101" y="179"/>
                    </a:cubicBezTo>
                    <a:cubicBezTo>
                      <a:pt x="99" y="180"/>
                      <a:pt x="99" y="180"/>
                      <a:pt x="99" y="180"/>
                    </a:cubicBezTo>
                    <a:cubicBezTo>
                      <a:pt x="100" y="182"/>
                      <a:pt x="101" y="183"/>
                      <a:pt x="100" y="185"/>
                    </a:cubicBezTo>
                    <a:cubicBezTo>
                      <a:pt x="100" y="186"/>
                      <a:pt x="98" y="188"/>
                      <a:pt x="96" y="189"/>
                    </a:cubicBezTo>
                    <a:cubicBezTo>
                      <a:pt x="85" y="196"/>
                      <a:pt x="85" y="196"/>
                      <a:pt x="85" y="196"/>
                    </a:cubicBezTo>
                    <a:cubicBezTo>
                      <a:pt x="76" y="183"/>
                      <a:pt x="76" y="183"/>
                      <a:pt x="76" y="183"/>
                    </a:cubicBezTo>
                    <a:cubicBezTo>
                      <a:pt x="88" y="176"/>
                      <a:pt x="88" y="176"/>
                      <a:pt x="88" y="176"/>
                    </a:cubicBezTo>
                    <a:cubicBezTo>
                      <a:pt x="90" y="174"/>
                      <a:pt x="92" y="174"/>
                      <a:pt x="93" y="174"/>
                    </a:cubicBezTo>
                    <a:cubicBezTo>
                      <a:pt x="95" y="174"/>
                      <a:pt x="96" y="175"/>
                      <a:pt x="98" y="177"/>
                    </a:cubicBezTo>
                    <a:cubicBezTo>
                      <a:pt x="99" y="176"/>
                      <a:pt x="99" y="176"/>
                      <a:pt x="99" y="176"/>
                    </a:cubicBezTo>
                    <a:cubicBezTo>
                      <a:pt x="84" y="152"/>
                      <a:pt x="84" y="152"/>
                      <a:pt x="84" y="152"/>
                    </a:cubicBezTo>
                    <a:cubicBezTo>
                      <a:pt x="82" y="153"/>
                      <a:pt x="82" y="153"/>
                      <a:pt x="82" y="153"/>
                    </a:cubicBezTo>
                    <a:cubicBezTo>
                      <a:pt x="83" y="155"/>
                      <a:pt x="84" y="157"/>
                      <a:pt x="83" y="158"/>
                    </a:cubicBezTo>
                    <a:cubicBezTo>
                      <a:pt x="83" y="159"/>
                      <a:pt x="82" y="161"/>
                      <a:pt x="79" y="162"/>
                    </a:cubicBezTo>
                    <a:cubicBezTo>
                      <a:pt x="52" y="180"/>
                      <a:pt x="52" y="180"/>
                      <a:pt x="52" y="180"/>
                    </a:cubicBezTo>
                    <a:cubicBezTo>
                      <a:pt x="49" y="181"/>
                      <a:pt x="47" y="182"/>
                      <a:pt x="46" y="181"/>
                    </a:cubicBezTo>
                    <a:cubicBezTo>
                      <a:pt x="44" y="181"/>
                      <a:pt x="43" y="180"/>
                      <a:pt x="42" y="178"/>
                    </a:cubicBezTo>
                    <a:cubicBezTo>
                      <a:pt x="40" y="179"/>
                      <a:pt x="40" y="179"/>
                      <a:pt x="40" y="179"/>
                    </a:cubicBezTo>
                    <a:cubicBezTo>
                      <a:pt x="56" y="204"/>
                      <a:pt x="56" y="204"/>
                      <a:pt x="56" y="204"/>
                    </a:cubicBezTo>
                    <a:cubicBezTo>
                      <a:pt x="57" y="203"/>
                      <a:pt x="57" y="203"/>
                      <a:pt x="57" y="203"/>
                    </a:cubicBezTo>
                    <a:cubicBezTo>
                      <a:pt x="56" y="201"/>
                      <a:pt x="56" y="199"/>
                      <a:pt x="56" y="197"/>
                    </a:cubicBezTo>
                    <a:cubicBezTo>
                      <a:pt x="56" y="196"/>
                      <a:pt x="58" y="195"/>
                      <a:pt x="60" y="193"/>
                    </a:cubicBezTo>
                    <a:cubicBezTo>
                      <a:pt x="60" y="193"/>
                      <a:pt x="60" y="193"/>
                      <a:pt x="60" y="193"/>
                    </a:cubicBezTo>
                    <a:close/>
                    <a:moveTo>
                      <a:pt x="129" y="265"/>
                    </a:moveTo>
                    <a:cubicBezTo>
                      <a:pt x="146" y="249"/>
                      <a:pt x="146" y="249"/>
                      <a:pt x="146" y="249"/>
                    </a:cubicBezTo>
                    <a:cubicBezTo>
                      <a:pt x="148" y="247"/>
                      <a:pt x="149" y="245"/>
                      <a:pt x="149" y="244"/>
                    </a:cubicBezTo>
                    <a:cubicBezTo>
                      <a:pt x="150" y="242"/>
                      <a:pt x="149" y="241"/>
                      <a:pt x="147" y="239"/>
                    </a:cubicBezTo>
                    <a:cubicBezTo>
                      <a:pt x="149" y="238"/>
                      <a:pt x="149" y="238"/>
                      <a:pt x="149" y="238"/>
                    </a:cubicBezTo>
                    <a:cubicBezTo>
                      <a:pt x="160" y="250"/>
                      <a:pt x="160" y="250"/>
                      <a:pt x="160" y="250"/>
                    </a:cubicBezTo>
                    <a:cubicBezTo>
                      <a:pt x="159" y="251"/>
                      <a:pt x="159" y="251"/>
                      <a:pt x="159" y="251"/>
                    </a:cubicBezTo>
                    <a:cubicBezTo>
                      <a:pt x="157" y="249"/>
                      <a:pt x="155" y="248"/>
                      <a:pt x="154" y="248"/>
                    </a:cubicBezTo>
                    <a:cubicBezTo>
                      <a:pt x="152" y="248"/>
                      <a:pt x="151" y="249"/>
                      <a:pt x="149" y="251"/>
                    </a:cubicBezTo>
                    <a:cubicBezTo>
                      <a:pt x="132" y="267"/>
                      <a:pt x="132" y="267"/>
                      <a:pt x="132" y="267"/>
                    </a:cubicBezTo>
                    <a:cubicBezTo>
                      <a:pt x="129" y="270"/>
                      <a:pt x="127" y="271"/>
                      <a:pt x="125" y="272"/>
                    </a:cubicBezTo>
                    <a:cubicBezTo>
                      <a:pt x="123" y="273"/>
                      <a:pt x="121" y="274"/>
                      <a:pt x="119" y="274"/>
                    </a:cubicBezTo>
                    <a:cubicBezTo>
                      <a:pt x="116" y="274"/>
                      <a:pt x="114" y="273"/>
                      <a:pt x="111" y="272"/>
                    </a:cubicBezTo>
                    <a:cubicBezTo>
                      <a:pt x="108" y="270"/>
                      <a:pt x="105" y="268"/>
                      <a:pt x="103" y="265"/>
                    </a:cubicBezTo>
                    <a:cubicBezTo>
                      <a:pt x="98" y="260"/>
                      <a:pt x="96" y="256"/>
                      <a:pt x="96" y="251"/>
                    </a:cubicBezTo>
                    <a:cubicBezTo>
                      <a:pt x="96" y="246"/>
                      <a:pt x="98" y="242"/>
                      <a:pt x="103" y="238"/>
                    </a:cubicBezTo>
                    <a:cubicBezTo>
                      <a:pt x="121" y="221"/>
                      <a:pt x="121" y="221"/>
                      <a:pt x="121" y="221"/>
                    </a:cubicBezTo>
                    <a:cubicBezTo>
                      <a:pt x="122" y="219"/>
                      <a:pt x="123" y="217"/>
                      <a:pt x="124" y="216"/>
                    </a:cubicBezTo>
                    <a:cubicBezTo>
                      <a:pt x="124" y="215"/>
                      <a:pt x="123" y="213"/>
                      <a:pt x="121" y="211"/>
                    </a:cubicBezTo>
                    <a:cubicBezTo>
                      <a:pt x="123" y="210"/>
                      <a:pt x="123" y="210"/>
                      <a:pt x="123" y="210"/>
                    </a:cubicBezTo>
                    <a:cubicBezTo>
                      <a:pt x="143" y="231"/>
                      <a:pt x="143" y="231"/>
                      <a:pt x="143" y="231"/>
                    </a:cubicBezTo>
                    <a:cubicBezTo>
                      <a:pt x="141" y="232"/>
                      <a:pt x="141" y="232"/>
                      <a:pt x="141" y="232"/>
                    </a:cubicBezTo>
                    <a:cubicBezTo>
                      <a:pt x="140" y="231"/>
                      <a:pt x="138" y="230"/>
                      <a:pt x="137" y="230"/>
                    </a:cubicBezTo>
                    <a:cubicBezTo>
                      <a:pt x="135" y="230"/>
                      <a:pt x="133" y="231"/>
                      <a:pt x="131" y="233"/>
                    </a:cubicBezTo>
                    <a:cubicBezTo>
                      <a:pt x="111" y="252"/>
                      <a:pt x="111" y="252"/>
                      <a:pt x="111" y="252"/>
                    </a:cubicBezTo>
                    <a:cubicBezTo>
                      <a:pt x="108" y="254"/>
                      <a:pt x="106" y="257"/>
                      <a:pt x="106" y="259"/>
                    </a:cubicBezTo>
                    <a:cubicBezTo>
                      <a:pt x="106" y="262"/>
                      <a:pt x="107" y="264"/>
                      <a:pt x="109" y="267"/>
                    </a:cubicBezTo>
                    <a:cubicBezTo>
                      <a:pt x="112" y="270"/>
                      <a:pt x="115" y="271"/>
                      <a:pt x="118" y="271"/>
                    </a:cubicBezTo>
                    <a:cubicBezTo>
                      <a:pt x="122" y="270"/>
                      <a:pt x="125" y="268"/>
                      <a:pt x="129" y="265"/>
                    </a:cubicBezTo>
                    <a:cubicBezTo>
                      <a:pt x="129" y="265"/>
                      <a:pt x="129" y="265"/>
                      <a:pt x="129" y="265"/>
                    </a:cubicBezTo>
                    <a:close/>
                    <a:moveTo>
                      <a:pt x="146" y="291"/>
                    </a:moveTo>
                    <a:cubicBezTo>
                      <a:pt x="153" y="287"/>
                      <a:pt x="153" y="287"/>
                      <a:pt x="153" y="287"/>
                    </a:cubicBezTo>
                    <a:cubicBezTo>
                      <a:pt x="164" y="295"/>
                      <a:pt x="164" y="295"/>
                      <a:pt x="164" y="295"/>
                    </a:cubicBezTo>
                    <a:cubicBezTo>
                      <a:pt x="161" y="304"/>
                      <a:pt x="161" y="304"/>
                      <a:pt x="161" y="304"/>
                    </a:cubicBezTo>
                    <a:cubicBezTo>
                      <a:pt x="161" y="305"/>
                      <a:pt x="161" y="305"/>
                      <a:pt x="160" y="305"/>
                    </a:cubicBezTo>
                    <a:cubicBezTo>
                      <a:pt x="160" y="306"/>
                      <a:pt x="160" y="306"/>
                      <a:pt x="160" y="306"/>
                    </a:cubicBezTo>
                    <a:cubicBezTo>
                      <a:pt x="159" y="307"/>
                      <a:pt x="158" y="308"/>
                      <a:pt x="158" y="308"/>
                    </a:cubicBezTo>
                    <a:cubicBezTo>
                      <a:pt x="157" y="307"/>
                      <a:pt x="155" y="307"/>
                      <a:pt x="153" y="305"/>
                    </a:cubicBezTo>
                    <a:cubicBezTo>
                      <a:pt x="152" y="307"/>
                      <a:pt x="152" y="307"/>
                      <a:pt x="152" y="307"/>
                    </a:cubicBezTo>
                    <a:cubicBezTo>
                      <a:pt x="174" y="322"/>
                      <a:pt x="174" y="322"/>
                      <a:pt x="174" y="322"/>
                    </a:cubicBezTo>
                    <a:cubicBezTo>
                      <a:pt x="175" y="321"/>
                      <a:pt x="175" y="321"/>
                      <a:pt x="175" y="321"/>
                    </a:cubicBezTo>
                    <a:cubicBezTo>
                      <a:pt x="174" y="320"/>
                      <a:pt x="174" y="320"/>
                      <a:pt x="173" y="319"/>
                    </a:cubicBezTo>
                    <a:cubicBezTo>
                      <a:pt x="173" y="318"/>
                      <a:pt x="173" y="316"/>
                      <a:pt x="174" y="315"/>
                    </a:cubicBezTo>
                    <a:cubicBezTo>
                      <a:pt x="186" y="268"/>
                      <a:pt x="186" y="268"/>
                      <a:pt x="186" y="268"/>
                    </a:cubicBezTo>
                    <a:cubicBezTo>
                      <a:pt x="181" y="264"/>
                      <a:pt x="181" y="264"/>
                      <a:pt x="181" y="264"/>
                    </a:cubicBezTo>
                    <a:cubicBezTo>
                      <a:pt x="141" y="290"/>
                      <a:pt x="141" y="290"/>
                      <a:pt x="141" y="290"/>
                    </a:cubicBezTo>
                    <a:cubicBezTo>
                      <a:pt x="139" y="291"/>
                      <a:pt x="138" y="291"/>
                      <a:pt x="137" y="292"/>
                    </a:cubicBezTo>
                    <a:cubicBezTo>
                      <a:pt x="135" y="292"/>
                      <a:pt x="134" y="291"/>
                      <a:pt x="133" y="291"/>
                    </a:cubicBezTo>
                    <a:cubicBezTo>
                      <a:pt x="132" y="292"/>
                      <a:pt x="132" y="292"/>
                      <a:pt x="132" y="292"/>
                    </a:cubicBezTo>
                    <a:cubicBezTo>
                      <a:pt x="145" y="301"/>
                      <a:pt x="145" y="301"/>
                      <a:pt x="145" y="301"/>
                    </a:cubicBezTo>
                    <a:cubicBezTo>
                      <a:pt x="146" y="300"/>
                      <a:pt x="146" y="300"/>
                      <a:pt x="146" y="300"/>
                    </a:cubicBezTo>
                    <a:cubicBezTo>
                      <a:pt x="145" y="299"/>
                      <a:pt x="145" y="299"/>
                      <a:pt x="145" y="299"/>
                    </a:cubicBezTo>
                    <a:cubicBezTo>
                      <a:pt x="144" y="298"/>
                      <a:pt x="143" y="297"/>
                      <a:pt x="143" y="296"/>
                    </a:cubicBezTo>
                    <a:cubicBezTo>
                      <a:pt x="142" y="295"/>
                      <a:pt x="143" y="294"/>
                      <a:pt x="143" y="293"/>
                    </a:cubicBezTo>
                    <a:cubicBezTo>
                      <a:pt x="144" y="293"/>
                      <a:pt x="144" y="293"/>
                      <a:pt x="144" y="292"/>
                    </a:cubicBezTo>
                    <a:cubicBezTo>
                      <a:pt x="145" y="292"/>
                      <a:pt x="145" y="292"/>
                      <a:pt x="146" y="291"/>
                    </a:cubicBezTo>
                    <a:cubicBezTo>
                      <a:pt x="146" y="291"/>
                      <a:pt x="146" y="291"/>
                      <a:pt x="146" y="291"/>
                    </a:cubicBezTo>
                    <a:close/>
                    <a:moveTo>
                      <a:pt x="156" y="285"/>
                    </a:moveTo>
                    <a:cubicBezTo>
                      <a:pt x="169" y="276"/>
                      <a:pt x="169" y="276"/>
                      <a:pt x="169" y="276"/>
                    </a:cubicBezTo>
                    <a:cubicBezTo>
                      <a:pt x="164" y="291"/>
                      <a:pt x="164" y="291"/>
                      <a:pt x="164" y="291"/>
                    </a:cubicBezTo>
                    <a:cubicBezTo>
                      <a:pt x="156" y="285"/>
                      <a:pt x="156" y="285"/>
                      <a:pt x="156" y="285"/>
                    </a:cubicBezTo>
                    <a:close/>
                    <a:moveTo>
                      <a:pt x="213" y="294"/>
                    </a:moveTo>
                    <a:cubicBezTo>
                      <a:pt x="214" y="292"/>
                      <a:pt x="214" y="290"/>
                      <a:pt x="214" y="288"/>
                    </a:cubicBezTo>
                    <a:cubicBezTo>
                      <a:pt x="213" y="287"/>
                      <a:pt x="212" y="286"/>
                      <a:pt x="210" y="285"/>
                    </a:cubicBezTo>
                    <a:cubicBezTo>
                      <a:pt x="211" y="283"/>
                      <a:pt x="211" y="283"/>
                      <a:pt x="211" y="283"/>
                    </a:cubicBezTo>
                    <a:cubicBezTo>
                      <a:pt x="230" y="292"/>
                      <a:pt x="230" y="292"/>
                      <a:pt x="230" y="292"/>
                    </a:cubicBezTo>
                    <a:cubicBezTo>
                      <a:pt x="239" y="329"/>
                      <a:pt x="239" y="329"/>
                      <a:pt x="239" y="329"/>
                    </a:cubicBezTo>
                    <a:cubicBezTo>
                      <a:pt x="248" y="311"/>
                      <a:pt x="248" y="311"/>
                      <a:pt x="248" y="311"/>
                    </a:cubicBezTo>
                    <a:cubicBezTo>
                      <a:pt x="249" y="308"/>
                      <a:pt x="250" y="306"/>
                      <a:pt x="249" y="305"/>
                    </a:cubicBezTo>
                    <a:cubicBezTo>
                      <a:pt x="249" y="304"/>
                      <a:pt x="248" y="302"/>
                      <a:pt x="245" y="301"/>
                    </a:cubicBezTo>
                    <a:cubicBezTo>
                      <a:pt x="246" y="299"/>
                      <a:pt x="246" y="299"/>
                      <a:pt x="246" y="299"/>
                    </a:cubicBezTo>
                    <a:cubicBezTo>
                      <a:pt x="261" y="306"/>
                      <a:pt x="261" y="306"/>
                      <a:pt x="261" y="306"/>
                    </a:cubicBezTo>
                    <a:cubicBezTo>
                      <a:pt x="260" y="308"/>
                      <a:pt x="260" y="308"/>
                      <a:pt x="260" y="308"/>
                    </a:cubicBezTo>
                    <a:cubicBezTo>
                      <a:pt x="258" y="307"/>
                      <a:pt x="256" y="307"/>
                      <a:pt x="255" y="308"/>
                    </a:cubicBezTo>
                    <a:cubicBezTo>
                      <a:pt x="254" y="308"/>
                      <a:pt x="252" y="310"/>
                      <a:pt x="251" y="312"/>
                    </a:cubicBezTo>
                    <a:cubicBezTo>
                      <a:pt x="234" y="350"/>
                      <a:pt x="234" y="350"/>
                      <a:pt x="234" y="350"/>
                    </a:cubicBezTo>
                    <a:cubicBezTo>
                      <a:pt x="228" y="348"/>
                      <a:pt x="228" y="348"/>
                      <a:pt x="228" y="348"/>
                    </a:cubicBezTo>
                    <a:cubicBezTo>
                      <a:pt x="215" y="297"/>
                      <a:pt x="215" y="297"/>
                      <a:pt x="215" y="297"/>
                    </a:cubicBezTo>
                    <a:cubicBezTo>
                      <a:pt x="202" y="325"/>
                      <a:pt x="202" y="325"/>
                      <a:pt x="202" y="325"/>
                    </a:cubicBezTo>
                    <a:cubicBezTo>
                      <a:pt x="201" y="328"/>
                      <a:pt x="200" y="330"/>
                      <a:pt x="201" y="331"/>
                    </a:cubicBezTo>
                    <a:cubicBezTo>
                      <a:pt x="201" y="332"/>
                      <a:pt x="203" y="334"/>
                      <a:pt x="205" y="335"/>
                    </a:cubicBezTo>
                    <a:cubicBezTo>
                      <a:pt x="204" y="337"/>
                      <a:pt x="204" y="337"/>
                      <a:pt x="204" y="337"/>
                    </a:cubicBezTo>
                    <a:cubicBezTo>
                      <a:pt x="189" y="329"/>
                      <a:pt x="189" y="329"/>
                      <a:pt x="189" y="329"/>
                    </a:cubicBezTo>
                    <a:cubicBezTo>
                      <a:pt x="190" y="328"/>
                      <a:pt x="190" y="328"/>
                      <a:pt x="190" y="328"/>
                    </a:cubicBezTo>
                    <a:cubicBezTo>
                      <a:pt x="192" y="329"/>
                      <a:pt x="194" y="329"/>
                      <a:pt x="195" y="328"/>
                    </a:cubicBezTo>
                    <a:cubicBezTo>
                      <a:pt x="196" y="328"/>
                      <a:pt x="198" y="326"/>
                      <a:pt x="199" y="324"/>
                    </a:cubicBezTo>
                    <a:cubicBezTo>
                      <a:pt x="213" y="294"/>
                      <a:pt x="213" y="294"/>
                      <a:pt x="213" y="294"/>
                    </a:cubicBezTo>
                    <a:close/>
                    <a:moveTo>
                      <a:pt x="340" y="352"/>
                    </a:moveTo>
                    <a:cubicBezTo>
                      <a:pt x="342" y="329"/>
                      <a:pt x="342" y="329"/>
                      <a:pt x="342" y="329"/>
                    </a:cubicBezTo>
                    <a:cubicBezTo>
                      <a:pt x="342" y="326"/>
                      <a:pt x="342" y="324"/>
                      <a:pt x="341" y="323"/>
                    </a:cubicBezTo>
                    <a:cubicBezTo>
                      <a:pt x="340" y="322"/>
                      <a:pt x="339" y="321"/>
                      <a:pt x="336" y="321"/>
                    </a:cubicBezTo>
                    <a:cubicBezTo>
                      <a:pt x="337" y="319"/>
                      <a:pt x="337" y="319"/>
                      <a:pt x="337" y="319"/>
                    </a:cubicBezTo>
                    <a:cubicBezTo>
                      <a:pt x="353" y="320"/>
                      <a:pt x="353" y="320"/>
                      <a:pt x="353" y="320"/>
                    </a:cubicBezTo>
                    <a:cubicBezTo>
                      <a:pt x="353" y="322"/>
                      <a:pt x="353" y="322"/>
                      <a:pt x="353" y="322"/>
                    </a:cubicBezTo>
                    <a:cubicBezTo>
                      <a:pt x="351" y="322"/>
                      <a:pt x="349" y="323"/>
                      <a:pt x="348" y="324"/>
                    </a:cubicBezTo>
                    <a:cubicBezTo>
                      <a:pt x="347" y="325"/>
                      <a:pt x="346" y="327"/>
                      <a:pt x="346" y="329"/>
                    </a:cubicBezTo>
                    <a:cubicBezTo>
                      <a:pt x="344" y="352"/>
                      <a:pt x="344" y="352"/>
                      <a:pt x="344" y="352"/>
                    </a:cubicBezTo>
                    <a:cubicBezTo>
                      <a:pt x="343" y="356"/>
                      <a:pt x="343" y="359"/>
                      <a:pt x="342" y="361"/>
                    </a:cubicBezTo>
                    <a:cubicBezTo>
                      <a:pt x="341" y="363"/>
                      <a:pt x="340" y="364"/>
                      <a:pt x="339" y="366"/>
                    </a:cubicBezTo>
                    <a:cubicBezTo>
                      <a:pt x="337" y="368"/>
                      <a:pt x="334" y="369"/>
                      <a:pt x="331" y="370"/>
                    </a:cubicBezTo>
                    <a:cubicBezTo>
                      <a:pt x="328" y="371"/>
                      <a:pt x="325" y="371"/>
                      <a:pt x="321" y="371"/>
                    </a:cubicBezTo>
                    <a:cubicBezTo>
                      <a:pt x="314" y="370"/>
                      <a:pt x="309" y="368"/>
                      <a:pt x="306" y="365"/>
                    </a:cubicBezTo>
                    <a:cubicBezTo>
                      <a:pt x="303" y="361"/>
                      <a:pt x="302" y="356"/>
                      <a:pt x="302" y="350"/>
                    </a:cubicBezTo>
                    <a:cubicBezTo>
                      <a:pt x="304" y="326"/>
                      <a:pt x="304" y="326"/>
                      <a:pt x="304" y="326"/>
                    </a:cubicBezTo>
                    <a:cubicBezTo>
                      <a:pt x="305" y="323"/>
                      <a:pt x="304" y="321"/>
                      <a:pt x="303" y="320"/>
                    </a:cubicBezTo>
                    <a:cubicBezTo>
                      <a:pt x="303" y="319"/>
                      <a:pt x="301" y="318"/>
                      <a:pt x="299" y="318"/>
                    </a:cubicBezTo>
                    <a:cubicBezTo>
                      <a:pt x="299" y="316"/>
                      <a:pt x="299" y="316"/>
                      <a:pt x="299" y="316"/>
                    </a:cubicBezTo>
                    <a:cubicBezTo>
                      <a:pt x="328" y="318"/>
                      <a:pt x="328" y="318"/>
                      <a:pt x="328" y="318"/>
                    </a:cubicBezTo>
                    <a:cubicBezTo>
                      <a:pt x="328" y="320"/>
                      <a:pt x="328" y="320"/>
                      <a:pt x="328" y="320"/>
                    </a:cubicBezTo>
                    <a:cubicBezTo>
                      <a:pt x="325" y="320"/>
                      <a:pt x="323" y="321"/>
                      <a:pt x="322" y="322"/>
                    </a:cubicBezTo>
                    <a:cubicBezTo>
                      <a:pt x="321" y="323"/>
                      <a:pt x="321" y="324"/>
                      <a:pt x="320" y="327"/>
                    </a:cubicBezTo>
                    <a:cubicBezTo>
                      <a:pt x="318" y="355"/>
                      <a:pt x="318" y="355"/>
                      <a:pt x="318" y="355"/>
                    </a:cubicBezTo>
                    <a:cubicBezTo>
                      <a:pt x="318" y="359"/>
                      <a:pt x="318" y="362"/>
                      <a:pt x="320" y="364"/>
                    </a:cubicBezTo>
                    <a:cubicBezTo>
                      <a:pt x="321" y="366"/>
                      <a:pt x="323" y="367"/>
                      <a:pt x="327" y="367"/>
                    </a:cubicBezTo>
                    <a:cubicBezTo>
                      <a:pt x="331" y="367"/>
                      <a:pt x="334" y="366"/>
                      <a:pt x="336" y="364"/>
                    </a:cubicBezTo>
                    <a:cubicBezTo>
                      <a:pt x="338" y="361"/>
                      <a:pt x="340" y="358"/>
                      <a:pt x="340" y="352"/>
                    </a:cubicBezTo>
                    <a:cubicBezTo>
                      <a:pt x="340" y="352"/>
                      <a:pt x="340" y="352"/>
                      <a:pt x="340" y="352"/>
                    </a:cubicBezTo>
                    <a:close/>
                    <a:moveTo>
                      <a:pt x="368" y="329"/>
                    </a:moveTo>
                    <a:cubicBezTo>
                      <a:pt x="368" y="327"/>
                      <a:pt x="367" y="325"/>
                      <a:pt x="366" y="324"/>
                    </a:cubicBezTo>
                    <a:cubicBezTo>
                      <a:pt x="365" y="323"/>
                      <a:pt x="363" y="323"/>
                      <a:pt x="361" y="323"/>
                    </a:cubicBezTo>
                    <a:cubicBezTo>
                      <a:pt x="360" y="321"/>
                      <a:pt x="360" y="321"/>
                      <a:pt x="360" y="321"/>
                    </a:cubicBezTo>
                    <a:cubicBezTo>
                      <a:pt x="382" y="318"/>
                      <a:pt x="382" y="318"/>
                      <a:pt x="382" y="318"/>
                    </a:cubicBezTo>
                    <a:cubicBezTo>
                      <a:pt x="410" y="344"/>
                      <a:pt x="410" y="344"/>
                      <a:pt x="410" y="344"/>
                    </a:cubicBezTo>
                    <a:cubicBezTo>
                      <a:pt x="407" y="324"/>
                      <a:pt x="407" y="324"/>
                      <a:pt x="407" y="324"/>
                    </a:cubicBezTo>
                    <a:cubicBezTo>
                      <a:pt x="407" y="321"/>
                      <a:pt x="406" y="320"/>
                      <a:pt x="405" y="319"/>
                    </a:cubicBezTo>
                    <a:cubicBezTo>
                      <a:pt x="404" y="318"/>
                      <a:pt x="402" y="317"/>
                      <a:pt x="400" y="317"/>
                    </a:cubicBezTo>
                    <a:cubicBezTo>
                      <a:pt x="399" y="316"/>
                      <a:pt x="399" y="316"/>
                      <a:pt x="399" y="316"/>
                    </a:cubicBezTo>
                    <a:cubicBezTo>
                      <a:pt x="416" y="313"/>
                      <a:pt x="416" y="313"/>
                      <a:pt x="416" y="313"/>
                    </a:cubicBezTo>
                    <a:cubicBezTo>
                      <a:pt x="416" y="315"/>
                      <a:pt x="416" y="315"/>
                      <a:pt x="416" y="315"/>
                    </a:cubicBezTo>
                    <a:cubicBezTo>
                      <a:pt x="414" y="316"/>
                      <a:pt x="412" y="316"/>
                      <a:pt x="411" y="318"/>
                    </a:cubicBezTo>
                    <a:cubicBezTo>
                      <a:pt x="410" y="319"/>
                      <a:pt x="410" y="321"/>
                      <a:pt x="411" y="323"/>
                    </a:cubicBezTo>
                    <a:cubicBezTo>
                      <a:pt x="416" y="365"/>
                      <a:pt x="416" y="365"/>
                      <a:pt x="416" y="365"/>
                    </a:cubicBezTo>
                    <a:cubicBezTo>
                      <a:pt x="411" y="366"/>
                      <a:pt x="411" y="366"/>
                      <a:pt x="411" y="366"/>
                    </a:cubicBezTo>
                    <a:cubicBezTo>
                      <a:pt x="372" y="330"/>
                      <a:pt x="372" y="330"/>
                      <a:pt x="372" y="330"/>
                    </a:cubicBezTo>
                    <a:cubicBezTo>
                      <a:pt x="376" y="361"/>
                      <a:pt x="376" y="361"/>
                      <a:pt x="376" y="361"/>
                    </a:cubicBezTo>
                    <a:cubicBezTo>
                      <a:pt x="377" y="364"/>
                      <a:pt x="377" y="366"/>
                      <a:pt x="379" y="367"/>
                    </a:cubicBezTo>
                    <a:cubicBezTo>
                      <a:pt x="380" y="368"/>
                      <a:pt x="381" y="368"/>
                      <a:pt x="384" y="368"/>
                    </a:cubicBezTo>
                    <a:cubicBezTo>
                      <a:pt x="384" y="370"/>
                      <a:pt x="384" y="370"/>
                      <a:pt x="384" y="370"/>
                    </a:cubicBezTo>
                    <a:cubicBezTo>
                      <a:pt x="368" y="372"/>
                      <a:pt x="368" y="372"/>
                      <a:pt x="368" y="372"/>
                    </a:cubicBezTo>
                    <a:cubicBezTo>
                      <a:pt x="367" y="370"/>
                      <a:pt x="367" y="370"/>
                      <a:pt x="367" y="370"/>
                    </a:cubicBezTo>
                    <a:cubicBezTo>
                      <a:pt x="370" y="370"/>
                      <a:pt x="371" y="369"/>
                      <a:pt x="372" y="368"/>
                    </a:cubicBezTo>
                    <a:cubicBezTo>
                      <a:pt x="373" y="366"/>
                      <a:pt x="373" y="364"/>
                      <a:pt x="373" y="362"/>
                    </a:cubicBezTo>
                    <a:cubicBezTo>
                      <a:pt x="368" y="329"/>
                      <a:pt x="368" y="329"/>
                      <a:pt x="368" y="329"/>
                    </a:cubicBezTo>
                    <a:close/>
                    <a:moveTo>
                      <a:pt x="461" y="345"/>
                    </a:moveTo>
                    <a:cubicBezTo>
                      <a:pt x="462" y="348"/>
                      <a:pt x="463" y="349"/>
                      <a:pt x="464" y="350"/>
                    </a:cubicBezTo>
                    <a:cubicBezTo>
                      <a:pt x="465" y="351"/>
                      <a:pt x="467" y="351"/>
                      <a:pt x="469" y="351"/>
                    </a:cubicBezTo>
                    <a:cubicBezTo>
                      <a:pt x="470" y="352"/>
                      <a:pt x="470" y="352"/>
                      <a:pt x="470" y="352"/>
                    </a:cubicBezTo>
                    <a:cubicBezTo>
                      <a:pt x="442" y="360"/>
                      <a:pt x="442" y="360"/>
                      <a:pt x="442" y="360"/>
                    </a:cubicBezTo>
                    <a:cubicBezTo>
                      <a:pt x="441" y="359"/>
                      <a:pt x="441" y="359"/>
                      <a:pt x="441" y="359"/>
                    </a:cubicBezTo>
                    <a:cubicBezTo>
                      <a:pt x="444" y="358"/>
                      <a:pt x="445" y="357"/>
                      <a:pt x="446" y="355"/>
                    </a:cubicBezTo>
                    <a:cubicBezTo>
                      <a:pt x="446" y="354"/>
                      <a:pt x="446" y="352"/>
                      <a:pt x="446" y="350"/>
                    </a:cubicBezTo>
                    <a:cubicBezTo>
                      <a:pt x="436" y="318"/>
                      <a:pt x="436" y="318"/>
                      <a:pt x="436" y="318"/>
                    </a:cubicBezTo>
                    <a:cubicBezTo>
                      <a:pt x="436" y="316"/>
                      <a:pt x="435" y="314"/>
                      <a:pt x="433" y="313"/>
                    </a:cubicBezTo>
                    <a:cubicBezTo>
                      <a:pt x="432" y="312"/>
                      <a:pt x="430" y="312"/>
                      <a:pt x="428" y="313"/>
                    </a:cubicBezTo>
                    <a:cubicBezTo>
                      <a:pt x="428" y="311"/>
                      <a:pt x="428" y="311"/>
                      <a:pt x="428" y="311"/>
                    </a:cubicBezTo>
                    <a:cubicBezTo>
                      <a:pt x="456" y="303"/>
                      <a:pt x="456" y="303"/>
                      <a:pt x="456" y="303"/>
                    </a:cubicBezTo>
                    <a:cubicBezTo>
                      <a:pt x="456" y="305"/>
                      <a:pt x="456" y="305"/>
                      <a:pt x="456" y="305"/>
                    </a:cubicBezTo>
                    <a:cubicBezTo>
                      <a:pt x="454" y="306"/>
                      <a:pt x="452" y="307"/>
                      <a:pt x="452" y="308"/>
                    </a:cubicBezTo>
                    <a:cubicBezTo>
                      <a:pt x="451" y="309"/>
                      <a:pt x="451" y="311"/>
                      <a:pt x="452" y="314"/>
                    </a:cubicBezTo>
                    <a:cubicBezTo>
                      <a:pt x="461" y="345"/>
                      <a:pt x="461" y="345"/>
                      <a:pt x="461" y="345"/>
                    </a:cubicBezTo>
                    <a:close/>
                    <a:moveTo>
                      <a:pt x="508" y="337"/>
                    </a:moveTo>
                    <a:cubicBezTo>
                      <a:pt x="511" y="336"/>
                      <a:pt x="511" y="336"/>
                      <a:pt x="511" y="336"/>
                    </a:cubicBezTo>
                    <a:cubicBezTo>
                      <a:pt x="507" y="287"/>
                      <a:pt x="507" y="287"/>
                      <a:pt x="507" y="287"/>
                    </a:cubicBezTo>
                    <a:cubicBezTo>
                      <a:pt x="507" y="285"/>
                      <a:pt x="507" y="284"/>
                      <a:pt x="507" y="282"/>
                    </a:cubicBezTo>
                    <a:cubicBezTo>
                      <a:pt x="508" y="281"/>
                      <a:pt x="509" y="280"/>
                      <a:pt x="510" y="279"/>
                    </a:cubicBezTo>
                    <a:cubicBezTo>
                      <a:pt x="509" y="277"/>
                      <a:pt x="509" y="277"/>
                      <a:pt x="509" y="277"/>
                    </a:cubicBezTo>
                    <a:cubicBezTo>
                      <a:pt x="495" y="285"/>
                      <a:pt x="495" y="285"/>
                      <a:pt x="495" y="285"/>
                    </a:cubicBezTo>
                    <a:cubicBezTo>
                      <a:pt x="496" y="286"/>
                      <a:pt x="496" y="286"/>
                      <a:pt x="496" y="286"/>
                    </a:cubicBezTo>
                    <a:cubicBezTo>
                      <a:pt x="498" y="286"/>
                      <a:pt x="499" y="285"/>
                      <a:pt x="500" y="285"/>
                    </a:cubicBezTo>
                    <a:cubicBezTo>
                      <a:pt x="501" y="285"/>
                      <a:pt x="502" y="286"/>
                      <a:pt x="503" y="287"/>
                    </a:cubicBezTo>
                    <a:cubicBezTo>
                      <a:pt x="503" y="287"/>
                      <a:pt x="503" y="287"/>
                      <a:pt x="503" y="288"/>
                    </a:cubicBezTo>
                    <a:cubicBezTo>
                      <a:pt x="503" y="288"/>
                      <a:pt x="503" y="289"/>
                      <a:pt x="503" y="290"/>
                    </a:cubicBezTo>
                    <a:cubicBezTo>
                      <a:pt x="506" y="316"/>
                      <a:pt x="506" y="316"/>
                      <a:pt x="506" y="316"/>
                    </a:cubicBezTo>
                    <a:cubicBezTo>
                      <a:pt x="485" y="298"/>
                      <a:pt x="485" y="298"/>
                      <a:pt x="485" y="298"/>
                    </a:cubicBezTo>
                    <a:cubicBezTo>
                      <a:pt x="484" y="297"/>
                      <a:pt x="484" y="297"/>
                      <a:pt x="484" y="297"/>
                    </a:cubicBezTo>
                    <a:cubicBezTo>
                      <a:pt x="484" y="297"/>
                      <a:pt x="484" y="296"/>
                      <a:pt x="483" y="296"/>
                    </a:cubicBezTo>
                    <a:cubicBezTo>
                      <a:pt x="483" y="295"/>
                      <a:pt x="483" y="295"/>
                      <a:pt x="483" y="294"/>
                    </a:cubicBezTo>
                    <a:cubicBezTo>
                      <a:pt x="484" y="293"/>
                      <a:pt x="485" y="292"/>
                      <a:pt x="486" y="292"/>
                    </a:cubicBezTo>
                    <a:cubicBezTo>
                      <a:pt x="486" y="291"/>
                      <a:pt x="486" y="291"/>
                      <a:pt x="486" y="291"/>
                    </a:cubicBezTo>
                    <a:cubicBezTo>
                      <a:pt x="486" y="290"/>
                      <a:pt x="486" y="290"/>
                      <a:pt x="486" y="290"/>
                    </a:cubicBezTo>
                    <a:cubicBezTo>
                      <a:pt x="462" y="302"/>
                      <a:pt x="462" y="302"/>
                      <a:pt x="462" y="302"/>
                    </a:cubicBezTo>
                    <a:cubicBezTo>
                      <a:pt x="463" y="304"/>
                      <a:pt x="463" y="304"/>
                      <a:pt x="463" y="304"/>
                    </a:cubicBezTo>
                    <a:cubicBezTo>
                      <a:pt x="464" y="303"/>
                      <a:pt x="465" y="303"/>
                      <a:pt x="467" y="303"/>
                    </a:cubicBezTo>
                    <a:cubicBezTo>
                      <a:pt x="468" y="304"/>
                      <a:pt x="469" y="305"/>
                      <a:pt x="471" y="306"/>
                    </a:cubicBezTo>
                    <a:cubicBezTo>
                      <a:pt x="508" y="337"/>
                      <a:pt x="508" y="337"/>
                      <a:pt x="508" y="337"/>
                    </a:cubicBezTo>
                    <a:close/>
                    <a:moveTo>
                      <a:pt x="547" y="316"/>
                    </a:moveTo>
                    <a:cubicBezTo>
                      <a:pt x="546" y="315"/>
                      <a:pt x="546" y="315"/>
                      <a:pt x="546" y="315"/>
                    </a:cubicBezTo>
                    <a:cubicBezTo>
                      <a:pt x="548" y="313"/>
                      <a:pt x="549" y="311"/>
                      <a:pt x="549" y="310"/>
                    </a:cubicBezTo>
                    <a:cubicBezTo>
                      <a:pt x="549" y="308"/>
                      <a:pt x="548" y="307"/>
                      <a:pt x="547" y="305"/>
                    </a:cubicBezTo>
                    <a:cubicBezTo>
                      <a:pt x="526" y="279"/>
                      <a:pt x="526" y="279"/>
                      <a:pt x="526" y="279"/>
                    </a:cubicBezTo>
                    <a:cubicBezTo>
                      <a:pt x="524" y="277"/>
                      <a:pt x="523" y="276"/>
                      <a:pt x="521" y="276"/>
                    </a:cubicBezTo>
                    <a:cubicBezTo>
                      <a:pt x="520" y="275"/>
                      <a:pt x="518" y="276"/>
                      <a:pt x="516" y="277"/>
                    </a:cubicBezTo>
                    <a:cubicBezTo>
                      <a:pt x="515" y="276"/>
                      <a:pt x="515" y="276"/>
                      <a:pt x="515" y="276"/>
                    </a:cubicBezTo>
                    <a:cubicBezTo>
                      <a:pt x="550" y="248"/>
                      <a:pt x="550" y="248"/>
                      <a:pt x="550" y="248"/>
                    </a:cubicBezTo>
                    <a:cubicBezTo>
                      <a:pt x="559" y="258"/>
                      <a:pt x="559" y="258"/>
                      <a:pt x="559" y="258"/>
                    </a:cubicBezTo>
                    <a:cubicBezTo>
                      <a:pt x="558" y="260"/>
                      <a:pt x="558" y="260"/>
                      <a:pt x="558" y="260"/>
                    </a:cubicBezTo>
                    <a:cubicBezTo>
                      <a:pt x="555" y="257"/>
                      <a:pt x="552" y="256"/>
                      <a:pt x="549" y="256"/>
                    </a:cubicBezTo>
                    <a:cubicBezTo>
                      <a:pt x="547" y="255"/>
                      <a:pt x="544" y="257"/>
                      <a:pt x="540" y="260"/>
                    </a:cubicBezTo>
                    <a:cubicBezTo>
                      <a:pt x="535" y="264"/>
                      <a:pt x="535" y="264"/>
                      <a:pt x="535" y="264"/>
                    </a:cubicBezTo>
                    <a:cubicBezTo>
                      <a:pt x="547" y="280"/>
                      <a:pt x="547" y="280"/>
                      <a:pt x="547" y="280"/>
                    </a:cubicBezTo>
                    <a:cubicBezTo>
                      <a:pt x="548" y="279"/>
                      <a:pt x="548" y="279"/>
                      <a:pt x="548" y="279"/>
                    </a:cubicBezTo>
                    <a:cubicBezTo>
                      <a:pt x="550" y="278"/>
                      <a:pt x="551" y="276"/>
                      <a:pt x="551" y="274"/>
                    </a:cubicBezTo>
                    <a:cubicBezTo>
                      <a:pt x="551" y="271"/>
                      <a:pt x="550" y="269"/>
                      <a:pt x="548" y="266"/>
                    </a:cubicBezTo>
                    <a:cubicBezTo>
                      <a:pt x="550" y="264"/>
                      <a:pt x="550" y="264"/>
                      <a:pt x="550" y="264"/>
                    </a:cubicBezTo>
                    <a:cubicBezTo>
                      <a:pt x="565" y="284"/>
                      <a:pt x="565" y="284"/>
                      <a:pt x="565" y="284"/>
                    </a:cubicBezTo>
                    <a:cubicBezTo>
                      <a:pt x="564" y="285"/>
                      <a:pt x="564" y="285"/>
                      <a:pt x="564" y="285"/>
                    </a:cubicBezTo>
                    <a:cubicBezTo>
                      <a:pt x="561" y="282"/>
                      <a:pt x="559" y="280"/>
                      <a:pt x="557" y="280"/>
                    </a:cubicBezTo>
                    <a:cubicBezTo>
                      <a:pt x="554" y="280"/>
                      <a:pt x="552" y="280"/>
                      <a:pt x="550" y="282"/>
                    </a:cubicBezTo>
                    <a:cubicBezTo>
                      <a:pt x="550" y="283"/>
                      <a:pt x="550" y="283"/>
                      <a:pt x="550" y="283"/>
                    </a:cubicBezTo>
                    <a:cubicBezTo>
                      <a:pt x="560" y="295"/>
                      <a:pt x="560" y="295"/>
                      <a:pt x="560" y="295"/>
                    </a:cubicBezTo>
                    <a:cubicBezTo>
                      <a:pt x="561" y="297"/>
                      <a:pt x="562" y="298"/>
                      <a:pt x="563" y="298"/>
                    </a:cubicBezTo>
                    <a:cubicBezTo>
                      <a:pt x="564" y="298"/>
                      <a:pt x="566" y="297"/>
                      <a:pt x="568" y="295"/>
                    </a:cubicBezTo>
                    <a:cubicBezTo>
                      <a:pt x="572" y="292"/>
                      <a:pt x="574" y="289"/>
                      <a:pt x="575" y="286"/>
                    </a:cubicBezTo>
                    <a:cubicBezTo>
                      <a:pt x="576" y="282"/>
                      <a:pt x="575" y="279"/>
                      <a:pt x="573" y="274"/>
                    </a:cubicBezTo>
                    <a:cubicBezTo>
                      <a:pt x="575" y="273"/>
                      <a:pt x="575" y="273"/>
                      <a:pt x="575" y="273"/>
                    </a:cubicBezTo>
                    <a:cubicBezTo>
                      <a:pt x="583" y="287"/>
                      <a:pt x="583" y="287"/>
                      <a:pt x="583" y="287"/>
                    </a:cubicBezTo>
                    <a:cubicBezTo>
                      <a:pt x="547" y="316"/>
                      <a:pt x="547" y="316"/>
                      <a:pt x="547" y="316"/>
                    </a:cubicBezTo>
                    <a:close/>
                    <a:moveTo>
                      <a:pt x="595" y="239"/>
                    </a:moveTo>
                    <a:cubicBezTo>
                      <a:pt x="596" y="238"/>
                      <a:pt x="596" y="238"/>
                      <a:pt x="596" y="238"/>
                    </a:cubicBezTo>
                    <a:cubicBezTo>
                      <a:pt x="598" y="236"/>
                      <a:pt x="599" y="233"/>
                      <a:pt x="599" y="231"/>
                    </a:cubicBezTo>
                    <a:cubicBezTo>
                      <a:pt x="598" y="229"/>
                      <a:pt x="597" y="226"/>
                      <a:pt x="594" y="224"/>
                    </a:cubicBezTo>
                    <a:cubicBezTo>
                      <a:pt x="591" y="221"/>
                      <a:pt x="588" y="220"/>
                      <a:pt x="586" y="220"/>
                    </a:cubicBezTo>
                    <a:cubicBezTo>
                      <a:pt x="583" y="220"/>
                      <a:pt x="581" y="222"/>
                      <a:pt x="579" y="225"/>
                    </a:cubicBezTo>
                    <a:cubicBezTo>
                      <a:pt x="595" y="239"/>
                      <a:pt x="595" y="239"/>
                      <a:pt x="595" y="239"/>
                    </a:cubicBezTo>
                    <a:close/>
                    <a:moveTo>
                      <a:pt x="609" y="250"/>
                    </a:moveTo>
                    <a:cubicBezTo>
                      <a:pt x="598" y="241"/>
                      <a:pt x="598" y="241"/>
                      <a:pt x="598" y="241"/>
                    </a:cubicBezTo>
                    <a:cubicBezTo>
                      <a:pt x="599" y="240"/>
                      <a:pt x="599" y="240"/>
                      <a:pt x="599" y="240"/>
                    </a:cubicBezTo>
                    <a:cubicBezTo>
                      <a:pt x="625" y="245"/>
                      <a:pt x="625" y="245"/>
                      <a:pt x="625" y="245"/>
                    </a:cubicBezTo>
                    <a:cubicBezTo>
                      <a:pt x="637" y="230"/>
                      <a:pt x="637" y="230"/>
                      <a:pt x="637" y="230"/>
                    </a:cubicBezTo>
                    <a:cubicBezTo>
                      <a:pt x="636" y="229"/>
                      <a:pt x="636" y="229"/>
                      <a:pt x="636" y="229"/>
                    </a:cubicBezTo>
                    <a:cubicBezTo>
                      <a:pt x="635" y="230"/>
                      <a:pt x="634" y="231"/>
                      <a:pt x="633" y="231"/>
                    </a:cubicBezTo>
                    <a:cubicBezTo>
                      <a:pt x="632" y="231"/>
                      <a:pt x="630" y="231"/>
                      <a:pt x="628" y="231"/>
                    </a:cubicBezTo>
                    <a:cubicBezTo>
                      <a:pt x="608" y="227"/>
                      <a:pt x="608" y="227"/>
                      <a:pt x="608" y="227"/>
                    </a:cubicBezTo>
                    <a:cubicBezTo>
                      <a:pt x="609" y="224"/>
                      <a:pt x="609" y="221"/>
                      <a:pt x="609" y="218"/>
                    </a:cubicBezTo>
                    <a:cubicBezTo>
                      <a:pt x="608" y="215"/>
                      <a:pt x="607" y="213"/>
                      <a:pt x="604" y="211"/>
                    </a:cubicBezTo>
                    <a:cubicBezTo>
                      <a:pt x="601" y="208"/>
                      <a:pt x="597" y="207"/>
                      <a:pt x="593" y="209"/>
                    </a:cubicBezTo>
                    <a:cubicBezTo>
                      <a:pt x="589" y="210"/>
                      <a:pt x="585" y="213"/>
                      <a:pt x="580" y="218"/>
                    </a:cubicBezTo>
                    <a:cubicBezTo>
                      <a:pt x="562" y="240"/>
                      <a:pt x="562" y="240"/>
                      <a:pt x="562" y="240"/>
                    </a:cubicBezTo>
                    <a:cubicBezTo>
                      <a:pt x="563" y="241"/>
                      <a:pt x="563" y="241"/>
                      <a:pt x="563" y="241"/>
                    </a:cubicBezTo>
                    <a:cubicBezTo>
                      <a:pt x="565" y="240"/>
                      <a:pt x="567" y="239"/>
                      <a:pt x="568" y="239"/>
                    </a:cubicBezTo>
                    <a:cubicBezTo>
                      <a:pt x="569" y="239"/>
                      <a:pt x="571" y="239"/>
                      <a:pt x="573" y="241"/>
                    </a:cubicBezTo>
                    <a:cubicBezTo>
                      <a:pt x="598" y="262"/>
                      <a:pt x="598" y="262"/>
                      <a:pt x="598" y="262"/>
                    </a:cubicBezTo>
                    <a:cubicBezTo>
                      <a:pt x="600" y="264"/>
                      <a:pt x="602" y="266"/>
                      <a:pt x="602" y="267"/>
                    </a:cubicBezTo>
                    <a:cubicBezTo>
                      <a:pt x="602" y="269"/>
                      <a:pt x="601" y="270"/>
                      <a:pt x="600" y="272"/>
                    </a:cubicBezTo>
                    <a:cubicBezTo>
                      <a:pt x="601" y="273"/>
                      <a:pt x="601" y="273"/>
                      <a:pt x="601" y="273"/>
                    </a:cubicBezTo>
                    <a:cubicBezTo>
                      <a:pt x="620" y="251"/>
                      <a:pt x="620" y="251"/>
                      <a:pt x="620" y="251"/>
                    </a:cubicBezTo>
                    <a:cubicBezTo>
                      <a:pt x="619" y="249"/>
                      <a:pt x="619" y="249"/>
                      <a:pt x="619" y="249"/>
                    </a:cubicBezTo>
                    <a:cubicBezTo>
                      <a:pt x="617" y="251"/>
                      <a:pt x="616" y="252"/>
                      <a:pt x="614" y="252"/>
                    </a:cubicBezTo>
                    <a:cubicBezTo>
                      <a:pt x="613" y="253"/>
                      <a:pt x="611" y="252"/>
                      <a:pt x="609" y="250"/>
                    </a:cubicBezTo>
                    <a:cubicBezTo>
                      <a:pt x="609" y="250"/>
                      <a:pt x="609" y="250"/>
                      <a:pt x="609" y="250"/>
                    </a:cubicBezTo>
                    <a:close/>
                    <a:moveTo>
                      <a:pt x="651" y="215"/>
                    </a:moveTo>
                    <a:cubicBezTo>
                      <a:pt x="634" y="206"/>
                      <a:pt x="634" y="206"/>
                      <a:pt x="634" y="206"/>
                    </a:cubicBezTo>
                    <a:cubicBezTo>
                      <a:pt x="635" y="204"/>
                      <a:pt x="635" y="204"/>
                      <a:pt x="635" y="204"/>
                    </a:cubicBezTo>
                    <a:cubicBezTo>
                      <a:pt x="639" y="206"/>
                      <a:pt x="643" y="206"/>
                      <a:pt x="648" y="205"/>
                    </a:cubicBezTo>
                    <a:cubicBezTo>
                      <a:pt x="652" y="203"/>
                      <a:pt x="655" y="200"/>
                      <a:pt x="657" y="196"/>
                    </a:cubicBezTo>
                    <a:cubicBezTo>
                      <a:pt x="659" y="194"/>
                      <a:pt x="659" y="191"/>
                      <a:pt x="659" y="189"/>
                    </a:cubicBezTo>
                    <a:cubicBezTo>
                      <a:pt x="659" y="187"/>
                      <a:pt x="658" y="185"/>
                      <a:pt x="656" y="184"/>
                    </a:cubicBezTo>
                    <a:cubicBezTo>
                      <a:pt x="653" y="183"/>
                      <a:pt x="648" y="185"/>
                      <a:pt x="641" y="190"/>
                    </a:cubicBezTo>
                    <a:cubicBezTo>
                      <a:pt x="640" y="190"/>
                      <a:pt x="640" y="190"/>
                      <a:pt x="640" y="190"/>
                    </a:cubicBezTo>
                    <a:cubicBezTo>
                      <a:pt x="640" y="191"/>
                      <a:pt x="639" y="191"/>
                      <a:pt x="638" y="192"/>
                    </a:cubicBezTo>
                    <a:cubicBezTo>
                      <a:pt x="633" y="196"/>
                      <a:pt x="629" y="198"/>
                      <a:pt x="626" y="198"/>
                    </a:cubicBezTo>
                    <a:cubicBezTo>
                      <a:pt x="625" y="199"/>
                      <a:pt x="623" y="199"/>
                      <a:pt x="622" y="198"/>
                    </a:cubicBezTo>
                    <a:cubicBezTo>
                      <a:pt x="620" y="198"/>
                      <a:pt x="619" y="198"/>
                      <a:pt x="618" y="197"/>
                    </a:cubicBezTo>
                    <a:cubicBezTo>
                      <a:pt x="614" y="195"/>
                      <a:pt x="611" y="191"/>
                      <a:pt x="610" y="186"/>
                    </a:cubicBezTo>
                    <a:cubicBezTo>
                      <a:pt x="609" y="182"/>
                      <a:pt x="610" y="177"/>
                      <a:pt x="613" y="172"/>
                    </a:cubicBezTo>
                    <a:cubicBezTo>
                      <a:pt x="614" y="169"/>
                      <a:pt x="616" y="167"/>
                      <a:pt x="619" y="165"/>
                    </a:cubicBezTo>
                    <a:cubicBezTo>
                      <a:pt x="622" y="162"/>
                      <a:pt x="623" y="161"/>
                      <a:pt x="623" y="161"/>
                    </a:cubicBezTo>
                    <a:cubicBezTo>
                      <a:pt x="624" y="160"/>
                      <a:pt x="624" y="159"/>
                      <a:pt x="623" y="159"/>
                    </a:cubicBezTo>
                    <a:cubicBezTo>
                      <a:pt x="623" y="158"/>
                      <a:pt x="622" y="158"/>
                      <a:pt x="621" y="157"/>
                    </a:cubicBezTo>
                    <a:cubicBezTo>
                      <a:pt x="622" y="155"/>
                      <a:pt x="622" y="155"/>
                      <a:pt x="622" y="155"/>
                    </a:cubicBezTo>
                    <a:cubicBezTo>
                      <a:pt x="637" y="163"/>
                      <a:pt x="637" y="163"/>
                      <a:pt x="637" y="163"/>
                    </a:cubicBezTo>
                    <a:cubicBezTo>
                      <a:pt x="636" y="165"/>
                      <a:pt x="636" y="165"/>
                      <a:pt x="636" y="165"/>
                    </a:cubicBezTo>
                    <a:cubicBezTo>
                      <a:pt x="632" y="163"/>
                      <a:pt x="628" y="163"/>
                      <a:pt x="625" y="165"/>
                    </a:cubicBezTo>
                    <a:cubicBezTo>
                      <a:pt x="621" y="166"/>
                      <a:pt x="618" y="169"/>
                      <a:pt x="616" y="173"/>
                    </a:cubicBezTo>
                    <a:cubicBezTo>
                      <a:pt x="615" y="175"/>
                      <a:pt x="615" y="177"/>
                      <a:pt x="615" y="179"/>
                    </a:cubicBezTo>
                    <a:cubicBezTo>
                      <a:pt x="615" y="181"/>
                      <a:pt x="616" y="182"/>
                      <a:pt x="618" y="183"/>
                    </a:cubicBezTo>
                    <a:cubicBezTo>
                      <a:pt x="620" y="184"/>
                      <a:pt x="624" y="183"/>
                      <a:pt x="630" y="179"/>
                    </a:cubicBezTo>
                    <a:cubicBezTo>
                      <a:pt x="630" y="178"/>
                      <a:pt x="630" y="178"/>
                      <a:pt x="630" y="178"/>
                    </a:cubicBezTo>
                    <a:cubicBezTo>
                      <a:pt x="634" y="175"/>
                      <a:pt x="637" y="173"/>
                      <a:pt x="639" y="172"/>
                    </a:cubicBezTo>
                    <a:cubicBezTo>
                      <a:pt x="641" y="170"/>
                      <a:pt x="643" y="170"/>
                      <a:pt x="644" y="169"/>
                    </a:cubicBezTo>
                    <a:cubicBezTo>
                      <a:pt x="646" y="169"/>
                      <a:pt x="648" y="169"/>
                      <a:pt x="650" y="169"/>
                    </a:cubicBezTo>
                    <a:cubicBezTo>
                      <a:pt x="652" y="169"/>
                      <a:pt x="654" y="170"/>
                      <a:pt x="656" y="171"/>
                    </a:cubicBezTo>
                    <a:cubicBezTo>
                      <a:pt x="660" y="173"/>
                      <a:pt x="663" y="177"/>
                      <a:pt x="664" y="182"/>
                    </a:cubicBezTo>
                    <a:cubicBezTo>
                      <a:pt x="665" y="186"/>
                      <a:pt x="664" y="191"/>
                      <a:pt x="661" y="197"/>
                    </a:cubicBezTo>
                    <a:cubicBezTo>
                      <a:pt x="659" y="199"/>
                      <a:pt x="657" y="202"/>
                      <a:pt x="654" y="205"/>
                    </a:cubicBezTo>
                    <a:cubicBezTo>
                      <a:pt x="652" y="207"/>
                      <a:pt x="650" y="209"/>
                      <a:pt x="650" y="209"/>
                    </a:cubicBezTo>
                    <a:cubicBezTo>
                      <a:pt x="650" y="210"/>
                      <a:pt x="650" y="211"/>
                      <a:pt x="650" y="211"/>
                    </a:cubicBezTo>
                    <a:cubicBezTo>
                      <a:pt x="650" y="212"/>
                      <a:pt x="651" y="213"/>
                      <a:pt x="652" y="213"/>
                    </a:cubicBezTo>
                    <a:cubicBezTo>
                      <a:pt x="651" y="215"/>
                      <a:pt x="651" y="215"/>
                      <a:pt x="651" y="215"/>
                    </a:cubicBezTo>
                    <a:close/>
                    <a:moveTo>
                      <a:pt x="678" y="136"/>
                    </a:moveTo>
                    <a:cubicBezTo>
                      <a:pt x="647" y="124"/>
                      <a:pt x="647" y="124"/>
                      <a:pt x="647" y="124"/>
                    </a:cubicBezTo>
                    <a:cubicBezTo>
                      <a:pt x="644" y="123"/>
                      <a:pt x="643" y="122"/>
                      <a:pt x="642" y="121"/>
                    </a:cubicBezTo>
                    <a:cubicBezTo>
                      <a:pt x="642" y="120"/>
                      <a:pt x="642" y="118"/>
                      <a:pt x="642" y="116"/>
                    </a:cubicBezTo>
                    <a:cubicBezTo>
                      <a:pt x="641" y="115"/>
                      <a:pt x="641" y="115"/>
                      <a:pt x="641" y="115"/>
                    </a:cubicBezTo>
                    <a:cubicBezTo>
                      <a:pt x="630" y="142"/>
                      <a:pt x="630" y="142"/>
                      <a:pt x="630" y="142"/>
                    </a:cubicBezTo>
                    <a:cubicBezTo>
                      <a:pt x="632" y="143"/>
                      <a:pt x="632" y="143"/>
                      <a:pt x="632" y="143"/>
                    </a:cubicBezTo>
                    <a:cubicBezTo>
                      <a:pt x="633" y="141"/>
                      <a:pt x="634" y="139"/>
                      <a:pt x="635" y="139"/>
                    </a:cubicBezTo>
                    <a:cubicBezTo>
                      <a:pt x="637" y="138"/>
                      <a:pt x="639" y="138"/>
                      <a:pt x="641" y="139"/>
                    </a:cubicBezTo>
                    <a:cubicBezTo>
                      <a:pt x="672" y="151"/>
                      <a:pt x="672" y="151"/>
                      <a:pt x="672" y="151"/>
                    </a:cubicBezTo>
                    <a:cubicBezTo>
                      <a:pt x="674" y="152"/>
                      <a:pt x="676" y="153"/>
                      <a:pt x="677" y="154"/>
                    </a:cubicBezTo>
                    <a:cubicBezTo>
                      <a:pt x="677" y="156"/>
                      <a:pt x="677" y="158"/>
                      <a:pt x="676" y="160"/>
                    </a:cubicBezTo>
                    <a:cubicBezTo>
                      <a:pt x="678" y="161"/>
                      <a:pt x="678" y="161"/>
                      <a:pt x="678" y="161"/>
                    </a:cubicBezTo>
                    <a:cubicBezTo>
                      <a:pt x="689" y="133"/>
                      <a:pt x="689" y="133"/>
                      <a:pt x="689" y="133"/>
                    </a:cubicBezTo>
                    <a:cubicBezTo>
                      <a:pt x="687" y="133"/>
                      <a:pt x="687" y="133"/>
                      <a:pt x="687" y="133"/>
                    </a:cubicBezTo>
                    <a:cubicBezTo>
                      <a:pt x="686" y="135"/>
                      <a:pt x="685" y="136"/>
                      <a:pt x="683" y="137"/>
                    </a:cubicBezTo>
                    <a:cubicBezTo>
                      <a:pt x="682" y="137"/>
                      <a:pt x="680" y="137"/>
                      <a:pt x="678" y="136"/>
                    </a:cubicBezTo>
                    <a:cubicBezTo>
                      <a:pt x="678" y="136"/>
                      <a:pt x="678" y="136"/>
                      <a:pt x="678" y="136"/>
                    </a:cubicBezTo>
                    <a:close/>
                    <a:moveTo>
                      <a:pt x="656" y="57"/>
                    </a:moveTo>
                    <a:cubicBezTo>
                      <a:pt x="669" y="60"/>
                      <a:pt x="669" y="60"/>
                      <a:pt x="669" y="60"/>
                    </a:cubicBezTo>
                    <a:cubicBezTo>
                      <a:pt x="668" y="62"/>
                      <a:pt x="668" y="62"/>
                      <a:pt x="668" y="62"/>
                    </a:cubicBezTo>
                    <a:cubicBezTo>
                      <a:pt x="665" y="62"/>
                      <a:pt x="662" y="62"/>
                      <a:pt x="660" y="63"/>
                    </a:cubicBezTo>
                    <a:cubicBezTo>
                      <a:pt x="658" y="64"/>
                      <a:pt x="657" y="67"/>
                      <a:pt x="656" y="70"/>
                    </a:cubicBezTo>
                    <a:cubicBezTo>
                      <a:pt x="655" y="73"/>
                      <a:pt x="655" y="73"/>
                      <a:pt x="655" y="73"/>
                    </a:cubicBezTo>
                    <a:cubicBezTo>
                      <a:pt x="693" y="82"/>
                      <a:pt x="693" y="82"/>
                      <a:pt x="693" y="82"/>
                    </a:cubicBezTo>
                    <a:cubicBezTo>
                      <a:pt x="696" y="83"/>
                      <a:pt x="698" y="83"/>
                      <a:pt x="699" y="82"/>
                    </a:cubicBezTo>
                    <a:cubicBezTo>
                      <a:pt x="700" y="81"/>
                      <a:pt x="701" y="80"/>
                      <a:pt x="702" y="77"/>
                    </a:cubicBezTo>
                    <a:cubicBezTo>
                      <a:pt x="704" y="78"/>
                      <a:pt x="704" y="78"/>
                      <a:pt x="704" y="78"/>
                    </a:cubicBezTo>
                    <a:cubicBezTo>
                      <a:pt x="697" y="106"/>
                      <a:pt x="697" y="106"/>
                      <a:pt x="697" y="106"/>
                    </a:cubicBezTo>
                    <a:cubicBezTo>
                      <a:pt x="695" y="106"/>
                      <a:pt x="695" y="106"/>
                      <a:pt x="695" y="106"/>
                    </a:cubicBezTo>
                    <a:cubicBezTo>
                      <a:pt x="696" y="103"/>
                      <a:pt x="696" y="102"/>
                      <a:pt x="695" y="100"/>
                    </a:cubicBezTo>
                    <a:cubicBezTo>
                      <a:pt x="694" y="99"/>
                      <a:pt x="692" y="98"/>
                      <a:pt x="690" y="98"/>
                    </a:cubicBezTo>
                    <a:cubicBezTo>
                      <a:pt x="652" y="89"/>
                      <a:pt x="652" y="89"/>
                      <a:pt x="652" y="89"/>
                    </a:cubicBezTo>
                    <a:cubicBezTo>
                      <a:pt x="651" y="92"/>
                      <a:pt x="651" y="92"/>
                      <a:pt x="651" y="92"/>
                    </a:cubicBezTo>
                    <a:cubicBezTo>
                      <a:pt x="650" y="96"/>
                      <a:pt x="651" y="98"/>
                      <a:pt x="652" y="100"/>
                    </a:cubicBezTo>
                    <a:cubicBezTo>
                      <a:pt x="653" y="102"/>
                      <a:pt x="655" y="104"/>
                      <a:pt x="658" y="105"/>
                    </a:cubicBezTo>
                    <a:cubicBezTo>
                      <a:pt x="658" y="107"/>
                      <a:pt x="658" y="107"/>
                      <a:pt x="658" y="107"/>
                    </a:cubicBezTo>
                    <a:cubicBezTo>
                      <a:pt x="645" y="104"/>
                      <a:pt x="645" y="104"/>
                      <a:pt x="645" y="104"/>
                    </a:cubicBezTo>
                    <a:cubicBezTo>
                      <a:pt x="656" y="57"/>
                      <a:pt x="656" y="57"/>
                      <a:pt x="656" y="57"/>
                    </a:cubicBezTo>
                    <a:close/>
                    <a:moveTo>
                      <a:pt x="684" y="17"/>
                    </a:moveTo>
                    <a:cubicBezTo>
                      <a:pt x="699" y="18"/>
                      <a:pt x="699" y="18"/>
                      <a:pt x="699" y="18"/>
                    </a:cubicBezTo>
                    <a:cubicBezTo>
                      <a:pt x="701" y="18"/>
                      <a:pt x="703" y="17"/>
                      <a:pt x="704" y="16"/>
                    </a:cubicBezTo>
                    <a:cubicBezTo>
                      <a:pt x="705" y="15"/>
                      <a:pt x="706" y="13"/>
                      <a:pt x="706" y="11"/>
                    </a:cubicBezTo>
                    <a:cubicBezTo>
                      <a:pt x="708" y="11"/>
                      <a:pt x="708" y="11"/>
                      <a:pt x="708" y="11"/>
                    </a:cubicBezTo>
                    <a:cubicBezTo>
                      <a:pt x="708" y="40"/>
                      <a:pt x="708" y="40"/>
                      <a:pt x="708" y="40"/>
                    </a:cubicBezTo>
                    <a:cubicBezTo>
                      <a:pt x="706" y="40"/>
                      <a:pt x="706" y="40"/>
                      <a:pt x="706" y="40"/>
                    </a:cubicBezTo>
                    <a:cubicBezTo>
                      <a:pt x="706" y="38"/>
                      <a:pt x="705" y="36"/>
                      <a:pt x="704" y="35"/>
                    </a:cubicBezTo>
                    <a:cubicBezTo>
                      <a:pt x="703" y="34"/>
                      <a:pt x="701" y="34"/>
                      <a:pt x="698" y="34"/>
                    </a:cubicBezTo>
                    <a:cubicBezTo>
                      <a:pt x="687" y="33"/>
                      <a:pt x="687" y="33"/>
                      <a:pt x="687" y="33"/>
                    </a:cubicBezTo>
                    <a:cubicBezTo>
                      <a:pt x="663" y="46"/>
                      <a:pt x="663" y="46"/>
                      <a:pt x="663" y="46"/>
                    </a:cubicBezTo>
                    <a:cubicBezTo>
                      <a:pt x="661" y="47"/>
                      <a:pt x="660" y="48"/>
                      <a:pt x="659" y="49"/>
                    </a:cubicBezTo>
                    <a:cubicBezTo>
                      <a:pt x="658" y="50"/>
                      <a:pt x="658" y="51"/>
                      <a:pt x="658" y="53"/>
                    </a:cubicBezTo>
                    <a:cubicBezTo>
                      <a:pt x="656" y="53"/>
                      <a:pt x="656" y="53"/>
                      <a:pt x="656" y="53"/>
                    </a:cubicBezTo>
                    <a:cubicBezTo>
                      <a:pt x="656" y="26"/>
                      <a:pt x="656" y="26"/>
                      <a:pt x="656" y="26"/>
                    </a:cubicBezTo>
                    <a:cubicBezTo>
                      <a:pt x="658" y="26"/>
                      <a:pt x="658" y="26"/>
                      <a:pt x="658" y="26"/>
                    </a:cubicBezTo>
                    <a:cubicBezTo>
                      <a:pt x="658" y="27"/>
                      <a:pt x="658" y="28"/>
                      <a:pt x="659" y="29"/>
                    </a:cubicBezTo>
                    <a:cubicBezTo>
                      <a:pt x="659" y="29"/>
                      <a:pt x="660" y="30"/>
                      <a:pt x="660" y="30"/>
                    </a:cubicBezTo>
                    <a:cubicBezTo>
                      <a:pt x="661" y="30"/>
                      <a:pt x="661" y="30"/>
                      <a:pt x="661" y="30"/>
                    </a:cubicBezTo>
                    <a:cubicBezTo>
                      <a:pt x="662" y="29"/>
                      <a:pt x="662" y="29"/>
                      <a:pt x="662" y="29"/>
                    </a:cubicBezTo>
                    <a:cubicBezTo>
                      <a:pt x="681" y="20"/>
                      <a:pt x="681" y="20"/>
                      <a:pt x="681" y="20"/>
                    </a:cubicBezTo>
                    <a:cubicBezTo>
                      <a:pt x="664" y="10"/>
                      <a:pt x="664" y="10"/>
                      <a:pt x="664" y="10"/>
                    </a:cubicBezTo>
                    <a:cubicBezTo>
                      <a:pt x="663" y="10"/>
                      <a:pt x="663" y="10"/>
                      <a:pt x="663" y="10"/>
                    </a:cubicBezTo>
                    <a:cubicBezTo>
                      <a:pt x="662" y="9"/>
                      <a:pt x="662" y="9"/>
                      <a:pt x="661" y="9"/>
                    </a:cubicBezTo>
                    <a:cubicBezTo>
                      <a:pt x="660" y="9"/>
                      <a:pt x="660" y="10"/>
                      <a:pt x="659" y="11"/>
                    </a:cubicBezTo>
                    <a:cubicBezTo>
                      <a:pt x="659" y="11"/>
                      <a:pt x="659" y="13"/>
                      <a:pt x="659" y="14"/>
                    </a:cubicBezTo>
                    <a:cubicBezTo>
                      <a:pt x="659" y="15"/>
                      <a:pt x="659" y="15"/>
                      <a:pt x="659" y="15"/>
                    </a:cubicBezTo>
                    <a:cubicBezTo>
                      <a:pt x="657" y="15"/>
                      <a:pt x="657" y="15"/>
                      <a:pt x="657" y="15"/>
                    </a:cubicBezTo>
                    <a:cubicBezTo>
                      <a:pt x="657" y="0"/>
                      <a:pt x="657" y="0"/>
                      <a:pt x="657" y="0"/>
                    </a:cubicBezTo>
                    <a:cubicBezTo>
                      <a:pt x="659" y="0"/>
                      <a:pt x="659" y="0"/>
                      <a:pt x="659" y="0"/>
                    </a:cubicBezTo>
                    <a:cubicBezTo>
                      <a:pt x="659" y="1"/>
                      <a:pt x="659" y="1"/>
                      <a:pt x="659" y="1"/>
                    </a:cubicBezTo>
                    <a:cubicBezTo>
                      <a:pt x="659" y="1"/>
                      <a:pt x="659" y="2"/>
                      <a:pt x="660" y="3"/>
                    </a:cubicBezTo>
                    <a:cubicBezTo>
                      <a:pt x="660" y="4"/>
                      <a:pt x="661" y="5"/>
                      <a:pt x="663" y="6"/>
                    </a:cubicBezTo>
                    <a:lnTo>
                      <a:pt x="684" y="17"/>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solidFill>
                    <a:srgbClr val="000000"/>
                  </a:solidFill>
                </a:endParaRPr>
              </a:p>
            </p:txBody>
          </p:sp>
          <p:sp>
            <p:nvSpPr>
              <p:cNvPr id="26" name="îṩḻîḓè"/>
              <p:cNvSpPr/>
              <p:nvPr/>
            </p:nvSpPr>
            <p:spPr bwMode="auto">
              <a:xfrm>
                <a:off x="2840038" y="4119563"/>
                <a:ext cx="493713" cy="128588"/>
              </a:xfrm>
              <a:custGeom>
                <a:avLst/>
                <a:gdLst>
                  <a:gd name="T0" fmla="*/ 0 w 150"/>
                  <a:gd name="T1" fmla="*/ 36 h 39"/>
                  <a:gd name="T2" fmla="*/ 9 w 150"/>
                  <a:gd name="T3" fmla="*/ 33 h 39"/>
                  <a:gd name="T4" fmla="*/ 8 w 150"/>
                  <a:gd name="T5" fmla="*/ 7 h 39"/>
                  <a:gd name="T6" fmla="*/ 3 w 150"/>
                  <a:gd name="T7" fmla="*/ 7 h 39"/>
                  <a:gd name="T8" fmla="*/ 1 w 150"/>
                  <a:gd name="T9" fmla="*/ 5 h 39"/>
                  <a:gd name="T10" fmla="*/ 17 w 150"/>
                  <a:gd name="T11" fmla="*/ 0 h 39"/>
                  <a:gd name="T12" fmla="*/ 19 w 150"/>
                  <a:gd name="T13" fmla="*/ 33 h 39"/>
                  <a:gd name="T14" fmla="*/ 28 w 150"/>
                  <a:gd name="T15" fmla="*/ 36 h 39"/>
                  <a:gd name="T16" fmla="*/ 21 w 150"/>
                  <a:gd name="T17" fmla="*/ 38 h 39"/>
                  <a:gd name="T18" fmla="*/ 6 w 150"/>
                  <a:gd name="T19" fmla="*/ 38 h 39"/>
                  <a:gd name="T20" fmla="*/ 0 w 150"/>
                  <a:gd name="T21" fmla="*/ 38 h 39"/>
                  <a:gd name="T22" fmla="*/ 46 w 150"/>
                  <a:gd name="T23" fmla="*/ 24 h 39"/>
                  <a:gd name="T24" fmla="*/ 48 w 150"/>
                  <a:gd name="T25" fmla="*/ 34 h 39"/>
                  <a:gd name="T26" fmla="*/ 61 w 150"/>
                  <a:gd name="T27" fmla="*/ 34 h 39"/>
                  <a:gd name="T28" fmla="*/ 60 w 150"/>
                  <a:gd name="T29" fmla="*/ 25 h 39"/>
                  <a:gd name="T30" fmla="*/ 51 w 150"/>
                  <a:gd name="T31" fmla="*/ 21 h 39"/>
                  <a:gd name="T32" fmla="*/ 60 w 150"/>
                  <a:gd name="T33" fmla="*/ 12 h 39"/>
                  <a:gd name="T34" fmla="*/ 59 w 150"/>
                  <a:gd name="T35" fmla="*/ 4 h 39"/>
                  <a:gd name="T36" fmla="*/ 48 w 150"/>
                  <a:gd name="T37" fmla="*/ 4 h 39"/>
                  <a:gd name="T38" fmla="*/ 49 w 150"/>
                  <a:gd name="T39" fmla="*/ 11 h 39"/>
                  <a:gd name="T40" fmla="*/ 56 w 150"/>
                  <a:gd name="T41" fmla="*/ 15 h 39"/>
                  <a:gd name="T42" fmla="*/ 41 w 150"/>
                  <a:gd name="T43" fmla="*/ 15 h 39"/>
                  <a:gd name="T44" fmla="*/ 43 w 150"/>
                  <a:gd name="T45" fmla="*/ 3 h 39"/>
                  <a:gd name="T46" fmla="*/ 65 w 150"/>
                  <a:gd name="T47" fmla="*/ 3 h 39"/>
                  <a:gd name="T48" fmla="*/ 67 w 150"/>
                  <a:gd name="T49" fmla="*/ 13 h 39"/>
                  <a:gd name="T50" fmla="*/ 68 w 150"/>
                  <a:gd name="T51" fmla="*/ 21 h 39"/>
                  <a:gd name="T52" fmla="*/ 66 w 150"/>
                  <a:gd name="T53" fmla="*/ 36 h 39"/>
                  <a:gd name="T54" fmla="*/ 41 w 150"/>
                  <a:gd name="T55" fmla="*/ 36 h 39"/>
                  <a:gd name="T56" fmla="*/ 39 w 150"/>
                  <a:gd name="T57" fmla="*/ 23 h 39"/>
                  <a:gd name="T58" fmla="*/ 47 w 150"/>
                  <a:gd name="T59" fmla="*/ 19 h 39"/>
                  <a:gd name="T60" fmla="*/ 80 w 150"/>
                  <a:gd name="T61" fmla="*/ 33 h 39"/>
                  <a:gd name="T62" fmla="*/ 87 w 150"/>
                  <a:gd name="T63" fmla="*/ 36 h 39"/>
                  <a:gd name="T64" fmla="*/ 100 w 150"/>
                  <a:gd name="T65" fmla="*/ 20 h 39"/>
                  <a:gd name="T66" fmla="*/ 95 w 150"/>
                  <a:gd name="T67" fmla="*/ 25 h 39"/>
                  <a:gd name="T68" fmla="*/ 79 w 150"/>
                  <a:gd name="T69" fmla="*/ 23 h 39"/>
                  <a:gd name="T70" fmla="*/ 81 w 150"/>
                  <a:gd name="T71" fmla="*/ 4 h 39"/>
                  <a:gd name="T72" fmla="*/ 105 w 150"/>
                  <a:gd name="T73" fmla="*/ 5 h 39"/>
                  <a:gd name="T74" fmla="*/ 108 w 150"/>
                  <a:gd name="T75" fmla="*/ 26 h 39"/>
                  <a:gd name="T76" fmla="*/ 96 w 150"/>
                  <a:gd name="T77" fmla="*/ 38 h 39"/>
                  <a:gd name="T78" fmla="*/ 81 w 150"/>
                  <a:gd name="T79" fmla="*/ 38 h 39"/>
                  <a:gd name="T80" fmla="*/ 77 w 150"/>
                  <a:gd name="T81" fmla="*/ 36 h 39"/>
                  <a:gd name="T82" fmla="*/ 98 w 150"/>
                  <a:gd name="T83" fmla="*/ 19 h 39"/>
                  <a:gd name="T84" fmla="*/ 98 w 150"/>
                  <a:gd name="T85" fmla="*/ 6 h 39"/>
                  <a:gd name="T86" fmla="*/ 87 w 150"/>
                  <a:gd name="T87" fmla="*/ 6 h 39"/>
                  <a:gd name="T88" fmla="*/ 88 w 150"/>
                  <a:gd name="T89" fmla="*/ 19 h 39"/>
                  <a:gd name="T90" fmla="*/ 93 w 150"/>
                  <a:gd name="T91" fmla="*/ 21 h 39"/>
                  <a:gd name="T92" fmla="*/ 128 w 150"/>
                  <a:gd name="T93" fmla="*/ 20 h 39"/>
                  <a:gd name="T94" fmla="*/ 129 w 150"/>
                  <a:gd name="T95" fmla="*/ 33 h 39"/>
                  <a:gd name="T96" fmla="*/ 139 w 150"/>
                  <a:gd name="T97" fmla="*/ 34 h 39"/>
                  <a:gd name="T98" fmla="*/ 139 w 150"/>
                  <a:gd name="T99" fmla="*/ 21 h 39"/>
                  <a:gd name="T100" fmla="*/ 133 w 150"/>
                  <a:gd name="T101" fmla="*/ 18 h 39"/>
                  <a:gd name="T102" fmla="*/ 146 w 150"/>
                  <a:gd name="T103" fmla="*/ 6 h 39"/>
                  <a:gd name="T104" fmla="*/ 139 w 150"/>
                  <a:gd name="T105" fmla="*/ 4 h 39"/>
                  <a:gd name="T106" fmla="*/ 126 w 150"/>
                  <a:gd name="T107" fmla="*/ 19 h 39"/>
                  <a:gd name="T108" fmla="*/ 131 w 150"/>
                  <a:gd name="T109" fmla="*/ 15 h 39"/>
                  <a:gd name="T110" fmla="*/ 147 w 150"/>
                  <a:gd name="T111" fmla="*/ 16 h 39"/>
                  <a:gd name="T112" fmla="*/ 146 w 150"/>
                  <a:gd name="T113" fmla="*/ 35 h 39"/>
                  <a:gd name="T114" fmla="*/ 121 w 150"/>
                  <a:gd name="T115" fmla="*/ 35 h 39"/>
                  <a:gd name="T116" fmla="*/ 118 w 150"/>
                  <a:gd name="T117" fmla="*/ 13 h 39"/>
                  <a:gd name="T118" fmla="*/ 130 w 150"/>
                  <a:gd name="T119" fmla="*/ 2 h 39"/>
                  <a:gd name="T120" fmla="*/ 145 w 150"/>
                  <a:gd name="T121" fmla="*/ 1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50" h="39">
                    <a:moveTo>
                      <a:pt x="0" y="38"/>
                    </a:moveTo>
                    <a:cubicBezTo>
                      <a:pt x="0" y="36"/>
                      <a:pt x="0" y="36"/>
                      <a:pt x="0" y="36"/>
                    </a:cubicBezTo>
                    <a:cubicBezTo>
                      <a:pt x="4" y="36"/>
                      <a:pt x="6" y="36"/>
                      <a:pt x="8" y="35"/>
                    </a:cubicBezTo>
                    <a:cubicBezTo>
                      <a:pt x="9" y="35"/>
                      <a:pt x="9" y="34"/>
                      <a:pt x="9" y="33"/>
                    </a:cubicBezTo>
                    <a:cubicBezTo>
                      <a:pt x="9" y="10"/>
                      <a:pt x="9" y="10"/>
                      <a:pt x="9" y="10"/>
                    </a:cubicBezTo>
                    <a:cubicBezTo>
                      <a:pt x="9" y="9"/>
                      <a:pt x="9" y="8"/>
                      <a:pt x="8" y="7"/>
                    </a:cubicBezTo>
                    <a:cubicBezTo>
                      <a:pt x="8" y="7"/>
                      <a:pt x="7" y="7"/>
                      <a:pt x="5" y="7"/>
                    </a:cubicBezTo>
                    <a:cubicBezTo>
                      <a:pt x="5" y="7"/>
                      <a:pt x="4" y="7"/>
                      <a:pt x="3" y="7"/>
                    </a:cubicBezTo>
                    <a:cubicBezTo>
                      <a:pt x="2" y="7"/>
                      <a:pt x="2" y="7"/>
                      <a:pt x="1" y="7"/>
                    </a:cubicBezTo>
                    <a:cubicBezTo>
                      <a:pt x="1" y="5"/>
                      <a:pt x="1" y="5"/>
                      <a:pt x="1" y="5"/>
                    </a:cubicBezTo>
                    <a:cubicBezTo>
                      <a:pt x="4" y="4"/>
                      <a:pt x="7" y="4"/>
                      <a:pt x="9" y="3"/>
                    </a:cubicBezTo>
                    <a:cubicBezTo>
                      <a:pt x="12" y="3"/>
                      <a:pt x="14" y="2"/>
                      <a:pt x="17" y="0"/>
                    </a:cubicBezTo>
                    <a:cubicBezTo>
                      <a:pt x="19" y="0"/>
                      <a:pt x="19" y="0"/>
                      <a:pt x="19" y="0"/>
                    </a:cubicBezTo>
                    <a:cubicBezTo>
                      <a:pt x="19" y="33"/>
                      <a:pt x="19" y="33"/>
                      <a:pt x="19" y="33"/>
                    </a:cubicBezTo>
                    <a:cubicBezTo>
                      <a:pt x="19" y="34"/>
                      <a:pt x="20" y="35"/>
                      <a:pt x="21" y="35"/>
                    </a:cubicBezTo>
                    <a:cubicBezTo>
                      <a:pt x="22" y="36"/>
                      <a:pt x="24" y="36"/>
                      <a:pt x="28" y="36"/>
                    </a:cubicBezTo>
                    <a:cubicBezTo>
                      <a:pt x="28" y="38"/>
                      <a:pt x="28" y="38"/>
                      <a:pt x="28" y="38"/>
                    </a:cubicBezTo>
                    <a:cubicBezTo>
                      <a:pt x="26" y="38"/>
                      <a:pt x="23" y="38"/>
                      <a:pt x="21" y="38"/>
                    </a:cubicBezTo>
                    <a:cubicBezTo>
                      <a:pt x="19" y="38"/>
                      <a:pt x="16" y="38"/>
                      <a:pt x="14" y="38"/>
                    </a:cubicBezTo>
                    <a:cubicBezTo>
                      <a:pt x="11" y="38"/>
                      <a:pt x="8" y="38"/>
                      <a:pt x="6" y="38"/>
                    </a:cubicBezTo>
                    <a:cubicBezTo>
                      <a:pt x="4" y="38"/>
                      <a:pt x="2" y="38"/>
                      <a:pt x="0" y="38"/>
                    </a:cubicBezTo>
                    <a:cubicBezTo>
                      <a:pt x="0" y="38"/>
                      <a:pt x="0" y="38"/>
                      <a:pt x="0" y="38"/>
                    </a:cubicBezTo>
                    <a:close/>
                    <a:moveTo>
                      <a:pt x="51" y="21"/>
                    </a:moveTo>
                    <a:cubicBezTo>
                      <a:pt x="49" y="22"/>
                      <a:pt x="48" y="23"/>
                      <a:pt x="46" y="24"/>
                    </a:cubicBezTo>
                    <a:cubicBezTo>
                      <a:pt x="45" y="26"/>
                      <a:pt x="45" y="27"/>
                      <a:pt x="45" y="28"/>
                    </a:cubicBezTo>
                    <a:cubicBezTo>
                      <a:pt x="45" y="31"/>
                      <a:pt x="46" y="32"/>
                      <a:pt x="48" y="34"/>
                    </a:cubicBezTo>
                    <a:cubicBezTo>
                      <a:pt x="50" y="35"/>
                      <a:pt x="52" y="36"/>
                      <a:pt x="55" y="36"/>
                    </a:cubicBezTo>
                    <a:cubicBezTo>
                      <a:pt x="57" y="36"/>
                      <a:pt x="59" y="36"/>
                      <a:pt x="61" y="34"/>
                    </a:cubicBezTo>
                    <a:cubicBezTo>
                      <a:pt x="62" y="33"/>
                      <a:pt x="63" y="32"/>
                      <a:pt x="63" y="30"/>
                    </a:cubicBezTo>
                    <a:cubicBezTo>
                      <a:pt x="63" y="28"/>
                      <a:pt x="62" y="27"/>
                      <a:pt x="60" y="25"/>
                    </a:cubicBezTo>
                    <a:cubicBezTo>
                      <a:pt x="58" y="24"/>
                      <a:pt x="55" y="23"/>
                      <a:pt x="51" y="21"/>
                    </a:cubicBezTo>
                    <a:cubicBezTo>
                      <a:pt x="51" y="21"/>
                      <a:pt x="51" y="21"/>
                      <a:pt x="51" y="21"/>
                    </a:cubicBezTo>
                    <a:close/>
                    <a:moveTo>
                      <a:pt x="56" y="15"/>
                    </a:moveTo>
                    <a:cubicBezTo>
                      <a:pt x="58" y="14"/>
                      <a:pt x="59" y="13"/>
                      <a:pt x="60" y="12"/>
                    </a:cubicBezTo>
                    <a:cubicBezTo>
                      <a:pt x="61" y="11"/>
                      <a:pt x="61" y="10"/>
                      <a:pt x="61" y="8"/>
                    </a:cubicBezTo>
                    <a:cubicBezTo>
                      <a:pt x="61" y="7"/>
                      <a:pt x="60" y="5"/>
                      <a:pt x="59" y="4"/>
                    </a:cubicBezTo>
                    <a:cubicBezTo>
                      <a:pt x="57" y="3"/>
                      <a:pt x="56" y="3"/>
                      <a:pt x="53" y="3"/>
                    </a:cubicBezTo>
                    <a:cubicBezTo>
                      <a:pt x="51" y="3"/>
                      <a:pt x="50" y="3"/>
                      <a:pt x="48" y="4"/>
                    </a:cubicBezTo>
                    <a:cubicBezTo>
                      <a:pt x="47" y="5"/>
                      <a:pt x="46" y="6"/>
                      <a:pt x="46" y="7"/>
                    </a:cubicBezTo>
                    <a:cubicBezTo>
                      <a:pt x="46" y="9"/>
                      <a:pt x="47" y="10"/>
                      <a:pt x="49" y="11"/>
                    </a:cubicBezTo>
                    <a:cubicBezTo>
                      <a:pt x="50" y="13"/>
                      <a:pt x="53" y="14"/>
                      <a:pt x="56" y="15"/>
                    </a:cubicBezTo>
                    <a:cubicBezTo>
                      <a:pt x="56" y="15"/>
                      <a:pt x="56" y="15"/>
                      <a:pt x="56" y="15"/>
                    </a:cubicBezTo>
                    <a:close/>
                    <a:moveTo>
                      <a:pt x="47" y="19"/>
                    </a:moveTo>
                    <a:cubicBezTo>
                      <a:pt x="44" y="18"/>
                      <a:pt x="42" y="16"/>
                      <a:pt x="41" y="15"/>
                    </a:cubicBezTo>
                    <a:cubicBezTo>
                      <a:pt x="39" y="13"/>
                      <a:pt x="39" y="12"/>
                      <a:pt x="39" y="10"/>
                    </a:cubicBezTo>
                    <a:cubicBezTo>
                      <a:pt x="39" y="7"/>
                      <a:pt x="40" y="5"/>
                      <a:pt x="43" y="3"/>
                    </a:cubicBezTo>
                    <a:cubicBezTo>
                      <a:pt x="46" y="1"/>
                      <a:pt x="50" y="0"/>
                      <a:pt x="55" y="0"/>
                    </a:cubicBezTo>
                    <a:cubicBezTo>
                      <a:pt x="59" y="0"/>
                      <a:pt x="62" y="1"/>
                      <a:pt x="65" y="3"/>
                    </a:cubicBezTo>
                    <a:cubicBezTo>
                      <a:pt x="67" y="4"/>
                      <a:pt x="69" y="6"/>
                      <a:pt x="69" y="8"/>
                    </a:cubicBezTo>
                    <a:cubicBezTo>
                      <a:pt x="69" y="10"/>
                      <a:pt x="68" y="11"/>
                      <a:pt x="67" y="13"/>
                    </a:cubicBezTo>
                    <a:cubicBezTo>
                      <a:pt x="65" y="14"/>
                      <a:pt x="63" y="15"/>
                      <a:pt x="60" y="17"/>
                    </a:cubicBezTo>
                    <a:cubicBezTo>
                      <a:pt x="64" y="18"/>
                      <a:pt x="66" y="20"/>
                      <a:pt x="68" y="21"/>
                    </a:cubicBezTo>
                    <a:cubicBezTo>
                      <a:pt x="70" y="23"/>
                      <a:pt x="71" y="25"/>
                      <a:pt x="71" y="28"/>
                    </a:cubicBezTo>
                    <a:cubicBezTo>
                      <a:pt x="71" y="31"/>
                      <a:pt x="69" y="34"/>
                      <a:pt x="66" y="36"/>
                    </a:cubicBezTo>
                    <a:cubicBezTo>
                      <a:pt x="63" y="38"/>
                      <a:pt x="59" y="39"/>
                      <a:pt x="54" y="39"/>
                    </a:cubicBezTo>
                    <a:cubicBezTo>
                      <a:pt x="48" y="39"/>
                      <a:pt x="44" y="38"/>
                      <a:pt x="41" y="36"/>
                    </a:cubicBezTo>
                    <a:cubicBezTo>
                      <a:pt x="38" y="34"/>
                      <a:pt x="36" y="32"/>
                      <a:pt x="36" y="29"/>
                    </a:cubicBezTo>
                    <a:cubicBezTo>
                      <a:pt x="36" y="27"/>
                      <a:pt x="37" y="25"/>
                      <a:pt x="39" y="23"/>
                    </a:cubicBezTo>
                    <a:cubicBezTo>
                      <a:pt x="40" y="22"/>
                      <a:pt x="43" y="20"/>
                      <a:pt x="47" y="19"/>
                    </a:cubicBezTo>
                    <a:cubicBezTo>
                      <a:pt x="47" y="19"/>
                      <a:pt x="47" y="19"/>
                      <a:pt x="47" y="19"/>
                    </a:cubicBezTo>
                    <a:close/>
                    <a:moveTo>
                      <a:pt x="77" y="36"/>
                    </a:moveTo>
                    <a:cubicBezTo>
                      <a:pt x="80" y="33"/>
                      <a:pt x="80" y="33"/>
                      <a:pt x="80" y="33"/>
                    </a:cubicBezTo>
                    <a:cubicBezTo>
                      <a:pt x="81" y="34"/>
                      <a:pt x="82" y="35"/>
                      <a:pt x="83" y="35"/>
                    </a:cubicBezTo>
                    <a:cubicBezTo>
                      <a:pt x="85" y="35"/>
                      <a:pt x="86" y="36"/>
                      <a:pt x="87" y="36"/>
                    </a:cubicBezTo>
                    <a:cubicBezTo>
                      <a:pt x="91" y="36"/>
                      <a:pt x="94" y="34"/>
                      <a:pt x="97" y="31"/>
                    </a:cubicBezTo>
                    <a:cubicBezTo>
                      <a:pt x="99" y="28"/>
                      <a:pt x="100" y="25"/>
                      <a:pt x="100" y="20"/>
                    </a:cubicBezTo>
                    <a:cubicBezTo>
                      <a:pt x="100" y="20"/>
                      <a:pt x="100" y="20"/>
                      <a:pt x="100" y="20"/>
                    </a:cubicBezTo>
                    <a:cubicBezTo>
                      <a:pt x="99" y="22"/>
                      <a:pt x="97" y="24"/>
                      <a:pt x="95" y="25"/>
                    </a:cubicBezTo>
                    <a:cubicBezTo>
                      <a:pt x="93" y="26"/>
                      <a:pt x="91" y="26"/>
                      <a:pt x="88" y="26"/>
                    </a:cubicBezTo>
                    <a:cubicBezTo>
                      <a:pt x="85" y="26"/>
                      <a:pt x="82" y="25"/>
                      <a:pt x="79" y="23"/>
                    </a:cubicBezTo>
                    <a:cubicBezTo>
                      <a:pt x="77" y="21"/>
                      <a:pt x="76" y="18"/>
                      <a:pt x="76" y="15"/>
                    </a:cubicBezTo>
                    <a:cubicBezTo>
                      <a:pt x="76" y="11"/>
                      <a:pt x="78" y="7"/>
                      <a:pt x="81" y="4"/>
                    </a:cubicBezTo>
                    <a:cubicBezTo>
                      <a:pt x="84" y="2"/>
                      <a:pt x="88" y="0"/>
                      <a:pt x="93" y="0"/>
                    </a:cubicBezTo>
                    <a:cubicBezTo>
                      <a:pt x="98" y="0"/>
                      <a:pt x="102" y="2"/>
                      <a:pt x="105" y="5"/>
                    </a:cubicBezTo>
                    <a:cubicBezTo>
                      <a:pt x="108" y="8"/>
                      <a:pt x="110" y="12"/>
                      <a:pt x="110" y="17"/>
                    </a:cubicBezTo>
                    <a:cubicBezTo>
                      <a:pt x="110" y="20"/>
                      <a:pt x="109" y="23"/>
                      <a:pt x="108" y="26"/>
                    </a:cubicBezTo>
                    <a:cubicBezTo>
                      <a:pt x="107" y="29"/>
                      <a:pt x="106" y="31"/>
                      <a:pt x="104" y="33"/>
                    </a:cubicBezTo>
                    <a:cubicBezTo>
                      <a:pt x="101" y="35"/>
                      <a:pt x="99" y="36"/>
                      <a:pt x="96" y="38"/>
                    </a:cubicBezTo>
                    <a:cubicBezTo>
                      <a:pt x="93" y="39"/>
                      <a:pt x="91" y="39"/>
                      <a:pt x="87" y="39"/>
                    </a:cubicBezTo>
                    <a:cubicBezTo>
                      <a:pt x="85" y="39"/>
                      <a:pt x="83" y="39"/>
                      <a:pt x="81" y="38"/>
                    </a:cubicBezTo>
                    <a:cubicBezTo>
                      <a:pt x="80" y="38"/>
                      <a:pt x="78" y="37"/>
                      <a:pt x="77" y="36"/>
                    </a:cubicBezTo>
                    <a:cubicBezTo>
                      <a:pt x="77" y="36"/>
                      <a:pt x="77" y="36"/>
                      <a:pt x="77" y="36"/>
                    </a:cubicBezTo>
                    <a:close/>
                    <a:moveTo>
                      <a:pt x="93" y="21"/>
                    </a:moveTo>
                    <a:cubicBezTo>
                      <a:pt x="95" y="21"/>
                      <a:pt x="97" y="21"/>
                      <a:pt x="98" y="19"/>
                    </a:cubicBezTo>
                    <a:cubicBezTo>
                      <a:pt x="99" y="18"/>
                      <a:pt x="100" y="16"/>
                      <a:pt x="100" y="14"/>
                    </a:cubicBezTo>
                    <a:cubicBezTo>
                      <a:pt x="100" y="11"/>
                      <a:pt x="99" y="8"/>
                      <a:pt x="98" y="6"/>
                    </a:cubicBezTo>
                    <a:cubicBezTo>
                      <a:pt x="96" y="4"/>
                      <a:pt x="94" y="3"/>
                      <a:pt x="92" y="3"/>
                    </a:cubicBezTo>
                    <a:cubicBezTo>
                      <a:pt x="90" y="3"/>
                      <a:pt x="88" y="4"/>
                      <a:pt x="87" y="6"/>
                    </a:cubicBezTo>
                    <a:cubicBezTo>
                      <a:pt x="86" y="7"/>
                      <a:pt x="86" y="9"/>
                      <a:pt x="86" y="12"/>
                    </a:cubicBezTo>
                    <a:cubicBezTo>
                      <a:pt x="86" y="15"/>
                      <a:pt x="87" y="17"/>
                      <a:pt x="88" y="19"/>
                    </a:cubicBezTo>
                    <a:cubicBezTo>
                      <a:pt x="89" y="21"/>
                      <a:pt x="91" y="21"/>
                      <a:pt x="93" y="21"/>
                    </a:cubicBezTo>
                    <a:cubicBezTo>
                      <a:pt x="93" y="21"/>
                      <a:pt x="93" y="21"/>
                      <a:pt x="93" y="21"/>
                    </a:cubicBezTo>
                    <a:close/>
                    <a:moveTo>
                      <a:pt x="133" y="18"/>
                    </a:moveTo>
                    <a:cubicBezTo>
                      <a:pt x="131" y="18"/>
                      <a:pt x="130" y="19"/>
                      <a:pt x="128" y="20"/>
                    </a:cubicBezTo>
                    <a:cubicBezTo>
                      <a:pt x="127" y="21"/>
                      <a:pt x="127" y="23"/>
                      <a:pt x="127" y="25"/>
                    </a:cubicBezTo>
                    <a:cubicBezTo>
                      <a:pt x="127" y="29"/>
                      <a:pt x="127" y="31"/>
                      <a:pt x="129" y="33"/>
                    </a:cubicBezTo>
                    <a:cubicBezTo>
                      <a:pt x="130" y="35"/>
                      <a:pt x="132" y="36"/>
                      <a:pt x="134" y="36"/>
                    </a:cubicBezTo>
                    <a:cubicBezTo>
                      <a:pt x="136" y="36"/>
                      <a:pt x="138" y="35"/>
                      <a:pt x="139" y="34"/>
                    </a:cubicBezTo>
                    <a:cubicBezTo>
                      <a:pt x="140" y="33"/>
                      <a:pt x="140" y="31"/>
                      <a:pt x="140" y="28"/>
                    </a:cubicBezTo>
                    <a:cubicBezTo>
                      <a:pt x="140" y="25"/>
                      <a:pt x="140" y="22"/>
                      <a:pt x="139" y="21"/>
                    </a:cubicBezTo>
                    <a:cubicBezTo>
                      <a:pt x="137" y="19"/>
                      <a:pt x="136" y="18"/>
                      <a:pt x="133" y="18"/>
                    </a:cubicBezTo>
                    <a:cubicBezTo>
                      <a:pt x="133" y="18"/>
                      <a:pt x="133" y="18"/>
                      <a:pt x="133" y="18"/>
                    </a:cubicBezTo>
                    <a:close/>
                    <a:moveTo>
                      <a:pt x="150" y="4"/>
                    </a:moveTo>
                    <a:cubicBezTo>
                      <a:pt x="146" y="6"/>
                      <a:pt x="146" y="6"/>
                      <a:pt x="146" y="6"/>
                    </a:cubicBezTo>
                    <a:cubicBezTo>
                      <a:pt x="145" y="5"/>
                      <a:pt x="144" y="5"/>
                      <a:pt x="143" y="5"/>
                    </a:cubicBezTo>
                    <a:cubicBezTo>
                      <a:pt x="142" y="4"/>
                      <a:pt x="141" y="4"/>
                      <a:pt x="139" y="4"/>
                    </a:cubicBezTo>
                    <a:cubicBezTo>
                      <a:pt x="135" y="4"/>
                      <a:pt x="132" y="5"/>
                      <a:pt x="130" y="8"/>
                    </a:cubicBezTo>
                    <a:cubicBezTo>
                      <a:pt x="127" y="11"/>
                      <a:pt x="126" y="15"/>
                      <a:pt x="126" y="19"/>
                    </a:cubicBezTo>
                    <a:cubicBezTo>
                      <a:pt x="126" y="19"/>
                      <a:pt x="126" y="19"/>
                      <a:pt x="126" y="19"/>
                    </a:cubicBezTo>
                    <a:cubicBezTo>
                      <a:pt x="127" y="17"/>
                      <a:pt x="129" y="16"/>
                      <a:pt x="131" y="15"/>
                    </a:cubicBezTo>
                    <a:cubicBezTo>
                      <a:pt x="133" y="14"/>
                      <a:pt x="135" y="13"/>
                      <a:pt x="138" y="13"/>
                    </a:cubicBezTo>
                    <a:cubicBezTo>
                      <a:pt x="142" y="13"/>
                      <a:pt x="145" y="14"/>
                      <a:pt x="147" y="16"/>
                    </a:cubicBezTo>
                    <a:cubicBezTo>
                      <a:pt x="149" y="18"/>
                      <a:pt x="150" y="21"/>
                      <a:pt x="150" y="25"/>
                    </a:cubicBezTo>
                    <a:cubicBezTo>
                      <a:pt x="150" y="29"/>
                      <a:pt x="149" y="32"/>
                      <a:pt x="146" y="35"/>
                    </a:cubicBezTo>
                    <a:cubicBezTo>
                      <a:pt x="143" y="38"/>
                      <a:pt x="139" y="39"/>
                      <a:pt x="134" y="39"/>
                    </a:cubicBezTo>
                    <a:cubicBezTo>
                      <a:pt x="128" y="39"/>
                      <a:pt x="124" y="38"/>
                      <a:pt x="121" y="35"/>
                    </a:cubicBezTo>
                    <a:cubicBezTo>
                      <a:pt x="118" y="32"/>
                      <a:pt x="116" y="27"/>
                      <a:pt x="116" y="22"/>
                    </a:cubicBezTo>
                    <a:cubicBezTo>
                      <a:pt x="116" y="19"/>
                      <a:pt x="117" y="16"/>
                      <a:pt x="118" y="13"/>
                    </a:cubicBezTo>
                    <a:cubicBezTo>
                      <a:pt x="119" y="11"/>
                      <a:pt x="121" y="9"/>
                      <a:pt x="123" y="7"/>
                    </a:cubicBezTo>
                    <a:cubicBezTo>
                      <a:pt x="125" y="5"/>
                      <a:pt x="127" y="3"/>
                      <a:pt x="130" y="2"/>
                    </a:cubicBezTo>
                    <a:cubicBezTo>
                      <a:pt x="133" y="1"/>
                      <a:pt x="136" y="0"/>
                      <a:pt x="139" y="0"/>
                    </a:cubicBezTo>
                    <a:cubicBezTo>
                      <a:pt x="141" y="0"/>
                      <a:pt x="143" y="1"/>
                      <a:pt x="145" y="1"/>
                    </a:cubicBezTo>
                    <a:cubicBezTo>
                      <a:pt x="147" y="2"/>
                      <a:pt x="148" y="3"/>
                      <a:pt x="150"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solidFill>
                    <a:srgbClr val="000000"/>
                  </a:solidFill>
                </a:endParaRPr>
              </a:p>
            </p:txBody>
          </p:sp>
          <p:sp>
            <p:nvSpPr>
              <p:cNvPr id="27" name="ïsļîḑè"/>
              <p:cNvSpPr/>
              <p:nvPr/>
            </p:nvSpPr>
            <p:spPr bwMode="auto">
              <a:xfrm>
                <a:off x="2190751" y="2551113"/>
                <a:ext cx="1754188" cy="1651000"/>
              </a:xfrm>
              <a:custGeom>
                <a:avLst/>
                <a:gdLst>
                  <a:gd name="T0" fmla="*/ 266 w 532"/>
                  <a:gd name="T1" fmla="*/ 0 h 500"/>
                  <a:gd name="T2" fmla="*/ 532 w 532"/>
                  <a:gd name="T3" fmla="*/ 266 h 500"/>
                  <a:gd name="T4" fmla="*/ 395 w 532"/>
                  <a:gd name="T5" fmla="*/ 500 h 500"/>
                  <a:gd name="T6" fmla="*/ 389 w 532"/>
                  <a:gd name="T7" fmla="*/ 489 h 500"/>
                  <a:gd name="T8" fmla="*/ 521 w 532"/>
                  <a:gd name="T9" fmla="*/ 266 h 500"/>
                  <a:gd name="T10" fmla="*/ 266 w 532"/>
                  <a:gd name="T11" fmla="*/ 12 h 500"/>
                  <a:gd name="T12" fmla="*/ 11 w 532"/>
                  <a:gd name="T13" fmla="*/ 266 h 500"/>
                  <a:gd name="T14" fmla="*/ 144 w 532"/>
                  <a:gd name="T15" fmla="*/ 490 h 500"/>
                  <a:gd name="T16" fmla="*/ 139 w 532"/>
                  <a:gd name="T17" fmla="*/ 500 h 500"/>
                  <a:gd name="T18" fmla="*/ 0 w 532"/>
                  <a:gd name="T19" fmla="*/ 266 h 500"/>
                  <a:gd name="T20" fmla="*/ 266 w 532"/>
                  <a:gd name="T21" fmla="*/ 0 h 5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32" h="500">
                    <a:moveTo>
                      <a:pt x="266" y="0"/>
                    </a:moveTo>
                    <a:cubicBezTo>
                      <a:pt x="413" y="0"/>
                      <a:pt x="532" y="120"/>
                      <a:pt x="532" y="266"/>
                    </a:cubicBezTo>
                    <a:cubicBezTo>
                      <a:pt x="532" y="367"/>
                      <a:pt x="477" y="454"/>
                      <a:pt x="395" y="500"/>
                    </a:cubicBezTo>
                    <a:cubicBezTo>
                      <a:pt x="389" y="489"/>
                      <a:pt x="389" y="489"/>
                      <a:pt x="389" y="489"/>
                    </a:cubicBezTo>
                    <a:cubicBezTo>
                      <a:pt x="468" y="446"/>
                      <a:pt x="521" y="362"/>
                      <a:pt x="521" y="266"/>
                    </a:cubicBezTo>
                    <a:cubicBezTo>
                      <a:pt x="521" y="126"/>
                      <a:pt x="407" y="12"/>
                      <a:pt x="266" y="12"/>
                    </a:cubicBezTo>
                    <a:cubicBezTo>
                      <a:pt x="126" y="12"/>
                      <a:pt x="11" y="126"/>
                      <a:pt x="11" y="266"/>
                    </a:cubicBezTo>
                    <a:cubicBezTo>
                      <a:pt x="11" y="363"/>
                      <a:pt x="65" y="447"/>
                      <a:pt x="144" y="490"/>
                    </a:cubicBezTo>
                    <a:cubicBezTo>
                      <a:pt x="139" y="500"/>
                      <a:pt x="139" y="500"/>
                      <a:pt x="139" y="500"/>
                    </a:cubicBezTo>
                    <a:cubicBezTo>
                      <a:pt x="56" y="455"/>
                      <a:pt x="0" y="367"/>
                      <a:pt x="0" y="266"/>
                    </a:cubicBezTo>
                    <a:cubicBezTo>
                      <a:pt x="0" y="120"/>
                      <a:pt x="120" y="0"/>
                      <a:pt x="266"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solidFill>
                    <a:srgbClr val="000000"/>
                  </a:solidFill>
                </a:endParaRPr>
              </a:p>
            </p:txBody>
          </p:sp>
        </p:grpSp>
        <p:sp>
          <p:nvSpPr>
            <p:cNvPr id="8" name="íšľïḋé"/>
            <p:cNvSpPr/>
            <p:nvPr/>
          </p:nvSpPr>
          <p:spPr bwMode="auto">
            <a:xfrm>
              <a:off x="10398657" y="734847"/>
              <a:ext cx="1120243" cy="66549"/>
            </a:xfrm>
            <a:custGeom>
              <a:avLst/>
              <a:gdLst>
                <a:gd name="T0" fmla="*/ 2 w 1702"/>
                <a:gd name="T1" fmla="*/ 29 h 101"/>
                <a:gd name="T2" fmla="*/ 49 w 1702"/>
                <a:gd name="T3" fmla="*/ 13 h 101"/>
                <a:gd name="T4" fmla="*/ 59 w 1702"/>
                <a:gd name="T5" fmla="*/ 92 h 101"/>
                <a:gd name="T6" fmla="*/ 87 w 1702"/>
                <a:gd name="T7" fmla="*/ 93 h 101"/>
                <a:gd name="T8" fmla="*/ 110 w 1702"/>
                <a:gd name="T9" fmla="*/ 3 h 101"/>
                <a:gd name="T10" fmla="*/ 133 w 1702"/>
                <a:gd name="T11" fmla="*/ 99 h 101"/>
                <a:gd name="T12" fmla="*/ 235 w 1702"/>
                <a:gd name="T13" fmla="*/ 34 h 101"/>
                <a:gd name="T14" fmla="*/ 240 w 1702"/>
                <a:gd name="T15" fmla="*/ 77 h 101"/>
                <a:gd name="T16" fmla="*/ 254 w 1702"/>
                <a:gd name="T17" fmla="*/ 99 h 101"/>
                <a:gd name="T18" fmla="*/ 263 w 1702"/>
                <a:gd name="T19" fmla="*/ 2 h 101"/>
                <a:gd name="T20" fmla="*/ 326 w 1702"/>
                <a:gd name="T21" fmla="*/ 9 h 101"/>
                <a:gd name="T22" fmla="*/ 354 w 1702"/>
                <a:gd name="T23" fmla="*/ 9 h 101"/>
                <a:gd name="T24" fmla="*/ 318 w 1702"/>
                <a:gd name="T25" fmla="*/ 93 h 101"/>
                <a:gd name="T26" fmla="*/ 299 w 1702"/>
                <a:gd name="T27" fmla="*/ 98 h 101"/>
                <a:gd name="T28" fmla="*/ 377 w 1702"/>
                <a:gd name="T29" fmla="*/ 2 h 101"/>
                <a:gd name="T30" fmla="*/ 415 w 1702"/>
                <a:gd name="T31" fmla="*/ 82 h 101"/>
                <a:gd name="T32" fmla="*/ 454 w 1702"/>
                <a:gd name="T33" fmla="*/ 2 h 101"/>
                <a:gd name="T34" fmla="*/ 398 w 1702"/>
                <a:gd name="T35" fmla="*/ 93 h 101"/>
                <a:gd name="T36" fmla="*/ 510 w 1702"/>
                <a:gd name="T37" fmla="*/ 93 h 101"/>
                <a:gd name="T38" fmla="*/ 528 w 1702"/>
                <a:gd name="T39" fmla="*/ 2 h 101"/>
                <a:gd name="T40" fmla="*/ 534 w 1702"/>
                <a:gd name="T41" fmla="*/ 93 h 101"/>
                <a:gd name="T42" fmla="*/ 669 w 1702"/>
                <a:gd name="T43" fmla="*/ 9 h 101"/>
                <a:gd name="T44" fmla="*/ 680 w 1702"/>
                <a:gd name="T45" fmla="*/ 17 h 101"/>
                <a:gd name="T46" fmla="*/ 598 w 1702"/>
                <a:gd name="T47" fmla="*/ 98 h 101"/>
                <a:gd name="T48" fmla="*/ 607 w 1702"/>
                <a:gd name="T49" fmla="*/ 3 h 101"/>
                <a:gd name="T50" fmla="*/ 793 w 1702"/>
                <a:gd name="T51" fmla="*/ 3 h 101"/>
                <a:gd name="T52" fmla="*/ 827 w 1702"/>
                <a:gd name="T53" fmla="*/ 89 h 101"/>
                <a:gd name="T54" fmla="*/ 860 w 1702"/>
                <a:gd name="T55" fmla="*/ 2 h 101"/>
                <a:gd name="T56" fmla="*/ 781 w 1702"/>
                <a:gd name="T57" fmla="*/ 16 h 101"/>
                <a:gd name="T58" fmla="*/ 981 w 1702"/>
                <a:gd name="T59" fmla="*/ 7 h 101"/>
                <a:gd name="T60" fmla="*/ 914 w 1702"/>
                <a:gd name="T61" fmla="*/ 99 h 101"/>
                <a:gd name="T62" fmla="*/ 882 w 1702"/>
                <a:gd name="T63" fmla="*/ 7 h 101"/>
                <a:gd name="T64" fmla="*/ 1006 w 1702"/>
                <a:gd name="T65" fmla="*/ 91 h 101"/>
                <a:gd name="T66" fmla="*/ 1042 w 1702"/>
                <a:gd name="T67" fmla="*/ 2 h 101"/>
                <a:gd name="T68" fmla="*/ 1020 w 1702"/>
                <a:gd name="T69" fmla="*/ 98 h 101"/>
                <a:gd name="T70" fmla="*/ 1054 w 1702"/>
                <a:gd name="T71" fmla="*/ 2 h 101"/>
                <a:gd name="T72" fmla="*/ 1090 w 1702"/>
                <a:gd name="T73" fmla="*/ 15 h 101"/>
                <a:gd name="T74" fmla="*/ 1137 w 1702"/>
                <a:gd name="T75" fmla="*/ 2 h 101"/>
                <a:gd name="T76" fmla="*/ 1173 w 1702"/>
                <a:gd name="T77" fmla="*/ 91 h 101"/>
                <a:gd name="T78" fmla="*/ 1224 w 1702"/>
                <a:gd name="T79" fmla="*/ 2 h 101"/>
                <a:gd name="T80" fmla="*/ 1210 w 1702"/>
                <a:gd name="T81" fmla="*/ 46 h 101"/>
                <a:gd name="T82" fmla="*/ 1211 w 1702"/>
                <a:gd name="T83" fmla="*/ 52 h 101"/>
                <a:gd name="T84" fmla="*/ 1221 w 1702"/>
                <a:gd name="T85" fmla="*/ 98 h 101"/>
                <a:gd name="T86" fmla="*/ 1267 w 1702"/>
                <a:gd name="T87" fmla="*/ 9 h 101"/>
                <a:gd name="T88" fmla="*/ 1333 w 1702"/>
                <a:gd name="T89" fmla="*/ 40 h 101"/>
                <a:gd name="T90" fmla="*/ 1324 w 1702"/>
                <a:gd name="T91" fmla="*/ 96 h 101"/>
                <a:gd name="T92" fmla="*/ 1302 w 1702"/>
                <a:gd name="T93" fmla="*/ 93 h 101"/>
                <a:gd name="T94" fmla="*/ 1318 w 1702"/>
                <a:gd name="T95" fmla="*/ 28 h 101"/>
                <a:gd name="T96" fmla="*/ 1413 w 1702"/>
                <a:gd name="T97" fmla="*/ 88 h 101"/>
                <a:gd name="T98" fmla="*/ 1431 w 1702"/>
                <a:gd name="T99" fmla="*/ 4 h 101"/>
                <a:gd name="T100" fmla="*/ 1407 w 1702"/>
                <a:gd name="T101" fmla="*/ 38 h 101"/>
                <a:gd name="T102" fmla="*/ 1370 w 1702"/>
                <a:gd name="T103" fmla="*/ 73 h 101"/>
                <a:gd name="T104" fmla="*/ 1465 w 1702"/>
                <a:gd name="T105" fmla="*/ 9 h 101"/>
                <a:gd name="T106" fmla="*/ 1491 w 1702"/>
                <a:gd name="T107" fmla="*/ 16 h 101"/>
                <a:gd name="T108" fmla="*/ 1456 w 1702"/>
                <a:gd name="T109" fmla="*/ 99 h 101"/>
                <a:gd name="T110" fmla="*/ 1517 w 1702"/>
                <a:gd name="T111" fmla="*/ 26 h 101"/>
                <a:gd name="T112" fmla="*/ 1586 w 1702"/>
                <a:gd name="T113" fmla="*/ 13 h 101"/>
                <a:gd name="T114" fmla="*/ 1545 w 1702"/>
                <a:gd name="T115" fmla="*/ 98 h 101"/>
                <a:gd name="T116" fmla="*/ 1656 w 1702"/>
                <a:gd name="T117" fmla="*/ 98 h 101"/>
                <a:gd name="T118" fmla="*/ 1610 w 1702"/>
                <a:gd name="T119" fmla="*/ 7 h 101"/>
                <a:gd name="T120" fmla="*/ 1644 w 1702"/>
                <a:gd name="T121" fmla="*/ 12 h 101"/>
                <a:gd name="T122" fmla="*/ 1688 w 1702"/>
                <a:gd name="T123" fmla="*/ 3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702" h="101">
                  <a:moveTo>
                    <a:pt x="1" y="66"/>
                  </a:moveTo>
                  <a:cubicBezTo>
                    <a:pt x="11" y="66"/>
                    <a:pt x="11" y="66"/>
                    <a:pt x="11" y="66"/>
                  </a:cubicBezTo>
                  <a:cubicBezTo>
                    <a:pt x="11" y="75"/>
                    <a:pt x="13" y="81"/>
                    <a:pt x="16" y="85"/>
                  </a:cubicBezTo>
                  <a:cubicBezTo>
                    <a:pt x="20" y="90"/>
                    <a:pt x="25" y="92"/>
                    <a:pt x="32" y="92"/>
                  </a:cubicBezTo>
                  <a:cubicBezTo>
                    <a:pt x="37" y="92"/>
                    <a:pt x="41" y="90"/>
                    <a:pt x="44" y="88"/>
                  </a:cubicBezTo>
                  <a:cubicBezTo>
                    <a:pt x="48" y="85"/>
                    <a:pt x="49" y="82"/>
                    <a:pt x="49" y="77"/>
                  </a:cubicBezTo>
                  <a:cubicBezTo>
                    <a:pt x="49" y="74"/>
                    <a:pt x="48" y="71"/>
                    <a:pt x="46" y="68"/>
                  </a:cubicBezTo>
                  <a:cubicBezTo>
                    <a:pt x="44" y="66"/>
                    <a:pt x="39" y="63"/>
                    <a:pt x="31" y="60"/>
                  </a:cubicBezTo>
                  <a:cubicBezTo>
                    <a:pt x="20" y="55"/>
                    <a:pt x="12" y="51"/>
                    <a:pt x="8" y="46"/>
                  </a:cubicBezTo>
                  <a:cubicBezTo>
                    <a:pt x="4" y="41"/>
                    <a:pt x="2" y="36"/>
                    <a:pt x="2" y="29"/>
                  </a:cubicBezTo>
                  <a:cubicBezTo>
                    <a:pt x="2" y="20"/>
                    <a:pt x="5" y="13"/>
                    <a:pt x="11" y="8"/>
                  </a:cubicBezTo>
                  <a:cubicBezTo>
                    <a:pt x="17" y="2"/>
                    <a:pt x="25" y="0"/>
                    <a:pt x="34" y="0"/>
                  </a:cubicBezTo>
                  <a:cubicBezTo>
                    <a:pt x="38" y="0"/>
                    <a:pt x="42" y="0"/>
                    <a:pt x="47" y="1"/>
                  </a:cubicBezTo>
                  <a:cubicBezTo>
                    <a:pt x="51" y="1"/>
                    <a:pt x="56" y="2"/>
                    <a:pt x="62" y="3"/>
                  </a:cubicBezTo>
                  <a:cubicBezTo>
                    <a:pt x="62" y="4"/>
                    <a:pt x="62" y="4"/>
                    <a:pt x="62" y="4"/>
                  </a:cubicBezTo>
                  <a:cubicBezTo>
                    <a:pt x="62" y="9"/>
                    <a:pt x="62" y="14"/>
                    <a:pt x="62" y="17"/>
                  </a:cubicBezTo>
                  <a:cubicBezTo>
                    <a:pt x="62" y="19"/>
                    <a:pt x="62" y="23"/>
                    <a:pt x="62" y="29"/>
                  </a:cubicBezTo>
                  <a:cubicBezTo>
                    <a:pt x="62" y="29"/>
                    <a:pt x="62" y="29"/>
                    <a:pt x="62" y="29"/>
                  </a:cubicBezTo>
                  <a:cubicBezTo>
                    <a:pt x="54" y="29"/>
                    <a:pt x="54" y="29"/>
                    <a:pt x="54" y="29"/>
                  </a:cubicBezTo>
                  <a:cubicBezTo>
                    <a:pt x="54" y="22"/>
                    <a:pt x="53" y="17"/>
                    <a:pt x="49" y="13"/>
                  </a:cubicBezTo>
                  <a:cubicBezTo>
                    <a:pt x="46" y="10"/>
                    <a:pt x="42" y="8"/>
                    <a:pt x="36" y="8"/>
                  </a:cubicBezTo>
                  <a:cubicBezTo>
                    <a:pt x="31" y="8"/>
                    <a:pt x="27" y="9"/>
                    <a:pt x="25" y="11"/>
                  </a:cubicBezTo>
                  <a:cubicBezTo>
                    <a:pt x="22" y="14"/>
                    <a:pt x="21" y="17"/>
                    <a:pt x="21" y="21"/>
                  </a:cubicBezTo>
                  <a:cubicBezTo>
                    <a:pt x="21" y="24"/>
                    <a:pt x="22" y="27"/>
                    <a:pt x="24" y="30"/>
                  </a:cubicBezTo>
                  <a:cubicBezTo>
                    <a:pt x="26" y="32"/>
                    <a:pt x="31" y="35"/>
                    <a:pt x="39" y="38"/>
                  </a:cubicBezTo>
                  <a:cubicBezTo>
                    <a:pt x="40" y="38"/>
                    <a:pt x="41" y="39"/>
                    <a:pt x="43" y="40"/>
                  </a:cubicBezTo>
                  <a:cubicBezTo>
                    <a:pt x="51" y="43"/>
                    <a:pt x="57" y="46"/>
                    <a:pt x="60" y="49"/>
                  </a:cubicBezTo>
                  <a:cubicBezTo>
                    <a:pt x="63" y="51"/>
                    <a:pt x="65" y="55"/>
                    <a:pt x="66" y="58"/>
                  </a:cubicBezTo>
                  <a:cubicBezTo>
                    <a:pt x="68" y="61"/>
                    <a:pt x="69" y="65"/>
                    <a:pt x="69" y="69"/>
                  </a:cubicBezTo>
                  <a:cubicBezTo>
                    <a:pt x="69" y="79"/>
                    <a:pt x="65" y="86"/>
                    <a:pt x="59" y="92"/>
                  </a:cubicBezTo>
                  <a:cubicBezTo>
                    <a:pt x="53" y="98"/>
                    <a:pt x="44" y="101"/>
                    <a:pt x="33" y="101"/>
                  </a:cubicBezTo>
                  <a:cubicBezTo>
                    <a:pt x="27" y="101"/>
                    <a:pt x="21" y="100"/>
                    <a:pt x="16" y="99"/>
                  </a:cubicBezTo>
                  <a:cubicBezTo>
                    <a:pt x="11" y="98"/>
                    <a:pt x="5" y="96"/>
                    <a:pt x="0" y="93"/>
                  </a:cubicBezTo>
                  <a:cubicBezTo>
                    <a:pt x="1" y="90"/>
                    <a:pt x="1" y="87"/>
                    <a:pt x="1" y="83"/>
                  </a:cubicBezTo>
                  <a:cubicBezTo>
                    <a:pt x="1" y="80"/>
                    <a:pt x="1" y="77"/>
                    <a:pt x="1" y="73"/>
                  </a:cubicBezTo>
                  <a:cubicBezTo>
                    <a:pt x="1" y="71"/>
                    <a:pt x="1" y="70"/>
                    <a:pt x="1" y="69"/>
                  </a:cubicBezTo>
                  <a:cubicBezTo>
                    <a:pt x="1" y="68"/>
                    <a:pt x="1" y="67"/>
                    <a:pt x="1" y="66"/>
                  </a:cubicBezTo>
                  <a:cubicBezTo>
                    <a:pt x="1" y="66"/>
                    <a:pt x="1" y="66"/>
                    <a:pt x="1" y="66"/>
                  </a:cubicBezTo>
                  <a:close/>
                  <a:moveTo>
                    <a:pt x="87" y="99"/>
                  </a:moveTo>
                  <a:cubicBezTo>
                    <a:pt x="87" y="93"/>
                    <a:pt x="87" y="93"/>
                    <a:pt x="87" y="93"/>
                  </a:cubicBezTo>
                  <a:cubicBezTo>
                    <a:pt x="88" y="93"/>
                    <a:pt x="88" y="93"/>
                    <a:pt x="88" y="93"/>
                  </a:cubicBezTo>
                  <a:cubicBezTo>
                    <a:pt x="93" y="93"/>
                    <a:pt x="95" y="92"/>
                    <a:pt x="97" y="91"/>
                  </a:cubicBezTo>
                  <a:cubicBezTo>
                    <a:pt x="98" y="89"/>
                    <a:pt x="99" y="86"/>
                    <a:pt x="99" y="81"/>
                  </a:cubicBezTo>
                  <a:cubicBezTo>
                    <a:pt x="99" y="16"/>
                    <a:pt x="99" y="16"/>
                    <a:pt x="99" y="16"/>
                  </a:cubicBezTo>
                  <a:cubicBezTo>
                    <a:pt x="99" y="13"/>
                    <a:pt x="98" y="11"/>
                    <a:pt x="97" y="9"/>
                  </a:cubicBezTo>
                  <a:cubicBezTo>
                    <a:pt x="95" y="8"/>
                    <a:pt x="93" y="7"/>
                    <a:pt x="89" y="7"/>
                  </a:cubicBezTo>
                  <a:cubicBezTo>
                    <a:pt x="87" y="7"/>
                    <a:pt x="87" y="7"/>
                    <a:pt x="87" y="7"/>
                  </a:cubicBezTo>
                  <a:cubicBezTo>
                    <a:pt x="87" y="2"/>
                    <a:pt x="87" y="2"/>
                    <a:pt x="87" y="2"/>
                  </a:cubicBezTo>
                  <a:cubicBezTo>
                    <a:pt x="91" y="2"/>
                    <a:pt x="95" y="2"/>
                    <a:pt x="99" y="2"/>
                  </a:cubicBezTo>
                  <a:cubicBezTo>
                    <a:pt x="103" y="3"/>
                    <a:pt x="107" y="3"/>
                    <a:pt x="110" y="3"/>
                  </a:cubicBezTo>
                  <a:cubicBezTo>
                    <a:pt x="114" y="3"/>
                    <a:pt x="118" y="3"/>
                    <a:pt x="122" y="2"/>
                  </a:cubicBezTo>
                  <a:cubicBezTo>
                    <a:pt x="126" y="2"/>
                    <a:pt x="129" y="2"/>
                    <a:pt x="133" y="2"/>
                  </a:cubicBezTo>
                  <a:cubicBezTo>
                    <a:pt x="133" y="7"/>
                    <a:pt x="133" y="7"/>
                    <a:pt x="133" y="7"/>
                  </a:cubicBezTo>
                  <a:cubicBezTo>
                    <a:pt x="129" y="7"/>
                    <a:pt x="126" y="8"/>
                    <a:pt x="125" y="9"/>
                  </a:cubicBezTo>
                  <a:cubicBezTo>
                    <a:pt x="123" y="10"/>
                    <a:pt x="122" y="12"/>
                    <a:pt x="122" y="16"/>
                  </a:cubicBezTo>
                  <a:cubicBezTo>
                    <a:pt x="122" y="81"/>
                    <a:pt x="122" y="81"/>
                    <a:pt x="122" y="81"/>
                  </a:cubicBezTo>
                  <a:cubicBezTo>
                    <a:pt x="122" y="86"/>
                    <a:pt x="123" y="89"/>
                    <a:pt x="124" y="91"/>
                  </a:cubicBezTo>
                  <a:cubicBezTo>
                    <a:pt x="126" y="92"/>
                    <a:pt x="128" y="93"/>
                    <a:pt x="133" y="93"/>
                  </a:cubicBezTo>
                  <a:cubicBezTo>
                    <a:pt x="133" y="93"/>
                    <a:pt x="133" y="93"/>
                    <a:pt x="133" y="93"/>
                  </a:cubicBezTo>
                  <a:cubicBezTo>
                    <a:pt x="133" y="99"/>
                    <a:pt x="133" y="99"/>
                    <a:pt x="133" y="99"/>
                  </a:cubicBezTo>
                  <a:cubicBezTo>
                    <a:pt x="130" y="98"/>
                    <a:pt x="126" y="98"/>
                    <a:pt x="122" y="98"/>
                  </a:cubicBezTo>
                  <a:cubicBezTo>
                    <a:pt x="118" y="98"/>
                    <a:pt x="114" y="98"/>
                    <a:pt x="110" y="98"/>
                  </a:cubicBezTo>
                  <a:cubicBezTo>
                    <a:pt x="107" y="98"/>
                    <a:pt x="104" y="98"/>
                    <a:pt x="100" y="98"/>
                  </a:cubicBezTo>
                  <a:cubicBezTo>
                    <a:pt x="96" y="98"/>
                    <a:pt x="92" y="98"/>
                    <a:pt x="87" y="99"/>
                  </a:cubicBezTo>
                  <a:cubicBezTo>
                    <a:pt x="87" y="99"/>
                    <a:pt x="87" y="99"/>
                    <a:pt x="87" y="99"/>
                  </a:cubicBezTo>
                  <a:close/>
                  <a:moveTo>
                    <a:pt x="236" y="4"/>
                  </a:moveTo>
                  <a:cubicBezTo>
                    <a:pt x="236" y="8"/>
                    <a:pt x="235" y="11"/>
                    <a:pt x="235" y="14"/>
                  </a:cubicBezTo>
                  <a:cubicBezTo>
                    <a:pt x="235" y="17"/>
                    <a:pt x="235" y="20"/>
                    <a:pt x="235" y="23"/>
                  </a:cubicBezTo>
                  <a:cubicBezTo>
                    <a:pt x="235" y="24"/>
                    <a:pt x="235" y="26"/>
                    <a:pt x="235" y="27"/>
                  </a:cubicBezTo>
                  <a:cubicBezTo>
                    <a:pt x="235" y="29"/>
                    <a:pt x="235" y="31"/>
                    <a:pt x="235" y="34"/>
                  </a:cubicBezTo>
                  <a:cubicBezTo>
                    <a:pt x="227" y="34"/>
                    <a:pt x="227" y="34"/>
                    <a:pt x="227" y="34"/>
                  </a:cubicBezTo>
                  <a:cubicBezTo>
                    <a:pt x="226" y="25"/>
                    <a:pt x="224" y="18"/>
                    <a:pt x="220" y="14"/>
                  </a:cubicBezTo>
                  <a:cubicBezTo>
                    <a:pt x="216" y="10"/>
                    <a:pt x="211" y="7"/>
                    <a:pt x="205" y="7"/>
                  </a:cubicBezTo>
                  <a:cubicBezTo>
                    <a:pt x="195" y="7"/>
                    <a:pt x="188" y="11"/>
                    <a:pt x="183" y="18"/>
                  </a:cubicBezTo>
                  <a:cubicBezTo>
                    <a:pt x="178" y="25"/>
                    <a:pt x="175" y="35"/>
                    <a:pt x="175" y="47"/>
                  </a:cubicBezTo>
                  <a:cubicBezTo>
                    <a:pt x="175" y="60"/>
                    <a:pt x="178" y="71"/>
                    <a:pt x="184" y="78"/>
                  </a:cubicBezTo>
                  <a:cubicBezTo>
                    <a:pt x="189" y="86"/>
                    <a:pt x="197" y="90"/>
                    <a:pt x="206" y="90"/>
                  </a:cubicBezTo>
                  <a:cubicBezTo>
                    <a:pt x="211" y="90"/>
                    <a:pt x="216" y="89"/>
                    <a:pt x="220" y="86"/>
                  </a:cubicBezTo>
                  <a:cubicBezTo>
                    <a:pt x="224" y="83"/>
                    <a:pt x="229" y="79"/>
                    <a:pt x="233" y="73"/>
                  </a:cubicBezTo>
                  <a:cubicBezTo>
                    <a:pt x="240" y="77"/>
                    <a:pt x="240" y="77"/>
                    <a:pt x="240" y="77"/>
                  </a:cubicBezTo>
                  <a:cubicBezTo>
                    <a:pt x="234" y="85"/>
                    <a:pt x="229" y="91"/>
                    <a:pt x="222" y="95"/>
                  </a:cubicBezTo>
                  <a:cubicBezTo>
                    <a:pt x="215" y="99"/>
                    <a:pt x="208" y="101"/>
                    <a:pt x="199" y="101"/>
                  </a:cubicBezTo>
                  <a:cubicBezTo>
                    <a:pt x="184" y="101"/>
                    <a:pt x="172" y="96"/>
                    <a:pt x="164" y="87"/>
                  </a:cubicBezTo>
                  <a:cubicBezTo>
                    <a:pt x="155" y="78"/>
                    <a:pt x="151" y="66"/>
                    <a:pt x="151" y="50"/>
                  </a:cubicBezTo>
                  <a:cubicBezTo>
                    <a:pt x="151" y="35"/>
                    <a:pt x="156" y="23"/>
                    <a:pt x="165" y="14"/>
                  </a:cubicBezTo>
                  <a:cubicBezTo>
                    <a:pt x="175" y="4"/>
                    <a:pt x="187" y="0"/>
                    <a:pt x="203" y="0"/>
                  </a:cubicBezTo>
                  <a:cubicBezTo>
                    <a:pt x="209" y="0"/>
                    <a:pt x="218" y="1"/>
                    <a:pt x="233" y="4"/>
                  </a:cubicBezTo>
                  <a:cubicBezTo>
                    <a:pt x="234" y="4"/>
                    <a:pt x="235" y="4"/>
                    <a:pt x="236" y="4"/>
                  </a:cubicBezTo>
                  <a:cubicBezTo>
                    <a:pt x="236" y="4"/>
                    <a:pt x="236" y="4"/>
                    <a:pt x="236" y="4"/>
                  </a:cubicBezTo>
                  <a:close/>
                  <a:moveTo>
                    <a:pt x="254" y="99"/>
                  </a:moveTo>
                  <a:cubicBezTo>
                    <a:pt x="254" y="93"/>
                    <a:pt x="254" y="93"/>
                    <a:pt x="254" y="93"/>
                  </a:cubicBezTo>
                  <a:cubicBezTo>
                    <a:pt x="255" y="93"/>
                    <a:pt x="255" y="93"/>
                    <a:pt x="255" y="93"/>
                  </a:cubicBezTo>
                  <a:cubicBezTo>
                    <a:pt x="259" y="93"/>
                    <a:pt x="262" y="92"/>
                    <a:pt x="263" y="91"/>
                  </a:cubicBezTo>
                  <a:cubicBezTo>
                    <a:pt x="265" y="89"/>
                    <a:pt x="265" y="86"/>
                    <a:pt x="265" y="81"/>
                  </a:cubicBezTo>
                  <a:cubicBezTo>
                    <a:pt x="265" y="16"/>
                    <a:pt x="265" y="16"/>
                    <a:pt x="265" y="16"/>
                  </a:cubicBezTo>
                  <a:cubicBezTo>
                    <a:pt x="265" y="13"/>
                    <a:pt x="265" y="11"/>
                    <a:pt x="263" y="9"/>
                  </a:cubicBezTo>
                  <a:cubicBezTo>
                    <a:pt x="262" y="8"/>
                    <a:pt x="259" y="7"/>
                    <a:pt x="256" y="7"/>
                  </a:cubicBezTo>
                  <a:cubicBezTo>
                    <a:pt x="254" y="7"/>
                    <a:pt x="254" y="7"/>
                    <a:pt x="254" y="7"/>
                  </a:cubicBezTo>
                  <a:cubicBezTo>
                    <a:pt x="254" y="2"/>
                    <a:pt x="254" y="2"/>
                    <a:pt x="254" y="2"/>
                  </a:cubicBezTo>
                  <a:cubicBezTo>
                    <a:pt x="257" y="2"/>
                    <a:pt x="260" y="2"/>
                    <a:pt x="263" y="2"/>
                  </a:cubicBezTo>
                  <a:cubicBezTo>
                    <a:pt x="267" y="3"/>
                    <a:pt x="271" y="3"/>
                    <a:pt x="277" y="3"/>
                  </a:cubicBezTo>
                  <a:cubicBezTo>
                    <a:pt x="282" y="3"/>
                    <a:pt x="286" y="3"/>
                    <a:pt x="290" y="2"/>
                  </a:cubicBezTo>
                  <a:cubicBezTo>
                    <a:pt x="294" y="2"/>
                    <a:pt x="297" y="2"/>
                    <a:pt x="299" y="2"/>
                  </a:cubicBezTo>
                  <a:cubicBezTo>
                    <a:pt x="299" y="7"/>
                    <a:pt x="299" y="7"/>
                    <a:pt x="299" y="7"/>
                  </a:cubicBezTo>
                  <a:cubicBezTo>
                    <a:pt x="295" y="7"/>
                    <a:pt x="292" y="8"/>
                    <a:pt x="291" y="9"/>
                  </a:cubicBezTo>
                  <a:cubicBezTo>
                    <a:pt x="289" y="10"/>
                    <a:pt x="288" y="12"/>
                    <a:pt x="288" y="16"/>
                  </a:cubicBezTo>
                  <a:cubicBezTo>
                    <a:pt x="288" y="43"/>
                    <a:pt x="288" y="43"/>
                    <a:pt x="288" y="43"/>
                  </a:cubicBezTo>
                  <a:cubicBezTo>
                    <a:pt x="329" y="43"/>
                    <a:pt x="329" y="43"/>
                    <a:pt x="329" y="43"/>
                  </a:cubicBezTo>
                  <a:cubicBezTo>
                    <a:pt x="329" y="16"/>
                    <a:pt x="329" y="16"/>
                    <a:pt x="329" y="16"/>
                  </a:cubicBezTo>
                  <a:cubicBezTo>
                    <a:pt x="329" y="13"/>
                    <a:pt x="328" y="10"/>
                    <a:pt x="326" y="9"/>
                  </a:cubicBezTo>
                  <a:cubicBezTo>
                    <a:pt x="325" y="8"/>
                    <a:pt x="322" y="7"/>
                    <a:pt x="318" y="7"/>
                  </a:cubicBezTo>
                  <a:cubicBezTo>
                    <a:pt x="317" y="7"/>
                    <a:pt x="317" y="7"/>
                    <a:pt x="317" y="7"/>
                  </a:cubicBezTo>
                  <a:cubicBezTo>
                    <a:pt x="317" y="2"/>
                    <a:pt x="317" y="2"/>
                    <a:pt x="317" y="2"/>
                  </a:cubicBezTo>
                  <a:cubicBezTo>
                    <a:pt x="321" y="2"/>
                    <a:pt x="324" y="2"/>
                    <a:pt x="328" y="2"/>
                  </a:cubicBezTo>
                  <a:cubicBezTo>
                    <a:pt x="331" y="3"/>
                    <a:pt x="336" y="3"/>
                    <a:pt x="340" y="3"/>
                  </a:cubicBezTo>
                  <a:cubicBezTo>
                    <a:pt x="345" y="3"/>
                    <a:pt x="349" y="3"/>
                    <a:pt x="352" y="2"/>
                  </a:cubicBezTo>
                  <a:cubicBezTo>
                    <a:pt x="356" y="2"/>
                    <a:pt x="359" y="2"/>
                    <a:pt x="362" y="2"/>
                  </a:cubicBezTo>
                  <a:cubicBezTo>
                    <a:pt x="362" y="7"/>
                    <a:pt x="362" y="7"/>
                    <a:pt x="362" y="7"/>
                  </a:cubicBezTo>
                  <a:cubicBezTo>
                    <a:pt x="361" y="7"/>
                    <a:pt x="361" y="7"/>
                    <a:pt x="361" y="7"/>
                  </a:cubicBezTo>
                  <a:cubicBezTo>
                    <a:pt x="357" y="7"/>
                    <a:pt x="355" y="8"/>
                    <a:pt x="354" y="9"/>
                  </a:cubicBezTo>
                  <a:cubicBezTo>
                    <a:pt x="352" y="11"/>
                    <a:pt x="351" y="13"/>
                    <a:pt x="351" y="16"/>
                  </a:cubicBezTo>
                  <a:cubicBezTo>
                    <a:pt x="351" y="81"/>
                    <a:pt x="351" y="81"/>
                    <a:pt x="351" y="81"/>
                  </a:cubicBezTo>
                  <a:cubicBezTo>
                    <a:pt x="351" y="86"/>
                    <a:pt x="352" y="89"/>
                    <a:pt x="354" y="90"/>
                  </a:cubicBezTo>
                  <a:cubicBezTo>
                    <a:pt x="355" y="92"/>
                    <a:pt x="358" y="93"/>
                    <a:pt x="362" y="93"/>
                  </a:cubicBezTo>
                  <a:cubicBezTo>
                    <a:pt x="362" y="99"/>
                    <a:pt x="362" y="99"/>
                    <a:pt x="362" y="99"/>
                  </a:cubicBezTo>
                  <a:cubicBezTo>
                    <a:pt x="358" y="98"/>
                    <a:pt x="354" y="98"/>
                    <a:pt x="350" y="98"/>
                  </a:cubicBezTo>
                  <a:cubicBezTo>
                    <a:pt x="346" y="98"/>
                    <a:pt x="343" y="98"/>
                    <a:pt x="340" y="98"/>
                  </a:cubicBezTo>
                  <a:cubicBezTo>
                    <a:pt x="338" y="98"/>
                    <a:pt x="336" y="98"/>
                    <a:pt x="332" y="98"/>
                  </a:cubicBezTo>
                  <a:cubicBezTo>
                    <a:pt x="328" y="98"/>
                    <a:pt x="323" y="98"/>
                    <a:pt x="318" y="99"/>
                  </a:cubicBezTo>
                  <a:cubicBezTo>
                    <a:pt x="318" y="93"/>
                    <a:pt x="318" y="93"/>
                    <a:pt x="318" y="93"/>
                  </a:cubicBezTo>
                  <a:cubicBezTo>
                    <a:pt x="318" y="93"/>
                    <a:pt x="318" y="93"/>
                    <a:pt x="318" y="93"/>
                  </a:cubicBezTo>
                  <a:cubicBezTo>
                    <a:pt x="323" y="93"/>
                    <a:pt x="325" y="92"/>
                    <a:pt x="327" y="91"/>
                  </a:cubicBezTo>
                  <a:cubicBezTo>
                    <a:pt x="328" y="89"/>
                    <a:pt x="329" y="86"/>
                    <a:pt x="329" y="81"/>
                  </a:cubicBezTo>
                  <a:cubicBezTo>
                    <a:pt x="329" y="50"/>
                    <a:pt x="329" y="50"/>
                    <a:pt x="329" y="50"/>
                  </a:cubicBezTo>
                  <a:cubicBezTo>
                    <a:pt x="288" y="50"/>
                    <a:pt x="288" y="50"/>
                    <a:pt x="288" y="50"/>
                  </a:cubicBezTo>
                  <a:cubicBezTo>
                    <a:pt x="288" y="81"/>
                    <a:pt x="288" y="81"/>
                    <a:pt x="288" y="81"/>
                  </a:cubicBezTo>
                  <a:cubicBezTo>
                    <a:pt x="288" y="86"/>
                    <a:pt x="289" y="89"/>
                    <a:pt x="290" y="91"/>
                  </a:cubicBezTo>
                  <a:cubicBezTo>
                    <a:pt x="292" y="92"/>
                    <a:pt x="294" y="93"/>
                    <a:pt x="299" y="93"/>
                  </a:cubicBezTo>
                  <a:cubicBezTo>
                    <a:pt x="299" y="93"/>
                    <a:pt x="299" y="93"/>
                    <a:pt x="299" y="93"/>
                  </a:cubicBezTo>
                  <a:cubicBezTo>
                    <a:pt x="299" y="98"/>
                    <a:pt x="299" y="98"/>
                    <a:pt x="299" y="98"/>
                  </a:cubicBezTo>
                  <a:cubicBezTo>
                    <a:pt x="294" y="98"/>
                    <a:pt x="290" y="98"/>
                    <a:pt x="286" y="98"/>
                  </a:cubicBezTo>
                  <a:cubicBezTo>
                    <a:pt x="282" y="98"/>
                    <a:pt x="279" y="98"/>
                    <a:pt x="277" y="98"/>
                  </a:cubicBezTo>
                  <a:cubicBezTo>
                    <a:pt x="273" y="98"/>
                    <a:pt x="270" y="98"/>
                    <a:pt x="266" y="98"/>
                  </a:cubicBezTo>
                  <a:cubicBezTo>
                    <a:pt x="262" y="98"/>
                    <a:pt x="258" y="98"/>
                    <a:pt x="254" y="99"/>
                  </a:cubicBezTo>
                  <a:cubicBezTo>
                    <a:pt x="254" y="99"/>
                    <a:pt x="254" y="99"/>
                    <a:pt x="254" y="99"/>
                  </a:cubicBezTo>
                  <a:close/>
                  <a:moveTo>
                    <a:pt x="388" y="16"/>
                  </a:moveTo>
                  <a:cubicBezTo>
                    <a:pt x="388" y="13"/>
                    <a:pt x="387" y="11"/>
                    <a:pt x="386" y="9"/>
                  </a:cubicBezTo>
                  <a:cubicBezTo>
                    <a:pt x="384" y="8"/>
                    <a:pt x="382" y="7"/>
                    <a:pt x="378" y="7"/>
                  </a:cubicBezTo>
                  <a:cubicBezTo>
                    <a:pt x="377" y="7"/>
                    <a:pt x="377" y="7"/>
                    <a:pt x="377" y="7"/>
                  </a:cubicBezTo>
                  <a:cubicBezTo>
                    <a:pt x="377" y="2"/>
                    <a:pt x="377" y="2"/>
                    <a:pt x="377" y="2"/>
                  </a:cubicBezTo>
                  <a:cubicBezTo>
                    <a:pt x="382" y="2"/>
                    <a:pt x="386" y="2"/>
                    <a:pt x="390" y="3"/>
                  </a:cubicBezTo>
                  <a:cubicBezTo>
                    <a:pt x="393" y="3"/>
                    <a:pt x="397" y="3"/>
                    <a:pt x="400" y="3"/>
                  </a:cubicBezTo>
                  <a:cubicBezTo>
                    <a:pt x="403" y="3"/>
                    <a:pt x="406" y="3"/>
                    <a:pt x="410" y="3"/>
                  </a:cubicBezTo>
                  <a:cubicBezTo>
                    <a:pt x="414" y="2"/>
                    <a:pt x="418" y="2"/>
                    <a:pt x="423" y="2"/>
                  </a:cubicBezTo>
                  <a:cubicBezTo>
                    <a:pt x="423" y="7"/>
                    <a:pt x="423" y="7"/>
                    <a:pt x="423" y="7"/>
                  </a:cubicBezTo>
                  <a:cubicBezTo>
                    <a:pt x="418" y="7"/>
                    <a:pt x="415" y="8"/>
                    <a:pt x="414" y="9"/>
                  </a:cubicBezTo>
                  <a:cubicBezTo>
                    <a:pt x="412" y="10"/>
                    <a:pt x="411" y="12"/>
                    <a:pt x="411" y="16"/>
                  </a:cubicBezTo>
                  <a:cubicBezTo>
                    <a:pt x="411" y="60"/>
                    <a:pt x="411" y="60"/>
                    <a:pt x="411" y="60"/>
                  </a:cubicBezTo>
                  <a:cubicBezTo>
                    <a:pt x="411" y="67"/>
                    <a:pt x="412" y="72"/>
                    <a:pt x="412" y="75"/>
                  </a:cubicBezTo>
                  <a:cubicBezTo>
                    <a:pt x="413" y="78"/>
                    <a:pt x="414" y="80"/>
                    <a:pt x="415" y="82"/>
                  </a:cubicBezTo>
                  <a:cubicBezTo>
                    <a:pt x="417" y="84"/>
                    <a:pt x="420" y="86"/>
                    <a:pt x="423" y="88"/>
                  </a:cubicBezTo>
                  <a:cubicBezTo>
                    <a:pt x="426" y="89"/>
                    <a:pt x="430" y="89"/>
                    <a:pt x="434" y="89"/>
                  </a:cubicBezTo>
                  <a:cubicBezTo>
                    <a:pt x="442" y="89"/>
                    <a:pt x="448" y="87"/>
                    <a:pt x="452" y="83"/>
                  </a:cubicBezTo>
                  <a:cubicBezTo>
                    <a:pt x="456" y="78"/>
                    <a:pt x="457" y="70"/>
                    <a:pt x="457" y="60"/>
                  </a:cubicBezTo>
                  <a:cubicBezTo>
                    <a:pt x="457" y="59"/>
                    <a:pt x="457" y="59"/>
                    <a:pt x="457" y="59"/>
                  </a:cubicBezTo>
                  <a:cubicBezTo>
                    <a:pt x="457" y="18"/>
                    <a:pt x="457" y="18"/>
                    <a:pt x="457" y="18"/>
                  </a:cubicBezTo>
                  <a:cubicBezTo>
                    <a:pt x="457" y="14"/>
                    <a:pt x="457" y="11"/>
                    <a:pt x="455" y="9"/>
                  </a:cubicBezTo>
                  <a:cubicBezTo>
                    <a:pt x="454" y="8"/>
                    <a:pt x="451" y="7"/>
                    <a:pt x="446" y="7"/>
                  </a:cubicBezTo>
                  <a:cubicBezTo>
                    <a:pt x="446" y="2"/>
                    <a:pt x="446" y="2"/>
                    <a:pt x="446" y="2"/>
                  </a:cubicBezTo>
                  <a:cubicBezTo>
                    <a:pt x="449" y="2"/>
                    <a:pt x="452" y="2"/>
                    <a:pt x="454" y="2"/>
                  </a:cubicBezTo>
                  <a:cubicBezTo>
                    <a:pt x="456" y="2"/>
                    <a:pt x="458" y="3"/>
                    <a:pt x="460" y="3"/>
                  </a:cubicBezTo>
                  <a:cubicBezTo>
                    <a:pt x="462" y="3"/>
                    <a:pt x="465" y="2"/>
                    <a:pt x="467" y="2"/>
                  </a:cubicBezTo>
                  <a:cubicBezTo>
                    <a:pt x="469" y="2"/>
                    <a:pt x="472" y="2"/>
                    <a:pt x="474" y="2"/>
                  </a:cubicBezTo>
                  <a:cubicBezTo>
                    <a:pt x="474" y="7"/>
                    <a:pt x="474" y="7"/>
                    <a:pt x="474" y="7"/>
                  </a:cubicBezTo>
                  <a:cubicBezTo>
                    <a:pt x="471" y="7"/>
                    <a:pt x="469" y="8"/>
                    <a:pt x="468" y="9"/>
                  </a:cubicBezTo>
                  <a:cubicBezTo>
                    <a:pt x="467" y="10"/>
                    <a:pt x="466" y="13"/>
                    <a:pt x="466" y="18"/>
                  </a:cubicBezTo>
                  <a:cubicBezTo>
                    <a:pt x="465" y="62"/>
                    <a:pt x="465" y="62"/>
                    <a:pt x="465" y="62"/>
                  </a:cubicBezTo>
                  <a:cubicBezTo>
                    <a:pt x="465" y="76"/>
                    <a:pt x="462" y="86"/>
                    <a:pt x="456" y="92"/>
                  </a:cubicBezTo>
                  <a:cubicBezTo>
                    <a:pt x="450" y="98"/>
                    <a:pt x="440" y="101"/>
                    <a:pt x="427" y="101"/>
                  </a:cubicBezTo>
                  <a:cubicBezTo>
                    <a:pt x="414" y="101"/>
                    <a:pt x="405" y="98"/>
                    <a:pt x="398" y="93"/>
                  </a:cubicBezTo>
                  <a:cubicBezTo>
                    <a:pt x="391" y="87"/>
                    <a:pt x="388" y="79"/>
                    <a:pt x="388" y="69"/>
                  </a:cubicBezTo>
                  <a:cubicBezTo>
                    <a:pt x="388" y="16"/>
                    <a:pt x="388" y="16"/>
                    <a:pt x="388" y="16"/>
                  </a:cubicBezTo>
                  <a:close/>
                  <a:moveTo>
                    <a:pt x="524" y="27"/>
                  </a:moveTo>
                  <a:cubicBezTo>
                    <a:pt x="511" y="60"/>
                    <a:pt x="511" y="60"/>
                    <a:pt x="511" y="60"/>
                  </a:cubicBezTo>
                  <a:cubicBezTo>
                    <a:pt x="536" y="60"/>
                    <a:pt x="536" y="60"/>
                    <a:pt x="536" y="60"/>
                  </a:cubicBezTo>
                  <a:cubicBezTo>
                    <a:pt x="524" y="27"/>
                    <a:pt x="524" y="27"/>
                    <a:pt x="524" y="27"/>
                  </a:cubicBezTo>
                  <a:close/>
                  <a:moveTo>
                    <a:pt x="501" y="84"/>
                  </a:moveTo>
                  <a:cubicBezTo>
                    <a:pt x="500" y="85"/>
                    <a:pt x="500" y="86"/>
                    <a:pt x="500" y="86"/>
                  </a:cubicBezTo>
                  <a:cubicBezTo>
                    <a:pt x="500" y="87"/>
                    <a:pt x="500" y="88"/>
                    <a:pt x="500" y="88"/>
                  </a:cubicBezTo>
                  <a:cubicBezTo>
                    <a:pt x="500" y="91"/>
                    <a:pt x="503" y="92"/>
                    <a:pt x="510" y="93"/>
                  </a:cubicBezTo>
                  <a:cubicBezTo>
                    <a:pt x="510" y="93"/>
                    <a:pt x="510" y="93"/>
                    <a:pt x="510" y="93"/>
                  </a:cubicBezTo>
                  <a:cubicBezTo>
                    <a:pt x="510" y="99"/>
                    <a:pt x="510" y="99"/>
                    <a:pt x="510" y="99"/>
                  </a:cubicBezTo>
                  <a:cubicBezTo>
                    <a:pt x="507" y="98"/>
                    <a:pt x="505" y="98"/>
                    <a:pt x="502" y="98"/>
                  </a:cubicBezTo>
                  <a:cubicBezTo>
                    <a:pt x="499" y="98"/>
                    <a:pt x="497" y="98"/>
                    <a:pt x="495" y="98"/>
                  </a:cubicBezTo>
                  <a:cubicBezTo>
                    <a:pt x="493" y="98"/>
                    <a:pt x="492" y="98"/>
                    <a:pt x="490" y="98"/>
                  </a:cubicBezTo>
                  <a:cubicBezTo>
                    <a:pt x="488" y="98"/>
                    <a:pt x="484" y="98"/>
                    <a:pt x="480" y="99"/>
                  </a:cubicBezTo>
                  <a:cubicBezTo>
                    <a:pt x="480" y="93"/>
                    <a:pt x="480" y="93"/>
                    <a:pt x="480" y="93"/>
                  </a:cubicBezTo>
                  <a:cubicBezTo>
                    <a:pt x="483" y="92"/>
                    <a:pt x="485" y="91"/>
                    <a:pt x="487" y="90"/>
                  </a:cubicBezTo>
                  <a:cubicBezTo>
                    <a:pt x="489" y="88"/>
                    <a:pt x="491" y="85"/>
                    <a:pt x="493" y="81"/>
                  </a:cubicBezTo>
                  <a:cubicBezTo>
                    <a:pt x="528" y="2"/>
                    <a:pt x="528" y="2"/>
                    <a:pt x="528" y="2"/>
                  </a:cubicBezTo>
                  <a:cubicBezTo>
                    <a:pt x="537" y="2"/>
                    <a:pt x="537" y="2"/>
                    <a:pt x="537" y="2"/>
                  </a:cubicBezTo>
                  <a:cubicBezTo>
                    <a:pt x="568" y="86"/>
                    <a:pt x="568" y="86"/>
                    <a:pt x="568" y="86"/>
                  </a:cubicBezTo>
                  <a:cubicBezTo>
                    <a:pt x="569" y="89"/>
                    <a:pt x="571" y="90"/>
                    <a:pt x="572" y="91"/>
                  </a:cubicBezTo>
                  <a:cubicBezTo>
                    <a:pt x="574" y="92"/>
                    <a:pt x="576" y="93"/>
                    <a:pt x="579" y="93"/>
                  </a:cubicBezTo>
                  <a:cubicBezTo>
                    <a:pt x="579" y="99"/>
                    <a:pt x="579" y="99"/>
                    <a:pt x="579" y="99"/>
                  </a:cubicBezTo>
                  <a:cubicBezTo>
                    <a:pt x="575" y="98"/>
                    <a:pt x="571" y="98"/>
                    <a:pt x="567" y="98"/>
                  </a:cubicBezTo>
                  <a:cubicBezTo>
                    <a:pt x="564" y="98"/>
                    <a:pt x="560" y="98"/>
                    <a:pt x="557" y="98"/>
                  </a:cubicBezTo>
                  <a:cubicBezTo>
                    <a:pt x="554" y="98"/>
                    <a:pt x="551" y="98"/>
                    <a:pt x="547" y="98"/>
                  </a:cubicBezTo>
                  <a:cubicBezTo>
                    <a:pt x="543" y="98"/>
                    <a:pt x="538" y="98"/>
                    <a:pt x="534" y="99"/>
                  </a:cubicBezTo>
                  <a:cubicBezTo>
                    <a:pt x="534" y="93"/>
                    <a:pt x="534" y="93"/>
                    <a:pt x="534" y="93"/>
                  </a:cubicBezTo>
                  <a:cubicBezTo>
                    <a:pt x="539" y="93"/>
                    <a:pt x="542" y="92"/>
                    <a:pt x="543" y="92"/>
                  </a:cubicBezTo>
                  <a:cubicBezTo>
                    <a:pt x="545" y="91"/>
                    <a:pt x="545" y="90"/>
                    <a:pt x="545" y="88"/>
                  </a:cubicBezTo>
                  <a:cubicBezTo>
                    <a:pt x="545" y="88"/>
                    <a:pt x="545" y="87"/>
                    <a:pt x="545" y="87"/>
                  </a:cubicBezTo>
                  <a:cubicBezTo>
                    <a:pt x="545" y="86"/>
                    <a:pt x="545" y="86"/>
                    <a:pt x="545" y="85"/>
                  </a:cubicBezTo>
                  <a:cubicBezTo>
                    <a:pt x="538" y="67"/>
                    <a:pt x="538" y="67"/>
                    <a:pt x="538" y="67"/>
                  </a:cubicBezTo>
                  <a:cubicBezTo>
                    <a:pt x="508" y="67"/>
                    <a:pt x="508" y="67"/>
                    <a:pt x="508" y="67"/>
                  </a:cubicBezTo>
                  <a:cubicBezTo>
                    <a:pt x="501" y="84"/>
                    <a:pt x="501" y="84"/>
                    <a:pt x="501" y="84"/>
                  </a:cubicBezTo>
                  <a:close/>
                  <a:moveTo>
                    <a:pt x="672" y="64"/>
                  </a:moveTo>
                  <a:cubicBezTo>
                    <a:pt x="672" y="17"/>
                    <a:pt x="672" y="17"/>
                    <a:pt x="672" y="17"/>
                  </a:cubicBezTo>
                  <a:cubicBezTo>
                    <a:pt x="672" y="13"/>
                    <a:pt x="671" y="10"/>
                    <a:pt x="669" y="9"/>
                  </a:cubicBezTo>
                  <a:cubicBezTo>
                    <a:pt x="668" y="8"/>
                    <a:pt x="664" y="7"/>
                    <a:pt x="659" y="7"/>
                  </a:cubicBezTo>
                  <a:cubicBezTo>
                    <a:pt x="659" y="2"/>
                    <a:pt x="659" y="2"/>
                    <a:pt x="659" y="2"/>
                  </a:cubicBezTo>
                  <a:cubicBezTo>
                    <a:pt x="661" y="2"/>
                    <a:pt x="664" y="2"/>
                    <a:pt x="666" y="2"/>
                  </a:cubicBezTo>
                  <a:cubicBezTo>
                    <a:pt x="669" y="2"/>
                    <a:pt x="672" y="2"/>
                    <a:pt x="675" y="2"/>
                  </a:cubicBezTo>
                  <a:cubicBezTo>
                    <a:pt x="678" y="2"/>
                    <a:pt x="680" y="2"/>
                    <a:pt x="683" y="2"/>
                  </a:cubicBezTo>
                  <a:cubicBezTo>
                    <a:pt x="685" y="2"/>
                    <a:pt x="688" y="2"/>
                    <a:pt x="690" y="2"/>
                  </a:cubicBezTo>
                  <a:cubicBezTo>
                    <a:pt x="690" y="7"/>
                    <a:pt x="690" y="7"/>
                    <a:pt x="690" y="7"/>
                  </a:cubicBezTo>
                  <a:cubicBezTo>
                    <a:pt x="689" y="7"/>
                    <a:pt x="689" y="7"/>
                    <a:pt x="689" y="7"/>
                  </a:cubicBezTo>
                  <a:cubicBezTo>
                    <a:pt x="686" y="7"/>
                    <a:pt x="683" y="8"/>
                    <a:pt x="682" y="9"/>
                  </a:cubicBezTo>
                  <a:cubicBezTo>
                    <a:pt x="681" y="11"/>
                    <a:pt x="680" y="13"/>
                    <a:pt x="680" y="17"/>
                  </a:cubicBezTo>
                  <a:cubicBezTo>
                    <a:pt x="680" y="99"/>
                    <a:pt x="680" y="99"/>
                    <a:pt x="680" y="99"/>
                  </a:cubicBezTo>
                  <a:cubicBezTo>
                    <a:pt x="671" y="99"/>
                    <a:pt x="671" y="99"/>
                    <a:pt x="671" y="99"/>
                  </a:cubicBezTo>
                  <a:cubicBezTo>
                    <a:pt x="610" y="20"/>
                    <a:pt x="610" y="20"/>
                    <a:pt x="610" y="20"/>
                  </a:cubicBezTo>
                  <a:cubicBezTo>
                    <a:pt x="610" y="81"/>
                    <a:pt x="610" y="81"/>
                    <a:pt x="610" y="81"/>
                  </a:cubicBezTo>
                  <a:cubicBezTo>
                    <a:pt x="610" y="86"/>
                    <a:pt x="611" y="89"/>
                    <a:pt x="612" y="91"/>
                  </a:cubicBezTo>
                  <a:cubicBezTo>
                    <a:pt x="614" y="92"/>
                    <a:pt x="617" y="93"/>
                    <a:pt x="623" y="93"/>
                  </a:cubicBezTo>
                  <a:cubicBezTo>
                    <a:pt x="623" y="99"/>
                    <a:pt x="623" y="99"/>
                    <a:pt x="623" y="99"/>
                  </a:cubicBezTo>
                  <a:cubicBezTo>
                    <a:pt x="620" y="98"/>
                    <a:pt x="617" y="98"/>
                    <a:pt x="614" y="98"/>
                  </a:cubicBezTo>
                  <a:cubicBezTo>
                    <a:pt x="611" y="98"/>
                    <a:pt x="608" y="98"/>
                    <a:pt x="605" y="98"/>
                  </a:cubicBezTo>
                  <a:cubicBezTo>
                    <a:pt x="603" y="98"/>
                    <a:pt x="600" y="98"/>
                    <a:pt x="598" y="98"/>
                  </a:cubicBezTo>
                  <a:cubicBezTo>
                    <a:pt x="595" y="98"/>
                    <a:pt x="592" y="98"/>
                    <a:pt x="590" y="99"/>
                  </a:cubicBezTo>
                  <a:cubicBezTo>
                    <a:pt x="590" y="93"/>
                    <a:pt x="590" y="93"/>
                    <a:pt x="590" y="93"/>
                  </a:cubicBezTo>
                  <a:cubicBezTo>
                    <a:pt x="595" y="93"/>
                    <a:pt x="598" y="92"/>
                    <a:pt x="599" y="91"/>
                  </a:cubicBezTo>
                  <a:cubicBezTo>
                    <a:pt x="601" y="89"/>
                    <a:pt x="602" y="86"/>
                    <a:pt x="602" y="81"/>
                  </a:cubicBezTo>
                  <a:cubicBezTo>
                    <a:pt x="602" y="17"/>
                    <a:pt x="602" y="17"/>
                    <a:pt x="602" y="17"/>
                  </a:cubicBezTo>
                  <a:cubicBezTo>
                    <a:pt x="602" y="13"/>
                    <a:pt x="601" y="11"/>
                    <a:pt x="599" y="9"/>
                  </a:cubicBezTo>
                  <a:cubicBezTo>
                    <a:pt x="598" y="8"/>
                    <a:pt x="595" y="8"/>
                    <a:pt x="591" y="7"/>
                  </a:cubicBezTo>
                  <a:cubicBezTo>
                    <a:pt x="591" y="2"/>
                    <a:pt x="591" y="2"/>
                    <a:pt x="591" y="2"/>
                  </a:cubicBezTo>
                  <a:cubicBezTo>
                    <a:pt x="595" y="2"/>
                    <a:pt x="599" y="2"/>
                    <a:pt x="601" y="2"/>
                  </a:cubicBezTo>
                  <a:cubicBezTo>
                    <a:pt x="603" y="2"/>
                    <a:pt x="605" y="3"/>
                    <a:pt x="607" y="3"/>
                  </a:cubicBezTo>
                  <a:cubicBezTo>
                    <a:pt x="609" y="3"/>
                    <a:pt x="612" y="2"/>
                    <a:pt x="614" y="2"/>
                  </a:cubicBezTo>
                  <a:cubicBezTo>
                    <a:pt x="617" y="2"/>
                    <a:pt x="620" y="2"/>
                    <a:pt x="623" y="2"/>
                  </a:cubicBezTo>
                  <a:cubicBezTo>
                    <a:pt x="672" y="64"/>
                    <a:pt x="672" y="64"/>
                    <a:pt x="672" y="64"/>
                  </a:cubicBezTo>
                  <a:close/>
                  <a:moveTo>
                    <a:pt x="781" y="16"/>
                  </a:moveTo>
                  <a:cubicBezTo>
                    <a:pt x="781" y="13"/>
                    <a:pt x="780" y="11"/>
                    <a:pt x="779" y="9"/>
                  </a:cubicBezTo>
                  <a:cubicBezTo>
                    <a:pt x="777" y="8"/>
                    <a:pt x="775" y="7"/>
                    <a:pt x="771" y="7"/>
                  </a:cubicBezTo>
                  <a:cubicBezTo>
                    <a:pt x="770" y="7"/>
                    <a:pt x="770" y="7"/>
                    <a:pt x="770" y="7"/>
                  </a:cubicBezTo>
                  <a:cubicBezTo>
                    <a:pt x="770" y="2"/>
                    <a:pt x="770" y="2"/>
                    <a:pt x="770" y="2"/>
                  </a:cubicBezTo>
                  <a:cubicBezTo>
                    <a:pt x="775" y="2"/>
                    <a:pt x="779" y="2"/>
                    <a:pt x="782" y="3"/>
                  </a:cubicBezTo>
                  <a:cubicBezTo>
                    <a:pt x="786" y="3"/>
                    <a:pt x="790" y="3"/>
                    <a:pt x="793" y="3"/>
                  </a:cubicBezTo>
                  <a:cubicBezTo>
                    <a:pt x="796" y="3"/>
                    <a:pt x="799" y="3"/>
                    <a:pt x="803" y="3"/>
                  </a:cubicBezTo>
                  <a:cubicBezTo>
                    <a:pt x="807" y="2"/>
                    <a:pt x="811" y="2"/>
                    <a:pt x="815" y="2"/>
                  </a:cubicBezTo>
                  <a:cubicBezTo>
                    <a:pt x="815" y="7"/>
                    <a:pt x="815" y="7"/>
                    <a:pt x="815" y="7"/>
                  </a:cubicBezTo>
                  <a:cubicBezTo>
                    <a:pt x="811" y="7"/>
                    <a:pt x="808" y="8"/>
                    <a:pt x="807" y="9"/>
                  </a:cubicBezTo>
                  <a:cubicBezTo>
                    <a:pt x="805" y="10"/>
                    <a:pt x="804" y="12"/>
                    <a:pt x="804" y="16"/>
                  </a:cubicBezTo>
                  <a:cubicBezTo>
                    <a:pt x="804" y="60"/>
                    <a:pt x="804" y="60"/>
                    <a:pt x="804" y="60"/>
                  </a:cubicBezTo>
                  <a:cubicBezTo>
                    <a:pt x="804" y="67"/>
                    <a:pt x="805" y="72"/>
                    <a:pt x="805" y="75"/>
                  </a:cubicBezTo>
                  <a:cubicBezTo>
                    <a:pt x="806" y="78"/>
                    <a:pt x="807" y="80"/>
                    <a:pt x="808" y="82"/>
                  </a:cubicBezTo>
                  <a:cubicBezTo>
                    <a:pt x="810" y="84"/>
                    <a:pt x="813" y="86"/>
                    <a:pt x="816" y="88"/>
                  </a:cubicBezTo>
                  <a:cubicBezTo>
                    <a:pt x="819" y="89"/>
                    <a:pt x="822" y="89"/>
                    <a:pt x="827" y="89"/>
                  </a:cubicBezTo>
                  <a:cubicBezTo>
                    <a:pt x="835" y="89"/>
                    <a:pt x="841" y="87"/>
                    <a:pt x="845" y="83"/>
                  </a:cubicBezTo>
                  <a:cubicBezTo>
                    <a:pt x="848" y="78"/>
                    <a:pt x="850" y="70"/>
                    <a:pt x="850" y="60"/>
                  </a:cubicBezTo>
                  <a:cubicBezTo>
                    <a:pt x="850" y="59"/>
                    <a:pt x="850" y="59"/>
                    <a:pt x="850" y="59"/>
                  </a:cubicBezTo>
                  <a:cubicBezTo>
                    <a:pt x="850" y="18"/>
                    <a:pt x="850" y="18"/>
                    <a:pt x="850" y="18"/>
                  </a:cubicBezTo>
                  <a:cubicBezTo>
                    <a:pt x="850" y="14"/>
                    <a:pt x="849" y="11"/>
                    <a:pt x="848" y="9"/>
                  </a:cubicBezTo>
                  <a:cubicBezTo>
                    <a:pt x="847" y="8"/>
                    <a:pt x="844" y="7"/>
                    <a:pt x="839" y="7"/>
                  </a:cubicBezTo>
                  <a:cubicBezTo>
                    <a:pt x="839" y="2"/>
                    <a:pt x="839" y="2"/>
                    <a:pt x="839" y="2"/>
                  </a:cubicBezTo>
                  <a:cubicBezTo>
                    <a:pt x="842" y="2"/>
                    <a:pt x="845" y="2"/>
                    <a:pt x="847" y="2"/>
                  </a:cubicBezTo>
                  <a:cubicBezTo>
                    <a:pt x="849" y="2"/>
                    <a:pt x="851" y="3"/>
                    <a:pt x="853" y="3"/>
                  </a:cubicBezTo>
                  <a:cubicBezTo>
                    <a:pt x="855" y="3"/>
                    <a:pt x="857" y="2"/>
                    <a:pt x="860" y="2"/>
                  </a:cubicBezTo>
                  <a:cubicBezTo>
                    <a:pt x="862" y="2"/>
                    <a:pt x="865" y="2"/>
                    <a:pt x="867" y="2"/>
                  </a:cubicBezTo>
                  <a:cubicBezTo>
                    <a:pt x="867" y="7"/>
                    <a:pt x="867" y="7"/>
                    <a:pt x="867" y="7"/>
                  </a:cubicBezTo>
                  <a:cubicBezTo>
                    <a:pt x="864" y="7"/>
                    <a:pt x="862" y="8"/>
                    <a:pt x="861" y="9"/>
                  </a:cubicBezTo>
                  <a:cubicBezTo>
                    <a:pt x="860" y="10"/>
                    <a:pt x="859" y="13"/>
                    <a:pt x="859" y="18"/>
                  </a:cubicBezTo>
                  <a:cubicBezTo>
                    <a:pt x="858" y="62"/>
                    <a:pt x="858" y="62"/>
                    <a:pt x="858" y="62"/>
                  </a:cubicBezTo>
                  <a:cubicBezTo>
                    <a:pt x="858" y="76"/>
                    <a:pt x="855" y="86"/>
                    <a:pt x="849" y="92"/>
                  </a:cubicBezTo>
                  <a:cubicBezTo>
                    <a:pt x="843" y="98"/>
                    <a:pt x="833" y="101"/>
                    <a:pt x="820" y="101"/>
                  </a:cubicBezTo>
                  <a:cubicBezTo>
                    <a:pt x="807" y="101"/>
                    <a:pt x="797" y="98"/>
                    <a:pt x="791" y="93"/>
                  </a:cubicBezTo>
                  <a:cubicBezTo>
                    <a:pt x="784" y="87"/>
                    <a:pt x="781" y="79"/>
                    <a:pt x="781" y="69"/>
                  </a:cubicBezTo>
                  <a:cubicBezTo>
                    <a:pt x="781" y="16"/>
                    <a:pt x="781" y="16"/>
                    <a:pt x="781" y="16"/>
                  </a:cubicBezTo>
                  <a:close/>
                  <a:moveTo>
                    <a:pt x="963" y="64"/>
                  </a:moveTo>
                  <a:cubicBezTo>
                    <a:pt x="963" y="17"/>
                    <a:pt x="963" y="17"/>
                    <a:pt x="963" y="17"/>
                  </a:cubicBezTo>
                  <a:cubicBezTo>
                    <a:pt x="963" y="13"/>
                    <a:pt x="962" y="10"/>
                    <a:pt x="961" y="9"/>
                  </a:cubicBezTo>
                  <a:cubicBezTo>
                    <a:pt x="959" y="8"/>
                    <a:pt x="956" y="7"/>
                    <a:pt x="950" y="7"/>
                  </a:cubicBezTo>
                  <a:cubicBezTo>
                    <a:pt x="950" y="2"/>
                    <a:pt x="950" y="2"/>
                    <a:pt x="950" y="2"/>
                  </a:cubicBezTo>
                  <a:cubicBezTo>
                    <a:pt x="953" y="2"/>
                    <a:pt x="955" y="2"/>
                    <a:pt x="958" y="2"/>
                  </a:cubicBezTo>
                  <a:cubicBezTo>
                    <a:pt x="960" y="2"/>
                    <a:pt x="963" y="2"/>
                    <a:pt x="966" y="2"/>
                  </a:cubicBezTo>
                  <a:cubicBezTo>
                    <a:pt x="969" y="2"/>
                    <a:pt x="972" y="2"/>
                    <a:pt x="974" y="2"/>
                  </a:cubicBezTo>
                  <a:cubicBezTo>
                    <a:pt x="977" y="2"/>
                    <a:pt x="979" y="2"/>
                    <a:pt x="981" y="2"/>
                  </a:cubicBezTo>
                  <a:cubicBezTo>
                    <a:pt x="981" y="7"/>
                    <a:pt x="981" y="7"/>
                    <a:pt x="981" y="7"/>
                  </a:cubicBezTo>
                  <a:cubicBezTo>
                    <a:pt x="980" y="7"/>
                    <a:pt x="980" y="7"/>
                    <a:pt x="980" y="7"/>
                  </a:cubicBezTo>
                  <a:cubicBezTo>
                    <a:pt x="977" y="7"/>
                    <a:pt x="975" y="8"/>
                    <a:pt x="973" y="9"/>
                  </a:cubicBezTo>
                  <a:cubicBezTo>
                    <a:pt x="972" y="11"/>
                    <a:pt x="971" y="13"/>
                    <a:pt x="971" y="17"/>
                  </a:cubicBezTo>
                  <a:cubicBezTo>
                    <a:pt x="971" y="99"/>
                    <a:pt x="971" y="99"/>
                    <a:pt x="971" y="99"/>
                  </a:cubicBezTo>
                  <a:cubicBezTo>
                    <a:pt x="963" y="99"/>
                    <a:pt x="963" y="99"/>
                    <a:pt x="963" y="99"/>
                  </a:cubicBezTo>
                  <a:cubicBezTo>
                    <a:pt x="901" y="20"/>
                    <a:pt x="901" y="20"/>
                    <a:pt x="901" y="20"/>
                  </a:cubicBezTo>
                  <a:cubicBezTo>
                    <a:pt x="901" y="81"/>
                    <a:pt x="901" y="81"/>
                    <a:pt x="901" y="81"/>
                  </a:cubicBezTo>
                  <a:cubicBezTo>
                    <a:pt x="901" y="86"/>
                    <a:pt x="902" y="89"/>
                    <a:pt x="904" y="91"/>
                  </a:cubicBezTo>
                  <a:cubicBezTo>
                    <a:pt x="905" y="92"/>
                    <a:pt x="909" y="93"/>
                    <a:pt x="914" y="93"/>
                  </a:cubicBezTo>
                  <a:cubicBezTo>
                    <a:pt x="914" y="99"/>
                    <a:pt x="914" y="99"/>
                    <a:pt x="914" y="99"/>
                  </a:cubicBezTo>
                  <a:cubicBezTo>
                    <a:pt x="911" y="98"/>
                    <a:pt x="908" y="98"/>
                    <a:pt x="905" y="98"/>
                  </a:cubicBezTo>
                  <a:cubicBezTo>
                    <a:pt x="902" y="98"/>
                    <a:pt x="900" y="98"/>
                    <a:pt x="897" y="98"/>
                  </a:cubicBezTo>
                  <a:cubicBezTo>
                    <a:pt x="894" y="98"/>
                    <a:pt x="892" y="98"/>
                    <a:pt x="889" y="98"/>
                  </a:cubicBezTo>
                  <a:cubicBezTo>
                    <a:pt x="886" y="98"/>
                    <a:pt x="884" y="98"/>
                    <a:pt x="881" y="99"/>
                  </a:cubicBezTo>
                  <a:cubicBezTo>
                    <a:pt x="881" y="93"/>
                    <a:pt x="881" y="93"/>
                    <a:pt x="881" y="93"/>
                  </a:cubicBezTo>
                  <a:cubicBezTo>
                    <a:pt x="886" y="93"/>
                    <a:pt x="889" y="92"/>
                    <a:pt x="891" y="91"/>
                  </a:cubicBezTo>
                  <a:cubicBezTo>
                    <a:pt x="892" y="89"/>
                    <a:pt x="893" y="86"/>
                    <a:pt x="893" y="81"/>
                  </a:cubicBezTo>
                  <a:cubicBezTo>
                    <a:pt x="893" y="17"/>
                    <a:pt x="893" y="17"/>
                    <a:pt x="893" y="17"/>
                  </a:cubicBezTo>
                  <a:cubicBezTo>
                    <a:pt x="893" y="13"/>
                    <a:pt x="892" y="11"/>
                    <a:pt x="891" y="9"/>
                  </a:cubicBezTo>
                  <a:cubicBezTo>
                    <a:pt x="889" y="8"/>
                    <a:pt x="886" y="8"/>
                    <a:pt x="882" y="7"/>
                  </a:cubicBezTo>
                  <a:cubicBezTo>
                    <a:pt x="882" y="2"/>
                    <a:pt x="882" y="2"/>
                    <a:pt x="882" y="2"/>
                  </a:cubicBezTo>
                  <a:cubicBezTo>
                    <a:pt x="887" y="2"/>
                    <a:pt x="890" y="2"/>
                    <a:pt x="892" y="2"/>
                  </a:cubicBezTo>
                  <a:cubicBezTo>
                    <a:pt x="895" y="2"/>
                    <a:pt x="897" y="3"/>
                    <a:pt x="899" y="3"/>
                  </a:cubicBezTo>
                  <a:cubicBezTo>
                    <a:pt x="901" y="3"/>
                    <a:pt x="903" y="2"/>
                    <a:pt x="906" y="2"/>
                  </a:cubicBezTo>
                  <a:cubicBezTo>
                    <a:pt x="908" y="2"/>
                    <a:pt x="911" y="2"/>
                    <a:pt x="915" y="2"/>
                  </a:cubicBezTo>
                  <a:cubicBezTo>
                    <a:pt x="963" y="64"/>
                    <a:pt x="963" y="64"/>
                    <a:pt x="963" y="64"/>
                  </a:cubicBezTo>
                  <a:close/>
                  <a:moveTo>
                    <a:pt x="997" y="99"/>
                  </a:moveTo>
                  <a:cubicBezTo>
                    <a:pt x="997" y="93"/>
                    <a:pt x="997" y="93"/>
                    <a:pt x="997" y="93"/>
                  </a:cubicBezTo>
                  <a:cubicBezTo>
                    <a:pt x="997" y="93"/>
                    <a:pt x="997" y="93"/>
                    <a:pt x="997" y="93"/>
                  </a:cubicBezTo>
                  <a:cubicBezTo>
                    <a:pt x="1002" y="93"/>
                    <a:pt x="1005" y="92"/>
                    <a:pt x="1006" y="91"/>
                  </a:cubicBezTo>
                  <a:cubicBezTo>
                    <a:pt x="1007" y="89"/>
                    <a:pt x="1008" y="86"/>
                    <a:pt x="1008" y="81"/>
                  </a:cubicBezTo>
                  <a:cubicBezTo>
                    <a:pt x="1008" y="16"/>
                    <a:pt x="1008" y="16"/>
                    <a:pt x="1008" y="16"/>
                  </a:cubicBezTo>
                  <a:cubicBezTo>
                    <a:pt x="1008" y="13"/>
                    <a:pt x="1007" y="11"/>
                    <a:pt x="1006" y="9"/>
                  </a:cubicBezTo>
                  <a:cubicBezTo>
                    <a:pt x="1004" y="8"/>
                    <a:pt x="1002" y="7"/>
                    <a:pt x="998" y="7"/>
                  </a:cubicBezTo>
                  <a:cubicBezTo>
                    <a:pt x="997" y="7"/>
                    <a:pt x="997" y="7"/>
                    <a:pt x="997" y="7"/>
                  </a:cubicBezTo>
                  <a:cubicBezTo>
                    <a:pt x="997" y="2"/>
                    <a:pt x="997" y="2"/>
                    <a:pt x="997" y="2"/>
                  </a:cubicBezTo>
                  <a:cubicBezTo>
                    <a:pt x="1001" y="2"/>
                    <a:pt x="1004" y="2"/>
                    <a:pt x="1008" y="2"/>
                  </a:cubicBezTo>
                  <a:cubicBezTo>
                    <a:pt x="1012" y="3"/>
                    <a:pt x="1016" y="3"/>
                    <a:pt x="1020" y="3"/>
                  </a:cubicBezTo>
                  <a:cubicBezTo>
                    <a:pt x="1023" y="3"/>
                    <a:pt x="1027" y="3"/>
                    <a:pt x="1031" y="2"/>
                  </a:cubicBezTo>
                  <a:cubicBezTo>
                    <a:pt x="1035" y="2"/>
                    <a:pt x="1039" y="2"/>
                    <a:pt x="1042" y="2"/>
                  </a:cubicBezTo>
                  <a:cubicBezTo>
                    <a:pt x="1042" y="7"/>
                    <a:pt x="1042" y="7"/>
                    <a:pt x="1042" y="7"/>
                  </a:cubicBezTo>
                  <a:cubicBezTo>
                    <a:pt x="1038" y="7"/>
                    <a:pt x="1035" y="8"/>
                    <a:pt x="1034" y="9"/>
                  </a:cubicBezTo>
                  <a:cubicBezTo>
                    <a:pt x="1032" y="10"/>
                    <a:pt x="1031" y="12"/>
                    <a:pt x="1031" y="16"/>
                  </a:cubicBezTo>
                  <a:cubicBezTo>
                    <a:pt x="1031" y="81"/>
                    <a:pt x="1031" y="81"/>
                    <a:pt x="1031" y="81"/>
                  </a:cubicBezTo>
                  <a:cubicBezTo>
                    <a:pt x="1031" y="86"/>
                    <a:pt x="1032" y="89"/>
                    <a:pt x="1033" y="91"/>
                  </a:cubicBezTo>
                  <a:cubicBezTo>
                    <a:pt x="1035" y="92"/>
                    <a:pt x="1038" y="93"/>
                    <a:pt x="1042" y="93"/>
                  </a:cubicBezTo>
                  <a:cubicBezTo>
                    <a:pt x="1042" y="93"/>
                    <a:pt x="1042" y="93"/>
                    <a:pt x="1042" y="93"/>
                  </a:cubicBezTo>
                  <a:cubicBezTo>
                    <a:pt x="1042" y="99"/>
                    <a:pt x="1042" y="99"/>
                    <a:pt x="1042" y="99"/>
                  </a:cubicBezTo>
                  <a:cubicBezTo>
                    <a:pt x="1039" y="98"/>
                    <a:pt x="1035" y="98"/>
                    <a:pt x="1031" y="98"/>
                  </a:cubicBezTo>
                  <a:cubicBezTo>
                    <a:pt x="1027" y="98"/>
                    <a:pt x="1024" y="98"/>
                    <a:pt x="1020" y="98"/>
                  </a:cubicBezTo>
                  <a:cubicBezTo>
                    <a:pt x="1016" y="98"/>
                    <a:pt x="1013" y="98"/>
                    <a:pt x="1009" y="98"/>
                  </a:cubicBezTo>
                  <a:cubicBezTo>
                    <a:pt x="1005" y="98"/>
                    <a:pt x="1001" y="98"/>
                    <a:pt x="997" y="99"/>
                  </a:cubicBezTo>
                  <a:cubicBezTo>
                    <a:pt x="997" y="99"/>
                    <a:pt x="997" y="99"/>
                    <a:pt x="997" y="99"/>
                  </a:cubicBezTo>
                  <a:close/>
                  <a:moveTo>
                    <a:pt x="1107" y="100"/>
                  </a:moveTo>
                  <a:cubicBezTo>
                    <a:pt x="1097" y="100"/>
                    <a:pt x="1097" y="100"/>
                    <a:pt x="1097" y="100"/>
                  </a:cubicBezTo>
                  <a:cubicBezTo>
                    <a:pt x="1066" y="16"/>
                    <a:pt x="1066" y="16"/>
                    <a:pt x="1066" y="16"/>
                  </a:cubicBezTo>
                  <a:cubicBezTo>
                    <a:pt x="1065" y="13"/>
                    <a:pt x="1064" y="11"/>
                    <a:pt x="1062" y="9"/>
                  </a:cubicBezTo>
                  <a:cubicBezTo>
                    <a:pt x="1060" y="8"/>
                    <a:pt x="1058" y="7"/>
                    <a:pt x="1055" y="7"/>
                  </a:cubicBezTo>
                  <a:cubicBezTo>
                    <a:pt x="1054" y="7"/>
                    <a:pt x="1054" y="7"/>
                    <a:pt x="1054" y="7"/>
                  </a:cubicBezTo>
                  <a:cubicBezTo>
                    <a:pt x="1054" y="2"/>
                    <a:pt x="1054" y="2"/>
                    <a:pt x="1054" y="2"/>
                  </a:cubicBezTo>
                  <a:cubicBezTo>
                    <a:pt x="1058" y="2"/>
                    <a:pt x="1062" y="2"/>
                    <a:pt x="1066" y="2"/>
                  </a:cubicBezTo>
                  <a:cubicBezTo>
                    <a:pt x="1070" y="2"/>
                    <a:pt x="1073" y="3"/>
                    <a:pt x="1076" y="3"/>
                  </a:cubicBezTo>
                  <a:cubicBezTo>
                    <a:pt x="1079" y="3"/>
                    <a:pt x="1081" y="2"/>
                    <a:pt x="1085" y="2"/>
                  </a:cubicBezTo>
                  <a:cubicBezTo>
                    <a:pt x="1088" y="2"/>
                    <a:pt x="1093" y="2"/>
                    <a:pt x="1100" y="2"/>
                  </a:cubicBezTo>
                  <a:cubicBezTo>
                    <a:pt x="1100" y="7"/>
                    <a:pt x="1100" y="7"/>
                    <a:pt x="1100" y="7"/>
                  </a:cubicBezTo>
                  <a:cubicBezTo>
                    <a:pt x="1099" y="7"/>
                    <a:pt x="1099" y="7"/>
                    <a:pt x="1099" y="7"/>
                  </a:cubicBezTo>
                  <a:cubicBezTo>
                    <a:pt x="1095" y="7"/>
                    <a:pt x="1093" y="8"/>
                    <a:pt x="1092" y="8"/>
                  </a:cubicBezTo>
                  <a:cubicBezTo>
                    <a:pt x="1090" y="9"/>
                    <a:pt x="1089" y="11"/>
                    <a:pt x="1089" y="12"/>
                  </a:cubicBezTo>
                  <a:cubicBezTo>
                    <a:pt x="1089" y="13"/>
                    <a:pt x="1089" y="13"/>
                    <a:pt x="1090" y="14"/>
                  </a:cubicBezTo>
                  <a:cubicBezTo>
                    <a:pt x="1090" y="14"/>
                    <a:pt x="1090" y="15"/>
                    <a:pt x="1090" y="15"/>
                  </a:cubicBezTo>
                  <a:cubicBezTo>
                    <a:pt x="1110" y="74"/>
                    <a:pt x="1110" y="74"/>
                    <a:pt x="1110" y="74"/>
                  </a:cubicBezTo>
                  <a:cubicBezTo>
                    <a:pt x="1133" y="16"/>
                    <a:pt x="1133" y="16"/>
                    <a:pt x="1133" y="16"/>
                  </a:cubicBezTo>
                  <a:cubicBezTo>
                    <a:pt x="1134" y="14"/>
                    <a:pt x="1134" y="14"/>
                    <a:pt x="1134" y="13"/>
                  </a:cubicBezTo>
                  <a:cubicBezTo>
                    <a:pt x="1134" y="12"/>
                    <a:pt x="1135" y="11"/>
                    <a:pt x="1135" y="11"/>
                  </a:cubicBezTo>
                  <a:cubicBezTo>
                    <a:pt x="1135" y="9"/>
                    <a:pt x="1134" y="9"/>
                    <a:pt x="1132" y="8"/>
                  </a:cubicBezTo>
                  <a:cubicBezTo>
                    <a:pt x="1131" y="7"/>
                    <a:pt x="1128" y="7"/>
                    <a:pt x="1125" y="7"/>
                  </a:cubicBezTo>
                  <a:cubicBezTo>
                    <a:pt x="1124" y="7"/>
                    <a:pt x="1124" y="7"/>
                    <a:pt x="1124" y="7"/>
                  </a:cubicBezTo>
                  <a:cubicBezTo>
                    <a:pt x="1124" y="2"/>
                    <a:pt x="1124" y="2"/>
                    <a:pt x="1124" y="2"/>
                  </a:cubicBezTo>
                  <a:cubicBezTo>
                    <a:pt x="1126" y="2"/>
                    <a:pt x="1128" y="2"/>
                    <a:pt x="1130" y="2"/>
                  </a:cubicBezTo>
                  <a:cubicBezTo>
                    <a:pt x="1132" y="2"/>
                    <a:pt x="1135" y="2"/>
                    <a:pt x="1137" y="2"/>
                  </a:cubicBezTo>
                  <a:cubicBezTo>
                    <a:pt x="1140" y="2"/>
                    <a:pt x="1143" y="2"/>
                    <a:pt x="1145" y="2"/>
                  </a:cubicBezTo>
                  <a:cubicBezTo>
                    <a:pt x="1147" y="2"/>
                    <a:pt x="1149" y="2"/>
                    <a:pt x="1151" y="2"/>
                  </a:cubicBezTo>
                  <a:cubicBezTo>
                    <a:pt x="1152" y="7"/>
                    <a:pt x="1152" y="7"/>
                    <a:pt x="1152" y="7"/>
                  </a:cubicBezTo>
                  <a:cubicBezTo>
                    <a:pt x="1149" y="7"/>
                    <a:pt x="1148" y="8"/>
                    <a:pt x="1146" y="9"/>
                  </a:cubicBezTo>
                  <a:cubicBezTo>
                    <a:pt x="1145" y="10"/>
                    <a:pt x="1144" y="12"/>
                    <a:pt x="1143" y="15"/>
                  </a:cubicBezTo>
                  <a:cubicBezTo>
                    <a:pt x="1107" y="100"/>
                    <a:pt x="1107" y="100"/>
                    <a:pt x="1107" y="100"/>
                  </a:cubicBezTo>
                  <a:close/>
                  <a:moveTo>
                    <a:pt x="1163" y="99"/>
                  </a:moveTo>
                  <a:cubicBezTo>
                    <a:pt x="1163" y="93"/>
                    <a:pt x="1163" y="93"/>
                    <a:pt x="1163" y="93"/>
                  </a:cubicBezTo>
                  <a:cubicBezTo>
                    <a:pt x="1165" y="93"/>
                    <a:pt x="1165" y="93"/>
                    <a:pt x="1165" y="93"/>
                  </a:cubicBezTo>
                  <a:cubicBezTo>
                    <a:pt x="1168" y="93"/>
                    <a:pt x="1171" y="92"/>
                    <a:pt x="1173" y="91"/>
                  </a:cubicBezTo>
                  <a:cubicBezTo>
                    <a:pt x="1174" y="89"/>
                    <a:pt x="1175" y="87"/>
                    <a:pt x="1175" y="84"/>
                  </a:cubicBezTo>
                  <a:cubicBezTo>
                    <a:pt x="1175" y="16"/>
                    <a:pt x="1175" y="16"/>
                    <a:pt x="1175" y="16"/>
                  </a:cubicBezTo>
                  <a:cubicBezTo>
                    <a:pt x="1175" y="13"/>
                    <a:pt x="1174" y="11"/>
                    <a:pt x="1173" y="10"/>
                  </a:cubicBezTo>
                  <a:cubicBezTo>
                    <a:pt x="1171" y="8"/>
                    <a:pt x="1168" y="7"/>
                    <a:pt x="1165" y="7"/>
                  </a:cubicBezTo>
                  <a:cubicBezTo>
                    <a:pt x="1163" y="7"/>
                    <a:pt x="1163" y="7"/>
                    <a:pt x="1163" y="7"/>
                  </a:cubicBezTo>
                  <a:cubicBezTo>
                    <a:pt x="1163" y="2"/>
                    <a:pt x="1163" y="2"/>
                    <a:pt x="1163" y="2"/>
                  </a:cubicBezTo>
                  <a:cubicBezTo>
                    <a:pt x="1166" y="2"/>
                    <a:pt x="1170" y="2"/>
                    <a:pt x="1174" y="2"/>
                  </a:cubicBezTo>
                  <a:cubicBezTo>
                    <a:pt x="1178" y="2"/>
                    <a:pt x="1184" y="2"/>
                    <a:pt x="1193" y="2"/>
                  </a:cubicBezTo>
                  <a:cubicBezTo>
                    <a:pt x="1207" y="2"/>
                    <a:pt x="1207" y="2"/>
                    <a:pt x="1207" y="2"/>
                  </a:cubicBezTo>
                  <a:cubicBezTo>
                    <a:pt x="1214" y="2"/>
                    <a:pt x="1219" y="2"/>
                    <a:pt x="1224" y="2"/>
                  </a:cubicBezTo>
                  <a:cubicBezTo>
                    <a:pt x="1228" y="2"/>
                    <a:pt x="1232" y="2"/>
                    <a:pt x="1236" y="2"/>
                  </a:cubicBezTo>
                  <a:cubicBezTo>
                    <a:pt x="1236" y="5"/>
                    <a:pt x="1236" y="9"/>
                    <a:pt x="1236" y="13"/>
                  </a:cubicBezTo>
                  <a:cubicBezTo>
                    <a:pt x="1236" y="16"/>
                    <a:pt x="1237" y="21"/>
                    <a:pt x="1237" y="25"/>
                  </a:cubicBezTo>
                  <a:cubicBezTo>
                    <a:pt x="1231" y="25"/>
                    <a:pt x="1231" y="25"/>
                    <a:pt x="1231" y="25"/>
                  </a:cubicBezTo>
                  <a:cubicBezTo>
                    <a:pt x="1230" y="19"/>
                    <a:pt x="1228" y="15"/>
                    <a:pt x="1225" y="12"/>
                  </a:cubicBezTo>
                  <a:cubicBezTo>
                    <a:pt x="1222" y="10"/>
                    <a:pt x="1216" y="9"/>
                    <a:pt x="1208" y="9"/>
                  </a:cubicBezTo>
                  <a:cubicBezTo>
                    <a:pt x="1204" y="9"/>
                    <a:pt x="1201" y="9"/>
                    <a:pt x="1200" y="10"/>
                  </a:cubicBezTo>
                  <a:cubicBezTo>
                    <a:pt x="1198" y="10"/>
                    <a:pt x="1198" y="12"/>
                    <a:pt x="1198" y="13"/>
                  </a:cubicBezTo>
                  <a:cubicBezTo>
                    <a:pt x="1198" y="46"/>
                    <a:pt x="1198" y="46"/>
                    <a:pt x="1198" y="46"/>
                  </a:cubicBezTo>
                  <a:cubicBezTo>
                    <a:pt x="1210" y="46"/>
                    <a:pt x="1210" y="46"/>
                    <a:pt x="1210" y="46"/>
                  </a:cubicBezTo>
                  <a:cubicBezTo>
                    <a:pt x="1214" y="46"/>
                    <a:pt x="1217" y="45"/>
                    <a:pt x="1219" y="42"/>
                  </a:cubicBezTo>
                  <a:cubicBezTo>
                    <a:pt x="1221" y="40"/>
                    <a:pt x="1222" y="37"/>
                    <a:pt x="1222" y="32"/>
                  </a:cubicBezTo>
                  <a:cubicBezTo>
                    <a:pt x="1227" y="32"/>
                    <a:pt x="1227" y="32"/>
                    <a:pt x="1227" y="32"/>
                  </a:cubicBezTo>
                  <a:cubicBezTo>
                    <a:pt x="1227" y="35"/>
                    <a:pt x="1227" y="38"/>
                    <a:pt x="1227" y="40"/>
                  </a:cubicBezTo>
                  <a:cubicBezTo>
                    <a:pt x="1227" y="43"/>
                    <a:pt x="1227" y="46"/>
                    <a:pt x="1227" y="49"/>
                  </a:cubicBezTo>
                  <a:cubicBezTo>
                    <a:pt x="1227" y="52"/>
                    <a:pt x="1227" y="54"/>
                    <a:pt x="1227" y="57"/>
                  </a:cubicBezTo>
                  <a:cubicBezTo>
                    <a:pt x="1227" y="60"/>
                    <a:pt x="1227" y="63"/>
                    <a:pt x="1227" y="65"/>
                  </a:cubicBezTo>
                  <a:cubicBezTo>
                    <a:pt x="1222" y="65"/>
                    <a:pt x="1222" y="65"/>
                    <a:pt x="1222" y="65"/>
                  </a:cubicBezTo>
                  <a:cubicBezTo>
                    <a:pt x="1222" y="60"/>
                    <a:pt x="1221" y="57"/>
                    <a:pt x="1219" y="55"/>
                  </a:cubicBezTo>
                  <a:cubicBezTo>
                    <a:pt x="1218" y="53"/>
                    <a:pt x="1215" y="52"/>
                    <a:pt x="1211" y="52"/>
                  </a:cubicBezTo>
                  <a:cubicBezTo>
                    <a:pt x="1198" y="52"/>
                    <a:pt x="1198" y="52"/>
                    <a:pt x="1198" y="52"/>
                  </a:cubicBezTo>
                  <a:cubicBezTo>
                    <a:pt x="1198" y="85"/>
                    <a:pt x="1198" y="85"/>
                    <a:pt x="1198" y="85"/>
                  </a:cubicBezTo>
                  <a:cubicBezTo>
                    <a:pt x="1198" y="87"/>
                    <a:pt x="1198" y="88"/>
                    <a:pt x="1199" y="89"/>
                  </a:cubicBezTo>
                  <a:cubicBezTo>
                    <a:pt x="1201" y="90"/>
                    <a:pt x="1202" y="90"/>
                    <a:pt x="1205" y="90"/>
                  </a:cubicBezTo>
                  <a:cubicBezTo>
                    <a:pt x="1216" y="90"/>
                    <a:pt x="1224" y="89"/>
                    <a:pt x="1229" y="86"/>
                  </a:cubicBezTo>
                  <a:cubicBezTo>
                    <a:pt x="1233" y="83"/>
                    <a:pt x="1236" y="78"/>
                    <a:pt x="1238" y="71"/>
                  </a:cubicBezTo>
                  <a:cubicBezTo>
                    <a:pt x="1244" y="71"/>
                    <a:pt x="1244" y="71"/>
                    <a:pt x="1244" y="71"/>
                  </a:cubicBezTo>
                  <a:cubicBezTo>
                    <a:pt x="1243" y="76"/>
                    <a:pt x="1242" y="80"/>
                    <a:pt x="1241" y="85"/>
                  </a:cubicBezTo>
                  <a:cubicBezTo>
                    <a:pt x="1240" y="90"/>
                    <a:pt x="1239" y="94"/>
                    <a:pt x="1239" y="99"/>
                  </a:cubicBezTo>
                  <a:cubicBezTo>
                    <a:pt x="1233" y="98"/>
                    <a:pt x="1228" y="98"/>
                    <a:pt x="1221" y="98"/>
                  </a:cubicBezTo>
                  <a:cubicBezTo>
                    <a:pt x="1215" y="98"/>
                    <a:pt x="1208" y="98"/>
                    <a:pt x="1201" y="98"/>
                  </a:cubicBezTo>
                  <a:cubicBezTo>
                    <a:pt x="1193" y="98"/>
                    <a:pt x="1186" y="98"/>
                    <a:pt x="1180" y="98"/>
                  </a:cubicBezTo>
                  <a:cubicBezTo>
                    <a:pt x="1174" y="98"/>
                    <a:pt x="1168" y="98"/>
                    <a:pt x="1163" y="99"/>
                  </a:cubicBezTo>
                  <a:cubicBezTo>
                    <a:pt x="1163" y="99"/>
                    <a:pt x="1163" y="99"/>
                    <a:pt x="1163" y="99"/>
                  </a:cubicBezTo>
                  <a:close/>
                  <a:moveTo>
                    <a:pt x="1259" y="99"/>
                  </a:moveTo>
                  <a:cubicBezTo>
                    <a:pt x="1259" y="93"/>
                    <a:pt x="1259" y="93"/>
                    <a:pt x="1259" y="93"/>
                  </a:cubicBezTo>
                  <a:cubicBezTo>
                    <a:pt x="1263" y="93"/>
                    <a:pt x="1266" y="92"/>
                    <a:pt x="1267" y="91"/>
                  </a:cubicBezTo>
                  <a:cubicBezTo>
                    <a:pt x="1269" y="89"/>
                    <a:pt x="1270" y="86"/>
                    <a:pt x="1270" y="81"/>
                  </a:cubicBezTo>
                  <a:cubicBezTo>
                    <a:pt x="1270" y="16"/>
                    <a:pt x="1270" y="16"/>
                    <a:pt x="1270" y="16"/>
                  </a:cubicBezTo>
                  <a:cubicBezTo>
                    <a:pt x="1270" y="13"/>
                    <a:pt x="1269" y="11"/>
                    <a:pt x="1267" y="9"/>
                  </a:cubicBezTo>
                  <a:cubicBezTo>
                    <a:pt x="1266" y="8"/>
                    <a:pt x="1263" y="7"/>
                    <a:pt x="1260" y="7"/>
                  </a:cubicBezTo>
                  <a:cubicBezTo>
                    <a:pt x="1259" y="7"/>
                    <a:pt x="1259" y="7"/>
                    <a:pt x="1259" y="7"/>
                  </a:cubicBezTo>
                  <a:cubicBezTo>
                    <a:pt x="1259" y="2"/>
                    <a:pt x="1259" y="2"/>
                    <a:pt x="1259" y="2"/>
                  </a:cubicBezTo>
                  <a:cubicBezTo>
                    <a:pt x="1262" y="2"/>
                    <a:pt x="1265" y="2"/>
                    <a:pt x="1268" y="2"/>
                  </a:cubicBezTo>
                  <a:cubicBezTo>
                    <a:pt x="1271" y="2"/>
                    <a:pt x="1274" y="3"/>
                    <a:pt x="1277" y="3"/>
                  </a:cubicBezTo>
                  <a:cubicBezTo>
                    <a:pt x="1281" y="3"/>
                    <a:pt x="1286" y="2"/>
                    <a:pt x="1292" y="2"/>
                  </a:cubicBezTo>
                  <a:cubicBezTo>
                    <a:pt x="1298" y="2"/>
                    <a:pt x="1302" y="2"/>
                    <a:pt x="1305" y="2"/>
                  </a:cubicBezTo>
                  <a:cubicBezTo>
                    <a:pt x="1316" y="2"/>
                    <a:pt x="1325" y="4"/>
                    <a:pt x="1330" y="7"/>
                  </a:cubicBezTo>
                  <a:cubicBezTo>
                    <a:pt x="1336" y="11"/>
                    <a:pt x="1339" y="17"/>
                    <a:pt x="1339" y="24"/>
                  </a:cubicBezTo>
                  <a:cubicBezTo>
                    <a:pt x="1339" y="30"/>
                    <a:pt x="1337" y="36"/>
                    <a:pt x="1333" y="40"/>
                  </a:cubicBezTo>
                  <a:cubicBezTo>
                    <a:pt x="1329" y="45"/>
                    <a:pt x="1323" y="49"/>
                    <a:pt x="1316" y="51"/>
                  </a:cubicBezTo>
                  <a:cubicBezTo>
                    <a:pt x="1320" y="53"/>
                    <a:pt x="1324" y="56"/>
                    <a:pt x="1328" y="61"/>
                  </a:cubicBezTo>
                  <a:cubicBezTo>
                    <a:pt x="1332" y="66"/>
                    <a:pt x="1336" y="73"/>
                    <a:pt x="1341" y="82"/>
                  </a:cubicBezTo>
                  <a:cubicBezTo>
                    <a:pt x="1341" y="83"/>
                    <a:pt x="1341" y="84"/>
                    <a:pt x="1342" y="85"/>
                  </a:cubicBezTo>
                  <a:cubicBezTo>
                    <a:pt x="1345" y="92"/>
                    <a:pt x="1348" y="95"/>
                    <a:pt x="1351" y="95"/>
                  </a:cubicBezTo>
                  <a:cubicBezTo>
                    <a:pt x="1352" y="95"/>
                    <a:pt x="1352" y="95"/>
                    <a:pt x="1352" y="95"/>
                  </a:cubicBezTo>
                  <a:cubicBezTo>
                    <a:pt x="1352" y="100"/>
                    <a:pt x="1352" y="100"/>
                    <a:pt x="1352" y="100"/>
                  </a:cubicBezTo>
                  <a:cubicBezTo>
                    <a:pt x="1347" y="99"/>
                    <a:pt x="1341" y="99"/>
                    <a:pt x="1334" y="98"/>
                  </a:cubicBezTo>
                  <a:cubicBezTo>
                    <a:pt x="1333" y="98"/>
                    <a:pt x="1333" y="98"/>
                    <a:pt x="1332" y="98"/>
                  </a:cubicBezTo>
                  <a:cubicBezTo>
                    <a:pt x="1328" y="98"/>
                    <a:pt x="1326" y="97"/>
                    <a:pt x="1324" y="96"/>
                  </a:cubicBezTo>
                  <a:cubicBezTo>
                    <a:pt x="1322" y="94"/>
                    <a:pt x="1320" y="91"/>
                    <a:pt x="1318" y="86"/>
                  </a:cubicBezTo>
                  <a:cubicBezTo>
                    <a:pt x="1317" y="83"/>
                    <a:pt x="1316" y="80"/>
                    <a:pt x="1314" y="75"/>
                  </a:cubicBezTo>
                  <a:cubicBezTo>
                    <a:pt x="1310" y="64"/>
                    <a:pt x="1307" y="58"/>
                    <a:pt x="1304" y="56"/>
                  </a:cubicBezTo>
                  <a:cubicBezTo>
                    <a:pt x="1303" y="56"/>
                    <a:pt x="1302" y="55"/>
                    <a:pt x="1301" y="55"/>
                  </a:cubicBezTo>
                  <a:cubicBezTo>
                    <a:pt x="1300" y="55"/>
                    <a:pt x="1298" y="55"/>
                    <a:pt x="1296" y="55"/>
                  </a:cubicBezTo>
                  <a:cubicBezTo>
                    <a:pt x="1296" y="55"/>
                    <a:pt x="1295" y="55"/>
                    <a:pt x="1295" y="55"/>
                  </a:cubicBezTo>
                  <a:cubicBezTo>
                    <a:pt x="1294" y="55"/>
                    <a:pt x="1293" y="55"/>
                    <a:pt x="1292" y="55"/>
                  </a:cubicBezTo>
                  <a:cubicBezTo>
                    <a:pt x="1292" y="81"/>
                    <a:pt x="1292" y="81"/>
                    <a:pt x="1292" y="81"/>
                  </a:cubicBezTo>
                  <a:cubicBezTo>
                    <a:pt x="1292" y="86"/>
                    <a:pt x="1293" y="89"/>
                    <a:pt x="1294" y="90"/>
                  </a:cubicBezTo>
                  <a:cubicBezTo>
                    <a:pt x="1295" y="92"/>
                    <a:pt x="1298" y="93"/>
                    <a:pt x="1302" y="93"/>
                  </a:cubicBezTo>
                  <a:cubicBezTo>
                    <a:pt x="1302" y="99"/>
                    <a:pt x="1302" y="99"/>
                    <a:pt x="1302" y="99"/>
                  </a:cubicBezTo>
                  <a:cubicBezTo>
                    <a:pt x="1297" y="98"/>
                    <a:pt x="1292" y="98"/>
                    <a:pt x="1289" y="98"/>
                  </a:cubicBezTo>
                  <a:cubicBezTo>
                    <a:pt x="1285" y="98"/>
                    <a:pt x="1282" y="98"/>
                    <a:pt x="1281" y="98"/>
                  </a:cubicBezTo>
                  <a:cubicBezTo>
                    <a:pt x="1277" y="98"/>
                    <a:pt x="1274" y="98"/>
                    <a:pt x="1270" y="98"/>
                  </a:cubicBezTo>
                  <a:cubicBezTo>
                    <a:pt x="1267" y="98"/>
                    <a:pt x="1263" y="98"/>
                    <a:pt x="1259" y="99"/>
                  </a:cubicBezTo>
                  <a:cubicBezTo>
                    <a:pt x="1259" y="99"/>
                    <a:pt x="1259" y="99"/>
                    <a:pt x="1259" y="99"/>
                  </a:cubicBezTo>
                  <a:close/>
                  <a:moveTo>
                    <a:pt x="1292" y="48"/>
                  </a:moveTo>
                  <a:cubicBezTo>
                    <a:pt x="1298" y="48"/>
                    <a:pt x="1298" y="48"/>
                    <a:pt x="1298" y="48"/>
                  </a:cubicBezTo>
                  <a:cubicBezTo>
                    <a:pt x="1305" y="48"/>
                    <a:pt x="1310" y="46"/>
                    <a:pt x="1313" y="43"/>
                  </a:cubicBezTo>
                  <a:cubicBezTo>
                    <a:pt x="1316" y="40"/>
                    <a:pt x="1318" y="35"/>
                    <a:pt x="1318" y="28"/>
                  </a:cubicBezTo>
                  <a:cubicBezTo>
                    <a:pt x="1318" y="21"/>
                    <a:pt x="1316" y="16"/>
                    <a:pt x="1313" y="13"/>
                  </a:cubicBezTo>
                  <a:cubicBezTo>
                    <a:pt x="1309" y="10"/>
                    <a:pt x="1304" y="8"/>
                    <a:pt x="1297" y="8"/>
                  </a:cubicBezTo>
                  <a:cubicBezTo>
                    <a:pt x="1295" y="8"/>
                    <a:pt x="1295" y="8"/>
                    <a:pt x="1294" y="8"/>
                  </a:cubicBezTo>
                  <a:cubicBezTo>
                    <a:pt x="1293" y="9"/>
                    <a:pt x="1293" y="9"/>
                    <a:pt x="1292" y="9"/>
                  </a:cubicBezTo>
                  <a:cubicBezTo>
                    <a:pt x="1292" y="48"/>
                    <a:pt x="1292" y="48"/>
                    <a:pt x="1292" y="48"/>
                  </a:cubicBezTo>
                  <a:close/>
                  <a:moveTo>
                    <a:pt x="1370" y="66"/>
                  </a:moveTo>
                  <a:cubicBezTo>
                    <a:pt x="1380" y="66"/>
                    <a:pt x="1380" y="66"/>
                    <a:pt x="1380" y="66"/>
                  </a:cubicBezTo>
                  <a:cubicBezTo>
                    <a:pt x="1380" y="75"/>
                    <a:pt x="1382" y="81"/>
                    <a:pt x="1385" y="85"/>
                  </a:cubicBezTo>
                  <a:cubicBezTo>
                    <a:pt x="1389" y="90"/>
                    <a:pt x="1394" y="92"/>
                    <a:pt x="1400" y="92"/>
                  </a:cubicBezTo>
                  <a:cubicBezTo>
                    <a:pt x="1406" y="92"/>
                    <a:pt x="1410" y="90"/>
                    <a:pt x="1413" y="88"/>
                  </a:cubicBezTo>
                  <a:cubicBezTo>
                    <a:pt x="1416" y="85"/>
                    <a:pt x="1418" y="82"/>
                    <a:pt x="1418" y="77"/>
                  </a:cubicBezTo>
                  <a:cubicBezTo>
                    <a:pt x="1418" y="74"/>
                    <a:pt x="1417" y="71"/>
                    <a:pt x="1415" y="68"/>
                  </a:cubicBezTo>
                  <a:cubicBezTo>
                    <a:pt x="1413" y="66"/>
                    <a:pt x="1408" y="63"/>
                    <a:pt x="1400" y="60"/>
                  </a:cubicBezTo>
                  <a:cubicBezTo>
                    <a:pt x="1389" y="55"/>
                    <a:pt x="1381" y="51"/>
                    <a:pt x="1377" y="46"/>
                  </a:cubicBezTo>
                  <a:cubicBezTo>
                    <a:pt x="1373" y="41"/>
                    <a:pt x="1371" y="36"/>
                    <a:pt x="1371" y="29"/>
                  </a:cubicBezTo>
                  <a:cubicBezTo>
                    <a:pt x="1371" y="20"/>
                    <a:pt x="1374" y="13"/>
                    <a:pt x="1380" y="8"/>
                  </a:cubicBezTo>
                  <a:cubicBezTo>
                    <a:pt x="1386" y="2"/>
                    <a:pt x="1393" y="0"/>
                    <a:pt x="1403" y="0"/>
                  </a:cubicBezTo>
                  <a:cubicBezTo>
                    <a:pt x="1407" y="0"/>
                    <a:pt x="1411" y="0"/>
                    <a:pt x="1415" y="1"/>
                  </a:cubicBezTo>
                  <a:cubicBezTo>
                    <a:pt x="1420" y="1"/>
                    <a:pt x="1425" y="2"/>
                    <a:pt x="1431" y="3"/>
                  </a:cubicBezTo>
                  <a:cubicBezTo>
                    <a:pt x="1431" y="4"/>
                    <a:pt x="1431" y="4"/>
                    <a:pt x="1431" y="4"/>
                  </a:cubicBezTo>
                  <a:cubicBezTo>
                    <a:pt x="1431" y="9"/>
                    <a:pt x="1431" y="14"/>
                    <a:pt x="1431" y="17"/>
                  </a:cubicBezTo>
                  <a:cubicBezTo>
                    <a:pt x="1431" y="19"/>
                    <a:pt x="1431" y="23"/>
                    <a:pt x="1431" y="29"/>
                  </a:cubicBezTo>
                  <a:cubicBezTo>
                    <a:pt x="1431" y="29"/>
                    <a:pt x="1431" y="29"/>
                    <a:pt x="1431" y="29"/>
                  </a:cubicBezTo>
                  <a:cubicBezTo>
                    <a:pt x="1423" y="29"/>
                    <a:pt x="1423" y="29"/>
                    <a:pt x="1423" y="29"/>
                  </a:cubicBezTo>
                  <a:cubicBezTo>
                    <a:pt x="1423" y="22"/>
                    <a:pt x="1421" y="17"/>
                    <a:pt x="1418" y="13"/>
                  </a:cubicBezTo>
                  <a:cubicBezTo>
                    <a:pt x="1415" y="10"/>
                    <a:pt x="1410" y="8"/>
                    <a:pt x="1404" y="8"/>
                  </a:cubicBezTo>
                  <a:cubicBezTo>
                    <a:pt x="1400" y="8"/>
                    <a:pt x="1396" y="9"/>
                    <a:pt x="1393" y="11"/>
                  </a:cubicBezTo>
                  <a:cubicBezTo>
                    <a:pt x="1391" y="14"/>
                    <a:pt x="1389" y="17"/>
                    <a:pt x="1389" y="21"/>
                  </a:cubicBezTo>
                  <a:cubicBezTo>
                    <a:pt x="1389" y="24"/>
                    <a:pt x="1390" y="27"/>
                    <a:pt x="1392" y="30"/>
                  </a:cubicBezTo>
                  <a:cubicBezTo>
                    <a:pt x="1395" y="32"/>
                    <a:pt x="1400" y="35"/>
                    <a:pt x="1407" y="38"/>
                  </a:cubicBezTo>
                  <a:cubicBezTo>
                    <a:pt x="1408" y="38"/>
                    <a:pt x="1410" y="39"/>
                    <a:pt x="1412" y="40"/>
                  </a:cubicBezTo>
                  <a:cubicBezTo>
                    <a:pt x="1420" y="43"/>
                    <a:pt x="1426" y="46"/>
                    <a:pt x="1429" y="49"/>
                  </a:cubicBezTo>
                  <a:cubicBezTo>
                    <a:pt x="1432" y="51"/>
                    <a:pt x="1434" y="55"/>
                    <a:pt x="1435" y="58"/>
                  </a:cubicBezTo>
                  <a:cubicBezTo>
                    <a:pt x="1437" y="61"/>
                    <a:pt x="1437" y="65"/>
                    <a:pt x="1437" y="69"/>
                  </a:cubicBezTo>
                  <a:cubicBezTo>
                    <a:pt x="1437" y="79"/>
                    <a:pt x="1434" y="86"/>
                    <a:pt x="1428" y="92"/>
                  </a:cubicBezTo>
                  <a:cubicBezTo>
                    <a:pt x="1421" y="98"/>
                    <a:pt x="1413" y="101"/>
                    <a:pt x="1402" y="101"/>
                  </a:cubicBezTo>
                  <a:cubicBezTo>
                    <a:pt x="1396" y="101"/>
                    <a:pt x="1390" y="100"/>
                    <a:pt x="1385" y="99"/>
                  </a:cubicBezTo>
                  <a:cubicBezTo>
                    <a:pt x="1379" y="98"/>
                    <a:pt x="1374" y="96"/>
                    <a:pt x="1369" y="93"/>
                  </a:cubicBezTo>
                  <a:cubicBezTo>
                    <a:pt x="1370" y="90"/>
                    <a:pt x="1370" y="87"/>
                    <a:pt x="1370" y="83"/>
                  </a:cubicBezTo>
                  <a:cubicBezTo>
                    <a:pt x="1370" y="80"/>
                    <a:pt x="1370" y="77"/>
                    <a:pt x="1370" y="73"/>
                  </a:cubicBezTo>
                  <a:cubicBezTo>
                    <a:pt x="1370" y="71"/>
                    <a:pt x="1370" y="70"/>
                    <a:pt x="1370" y="69"/>
                  </a:cubicBezTo>
                  <a:cubicBezTo>
                    <a:pt x="1370" y="68"/>
                    <a:pt x="1370" y="67"/>
                    <a:pt x="1370" y="66"/>
                  </a:cubicBezTo>
                  <a:cubicBezTo>
                    <a:pt x="1370" y="66"/>
                    <a:pt x="1370" y="66"/>
                    <a:pt x="1370" y="66"/>
                  </a:cubicBezTo>
                  <a:close/>
                  <a:moveTo>
                    <a:pt x="1456" y="99"/>
                  </a:moveTo>
                  <a:cubicBezTo>
                    <a:pt x="1456" y="93"/>
                    <a:pt x="1456" y="93"/>
                    <a:pt x="1456" y="93"/>
                  </a:cubicBezTo>
                  <a:cubicBezTo>
                    <a:pt x="1457" y="93"/>
                    <a:pt x="1457" y="93"/>
                    <a:pt x="1457" y="93"/>
                  </a:cubicBezTo>
                  <a:cubicBezTo>
                    <a:pt x="1461" y="93"/>
                    <a:pt x="1464" y="92"/>
                    <a:pt x="1466" y="91"/>
                  </a:cubicBezTo>
                  <a:cubicBezTo>
                    <a:pt x="1467" y="89"/>
                    <a:pt x="1468" y="86"/>
                    <a:pt x="1468" y="81"/>
                  </a:cubicBezTo>
                  <a:cubicBezTo>
                    <a:pt x="1468" y="16"/>
                    <a:pt x="1468" y="16"/>
                    <a:pt x="1468" y="16"/>
                  </a:cubicBezTo>
                  <a:cubicBezTo>
                    <a:pt x="1468" y="13"/>
                    <a:pt x="1467" y="11"/>
                    <a:pt x="1465" y="9"/>
                  </a:cubicBezTo>
                  <a:cubicBezTo>
                    <a:pt x="1464" y="8"/>
                    <a:pt x="1461" y="7"/>
                    <a:pt x="1458" y="7"/>
                  </a:cubicBezTo>
                  <a:cubicBezTo>
                    <a:pt x="1456" y="7"/>
                    <a:pt x="1456" y="7"/>
                    <a:pt x="1456" y="7"/>
                  </a:cubicBezTo>
                  <a:cubicBezTo>
                    <a:pt x="1456" y="2"/>
                    <a:pt x="1456" y="2"/>
                    <a:pt x="1456" y="2"/>
                  </a:cubicBezTo>
                  <a:cubicBezTo>
                    <a:pt x="1460" y="2"/>
                    <a:pt x="1464" y="2"/>
                    <a:pt x="1468" y="2"/>
                  </a:cubicBezTo>
                  <a:cubicBezTo>
                    <a:pt x="1472" y="3"/>
                    <a:pt x="1475" y="3"/>
                    <a:pt x="1479" y="3"/>
                  </a:cubicBezTo>
                  <a:cubicBezTo>
                    <a:pt x="1483" y="3"/>
                    <a:pt x="1487" y="3"/>
                    <a:pt x="1491" y="2"/>
                  </a:cubicBezTo>
                  <a:cubicBezTo>
                    <a:pt x="1494" y="2"/>
                    <a:pt x="1498" y="2"/>
                    <a:pt x="1502" y="2"/>
                  </a:cubicBezTo>
                  <a:cubicBezTo>
                    <a:pt x="1502" y="7"/>
                    <a:pt x="1502" y="7"/>
                    <a:pt x="1502" y="7"/>
                  </a:cubicBezTo>
                  <a:cubicBezTo>
                    <a:pt x="1498" y="7"/>
                    <a:pt x="1495" y="8"/>
                    <a:pt x="1493" y="9"/>
                  </a:cubicBezTo>
                  <a:cubicBezTo>
                    <a:pt x="1492" y="10"/>
                    <a:pt x="1491" y="12"/>
                    <a:pt x="1491" y="16"/>
                  </a:cubicBezTo>
                  <a:cubicBezTo>
                    <a:pt x="1491" y="81"/>
                    <a:pt x="1491" y="81"/>
                    <a:pt x="1491" y="81"/>
                  </a:cubicBezTo>
                  <a:cubicBezTo>
                    <a:pt x="1491" y="86"/>
                    <a:pt x="1492" y="89"/>
                    <a:pt x="1493" y="91"/>
                  </a:cubicBezTo>
                  <a:cubicBezTo>
                    <a:pt x="1494" y="92"/>
                    <a:pt x="1497" y="93"/>
                    <a:pt x="1501" y="93"/>
                  </a:cubicBezTo>
                  <a:cubicBezTo>
                    <a:pt x="1502" y="93"/>
                    <a:pt x="1502" y="93"/>
                    <a:pt x="1502" y="93"/>
                  </a:cubicBezTo>
                  <a:cubicBezTo>
                    <a:pt x="1502" y="99"/>
                    <a:pt x="1502" y="99"/>
                    <a:pt x="1502" y="99"/>
                  </a:cubicBezTo>
                  <a:cubicBezTo>
                    <a:pt x="1498" y="98"/>
                    <a:pt x="1495" y="98"/>
                    <a:pt x="1491" y="98"/>
                  </a:cubicBezTo>
                  <a:cubicBezTo>
                    <a:pt x="1487" y="98"/>
                    <a:pt x="1483" y="98"/>
                    <a:pt x="1479" y="98"/>
                  </a:cubicBezTo>
                  <a:cubicBezTo>
                    <a:pt x="1476" y="98"/>
                    <a:pt x="1472" y="98"/>
                    <a:pt x="1469" y="98"/>
                  </a:cubicBezTo>
                  <a:cubicBezTo>
                    <a:pt x="1465" y="98"/>
                    <a:pt x="1461" y="98"/>
                    <a:pt x="1456" y="99"/>
                  </a:cubicBezTo>
                  <a:cubicBezTo>
                    <a:pt x="1456" y="99"/>
                    <a:pt x="1456" y="99"/>
                    <a:pt x="1456" y="99"/>
                  </a:cubicBezTo>
                  <a:close/>
                  <a:moveTo>
                    <a:pt x="1533" y="99"/>
                  </a:moveTo>
                  <a:cubicBezTo>
                    <a:pt x="1533" y="93"/>
                    <a:pt x="1533" y="93"/>
                    <a:pt x="1533" y="93"/>
                  </a:cubicBezTo>
                  <a:cubicBezTo>
                    <a:pt x="1535" y="93"/>
                    <a:pt x="1535" y="93"/>
                    <a:pt x="1535" y="93"/>
                  </a:cubicBezTo>
                  <a:cubicBezTo>
                    <a:pt x="1539" y="93"/>
                    <a:pt x="1542" y="92"/>
                    <a:pt x="1543" y="91"/>
                  </a:cubicBezTo>
                  <a:cubicBezTo>
                    <a:pt x="1545" y="89"/>
                    <a:pt x="1546" y="87"/>
                    <a:pt x="1546" y="84"/>
                  </a:cubicBezTo>
                  <a:cubicBezTo>
                    <a:pt x="1546" y="9"/>
                    <a:pt x="1546" y="9"/>
                    <a:pt x="1546" y="9"/>
                  </a:cubicBezTo>
                  <a:cubicBezTo>
                    <a:pt x="1543" y="9"/>
                    <a:pt x="1543" y="9"/>
                    <a:pt x="1543" y="9"/>
                  </a:cubicBezTo>
                  <a:cubicBezTo>
                    <a:pt x="1537" y="9"/>
                    <a:pt x="1532" y="10"/>
                    <a:pt x="1528" y="13"/>
                  </a:cubicBezTo>
                  <a:cubicBezTo>
                    <a:pt x="1525" y="16"/>
                    <a:pt x="1523" y="20"/>
                    <a:pt x="1522" y="26"/>
                  </a:cubicBezTo>
                  <a:cubicBezTo>
                    <a:pt x="1517" y="26"/>
                    <a:pt x="1517" y="26"/>
                    <a:pt x="1517" y="26"/>
                  </a:cubicBezTo>
                  <a:cubicBezTo>
                    <a:pt x="1518" y="2"/>
                    <a:pt x="1518" y="2"/>
                    <a:pt x="1518" y="2"/>
                  </a:cubicBezTo>
                  <a:cubicBezTo>
                    <a:pt x="1520" y="2"/>
                    <a:pt x="1522" y="2"/>
                    <a:pt x="1524" y="2"/>
                  </a:cubicBezTo>
                  <a:cubicBezTo>
                    <a:pt x="1527" y="2"/>
                    <a:pt x="1531" y="2"/>
                    <a:pt x="1536" y="2"/>
                  </a:cubicBezTo>
                  <a:cubicBezTo>
                    <a:pt x="1557" y="2"/>
                    <a:pt x="1557" y="2"/>
                    <a:pt x="1557" y="2"/>
                  </a:cubicBezTo>
                  <a:cubicBezTo>
                    <a:pt x="1578" y="2"/>
                    <a:pt x="1578" y="2"/>
                    <a:pt x="1578" y="2"/>
                  </a:cubicBezTo>
                  <a:cubicBezTo>
                    <a:pt x="1584" y="2"/>
                    <a:pt x="1588" y="2"/>
                    <a:pt x="1591" y="2"/>
                  </a:cubicBezTo>
                  <a:cubicBezTo>
                    <a:pt x="1593" y="2"/>
                    <a:pt x="1595" y="2"/>
                    <a:pt x="1597" y="2"/>
                  </a:cubicBezTo>
                  <a:cubicBezTo>
                    <a:pt x="1598" y="26"/>
                    <a:pt x="1598" y="26"/>
                    <a:pt x="1598" y="26"/>
                  </a:cubicBezTo>
                  <a:cubicBezTo>
                    <a:pt x="1593" y="26"/>
                    <a:pt x="1593" y="26"/>
                    <a:pt x="1593" y="26"/>
                  </a:cubicBezTo>
                  <a:cubicBezTo>
                    <a:pt x="1592" y="20"/>
                    <a:pt x="1590" y="16"/>
                    <a:pt x="1586" y="13"/>
                  </a:cubicBezTo>
                  <a:cubicBezTo>
                    <a:pt x="1583" y="10"/>
                    <a:pt x="1578" y="9"/>
                    <a:pt x="1572" y="9"/>
                  </a:cubicBezTo>
                  <a:cubicBezTo>
                    <a:pt x="1569" y="9"/>
                    <a:pt x="1569" y="9"/>
                    <a:pt x="1569" y="9"/>
                  </a:cubicBezTo>
                  <a:cubicBezTo>
                    <a:pt x="1569" y="83"/>
                    <a:pt x="1569" y="83"/>
                    <a:pt x="1569" y="83"/>
                  </a:cubicBezTo>
                  <a:cubicBezTo>
                    <a:pt x="1569" y="87"/>
                    <a:pt x="1570" y="89"/>
                    <a:pt x="1571" y="91"/>
                  </a:cubicBezTo>
                  <a:cubicBezTo>
                    <a:pt x="1573" y="92"/>
                    <a:pt x="1576" y="93"/>
                    <a:pt x="1580" y="93"/>
                  </a:cubicBezTo>
                  <a:cubicBezTo>
                    <a:pt x="1581" y="93"/>
                    <a:pt x="1581" y="93"/>
                    <a:pt x="1581" y="93"/>
                  </a:cubicBezTo>
                  <a:cubicBezTo>
                    <a:pt x="1581" y="99"/>
                    <a:pt x="1581" y="99"/>
                    <a:pt x="1581" y="99"/>
                  </a:cubicBezTo>
                  <a:cubicBezTo>
                    <a:pt x="1576" y="98"/>
                    <a:pt x="1571" y="98"/>
                    <a:pt x="1567" y="98"/>
                  </a:cubicBezTo>
                  <a:cubicBezTo>
                    <a:pt x="1563" y="98"/>
                    <a:pt x="1560" y="98"/>
                    <a:pt x="1557" y="98"/>
                  </a:cubicBezTo>
                  <a:cubicBezTo>
                    <a:pt x="1553" y="98"/>
                    <a:pt x="1549" y="98"/>
                    <a:pt x="1545" y="98"/>
                  </a:cubicBezTo>
                  <a:cubicBezTo>
                    <a:pt x="1541" y="98"/>
                    <a:pt x="1537" y="98"/>
                    <a:pt x="1533" y="99"/>
                  </a:cubicBezTo>
                  <a:cubicBezTo>
                    <a:pt x="1533" y="99"/>
                    <a:pt x="1533" y="99"/>
                    <a:pt x="1533" y="99"/>
                  </a:cubicBezTo>
                  <a:close/>
                  <a:moveTo>
                    <a:pt x="1666" y="56"/>
                  </a:moveTo>
                  <a:cubicBezTo>
                    <a:pt x="1666" y="81"/>
                    <a:pt x="1666" y="81"/>
                    <a:pt x="1666" y="81"/>
                  </a:cubicBezTo>
                  <a:cubicBezTo>
                    <a:pt x="1666" y="86"/>
                    <a:pt x="1667" y="89"/>
                    <a:pt x="1669" y="91"/>
                  </a:cubicBezTo>
                  <a:cubicBezTo>
                    <a:pt x="1670" y="92"/>
                    <a:pt x="1673" y="93"/>
                    <a:pt x="1678" y="93"/>
                  </a:cubicBezTo>
                  <a:cubicBezTo>
                    <a:pt x="1680" y="93"/>
                    <a:pt x="1680" y="93"/>
                    <a:pt x="1680" y="93"/>
                  </a:cubicBezTo>
                  <a:cubicBezTo>
                    <a:pt x="1680" y="99"/>
                    <a:pt x="1680" y="99"/>
                    <a:pt x="1680" y="99"/>
                  </a:cubicBezTo>
                  <a:cubicBezTo>
                    <a:pt x="1675" y="98"/>
                    <a:pt x="1670" y="98"/>
                    <a:pt x="1666" y="98"/>
                  </a:cubicBezTo>
                  <a:cubicBezTo>
                    <a:pt x="1661" y="98"/>
                    <a:pt x="1658" y="98"/>
                    <a:pt x="1656" y="98"/>
                  </a:cubicBezTo>
                  <a:cubicBezTo>
                    <a:pt x="1653" y="98"/>
                    <a:pt x="1649" y="98"/>
                    <a:pt x="1645" y="98"/>
                  </a:cubicBezTo>
                  <a:cubicBezTo>
                    <a:pt x="1640" y="98"/>
                    <a:pt x="1635" y="98"/>
                    <a:pt x="1630" y="99"/>
                  </a:cubicBezTo>
                  <a:cubicBezTo>
                    <a:pt x="1630" y="93"/>
                    <a:pt x="1630" y="93"/>
                    <a:pt x="1630" y="93"/>
                  </a:cubicBezTo>
                  <a:cubicBezTo>
                    <a:pt x="1633" y="93"/>
                    <a:pt x="1633" y="93"/>
                    <a:pt x="1633" y="93"/>
                  </a:cubicBezTo>
                  <a:cubicBezTo>
                    <a:pt x="1638" y="93"/>
                    <a:pt x="1641" y="92"/>
                    <a:pt x="1642" y="91"/>
                  </a:cubicBezTo>
                  <a:cubicBezTo>
                    <a:pt x="1644" y="89"/>
                    <a:pt x="1644" y="86"/>
                    <a:pt x="1644" y="81"/>
                  </a:cubicBezTo>
                  <a:cubicBezTo>
                    <a:pt x="1644" y="56"/>
                    <a:pt x="1644" y="56"/>
                    <a:pt x="1644" y="56"/>
                  </a:cubicBezTo>
                  <a:cubicBezTo>
                    <a:pt x="1619" y="14"/>
                    <a:pt x="1619" y="14"/>
                    <a:pt x="1619" y="14"/>
                  </a:cubicBezTo>
                  <a:cubicBezTo>
                    <a:pt x="1619" y="14"/>
                    <a:pt x="1619" y="14"/>
                    <a:pt x="1619" y="14"/>
                  </a:cubicBezTo>
                  <a:cubicBezTo>
                    <a:pt x="1616" y="10"/>
                    <a:pt x="1613" y="7"/>
                    <a:pt x="1610" y="7"/>
                  </a:cubicBezTo>
                  <a:cubicBezTo>
                    <a:pt x="1608" y="7"/>
                    <a:pt x="1608" y="7"/>
                    <a:pt x="1608" y="7"/>
                  </a:cubicBezTo>
                  <a:cubicBezTo>
                    <a:pt x="1608" y="2"/>
                    <a:pt x="1608" y="2"/>
                    <a:pt x="1608" y="2"/>
                  </a:cubicBezTo>
                  <a:cubicBezTo>
                    <a:pt x="1612" y="2"/>
                    <a:pt x="1616" y="2"/>
                    <a:pt x="1620" y="2"/>
                  </a:cubicBezTo>
                  <a:cubicBezTo>
                    <a:pt x="1623" y="2"/>
                    <a:pt x="1627" y="3"/>
                    <a:pt x="1631" y="3"/>
                  </a:cubicBezTo>
                  <a:cubicBezTo>
                    <a:pt x="1636" y="3"/>
                    <a:pt x="1640" y="2"/>
                    <a:pt x="1644" y="2"/>
                  </a:cubicBezTo>
                  <a:cubicBezTo>
                    <a:pt x="1648" y="2"/>
                    <a:pt x="1651" y="2"/>
                    <a:pt x="1654" y="2"/>
                  </a:cubicBezTo>
                  <a:cubicBezTo>
                    <a:pt x="1654" y="7"/>
                    <a:pt x="1654" y="7"/>
                    <a:pt x="1654" y="7"/>
                  </a:cubicBezTo>
                  <a:cubicBezTo>
                    <a:pt x="1650" y="7"/>
                    <a:pt x="1647" y="7"/>
                    <a:pt x="1646" y="8"/>
                  </a:cubicBezTo>
                  <a:cubicBezTo>
                    <a:pt x="1644" y="9"/>
                    <a:pt x="1644" y="9"/>
                    <a:pt x="1644" y="11"/>
                  </a:cubicBezTo>
                  <a:cubicBezTo>
                    <a:pt x="1644" y="11"/>
                    <a:pt x="1644" y="11"/>
                    <a:pt x="1644" y="12"/>
                  </a:cubicBezTo>
                  <a:cubicBezTo>
                    <a:pt x="1644" y="12"/>
                    <a:pt x="1644" y="13"/>
                    <a:pt x="1644" y="13"/>
                  </a:cubicBezTo>
                  <a:cubicBezTo>
                    <a:pt x="1664" y="48"/>
                    <a:pt x="1664" y="48"/>
                    <a:pt x="1664" y="48"/>
                  </a:cubicBezTo>
                  <a:cubicBezTo>
                    <a:pt x="1683" y="13"/>
                    <a:pt x="1683" y="13"/>
                    <a:pt x="1683" y="13"/>
                  </a:cubicBezTo>
                  <a:cubicBezTo>
                    <a:pt x="1683" y="12"/>
                    <a:pt x="1683" y="12"/>
                    <a:pt x="1683" y="11"/>
                  </a:cubicBezTo>
                  <a:cubicBezTo>
                    <a:pt x="1683" y="11"/>
                    <a:pt x="1683" y="11"/>
                    <a:pt x="1683" y="10"/>
                  </a:cubicBezTo>
                  <a:cubicBezTo>
                    <a:pt x="1683" y="9"/>
                    <a:pt x="1683" y="8"/>
                    <a:pt x="1681" y="8"/>
                  </a:cubicBezTo>
                  <a:cubicBezTo>
                    <a:pt x="1679" y="7"/>
                    <a:pt x="1677" y="7"/>
                    <a:pt x="1673" y="7"/>
                  </a:cubicBezTo>
                  <a:cubicBezTo>
                    <a:pt x="1673" y="2"/>
                    <a:pt x="1673" y="2"/>
                    <a:pt x="1673" y="2"/>
                  </a:cubicBezTo>
                  <a:cubicBezTo>
                    <a:pt x="1676" y="2"/>
                    <a:pt x="1679" y="2"/>
                    <a:pt x="1682" y="2"/>
                  </a:cubicBezTo>
                  <a:cubicBezTo>
                    <a:pt x="1684" y="2"/>
                    <a:pt x="1686" y="3"/>
                    <a:pt x="1688" y="3"/>
                  </a:cubicBezTo>
                  <a:cubicBezTo>
                    <a:pt x="1691" y="3"/>
                    <a:pt x="1693" y="2"/>
                    <a:pt x="1695" y="2"/>
                  </a:cubicBezTo>
                  <a:cubicBezTo>
                    <a:pt x="1698" y="2"/>
                    <a:pt x="1700" y="2"/>
                    <a:pt x="1702" y="2"/>
                  </a:cubicBezTo>
                  <a:cubicBezTo>
                    <a:pt x="1702" y="7"/>
                    <a:pt x="1702" y="7"/>
                    <a:pt x="1702" y="7"/>
                  </a:cubicBezTo>
                  <a:cubicBezTo>
                    <a:pt x="1699" y="7"/>
                    <a:pt x="1697" y="8"/>
                    <a:pt x="1696" y="8"/>
                  </a:cubicBezTo>
                  <a:cubicBezTo>
                    <a:pt x="1695" y="9"/>
                    <a:pt x="1694" y="10"/>
                    <a:pt x="1692" y="13"/>
                  </a:cubicBezTo>
                  <a:lnTo>
                    <a:pt x="1666" y="56"/>
                  </a:lnTo>
                  <a:close/>
                </a:path>
              </a:pathLst>
            </a:custGeom>
            <a:solidFill>
              <a:srgbClr val="0A0A0A"/>
            </a:solidFill>
            <a:ln>
              <a:noFill/>
            </a:ln>
          </p:spPr>
          <p:txBody>
            <a:bodyPr anchor="ctr"/>
            <a:lstStyle/>
            <a:p>
              <a:pPr algn="ctr"/>
              <a:endParaRPr>
                <a:solidFill>
                  <a:srgbClr val="000000"/>
                </a:solidFill>
              </a:endParaRPr>
            </a:p>
          </p:txBody>
        </p:sp>
        <p:grpSp>
          <p:nvGrpSpPr>
            <p:cNvPr id="7" name="í$ļîdé"/>
            <p:cNvGrpSpPr/>
            <p:nvPr/>
          </p:nvGrpSpPr>
          <p:grpSpPr>
            <a:xfrm>
              <a:off x="10450629" y="404003"/>
              <a:ext cx="1011546" cy="270315"/>
              <a:chOff x="5102226" y="2428875"/>
              <a:chExt cx="5067300" cy="1354138"/>
            </a:xfrm>
            <a:solidFill>
              <a:srgbClr val="0A0A0A"/>
            </a:solidFill>
          </p:grpSpPr>
          <p:sp>
            <p:nvSpPr>
              <p:cNvPr id="10" name="ís1ïḋe"/>
              <p:cNvSpPr/>
              <p:nvPr/>
            </p:nvSpPr>
            <p:spPr bwMode="auto">
              <a:xfrm>
                <a:off x="5102226" y="2884488"/>
                <a:ext cx="1347788" cy="673100"/>
              </a:xfrm>
              <a:custGeom>
                <a:avLst/>
                <a:gdLst>
                  <a:gd name="T0" fmla="*/ 62 w 409"/>
                  <a:gd name="T1" fmla="*/ 79 h 204"/>
                  <a:gd name="T2" fmla="*/ 47 w 409"/>
                  <a:gd name="T3" fmla="*/ 55 h 204"/>
                  <a:gd name="T4" fmla="*/ 23 w 409"/>
                  <a:gd name="T5" fmla="*/ 49 h 204"/>
                  <a:gd name="T6" fmla="*/ 0 w 409"/>
                  <a:gd name="T7" fmla="*/ 87 h 204"/>
                  <a:gd name="T8" fmla="*/ 34 w 409"/>
                  <a:gd name="T9" fmla="*/ 193 h 204"/>
                  <a:gd name="T10" fmla="*/ 70 w 409"/>
                  <a:gd name="T11" fmla="*/ 186 h 204"/>
                  <a:gd name="T12" fmla="*/ 65 w 409"/>
                  <a:gd name="T13" fmla="*/ 129 h 204"/>
                  <a:gd name="T14" fmla="*/ 132 w 409"/>
                  <a:gd name="T15" fmla="*/ 63 h 204"/>
                  <a:gd name="T16" fmla="*/ 219 w 409"/>
                  <a:gd name="T17" fmla="*/ 42 h 204"/>
                  <a:gd name="T18" fmla="*/ 223 w 409"/>
                  <a:gd name="T19" fmla="*/ 63 h 204"/>
                  <a:gd name="T20" fmla="*/ 191 w 409"/>
                  <a:gd name="T21" fmla="*/ 105 h 204"/>
                  <a:gd name="T22" fmla="*/ 179 w 409"/>
                  <a:gd name="T23" fmla="*/ 103 h 204"/>
                  <a:gd name="T24" fmla="*/ 166 w 409"/>
                  <a:gd name="T25" fmla="*/ 77 h 204"/>
                  <a:gd name="T26" fmla="*/ 141 w 409"/>
                  <a:gd name="T27" fmla="*/ 85 h 204"/>
                  <a:gd name="T28" fmla="*/ 150 w 409"/>
                  <a:gd name="T29" fmla="*/ 113 h 204"/>
                  <a:gd name="T30" fmla="*/ 156 w 409"/>
                  <a:gd name="T31" fmla="*/ 127 h 204"/>
                  <a:gd name="T32" fmla="*/ 126 w 409"/>
                  <a:gd name="T33" fmla="*/ 142 h 204"/>
                  <a:gd name="T34" fmla="*/ 108 w 409"/>
                  <a:gd name="T35" fmla="*/ 153 h 204"/>
                  <a:gd name="T36" fmla="*/ 122 w 409"/>
                  <a:gd name="T37" fmla="*/ 177 h 204"/>
                  <a:gd name="T38" fmla="*/ 160 w 409"/>
                  <a:gd name="T39" fmla="*/ 156 h 204"/>
                  <a:gd name="T40" fmla="*/ 202 w 409"/>
                  <a:gd name="T41" fmla="*/ 149 h 204"/>
                  <a:gd name="T42" fmla="*/ 225 w 409"/>
                  <a:gd name="T43" fmla="*/ 169 h 204"/>
                  <a:gd name="T44" fmla="*/ 280 w 409"/>
                  <a:gd name="T45" fmla="*/ 173 h 204"/>
                  <a:gd name="T46" fmla="*/ 369 w 409"/>
                  <a:gd name="T47" fmla="*/ 139 h 204"/>
                  <a:gd name="T48" fmla="*/ 404 w 409"/>
                  <a:gd name="T49" fmla="*/ 129 h 204"/>
                  <a:gd name="T50" fmla="*/ 337 w 409"/>
                  <a:gd name="T51" fmla="*/ 21 h 204"/>
                  <a:gd name="T52" fmla="*/ 193 w 409"/>
                  <a:gd name="T53" fmla="*/ 12 h 204"/>
                  <a:gd name="T54" fmla="*/ 93 w 409"/>
                  <a:gd name="T55" fmla="*/ 54 h 204"/>
                  <a:gd name="T56" fmla="*/ 62 w 409"/>
                  <a:gd name="T57" fmla="*/ 79 h 204"/>
                  <a:gd name="T58" fmla="*/ 62 w 409"/>
                  <a:gd name="T59" fmla="*/ 79 h 204"/>
                  <a:gd name="T60" fmla="*/ 204 w 409"/>
                  <a:gd name="T61" fmla="*/ 125 h 204"/>
                  <a:gd name="T62" fmla="*/ 194 w 409"/>
                  <a:gd name="T63" fmla="*/ 124 h 204"/>
                  <a:gd name="T64" fmla="*/ 244 w 409"/>
                  <a:gd name="T65" fmla="*/ 90 h 204"/>
                  <a:gd name="T66" fmla="*/ 245 w 409"/>
                  <a:gd name="T67" fmla="*/ 60 h 204"/>
                  <a:gd name="T68" fmla="*/ 234 w 409"/>
                  <a:gd name="T69" fmla="*/ 45 h 204"/>
                  <a:gd name="T70" fmla="*/ 284 w 409"/>
                  <a:gd name="T71" fmla="*/ 43 h 204"/>
                  <a:gd name="T72" fmla="*/ 357 w 409"/>
                  <a:gd name="T73" fmla="*/ 75 h 204"/>
                  <a:gd name="T74" fmla="*/ 307 w 409"/>
                  <a:gd name="T75" fmla="*/ 112 h 204"/>
                  <a:gd name="T76" fmla="*/ 249 w 409"/>
                  <a:gd name="T77" fmla="*/ 142 h 204"/>
                  <a:gd name="T78" fmla="*/ 229 w 409"/>
                  <a:gd name="T79" fmla="*/ 127 h 204"/>
                  <a:gd name="T80" fmla="*/ 204 w 409"/>
                  <a:gd name="T81" fmla="*/ 125 h 2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409" h="204">
                    <a:moveTo>
                      <a:pt x="62" y="79"/>
                    </a:moveTo>
                    <a:cubicBezTo>
                      <a:pt x="56" y="77"/>
                      <a:pt x="57" y="61"/>
                      <a:pt x="47" y="55"/>
                    </a:cubicBezTo>
                    <a:cubicBezTo>
                      <a:pt x="38" y="49"/>
                      <a:pt x="30" y="49"/>
                      <a:pt x="23" y="49"/>
                    </a:cubicBezTo>
                    <a:cubicBezTo>
                      <a:pt x="16" y="50"/>
                      <a:pt x="1" y="62"/>
                      <a:pt x="0" y="87"/>
                    </a:cubicBezTo>
                    <a:cubicBezTo>
                      <a:pt x="0" y="112"/>
                      <a:pt x="25" y="181"/>
                      <a:pt x="34" y="193"/>
                    </a:cubicBezTo>
                    <a:cubicBezTo>
                      <a:pt x="43" y="204"/>
                      <a:pt x="74" y="198"/>
                      <a:pt x="70" y="186"/>
                    </a:cubicBezTo>
                    <a:cubicBezTo>
                      <a:pt x="65" y="175"/>
                      <a:pt x="57" y="144"/>
                      <a:pt x="65" y="129"/>
                    </a:cubicBezTo>
                    <a:cubicBezTo>
                      <a:pt x="73" y="115"/>
                      <a:pt x="88" y="89"/>
                      <a:pt x="132" y="63"/>
                    </a:cubicBezTo>
                    <a:cubicBezTo>
                      <a:pt x="177" y="38"/>
                      <a:pt x="211" y="39"/>
                      <a:pt x="219" y="42"/>
                    </a:cubicBezTo>
                    <a:cubicBezTo>
                      <a:pt x="227" y="45"/>
                      <a:pt x="224" y="59"/>
                      <a:pt x="223" y="63"/>
                    </a:cubicBezTo>
                    <a:cubicBezTo>
                      <a:pt x="221" y="67"/>
                      <a:pt x="191" y="102"/>
                      <a:pt x="191" y="105"/>
                    </a:cubicBezTo>
                    <a:cubicBezTo>
                      <a:pt x="190" y="108"/>
                      <a:pt x="180" y="114"/>
                      <a:pt x="179" y="103"/>
                    </a:cubicBezTo>
                    <a:cubicBezTo>
                      <a:pt x="179" y="92"/>
                      <a:pt x="177" y="81"/>
                      <a:pt x="166" y="77"/>
                    </a:cubicBezTo>
                    <a:cubicBezTo>
                      <a:pt x="156" y="73"/>
                      <a:pt x="146" y="71"/>
                      <a:pt x="141" y="85"/>
                    </a:cubicBezTo>
                    <a:cubicBezTo>
                      <a:pt x="137" y="99"/>
                      <a:pt x="144" y="109"/>
                      <a:pt x="150" y="113"/>
                    </a:cubicBezTo>
                    <a:cubicBezTo>
                      <a:pt x="155" y="118"/>
                      <a:pt x="164" y="126"/>
                      <a:pt x="156" y="127"/>
                    </a:cubicBezTo>
                    <a:cubicBezTo>
                      <a:pt x="149" y="127"/>
                      <a:pt x="126" y="142"/>
                      <a:pt x="126" y="142"/>
                    </a:cubicBezTo>
                    <a:cubicBezTo>
                      <a:pt x="126" y="142"/>
                      <a:pt x="111" y="140"/>
                      <a:pt x="108" y="153"/>
                    </a:cubicBezTo>
                    <a:cubicBezTo>
                      <a:pt x="106" y="166"/>
                      <a:pt x="115" y="181"/>
                      <a:pt x="122" y="177"/>
                    </a:cubicBezTo>
                    <a:cubicBezTo>
                      <a:pt x="128" y="173"/>
                      <a:pt x="148" y="161"/>
                      <a:pt x="160" y="156"/>
                    </a:cubicBezTo>
                    <a:cubicBezTo>
                      <a:pt x="173" y="151"/>
                      <a:pt x="194" y="144"/>
                      <a:pt x="202" y="149"/>
                    </a:cubicBezTo>
                    <a:cubicBezTo>
                      <a:pt x="210" y="154"/>
                      <a:pt x="211" y="162"/>
                      <a:pt x="225" y="169"/>
                    </a:cubicBezTo>
                    <a:cubicBezTo>
                      <a:pt x="240" y="177"/>
                      <a:pt x="268" y="178"/>
                      <a:pt x="280" y="173"/>
                    </a:cubicBezTo>
                    <a:cubicBezTo>
                      <a:pt x="292" y="167"/>
                      <a:pt x="356" y="138"/>
                      <a:pt x="369" y="139"/>
                    </a:cubicBezTo>
                    <a:cubicBezTo>
                      <a:pt x="383" y="140"/>
                      <a:pt x="398" y="154"/>
                      <a:pt x="404" y="129"/>
                    </a:cubicBezTo>
                    <a:cubicBezTo>
                      <a:pt x="409" y="104"/>
                      <a:pt x="378" y="37"/>
                      <a:pt x="337" y="21"/>
                    </a:cubicBezTo>
                    <a:cubicBezTo>
                      <a:pt x="295" y="5"/>
                      <a:pt x="248" y="0"/>
                      <a:pt x="193" y="12"/>
                    </a:cubicBezTo>
                    <a:cubicBezTo>
                      <a:pt x="139" y="23"/>
                      <a:pt x="113" y="34"/>
                      <a:pt x="93" y="54"/>
                    </a:cubicBezTo>
                    <a:cubicBezTo>
                      <a:pt x="73" y="73"/>
                      <a:pt x="68" y="82"/>
                      <a:pt x="62" y="79"/>
                    </a:cubicBezTo>
                    <a:cubicBezTo>
                      <a:pt x="62" y="79"/>
                      <a:pt x="62" y="79"/>
                      <a:pt x="62" y="79"/>
                    </a:cubicBezTo>
                    <a:close/>
                    <a:moveTo>
                      <a:pt x="204" y="125"/>
                    </a:moveTo>
                    <a:cubicBezTo>
                      <a:pt x="204" y="125"/>
                      <a:pt x="200" y="122"/>
                      <a:pt x="194" y="124"/>
                    </a:cubicBezTo>
                    <a:cubicBezTo>
                      <a:pt x="188" y="125"/>
                      <a:pt x="229" y="99"/>
                      <a:pt x="244" y="90"/>
                    </a:cubicBezTo>
                    <a:cubicBezTo>
                      <a:pt x="259" y="81"/>
                      <a:pt x="253" y="71"/>
                      <a:pt x="245" y="60"/>
                    </a:cubicBezTo>
                    <a:cubicBezTo>
                      <a:pt x="238" y="50"/>
                      <a:pt x="238" y="50"/>
                      <a:pt x="234" y="45"/>
                    </a:cubicBezTo>
                    <a:cubicBezTo>
                      <a:pt x="251" y="42"/>
                      <a:pt x="264" y="41"/>
                      <a:pt x="284" y="43"/>
                    </a:cubicBezTo>
                    <a:cubicBezTo>
                      <a:pt x="310" y="45"/>
                      <a:pt x="341" y="53"/>
                      <a:pt x="357" y="75"/>
                    </a:cubicBezTo>
                    <a:cubicBezTo>
                      <a:pt x="366" y="87"/>
                      <a:pt x="319" y="105"/>
                      <a:pt x="307" y="112"/>
                    </a:cubicBezTo>
                    <a:cubicBezTo>
                      <a:pt x="294" y="118"/>
                      <a:pt x="257" y="138"/>
                      <a:pt x="249" y="142"/>
                    </a:cubicBezTo>
                    <a:cubicBezTo>
                      <a:pt x="241" y="145"/>
                      <a:pt x="238" y="137"/>
                      <a:pt x="229" y="127"/>
                    </a:cubicBezTo>
                    <a:cubicBezTo>
                      <a:pt x="220" y="118"/>
                      <a:pt x="204" y="125"/>
                      <a:pt x="204" y="12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solidFill>
                    <a:srgbClr val="000000"/>
                  </a:solidFill>
                </a:endParaRPr>
              </a:p>
            </p:txBody>
          </p:sp>
          <p:sp>
            <p:nvSpPr>
              <p:cNvPr id="11" name="îślïḍê"/>
              <p:cNvSpPr/>
              <p:nvPr/>
            </p:nvSpPr>
            <p:spPr bwMode="auto">
              <a:xfrm>
                <a:off x="6911976" y="2584450"/>
                <a:ext cx="781050" cy="1198563"/>
              </a:xfrm>
              <a:custGeom>
                <a:avLst/>
                <a:gdLst>
                  <a:gd name="T0" fmla="*/ 35 w 237"/>
                  <a:gd name="T1" fmla="*/ 87 h 363"/>
                  <a:gd name="T2" fmla="*/ 18 w 237"/>
                  <a:gd name="T3" fmla="*/ 113 h 363"/>
                  <a:gd name="T4" fmla="*/ 29 w 237"/>
                  <a:gd name="T5" fmla="*/ 166 h 363"/>
                  <a:gd name="T6" fmla="*/ 18 w 237"/>
                  <a:gd name="T7" fmla="*/ 273 h 363"/>
                  <a:gd name="T8" fmla="*/ 7 w 237"/>
                  <a:gd name="T9" fmla="*/ 306 h 363"/>
                  <a:gd name="T10" fmla="*/ 16 w 237"/>
                  <a:gd name="T11" fmla="*/ 338 h 363"/>
                  <a:gd name="T12" fmla="*/ 35 w 237"/>
                  <a:gd name="T13" fmla="*/ 311 h 363"/>
                  <a:gd name="T14" fmla="*/ 48 w 237"/>
                  <a:gd name="T15" fmla="*/ 205 h 363"/>
                  <a:gd name="T16" fmla="*/ 52 w 237"/>
                  <a:gd name="T17" fmla="*/ 149 h 363"/>
                  <a:gd name="T18" fmla="*/ 54 w 237"/>
                  <a:gd name="T19" fmla="*/ 114 h 363"/>
                  <a:gd name="T20" fmla="*/ 35 w 237"/>
                  <a:gd name="T21" fmla="*/ 87 h 363"/>
                  <a:gd name="T22" fmla="*/ 35 w 237"/>
                  <a:gd name="T23" fmla="*/ 87 h 363"/>
                  <a:gd name="T24" fmla="*/ 112 w 237"/>
                  <a:gd name="T25" fmla="*/ 102 h 363"/>
                  <a:gd name="T26" fmla="*/ 94 w 237"/>
                  <a:gd name="T27" fmla="*/ 109 h 363"/>
                  <a:gd name="T28" fmla="*/ 98 w 237"/>
                  <a:gd name="T29" fmla="*/ 142 h 363"/>
                  <a:gd name="T30" fmla="*/ 103 w 237"/>
                  <a:gd name="T31" fmla="*/ 171 h 363"/>
                  <a:gd name="T32" fmla="*/ 106 w 237"/>
                  <a:gd name="T33" fmla="*/ 246 h 363"/>
                  <a:gd name="T34" fmla="*/ 127 w 237"/>
                  <a:gd name="T35" fmla="*/ 232 h 363"/>
                  <a:gd name="T36" fmla="*/ 133 w 237"/>
                  <a:gd name="T37" fmla="*/ 191 h 363"/>
                  <a:gd name="T38" fmla="*/ 135 w 237"/>
                  <a:gd name="T39" fmla="*/ 161 h 363"/>
                  <a:gd name="T40" fmla="*/ 133 w 237"/>
                  <a:gd name="T41" fmla="*/ 119 h 363"/>
                  <a:gd name="T42" fmla="*/ 112 w 237"/>
                  <a:gd name="T43" fmla="*/ 102 h 363"/>
                  <a:gd name="T44" fmla="*/ 112 w 237"/>
                  <a:gd name="T45" fmla="*/ 102 h 363"/>
                  <a:gd name="T46" fmla="*/ 209 w 237"/>
                  <a:gd name="T47" fmla="*/ 2 h 363"/>
                  <a:gd name="T48" fmla="*/ 186 w 237"/>
                  <a:gd name="T49" fmla="*/ 5 h 363"/>
                  <a:gd name="T50" fmla="*/ 184 w 237"/>
                  <a:gd name="T51" fmla="*/ 33 h 363"/>
                  <a:gd name="T52" fmla="*/ 190 w 237"/>
                  <a:gd name="T53" fmla="*/ 65 h 363"/>
                  <a:gd name="T54" fmla="*/ 191 w 237"/>
                  <a:gd name="T55" fmla="*/ 174 h 363"/>
                  <a:gd name="T56" fmla="*/ 189 w 237"/>
                  <a:gd name="T57" fmla="*/ 262 h 363"/>
                  <a:gd name="T58" fmla="*/ 199 w 237"/>
                  <a:gd name="T59" fmla="*/ 350 h 363"/>
                  <a:gd name="T60" fmla="*/ 221 w 237"/>
                  <a:gd name="T61" fmla="*/ 330 h 363"/>
                  <a:gd name="T62" fmla="*/ 212 w 237"/>
                  <a:gd name="T63" fmla="*/ 296 h 363"/>
                  <a:gd name="T64" fmla="*/ 208 w 237"/>
                  <a:gd name="T65" fmla="*/ 128 h 363"/>
                  <a:gd name="T66" fmla="*/ 217 w 237"/>
                  <a:gd name="T67" fmla="*/ 68 h 363"/>
                  <a:gd name="T68" fmla="*/ 234 w 237"/>
                  <a:gd name="T69" fmla="*/ 32 h 363"/>
                  <a:gd name="T70" fmla="*/ 209 w 237"/>
                  <a:gd name="T71" fmla="*/ 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237" h="363">
                    <a:moveTo>
                      <a:pt x="35" y="87"/>
                    </a:moveTo>
                    <a:cubicBezTo>
                      <a:pt x="23" y="88"/>
                      <a:pt x="16" y="93"/>
                      <a:pt x="18" y="113"/>
                    </a:cubicBezTo>
                    <a:cubicBezTo>
                      <a:pt x="21" y="132"/>
                      <a:pt x="33" y="134"/>
                      <a:pt x="29" y="166"/>
                    </a:cubicBezTo>
                    <a:cubicBezTo>
                      <a:pt x="25" y="197"/>
                      <a:pt x="18" y="262"/>
                      <a:pt x="18" y="273"/>
                    </a:cubicBezTo>
                    <a:cubicBezTo>
                      <a:pt x="18" y="283"/>
                      <a:pt x="9" y="299"/>
                      <a:pt x="7" y="306"/>
                    </a:cubicBezTo>
                    <a:cubicBezTo>
                      <a:pt x="4" y="313"/>
                      <a:pt x="0" y="335"/>
                      <a:pt x="16" y="338"/>
                    </a:cubicBezTo>
                    <a:cubicBezTo>
                      <a:pt x="32" y="341"/>
                      <a:pt x="33" y="320"/>
                      <a:pt x="35" y="311"/>
                    </a:cubicBezTo>
                    <a:cubicBezTo>
                      <a:pt x="38" y="301"/>
                      <a:pt x="48" y="218"/>
                      <a:pt x="48" y="205"/>
                    </a:cubicBezTo>
                    <a:cubicBezTo>
                      <a:pt x="47" y="192"/>
                      <a:pt x="49" y="160"/>
                      <a:pt x="52" y="149"/>
                    </a:cubicBezTo>
                    <a:cubicBezTo>
                      <a:pt x="55" y="138"/>
                      <a:pt x="59" y="128"/>
                      <a:pt x="54" y="114"/>
                    </a:cubicBezTo>
                    <a:cubicBezTo>
                      <a:pt x="49" y="101"/>
                      <a:pt x="47" y="86"/>
                      <a:pt x="35" y="87"/>
                    </a:cubicBezTo>
                    <a:cubicBezTo>
                      <a:pt x="35" y="87"/>
                      <a:pt x="35" y="87"/>
                      <a:pt x="35" y="87"/>
                    </a:cubicBezTo>
                    <a:close/>
                    <a:moveTo>
                      <a:pt x="112" y="102"/>
                    </a:moveTo>
                    <a:cubicBezTo>
                      <a:pt x="107" y="101"/>
                      <a:pt x="98" y="100"/>
                      <a:pt x="94" y="109"/>
                    </a:cubicBezTo>
                    <a:cubicBezTo>
                      <a:pt x="89" y="118"/>
                      <a:pt x="94" y="133"/>
                      <a:pt x="98" y="142"/>
                    </a:cubicBezTo>
                    <a:cubicBezTo>
                      <a:pt x="101" y="152"/>
                      <a:pt x="104" y="162"/>
                      <a:pt x="103" y="171"/>
                    </a:cubicBezTo>
                    <a:cubicBezTo>
                      <a:pt x="101" y="180"/>
                      <a:pt x="100" y="240"/>
                      <a:pt x="106" y="246"/>
                    </a:cubicBezTo>
                    <a:cubicBezTo>
                      <a:pt x="111" y="252"/>
                      <a:pt x="121" y="245"/>
                      <a:pt x="127" y="232"/>
                    </a:cubicBezTo>
                    <a:cubicBezTo>
                      <a:pt x="133" y="218"/>
                      <a:pt x="137" y="200"/>
                      <a:pt x="133" y="191"/>
                    </a:cubicBezTo>
                    <a:cubicBezTo>
                      <a:pt x="130" y="183"/>
                      <a:pt x="130" y="173"/>
                      <a:pt x="135" y="161"/>
                    </a:cubicBezTo>
                    <a:cubicBezTo>
                      <a:pt x="140" y="149"/>
                      <a:pt x="137" y="133"/>
                      <a:pt x="133" y="119"/>
                    </a:cubicBezTo>
                    <a:cubicBezTo>
                      <a:pt x="129" y="105"/>
                      <a:pt x="117" y="102"/>
                      <a:pt x="112" y="102"/>
                    </a:cubicBezTo>
                    <a:cubicBezTo>
                      <a:pt x="112" y="102"/>
                      <a:pt x="112" y="102"/>
                      <a:pt x="112" y="102"/>
                    </a:cubicBezTo>
                    <a:close/>
                    <a:moveTo>
                      <a:pt x="209" y="2"/>
                    </a:moveTo>
                    <a:cubicBezTo>
                      <a:pt x="203" y="1"/>
                      <a:pt x="190" y="0"/>
                      <a:pt x="186" y="5"/>
                    </a:cubicBezTo>
                    <a:cubicBezTo>
                      <a:pt x="181" y="10"/>
                      <a:pt x="179" y="21"/>
                      <a:pt x="184" y="33"/>
                    </a:cubicBezTo>
                    <a:cubicBezTo>
                      <a:pt x="190" y="46"/>
                      <a:pt x="191" y="57"/>
                      <a:pt x="190" y="65"/>
                    </a:cubicBezTo>
                    <a:cubicBezTo>
                      <a:pt x="189" y="72"/>
                      <a:pt x="191" y="153"/>
                      <a:pt x="191" y="174"/>
                    </a:cubicBezTo>
                    <a:cubicBezTo>
                      <a:pt x="191" y="195"/>
                      <a:pt x="188" y="235"/>
                      <a:pt x="189" y="262"/>
                    </a:cubicBezTo>
                    <a:cubicBezTo>
                      <a:pt x="190" y="289"/>
                      <a:pt x="189" y="337"/>
                      <a:pt x="199" y="350"/>
                    </a:cubicBezTo>
                    <a:cubicBezTo>
                      <a:pt x="210" y="363"/>
                      <a:pt x="225" y="344"/>
                      <a:pt x="221" y="330"/>
                    </a:cubicBezTo>
                    <a:cubicBezTo>
                      <a:pt x="217" y="317"/>
                      <a:pt x="216" y="321"/>
                      <a:pt x="212" y="296"/>
                    </a:cubicBezTo>
                    <a:cubicBezTo>
                      <a:pt x="209" y="270"/>
                      <a:pt x="208" y="138"/>
                      <a:pt x="208" y="128"/>
                    </a:cubicBezTo>
                    <a:cubicBezTo>
                      <a:pt x="209" y="117"/>
                      <a:pt x="212" y="79"/>
                      <a:pt x="217" y="68"/>
                    </a:cubicBezTo>
                    <a:cubicBezTo>
                      <a:pt x="221" y="57"/>
                      <a:pt x="237" y="45"/>
                      <a:pt x="234" y="32"/>
                    </a:cubicBezTo>
                    <a:cubicBezTo>
                      <a:pt x="236" y="20"/>
                      <a:pt x="215" y="4"/>
                      <a:pt x="209"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solidFill>
                    <a:srgbClr val="000000"/>
                  </a:solidFill>
                </a:endParaRPr>
              </a:p>
            </p:txBody>
          </p:sp>
          <p:sp>
            <p:nvSpPr>
              <p:cNvPr id="12" name="iśḷiḍê"/>
              <p:cNvSpPr/>
              <p:nvPr/>
            </p:nvSpPr>
            <p:spPr bwMode="auto">
              <a:xfrm>
                <a:off x="8172451" y="2600325"/>
                <a:ext cx="806450" cy="1046163"/>
              </a:xfrm>
              <a:custGeom>
                <a:avLst/>
                <a:gdLst>
                  <a:gd name="T0" fmla="*/ 144 w 245"/>
                  <a:gd name="T1" fmla="*/ 240 h 317"/>
                  <a:gd name="T2" fmla="*/ 216 w 245"/>
                  <a:gd name="T3" fmla="*/ 298 h 317"/>
                  <a:gd name="T4" fmla="*/ 221 w 245"/>
                  <a:gd name="T5" fmla="*/ 247 h 317"/>
                  <a:gd name="T6" fmla="*/ 155 w 245"/>
                  <a:gd name="T7" fmla="*/ 214 h 317"/>
                  <a:gd name="T8" fmla="*/ 144 w 245"/>
                  <a:gd name="T9" fmla="*/ 240 h 317"/>
                  <a:gd name="T10" fmla="*/ 144 w 245"/>
                  <a:gd name="T11" fmla="*/ 240 h 317"/>
                  <a:gd name="T12" fmla="*/ 117 w 245"/>
                  <a:gd name="T13" fmla="*/ 59 h 317"/>
                  <a:gd name="T14" fmla="*/ 114 w 245"/>
                  <a:gd name="T15" fmla="*/ 20 h 317"/>
                  <a:gd name="T16" fmla="*/ 132 w 245"/>
                  <a:gd name="T17" fmla="*/ 2 h 317"/>
                  <a:gd name="T18" fmla="*/ 151 w 245"/>
                  <a:gd name="T19" fmla="*/ 32 h 317"/>
                  <a:gd name="T20" fmla="*/ 142 w 245"/>
                  <a:gd name="T21" fmla="*/ 57 h 317"/>
                  <a:gd name="T22" fmla="*/ 136 w 245"/>
                  <a:gd name="T23" fmla="*/ 74 h 317"/>
                  <a:gd name="T24" fmla="*/ 131 w 245"/>
                  <a:gd name="T25" fmla="*/ 98 h 317"/>
                  <a:gd name="T26" fmla="*/ 151 w 245"/>
                  <a:gd name="T27" fmla="*/ 91 h 317"/>
                  <a:gd name="T28" fmla="*/ 177 w 245"/>
                  <a:gd name="T29" fmla="*/ 76 h 317"/>
                  <a:gd name="T30" fmla="*/ 208 w 245"/>
                  <a:gd name="T31" fmla="*/ 82 h 317"/>
                  <a:gd name="T32" fmla="*/ 199 w 245"/>
                  <a:gd name="T33" fmla="*/ 103 h 317"/>
                  <a:gd name="T34" fmla="*/ 172 w 245"/>
                  <a:gd name="T35" fmla="*/ 109 h 317"/>
                  <a:gd name="T36" fmla="*/ 124 w 245"/>
                  <a:gd name="T37" fmla="*/ 132 h 317"/>
                  <a:gd name="T38" fmla="*/ 107 w 245"/>
                  <a:gd name="T39" fmla="*/ 203 h 317"/>
                  <a:gd name="T40" fmla="*/ 65 w 245"/>
                  <a:gd name="T41" fmla="*/ 263 h 317"/>
                  <a:gd name="T42" fmla="*/ 32 w 245"/>
                  <a:gd name="T43" fmla="*/ 308 h 317"/>
                  <a:gd name="T44" fmla="*/ 14 w 245"/>
                  <a:gd name="T45" fmla="*/ 303 h 317"/>
                  <a:gd name="T46" fmla="*/ 8 w 245"/>
                  <a:gd name="T47" fmla="*/ 275 h 317"/>
                  <a:gd name="T48" fmla="*/ 24 w 245"/>
                  <a:gd name="T49" fmla="*/ 263 h 317"/>
                  <a:gd name="T50" fmla="*/ 36 w 245"/>
                  <a:gd name="T51" fmla="*/ 267 h 317"/>
                  <a:gd name="T52" fmla="*/ 70 w 245"/>
                  <a:gd name="T53" fmla="*/ 222 h 317"/>
                  <a:gd name="T54" fmla="*/ 93 w 245"/>
                  <a:gd name="T55" fmla="*/ 165 h 317"/>
                  <a:gd name="T56" fmla="*/ 98 w 245"/>
                  <a:gd name="T57" fmla="*/ 148 h 317"/>
                  <a:gd name="T58" fmla="*/ 79 w 245"/>
                  <a:gd name="T59" fmla="*/ 160 h 317"/>
                  <a:gd name="T60" fmla="*/ 46 w 245"/>
                  <a:gd name="T61" fmla="*/ 163 h 317"/>
                  <a:gd name="T62" fmla="*/ 20 w 245"/>
                  <a:gd name="T63" fmla="*/ 134 h 317"/>
                  <a:gd name="T64" fmla="*/ 30 w 245"/>
                  <a:gd name="T65" fmla="*/ 115 h 317"/>
                  <a:gd name="T66" fmla="*/ 64 w 245"/>
                  <a:gd name="T67" fmla="*/ 119 h 317"/>
                  <a:gd name="T68" fmla="*/ 105 w 245"/>
                  <a:gd name="T69" fmla="*/ 106 h 317"/>
                  <a:gd name="T70" fmla="*/ 106 w 245"/>
                  <a:gd name="T71" fmla="*/ 105 h 317"/>
                  <a:gd name="T72" fmla="*/ 117 w 245"/>
                  <a:gd name="T73" fmla="*/ 59 h 3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45" h="317">
                    <a:moveTo>
                      <a:pt x="144" y="240"/>
                    </a:moveTo>
                    <a:cubicBezTo>
                      <a:pt x="154" y="257"/>
                      <a:pt x="187" y="309"/>
                      <a:pt x="216" y="298"/>
                    </a:cubicBezTo>
                    <a:cubicBezTo>
                      <a:pt x="245" y="288"/>
                      <a:pt x="233" y="255"/>
                      <a:pt x="221" y="247"/>
                    </a:cubicBezTo>
                    <a:cubicBezTo>
                      <a:pt x="210" y="239"/>
                      <a:pt x="155" y="214"/>
                      <a:pt x="155" y="214"/>
                    </a:cubicBezTo>
                    <a:cubicBezTo>
                      <a:pt x="132" y="204"/>
                      <a:pt x="138" y="230"/>
                      <a:pt x="144" y="240"/>
                    </a:cubicBezTo>
                    <a:cubicBezTo>
                      <a:pt x="144" y="240"/>
                      <a:pt x="144" y="240"/>
                      <a:pt x="144" y="240"/>
                    </a:cubicBezTo>
                    <a:close/>
                    <a:moveTo>
                      <a:pt x="117" y="59"/>
                    </a:moveTo>
                    <a:cubicBezTo>
                      <a:pt x="120" y="57"/>
                      <a:pt x="113" y="32"/>
                      <a:pt x="114" y="20"/>
                    </a:cubicBezTo>
                    <a:cubicBezTo>
                      <a:pt x="115" y="8"/>
                      <a:pt x="124" y="0"/>
                      <a:pt x="132" y="2"/>
                    </a:cubicBezTo>
                    <a:cubicBezTo>
                      <a:pt x="140" y="4"/>
                      <a:pt x="152" y="23"/>
                      <a:pt x="151" y="32"/>
                    </a:cubicBezTo>
                    <a:cubicBezTo>
                      <a:pt x="150" y="42"/>
                      <a:pt x="145" y="53"/>
                      <a:pt x="142" y="57"/>
                    </a:cubicBezTo>
                    <a:cubicBezTo>
                      <a:pt x="139" y="60"/>
                      <a:pt x="137" y="64"/>
                      <a:pt x="136" y="74"/>
                    </a:cubicBezTo>
                    <a:cubicBezTo>
                      <a:pt x="135" y="80"/>
                      <a:pt x="133" y="89"/>
                      <a:pt x="131" y="98"/>
                    </a:cubicBezTo>
                    <a:cubicBezTo>
                      <a:pt x="140" y="95"/>
                      <a:pt x="148" y="93"/>
                      <a:pt x="151" y="91"/>
                    </a:cubicBezTo>
                    <a:cubicBezTo>
                      <a:pt x="157" y="87"/>
                      <a:pt x="168" y="83"/>
                      <a:pt x="177" y="76"/>
                    </a:cubicBezTo>
                    <a:cubicBezTo>
                      <a:pt x="187" y="68"/>
                      <a:pt x="197" y="76"/>
                      <a:pt x="208" y="82"/>
                    </a:cubicBezTo>
                    <a:cubicBezTo>
                      <a:pt x="218" y="88"/>
                      <a:pt x="209" y="98"/>
                      <a:pt x="199" y="103"/>
                    </a:cubicBezTo>
                    <a:cubicBezTo>
                      <a:pt x="188" y="109"/>
                      <a:pt x="179" y="106"/>
                      <a:pt x="172" y="109"/>
                    </a:cubicBezTo>
                    <a:cubicBezTo>
                      <a:pt x="166" y="112"/>
                      <a:pt x="138" y="124"/>
                      <a:pt x="124" y="132"/>
                    </a:cubicBezTo>
                    <a:cubicBezTo>
                      <a:pt x="121" y="152"/>
                      <a:pt x="113" y="188"/>
                      <a:pt x="107" y="203"/>
                    </a:cubicBezTo>
                    <a:cubicBezTo>
                      <a:pt x="101" y="221"/>
                      <a:pt x="77" y="248"/>
                      <a:pt x="65" y="263"/>
                    </a:cubicBezTo>
                    <a:cubicBezTo>
                      <a:pt x="52" y="279"/>
                      <a:pt x="45" y="300"/>
                      <a:pt x="32" y="308"/>
                    </a:cubicBezTo>
                    <a:cubicBezTo>
                      <a:pt x="19" y="317"/>
                      <a:pt x="16" y="311"/>
                      <a:pt x="14" y="303"/>
                    </a:cubicBezTo>
                    <a:cubicBezTo>
                      <a:pt x="12" y="295"/>
                      <a:pt x="0" y="285"/>
                      <a:pt x="8" y="275"/>
                    </a:cubicBezTo>
                    <a:cubicBezTo>
                      <a:pt x="16" y="264"/>
                      <a:pt x="18" y="252"/>
                      <a:pt x="24" y="263"/>
                    </a:cubicBezTo>
                    <a:cubicBezTo>
                      <a:pt x="29" y="273"/>
                      <a:pt x="38" y="267"/>
                      <a:pt x="36" y="267"/>
                    </a:cubicBezTo>
                    <a:cubicBezTo>
                      <a:pt x="34" y="266"/>
                      <a:pt x="62" y="236"/>
                      <a:pt x="70" y="222"/>
                    </a:cubicBezTo>
                    <a:cubicBezTo>
                      <a:pt x="79" y="207"/>
                      <a:pt x="89" y="173"/>
                      <a:pt x="93" y="165"/>
                    </a:cubicBezTo>
                    <a:cubicBezTo>
                      <a:pt x="94" y="163"/>
                      <a:pt x="96" y="157"/>
                      <a:pt x="98" y="148"/>
                    </a:cubicBezTo>
                    <a:cubicBezTo>
                      <a:pt x="91" y="152"/>
                      <a:pt x="84" y="156"/>
                      <a:pt x="79" y="160"/>
                    </a:cubicBezTo>
                    <a:cubicBezTo>
                      <a:pt x="68" y="168"/>
                      <a:pt x="66" y="171"/>
                      <a:pt x="46" y="163"/>
                    </a:cubicBezTo>
                    <a:cubicBezTo>
                      <a:pt x="26" y="154"/>
                      <a:pt x="21" y="145"/>
                      <a:pt x="20" y="134"/>
                    </a:cubicBezTo>
                    <a:cubicBezTo>
                      <a:pt x="18" y="123"/>
                      <a:pt x="24" y="116"/>
                      <a:pt x="30" y="115"/>
                    </a:cubicBezTo>
                    <a:cubicBezTo>
                      <a:pt x="37" y="113"/>
                      <a:pt x="53" y="117"/>
                      <a:pt x="64" y="119"/>
                    </a:cubicBezTo>
                    <a:cubicBezTo>
                      <a:pt x="76" y="121"/>
                      <a:pt x="99" y="108"/>
                      <a:pt x="105" y="106"/>
                    </a:cubicBezTo>
                    <a:cubicBezTo>
                      <a:pt x="105" y="106"/>
                      <a:pt x="106" y="105"/>
                      <a:pt x="106" y="105"/>
                    </a:cubicBezTo>
                    <a:cubicBezTo>
                      <a:pt x="111" y="82"/>
                      <a:pt x="115" y="60"/>
                      <a:pt x="117" y="5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solidFill>
                    <a:srgbClr val="000000"/>
                  </a:solidFill>
                </a:endParaRPr>
              </a:p>
            </p:txBody>
          </p:sp>
          <p:sp>
            <p:nvSpPr>
              <p:cNvPr id="13" name="iṧľíḑe"/>
              <p:cNvSpPr/>
              <p:nvPr/>
            </p:nvSpPr>
            <p:spPr bwMode="auto">
              <a:xfrm>
                <a:off x="9385301" y="2428875"/>
                <a:ext cx="784225" cy="1284288"/>
              </a:xfrm>
              <a:custGeom>
                <a:avLst/>
                <a:gdLst>
                  <a:gd name="T0" fmla="*/ 62 w 238"/>
                  <a:gd name="T1" fmla="*/ 102 h 389"/>
                  <a:gd name="T2" fmla="*/ 70 w 238"/>
                  <a:gd name="T3" fmla="*/ 150 h 389"/>
                  <a:gd name="T4" fmla="*/ 80 w 238"/>
                  <a:gd name="T5" fmla="*/ 191 h 389"/>
                  <a:gd name="T6" fmla="*/ 98 w 238"/>
                  <a:gd name="T7" fmla="*/ 182 h 389"/>
                  <a:gd name="T8" fmla="*/ 98 w 238"/>
                  <a:gd name="T9" fmla="*/ 198 h 389"/>
                  <a:gd name="T10" fmla="*/ 16 w 238"/>
                  <a:gd name="T11" fmla="*/ 237 h 389"/>
                  <a:gd name="T12" fmla="*/ 7 w 238"/>
                  <a:gd name="T13" fmla="*/ 265 h 389"/>
                  <a:gd name="T14" fmla="*/ 70 w 238"/>
                  <a:gd name="T15" fmla="*/ 235 h 389"/>
                  <a:gd name="T16" fmla="*/ 183 w 238"/>
                  <a:gd name="T17" fmla="*/ 180 h 389"/>
                  <a:gd name="T18" fmla="*/ 183 w 238"/>
                  <a:gd name="T19" fmla="*/ 205 h 389"/>
                  <a:gd name="T20" fmla="*/ 199 w 238"/>
                  <a:gd name="T21" fmla="*/ 209 h 389"/>
                  <a:gd name="T22" fmla="*/ 212 w 238"/>
                  <a:gd name="T23" fmla="*/ 164 h 389"/>
                  <a:gd name="T24" fmla="*/ 163 w 238"/>
                  <a:gd name="T25" fmla="*/ 161 h 389"/>
                  <a:gd name="T26" fmla="*/ 188 w 238"/>
                  <a:gd name="T27" fmla="*/ 110 h 389"/>
                  <a:gd name="T28" fmla="*/ 183 w 238"/>
                  <a:gd name="T29" fmla="*/ 77 h 389"/>
                  <a:gd name="T30" fmla="*/ 179 w 238"/>
                  <a:gd name="T31" fmla="*/ 43 h 389"/>
                  <a:gd name="T32" fmla="*/ 189 w 238"/>
                  <a:gd name="T33" fmla="*/ 22 h 389"/>
                  <a:gd name="T34" fmla="*/ 163 w 238"/>
                  <a:gd name="T35" fmla="*/ 5 h 389"/>
                  <a:gd name="T36" fmla="*/ 163 w 238"/>
                  <a:gd name="T37" fmla="*/ 42 h 389"/>
                  <a:gd name="T38" fmla="*/ 159 w 238"/>
                  <a:gd name="T39" fmla="*/ 65 h 389"/>
                  <a:gd name="T40" fmla="*/ 145 w 238"/>
                  <a:gd name="T41" fmla="*/ 96 h 389"/>
                  <a:gd name="T42" fmla="*/ 139 w 238"/>
                  <a:gd name="T43" fmla="*/ 145 h 389"/>
                  <a:gd name="T44" fmla="*/ 147 w 238"/>
                  <a:gd name="T45" fmla="*/ 172 h 389"/>
                  <a:gd name="T46" fmla="*/ 120 w 238"/>
                  <a:gd name="T47" fmla="*/ 172 h 389"/>
                  <a:gd name="T48" fmla="*/ 125 w 238"/>
                  <a:gd name="T49" fmla="*/ 127 h 389"/>
                  <a:gd name="T50" fmla="*/ 110 w 238"/>
                  <a:gd name="T51" fmla="*/ 117 h 389"/>
                  <a:gd name="T52" fmla="*/ 115 w 238"/>
                  <a:gd name="T53" fmla="*/ 39 h 389"/>
                  <a:gd name="T54" fmla="*/ 104 w 238"/>
                  <a:gd name="T55" fmla="*/ 73 h 389"/>
                  <a:gd name="T56" fmla="*/ 101 w 238"/>
                  <a:gd name="T57" fmla="*/ 134 h 389"/>
                  <a:gd name="T58" fmla="*/ 86 w 238"/>
                  <a:gd name="T59" fmla="*/ 96 h 389"/>
                  <a:gd name="T60" fmla="*/ 54 w 238"/>
                  <a:gd name="T61" fmla="*/ 88 h 389"/>
                  <a:gd name="T62" fmla="*/ 93 w 238"/>
                  <a:gd name="T63" fmla="*/ 244 h 389"/>
                  <a:gd name="T64" fmla="*/ 151 w 238"/>
                  <a:gd name="T65" fmla="*/ 216 h 389"/>
                  <a:gd name="T66" fmla="*/ 146 w 238"/>
                  <a:gd name="T67" fmla="*/ 262 h 389"/>
                  <a:gd name="T68" fmla="*/ 194 w 238"/>
                  <a:gd name="T69" fmla="*/ 265 h 389"/>
                  <a:gd name="T70" fmla="*/ 168 w 238"/>
                  <a:gd name="T71" fmla="*/ 297 h 389"/>
                  <a:gd name="T72" fmla="*/ 158 w 238"/>
                  <a:gd name="T73" fmla="*/ 349 h 389"/>
                  <a:gd name="T74" fmla="*/ 102 w 238"/>
                  <a:gd name="T75" fmla="*/ 372 h 389"/>
                  <a:gd name="T76" fmla="*/ 112 w 238"/>
                  <a:gd name="T77" fmla="*/ 355 h 389"/>
                  <a:gd name="T78" fmla="*/ 151 w 238"/>
                  <a:gd name="T79" fmla="*/ 319 h 389"/>
                  <a:gd name="T80" fmla="*/ 114 w 238"/>
                  <a:gd name="T81" fmla="*/ 312 h 389"/>
                  <a:gd name="T82" fmla="*/ 62 w 238"/>
                  <a:gd name="T83" fmla="*/ 309 h 389"/>
                  <a:gd name="T84" fmla="*/ 133 w 238"/>
                  <a:gd name="T85" fmla="*/ 280 h 389"/>
                  <a:gd name="T86" fmla="*/ 106 w 238"/>
                  <a:gd name="T87" fmla="*/ 259 h 3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238" h="389">
                    <a:moveTo>
                      <a:pt x="54" y="88"/>
                    </a:moveTo>
                    <a:cubicBezTo>
                      <a:pt x="55" y="91"/>
                      <a:pt x="59" y="99"/>
                      <a:pt x="62" y="102"/>
                    </a:cubicBezTo>
                    <a:cubicBezTo>
                      <a:pt x="66" y="106"/>
                      <a:pt x="73" y="113"/>
                      <a:pt x="72" y="116"/>
                    </a:cubicBezTo>
                    <a:cubicBezTo>
                      <a:pt x="72" y="120"/>
                      <a:pt x="70" y="144"/>
                      <a:pt x="70" y="150"/>
                    </a:cubicBezTo>
                    <a:cubicBezTo>
                      <a:pt x="70" y="156"/>
                      <a:pt x="67" y="172"/>
                      <a:pt x="71" y="176"/>
                    </a:cubicBezTo>
                    <a:cubicBezTo>
                      <a:pt x="74" y="180"/>
                      <a:pt x="80" y="191"/>
                      <a:pt x="80" y="191"/>
                    </a:cubicBezTo>
                    <a:cubicBezTo>
                      <a:pt x="80" y="191"/>
                      <a:pt x="88" y="193"/>
                      <a:pt x="90" y="187"/>
                    </a:cubicBezTo>
                    <a:cubicBezTo>
                      <a:pt x="92" y="180"/>
                      <a:pt x="98" y="182"/>
                      <a:pt x="98" y="182"/>
                    </a:cubicBezTo>
                    <a:cubicBezTo>
                      <a:pt x="98" y="182"/>
                      <a:pt x="110" y="187"/>
                      <a:pt x="107" y="190"/>
                    </a:cubicBezTo>
                    <a:cubicBezTo>
                      <a:pt x="104" y="193"/>
                      <a:pt x="105" y="194"/>
                      <a:pt x="98" y="198"/>
                    </a:cubicBezTo>
                    <a:cubicBezTo>
                      <a:pt x="92" y="202"/>
                      <a:pt x="39" y="231"/>
                      <a:pt x="39" y="231"/>
                    </a:cubicBezTo>
                    <a:cubicBezTo>
                      <a:pt x="39" y="231"/>
                      <a:pt x="21" y="236"/>
                      <a:pt x="16" y="237"/>
                    </a:cubicBezTo>
                    <a:cubicBezTo>
                      <a:pt x="11" y="238"/>
                      <a:pt x="4" y="236"/>
                      <a:pt x="2" y="243"/>
                    </a:cubicBezTo>
                    <a:cubicBezTo>
                      <a:pt x="0" y="250"/>
                      <a:pt x="2" y="260"/>
                      <a:pt x="7" y="265"/>
                    </a:cubicBezTo>
                    <a:cubicBezTo>
                      <a:pt x="10" y="266"/>
                      <a:pt x="22" y="271"/>
                      <a:pt x="33" y="266"/>
                    </a:cubicBezTo>
                    <a:cubicBezTo>
                      <a:pt x="47" y="260"/>
                      <a:pt x="60" y="244"/>
                      <a:pt x="70" y="235"/>
                    </a:cubicBezTo>
                    <a:cubicBezTo>
                      <a:pt x="88" y="221"/>
                      <a:pt x="104" y="211"/>
                      <a:pt x="119" y="204"/>
                    </a:cubicBezTo>
                    <a:cubicBezTo>
                      <a:pt x="134" y="198"/>
                      <a:pt x="167" y="182"/>
                      <a:pt x="183" y="180"/>
                    </a:cubicBezTo>
                    <a:cubicBezTo>
                      <a:pt x="199" y="178"/>
                      <a:pt x="202" y="186"/>
                      <a:pt x="199" y="190"/>
                    </a:cubicBezTo>
                    <a:cubicBezTo>
                      <a:pt x="197" y="195"/>
                      <a:pt x="188" y="203"/>
                      <a:pt x="183" y="205"/>
                    </a:cubicBezTo>
                    <a:cubicBezTo>
                      <a:pt x="179" y="208"/>
                      <a:pt x="181" y="213"/>
                      <a:pt x="181" y="213"/>
                    </a:cubicBezTo>
                    <a:cubicBezTo>
                      <a:pt x="181" y="213"/>
                      <a:pt x="185" y="213"/>
                      <a:pt x="199" y="209"/>
                    </a:cubicBezTo>
                    <a:cubicBezTo>
                      <a:pt x="214" y="205"/>
                      <a:pt x="234" y="205"/>
                      <a:pt x="236" y="200"/>
                    </a:cubicBezTo>
                    <a:cubicBezTo>
                      <a:pt x="238" y="196"/>
                      <a:pt x="230" y="165"/>
                      <a:pt x="212" y="164"/>
                    </a:cubicBezTo>
                    <a:cubicBezTo>
                      <a:pt x="193" y="163"/>
                      <a:pt x="172" y="168"/>
                      <a:pt x="167" y="170"/>
                    </a:cubicBezTo>
                    <a:cubicBezTo>
                      <a:pt x="162" y="171"/>
                      <a:pt x="157" y="167"/>
                      <a:pt x="163" y="161"/>
                    </a:cubicBezTo>
                    <a:cubicBezTo>
                      <a:pt x="169" y="154"/>
                      <a:pt x="178" y="146"/>
                      <a:pt x="182" y="133"/>
                    </a:cubicBezTo>
                    <a:cubicBezTo>
                      <a:pt x="186" y="119"/>
                      <a:pt x="192" y="116"/>
                      <a:pt x="188" y="110"/>
                    </a:cubicBezTo>
                    <a:cubicBezTo>
                      <a:pt x="183" y="104"/>
                      <a:pt x="176" y="92"/>
                      <a:pt x="173" y="90"/>
                    </a:cubicBezTo>
                    <a:cubicBezTo>
                      <a:pt x="170" y="88"/>
                      <a:pt x="173" y="81"/>
                      <a:pt x="183" y="77"/>
                    </a:cubicBezTo>
                    <a:cubicBezTo>
                      <a:pt x="193" y="72"/>
                      <a:pt x="204" y="61"/>
                      <a:pt x="198" y="54"/>
                    </a:cubicBezTo>
                    <a:cubicBezTo>
                      <a:pt x="192" y="46"/>
                      <a:pt x="180" y="50"/>
                      <a:pt x="179" y="43"/>
                    </a:cubicBezTo>
                    <a:cubicBezTo>
                      <a:pt x="179" y="35"/>
                      <a:pt x="173" y="31"/>
                      <a:pt x="179" y="29"/>
                    </a:cubicBezTo>
                    <a:cubicBezTo>
                      <a:pt x="185" y="27"/>
                      <a:pt x="191" y="25"/>
                      <a:pt x="189" y="22"/>
                    </a:cubicBezTo>
                    <a:cubicBezTo>
                      <a:pt x="187" y="18"/>
                      <a:pt x="184" y="12"/>
                      <a:pt x="180" y="6"/>
                    </a:cubicBezTo>
                    <a:cubicBezTo>
                      <a:pt x="175" y="1"/>
                      <a:pt x="164" y="0"/>
                      <a:pt x="163" y="5"/>
                    </a:cubicBezTo>
                    <a:cubicBezTo>
                      <a:pt x="161" y="11"/>
                      <a:pt x="161" y="21"/>
                      <a:pt x="161" y="26"/>
                    </a:cubicBezTo>
                    <a:cubicBezTo>
                      <a:pt x="161" y="31"/>
                      <a:pt x="160" y="38"/>
                      <a:pt x="163" y="42"/>
                    </a:cubicBezTo>
                    <a:cubicBezTo>
                      <a:pt x="167" y="46"/>
                      <a:pt x="168" y="48"/>
                      <a:pt x="167" y="52"/>
                    </a:cubicBezTo>
                    <a:cubicBezTo>
                      <a:pt x="166" y="55"/>
                      <a:pt x="166" y="61"/>
                      <a:pt x="159" y="65"/>
                    </a:cubicBezTo>
                    <a:cubicBezTo>
                      <a:pt x="151" y="69"/>
                      <a:pt x="147" y="69"/>
                      <a:pt x="145" y="74"/>
                    </a:cubicBezTo>
                    <a:cubicBezTo>
                      <a:pt x="142" y="80"/>
                      <a:pt x="142" y="94"/>
                      <a:pt x="145" y="96"/>
                    </a:cubicBezTo>
                    <a:cubicBezTo>
                      <a:pt x="147" y="97"/>
                      <a:pt x="155" y="95"/>
                      <a:pt x="153" y="105"/>
                    </a:cubicBezTo>
                    <a:cubicBezTo>
                      <a:pt x="150" y="116"/>
                      <a:pt x="138" y="141"/>
                      <a:pt x="139" y="145"/>
                    </a:cubicBezTo>
                    <a:cubicBezTo>
                      <a:pt x="140" y="150"/>
                      <a:pt x="148" y="148"/>
                      <a:pt x="148" y="153"/>
                    </a:cubicBezTo>
                    <a:cubicBezTo>
                      <a:pt x="148" y="159"/>
                      <a:pt x="151" y="169"/>
                      <a:pt x="147" y="172"/>
                    </a:cubicBezTo>
                    <a:cubicBezTo>
                      <a:pt x="143" y="176"/>
                      <a:pt x="130" y="180"/>
                      <a:pt x="130" y="180"/>
                    </a:cubicBezTo>
                    <a:cubicBezTo>
                      <a:pt x="130" y="180"/>
                      <a:pt x="116" y="184"/>
                      <a:pt x="120" y="172"/>
                    </a:cubicBezTo>
                    <a:cubicBezTo>
                      <a:pt x="123" y="160"/>
                      <a:pt x="126" y="141"/>
                      <a:pt x="127" y="137"/>
                    </a:cubicBezTo>
                    <a:cubicBezTo>
                      <a:pt x="127" y="133"/>
                      <a:pt x="131" y="128"/>
                      <a:pt x="125" y="127"/>
                    </a:cubicBezTo>
                    <a:cubicBezTo>
                      <a:pt x="120" y="127"/>
                      <a:pt x="126" y="117"/>
                      <a:pt x="119" y="120"/>
                    </a:cubicBezTo>
                    <a:cubicBezTo>
                      <a:pt x="113" y="122"/>
                      <a:pt x="108" y="125"/>
                      <a:pt x="110" y="117"/>
                    </a:cubicBezTo>
                    <a:cubicBezTo>
                      <a:pt x="111" y="108"/>
                      <a:pt x="121" y="80"/>
                      <a:pt x="124" y="63"/>
                    </a:cubicBezTo>
                    <a:cubicBezTo>
                      <a:pt x="126" y="46"/>
                      <a:pt x="120" y="43"/>
                      <a:pt x="115" y="39"/>
                    </a:cubicBezTo>
                    <a:cubicBezTo>
                      <a:pt x="110" y="36"/>
                      <a:pt x="95" y="44"/>
                      <a:pt x="95" y="50"/>
                    </a:cubicBezTo>
                    <a:cubicBezTo>
                      <a:pt x="95" y="56"/>
                      <a:pt x="103" y="65"/>
                      <a:pt x="104" y="73"/>
                    </a:cubicBezTo>
                    <a:cubicBezTo>
                      <a:pt x="105" y="81"/>
                      <a:pt x="103" y="107"/>
                      <a:pt x="104" y="110"/>
                    </a:cubicBezTo>
                    <a:cubicBezTo>
                      <a:pt x="104" y="113"/>
                      <a:pt x="102" y="130"/>
                      <a:pt x="101" y="134"/>
                    </a:cubicBezTo>
                    <a:cubicBezTo>
                      <a:pt x="100" y="137"/>
                      <a:pt x="83" y="150"/>
                      <a:pt x="85" y="136"/>
                    </a:cubicBezTo>
                    <a:cubicBezTo>
                      <a:pt x="88" y="122"/>
                      <a:pt x="89" y="105"/>
                      <a:pt x="86" y="96"/>
                    </a:cubicBezTo>
                    <a:cubicBezTo>
                      <a:pt x="82" y="87"/>
                      <a:pt x="67" y="75"/>
                      <a:pt x="62" y="74"/>
                    </a:cubicBezTo>
                    <a:cubicBezTo>
                      <a:pt x="58" y="74"/>
                      <a:pt x="54" y="84"/>
                      <a:pt x="54" y="88"/>
                    </a:cubicBezTo>
                    <a:cubicBezTo>
                      <a:pt x="54" y="88"/>
                      <a:pt x="54" y="88"/>
                      <a:pt x="54" y="88"/>
                    </a:cubicBezTo>
                    <a:close/>
                    <a:moveTo>
                      <a:pt x="93" y="244"/>
                    </a:moveTo>
                    <a:cubicBezTo>
                      <a:pt x="93" y="236"/>
                      <a:pt x="103" y="232"/>
                      <a:pt x="110" y="230"/>
                    </a:cubicBezTo>
                    <a:cubicBezTo>
                      <a:pt x="116" y="229"/>
                      <a:pt x="140" y="217"/>
                      <a:pt x="151" y="216"/>
                    </a:cubicBezTo>
                    <a:cubicBezTo>
                      <a:pt x="162" y="216"/>
                      <a:pt x="162" y="232"/>
                      <a:pt x="159" y="239"/>
                    </a:cubicBezTo>
                    <a:cubicBezTo>
                      <a:pt x="156" y="246"/>
                      <a:pt x="150" y="257"/>
                      <a:pt x="146" y="262"/>
                    </a:cubicBezTo>
                    <a:cubicBezTo>
                      <a:pt x="143" y="267"/>
                      <a:pt x="159" y="270"/>
                      <a:pt x="159" y="270"/>
                    </a:cubicBezTo>
                    <a:cubicBezTo>
                      <a:pt x="159" y="270"/>
                      <a:pt x="184" y="264"/>
                      <a:pt x="194" y="265"/>
                    </a:cubicBezTo>
                    <a:cubicBezTo>
                      <a:pt x="203" y="266"/>
                      <a:pt x="205" y="280"/>
                      <a:pt x="203" y="291"/>
                    </a:cubicBezTo>
                    <a:cubicBezTo>
                      <a:pt x="201" y="302"/>
                      <a:pt x="174" y="298"/>
                      <a:pt x="168" y="297"/>
                    </a:cubicBezTo>
                    <a:cubicBezTo>
                      <a:pt x="162" y="296"/>
                      <a:pt x="166" y="307"/>
                      <a:pt x="164" y="313"/>
                    </a:cubicBezTo>
                    <a:cubicBezTo>
                      <a:pt x="163" y="319"/>
                      <a:pt x="163" y="329"/>
                      <a:pt x="158" y="349"/>
                    </a:cubicBezTo>
                    <a:cubicBezTo>
                      <a:pt x="153" y="368"/>
                      <a:pt x="139" y="381"/>
                      <a:pt x="131" y="385"/>
                    </a:cubicBezTo>
                    <a:cubicBezTo>
                      <a:pt x="122" y="389"/>
                      <a:pt x="106" y="379"/>
                      <a:pt x="102" y="372"/>
                    </a:cubicBezTo>
                    <a:cubicBezTo>
                      <a:pt x="99" y="365"/>
                      <a:pt x="92" y="366"/>
                      <a:pt x="89" y="355"/>
                    </a:cubicBezTo>
                    <a:cubicBezTo>
                      <a:pt x="85" y="344"/>
                      <a:pt x="104" y="351"/>
                      <a:pt x="112" y="355"/>
                    </a:cubicBezTo>
                    <a:cubicBezTo>
                      <a:pt x="119" y="358"/>
                      <a:pt x="132" y="358"/>
                      <a:pt x="139" y="356"/>
                    </a:cubicBezTo>
                    <a:cubicBezTo>
                      <a:pt x="146" y="353"/>
                      <a:pt x="151" y="328"/>
                      <a:pt x="151" y="319"/>
                    </a:cubicBezTo>
                    <a:cubicBezTo>
                      <a:pt x="152" y="309"/>
                      <a:pt x="145" y="302"/>
                      <a:pt x="142" y="301"/>
                    </a:cubicBezTo>
                    <a:cubicBezTo>
                      <a:pt x="139" y="300"/>
                      <a:pt x="126" y="306"/>
                      <a:pt x="114" y="312"/>
                    </a:cubicBezTo>
                    <a:cubicBezTo>
                      <a:pt x="103" y="318"/>
                      <a:pt x="95" y="325"/>
                      <a:pt x="86" y="327"/>
                    </a:cubicBezTo>
                    <a:cubicBezTo>
                      <a:pt x="76" y="329"/>
                      <a:pt x="64" y="319"/>
                      <a:pt x="62" y="309"/>
                    </a:cubicBezTo>
                    <a:cubicBezTo>
                      <a:pt x="60" y="299"/>
                      <a:pt x="88" y="298"/>
                      <a:pt x="93" y="297"/>
                    </a:cubicBezTo>
                    <a:cubicBezTo>
                      <a:pt x="99" y="296"/>
                      <a:pt x="133" y="280"/>
                      <a:pt x="133" y="280"/>
                    </a:cubicBezTo>
                    <a:cubicBezTo>
                      <a:pt x="135" y="272"/>
                      <a:pt x="139" y="251"/>
                      <a:pt x="126" y="249"/>
                    </a:cubicBezTo>
                    <a:cubicBezTo>
                      <a:pt x="118" y="248"/>
                      <a:pt x="113" y="259"/>
                      <a:pt x="106" y="259"/>
                    </a:cubicBezTo>
                    <a:cubicBezTo>
                      <a:pt x="99" y="259"/>
                      <a:pt x="94" y="252"/>
                      <a:pt x="93" y="24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solidFill>
                    <a:srgbClr val="000000"/>
                  </a:solidFill>
                </a:endParaRPr>
              </a:p>
            </p:txBody>
          </p:sp>
        </p:grpSp>
      </p:grpSp>
      <p:pic>
        <p:nvPicPr>
          <p:cNvPr id="28" name="图片 27"/>
          <p:cNvPicPr>
            <a:picLocks noChangeAspect="1"/>
          </p:cNvPicPr>
          <p:nvPr userDrawn="1"/>
        </p:nvPicPr>
        <p:blipFill rotWithShape="1">
          <a:blip r:embed="rId2" cstate="email"/>
          <a:srcRect/>
          <a:stretch>
            <a:fillRect/>
          </a:stretch>
        </p:blipFill>
        <p:spPr>
          <a:xfrm>
            <a:off x="-1" y="-111239"/>
            <a:ext cx="1520613" cy="1143934"/>
          </a:xfrm>
          <a:prstGeom prst="rect">
            <a:avLst/>
          </a:prstGeom>
        </p:spPr>
      </p:pic>
      <p:pic>
        <p:nvPicPr>
          <p:cNvPr id="29" name="图片 28"/>
          <p:cNvPicPr>
            <a:picLocks noChangeAspect="1"/>
          </p:cNvPicPr>
          <p:nvPr userDrawn="1"/>
        </p:nvPicPr>
        <p:blipFill>
          <a:blip r:embed="rId3" cstate="email">
            <a:extLst>
              <a:ext uri="{BEBA8EAE-BF5A-486C-A8C5-ECC9F3942E4B}">
                <a14:imgProps xmlns:a14="http://schemas.microsoft.com/office/drawing/2010/main">
                  <a14:imgLayer r:embed="rId4">
                    <a14:imgEffect>
                      <a14:saturation sat="33000"/>
                    </a14:imgEffect>
                  </a14:imgLayer>
                </a14:imgProps>
              </a:ext>
            </a:extLst>
          </a:blip>
          <a:stretch>
            <a:fillRect/>
          </a:stretch>
        </p:blipFill>
        <p:spPr>
          <a:xfrm>
            <a:off x="0" y="4531283"/>
            <a:ext cx="12192000" cy="2323704"/>
          </a:xfrm>
          <a:prstGeom prst="rect">
            <a:avLst/>
          </a:prstGeom>
        </p:spPr>
      </p:pic>
      <p:sp>
        <p:nvSpPr>
          <p:cNvPr id="2" name="矩形 1"/>
          <p:cNvSpPr/>
          <p:nvPr userDrawn="1"/>
        </p:nvSpPr>
        <p:spPr>
          <a:xfrm>
            <a:off x="0" y="1028700"/>
            <a:ext cx="12192000" cy="5829300"/>
          </a:xfrm>
          <a:prstGeom prst="rect">
            <a:avLst/>
          </a:prstGeom>
          <a:gradFill>
            <a:gsLst>
              <a:gs pos="0">
                <a:schemeClr val="bg1">
                  <a:alpha val="0"/>
                </a:schemeClr>
              </a:gs>
              <a:gs pos="50000">
                <a:schemeClr val="bg1">
                  <a:alpha val="20000"/>
                </a:schemeClr>
              </a:gs>
              <a:gs pos="100000">
                <a:schemeClr val="bg1">
                  <a:alpha val="9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endParaRPr>
          </a:p>
        </p:txBody>
      </p:sp>
      <p:sp>
        <p:nvSpPr>
          <p:cNvPr id="6" name="图片占位符 5"/>
          <p:cNvSpPr>
            <a:spLocks noGrp="1"/>
          </p:cNvSpPr>
          <p:nvPr>
            <p:ph type="pic" sz="quarter" idx="12"/>
          </p:nvPr>
        </p:nvSpPr>
        <p:spPr>
          <a:xfrm>
            <a:off x="5481" y="1979880"/>
            <a:ext cx="3136900" cy="2247900"/>
          </a:xfrm>
          <a:prstGeom prst="rect">
            <a:avLst/>
          </a:prstGeom>
        </p:spPr>
        <p:txBody>
          <a:bodyPr/>
          <a:lstStyle/>
          <a:p>
            <a:endParaRPr lang="zh-CN" altLang="en-US"/>
          </a:p>
        </p:txBody>
      </p:sp>
    </p:spTree>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4_标题和内容">
    <p:spTree>
      <p:nvGrpSpPr>
        <p:cNvPr id="1" name=""/>
        <p:cNvGrpSpPr/>
        <p:nvPr/>
      </p:nvGrpSpPr>
      <p:grpSpPr>
        <a:xfrm>
          <a:off x="0" y="0"/>
          <a:ext cx="0" cy="0"/>
          <a:chOff x="0" y="0"/>
          <a:chExt cx="0" cy="0"/>
        </a:xfrm>
      </p:grpSpPr>
      <p:sp>
        <p:nvSpPr>
          <p:cNvPr id="33" name="文本占位符 32"/>
          <p:cNvSpPr>
            <a:spLocks noGrp="1"/>
          </p:cNvSpPr>
          <p:nvPr>
            <p:ph type="body" sz="quarter" idx="10" hasCustomPrompt="1"/>
          </p:nvPr>
        </p:nvSpPr>
        <p:spPr>
          <a:xfrm>
            <a:off x="1587197" y="340254"/>
            <a:ext cx="3944854" cy="530225"/>
          </a:xfrm>
        </p:spPr>
        <p:txBody>
          <a:bodyPr lIns="0" rIns="0">
            <a:noAutofit/>
          </a:bodyPr>
          <a:lstStyle>
            <a:lvl1pPr marL="0" indent="0">
              <a:buNone/>
              <a:defRPr sz="3600" b="1">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请输入你的标题</a:t>
            </a:r>
          </a:p>
        </p:txBody>
      </p:sp>
      <p:cxnSp>
        <p:nvCxnSpPr>
          <p:cNvPr id="4" name="直接连接符 3"/>
          <p:cNvCxnSpPr/>
          <p:nvPr userDrawn="1"/>
        </p:nvCxnSpPr>
        <p:spPr>
          <a:xfrm>
            <a:off x="1083902" y="1028700"/>
            <a:ext cx="11108098" cy="0"/>
          </a:xfrm>
          <a:prstGeom prst="line">
            <a:avLst/>
          </a:prstGeom>
        </p:spPr>
        <p:style>
          <a:lnRef idx="1">
            <a:schemeClr val="accent1"/>
          </a:lnRef>
          <a:fillRef idx="0">
            <a:schemeClr val="accent1"/>
          </a:fillRef>
          <a:effectRef idx="0">
            <a:schemeClr val="accent1"/>
          </a:effectRef>
          <a:fontRef idx="minor">
            <a:schemeClr val="tx1"/>
          </a:fontRef>
        </p:style>
      </p:cxnSp>
      <p:grpSp>
        <p:nvGrpSpPr>
          <p:cNvPr id="3" name="组合 2"/>
          <p:cNvGrpSpPr/>
          <p:nvPr userDrawn="1"/>
        </p:nvGrpSpPr>
        <p:grpSpPr>
          <a:xfrm>
            <a:off x="9778483" y="337454"/>
            <a:ext cx="1740417" cy="533025"/>
            <a:chOff x="9778483" y="337454"/>
            <a:chExt cx="1740417" cy="533025"/>
          </a:xfrm>
        </p:grpSpPr>
        <p:grpSp>
          <p:nvGrpSpPr>
            <p:cNvPr id="6" name="íślïdé"/>
            <p:cNvGrpSpPr/>
            <p:nvPr/>
          </p:nvGrpSpPr>
          <p:grpSpPr>
            <a:xfrm>
              <a:off x="9778483" y="337454"/>
              <a:ext cx="532392" cy="533025"/>
              <a:chOff x="1735138" y="2095500"/>
              <a:chExt cx="2667000" cy="2670175"/>
            </a:xfrm>
            <a:solidFill>
              <a:schemeClr val="accent1"/>
            </a:solidFill>
          </p:grpSpPr>
          <p:sp>
            <p:nvSpPr>
              <p:cNvPr id="14" name="ïṡḻïḍê"/>
              <p:cNvSpPr/>
              <p:nvPr/>
            </p:nvSpPr>
            <p:spPr bwMode="auto">
              <a:xfrm>
                <a:off x="2913063" y="3238500"/>
                <a:ext cx="319088" cy="762000"/>
              </a:xfrm>
              <a:custGeom>
                <a:avLst/>
                <a:gdLst>
                  <a:gd name="T0" fmla="*/ 56 w 97"/>
                  <a:gd name="T1" fmla="*/ 193 h 231"/>
                  <a:gd name="T2" fmla="*/ 41 w 97"/>
                  <a:gd name="T3" fmla="*/ 193 h 231"/>
                  <a:gd name="T4" fmla="*/ 41 w 97"/>
                  <a:gd name="T5" fmla="*/ 22 h 231"/>
                  <a:gd name="T6" fmla="*/ 23 w 97"/>
                  <a:gd name="T7" fmla="*/ 0 h 231"/>
                  <a:gd name="T8" fmla="*/ 4 w 97"/>
                  <a:gd name="T9" fmla="*/ 22 h 231"/>
                  <a:gd name="T10" fmla="*/ 1 w 97"/>
                  <a:gd name="T11" fmla="*/ 175 h 231"/>
                  <a:gd name="T12" fmla="*/ 48 w 97"/>
                  <a:gd name="T13" fmla="*/ 231 h 231"/>
                  <a:gd name="T14" fmla="*/ 96 w 97"/>
                  <a:gd name="T15" fmla="*/ 175 h 231"/>
                  <a:gd name="T16" fmla="*/ 92 w 97"/>
                  <a:gd name="T17" fmla="*/ 22 h 231"/>
                  <a:gd name="T18" fmla="*/ 73 w 97"/>
                  <a:gd name="T19" fmla="*/ 0 h 231"/>
                  <a:gd name="T20" fmla="*/ 56 w 97"/>
                  <a:gd name="T21" fmla="*/ 22 h 231"/>
                  <a:gd name="T22" fmla="*/ 56 w 97"/>
                  <a:gd name="T23" fmla="*/ 193 h 2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97" h="231">
                    <a:moveTo>
                      <a:pt x="56" y="193"/>
                    </a:moveTo>
                    <a:cubicBezTo>
                      <a:pt x="41" y="193"/>
                      <a:pt x="41" y="193"/>
                      <a:pt x="41" y="193"/>
                    </a:cubicBezTo>
                    <a:cubicBezTo>
                      <a:pt x="41" y="136"/>
                      <a:pt x="41" y="79"/>
                      <a:pt x="41" y="22"/>
                    </a:cubicBezTo>
                    <a:cubicBezTo>
                      <a:pt x="40" y="11"/>
                      <a:pt x="38" y="1"/>
                      <a:pt x="23" y="0"/>
                    </a:cubicBezTo>
                    <a:cubicBezTo>
                      <a:pt x="13" y="0"/>
                      <a:pt x="4" y="7"/>
                      <a:pt x="4" y="22"/>
                    </a:cubicBezTo>
                    <a:cubicBezTo>
                      <a:pt x="3" y="73"/>
                      <a:pt x="2" y="124"/>
                      <a:pt x="1" y="175"/>
                    </a:cubicBezTo>
                    <a:cubicBezTo>
                      <a:pt x="0" y="206"/>
                      <a:pt x="15" y="231"/>
                      <a:pt x="48" y="231"/>
                    </a:cubicBezTo>
                    <a:cubicBezTo>
                      <a:pt x="82" y="231"/>
                      <a:pt x="97" y="206"/>
                      <a:pt x="96" y="175"/>
                    </a:cubicBezTo>
                    <a:cubicBezTo>
                      <a:pt x="95" y="124"/>
                      <a:pt x="94" y="73"/>
                      <a:pt x="92" y="22"/>
                    </a:cubicBezTo>
                    <a:cubicBezTo>
                      <a:pt x="92" y="7"/>
                      <a:pt x="84" y="0"/>
                      <a:pt x="73" y="0"/>
                    </a:cubicBezTo>
                    <a:cubicBezTo>
                      <a:pt x="58" y="1"/>
                      <a:pt x="56" y="11"/>
                      <a:pt x="56" y="22"/>
                    </a:cubicBezTo>
                    <a:cubicBezTo>
                      <a:pt x="56" y="79"/>
                      <a:pt x="56" y="136"/>
                      <a:pt x="56" y="19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solidFill>
                    <a:srgbClr val="000000"/>
                  </a:solidFill>
                </a:endParaRPr>
              </a:p>
            </p:txBody>
          </p:sp>
          <p:sp>
            <p:nvSpPr>
              <p:cNvPr id="15" name="ï$lîḍè"/>
              <p:cNvSpPr/>
              <p:nvPr/>
            </p:nvSpPr>
            <p:spPr bwMode="auto">
              <a:xfrm>
                <a:off x="2008188" y="2713038"/>
                <a:ext cx="257175" cy="342900"/>
              </a:xfrm>
              <a:custGeom>
                <a:avLst/>
                <a:gdLst>
                  <a:gd name="T0" fmla="*/ 13 w 78"/>
                  <a:gd name="T1" fmla="*/ 80 h 104"/>
                  <a:gd name="T2" fmla="*/ 6 w 78"/>
                  <a:gd name="T3" fmla="*/ 80 h 104"/>
                  <a:gd name="T4" fmla="*/ 1 w 78"/>
                  <a:gd name="T5" fmla="*/ 85 h 104"/>
                  <a:gd name="T6" fmla="*/ 7 w 78"/>
                  <a:gd name="T7" fmla="*/ 96 h 104"/>
                  <a:gd name="T8" fmla="*/ 36 w 78"/>
                  <a:gd name="T9" fmla="*/ 103 h 104"/>
                  <a:gd name="T10" fmla="*/ 40 w 78"/>
                  <a:gd name="T11" fmla="*/ 94 h 104"/>
                  <a:gd name="T12" fmla="*/ 26 w 78"/>
                  <a:gd name="T13" fmla="*/ 87 h 104"/>
                  <a:gd name="T14" fmla="*/ 20 w 78"/>
                  <a:gd name="T15" fmla="*/ 62 h 104"/>
                  <a:gd name="T16" fmla="*/ 27 w 78"/>
                  <a:gd name="T17" fmla="*/ 38 h 104"/>
                  <a:gd name="T18" fmla="*/ 32 w 78"/>
                  <a:gd name="T19" fmla="*/ 40 h 104"/>
                  <a:gd name="T20" fmla="*/ 38 w 78"/>
                  <a:gd name="T21" fmla="*/ 54 h 104"/>
                  <a:gd name="T22" fmla="*/ 35 w 78"/>
                  <a:gd name="T23" fmla="*/ 56 h 104"/>
                  <a:gd name="T24" fmla="*/ 28 w 78"/>
                  <a:gd name="T25" fmla="*/ 56 h 104"/>
                  <a:gd name="T26" fmla="*/ 26 w 78"/>
                  <a:gd name="T27" fmla="*/ 63 h 104"/>
                  <a:gd name="T28" fmla="*/ 34 w 78"/>
                  <a:gd name="T29" fmla="*/ 65 h 104"/>
                  <a:gd name="T30" fmla="*/ 38 w 78"/>
                  <a:gd name="T31" fmla="*/ 65 h 104"/>
                  <a:gd name="T32" fmla="*/ 37 w 78"/>
                  <a:gd name="T33" fmla="*/ 74 h 104"/>
                  <a:gd name="T34" fmla="*/ 37 w 78"/>
                  <a:gd name="T35" fmla="*/ 80 h 104"/>
                  <a:gd name="T36" fmla="*/ 45 w 78"/>
                  <a:gd name="T37" fmla="*/ 80 h 104"/>
                  <a:gd name="T38" fmla="*/ 45 w 78"/>
                  <a:gd name="T39" fmla="*/ 68 h 104"/>
                  <a:gd name="T40" fmla="*/ 49 w 78"/>
                  <a:gd name="T41" fmla="*/ 57 h 104"/>
                  <a:gd name="T42" fmla="*/ 58 w 78"/>
                  <a:gd name="T43" fmla="*/ 55 h 104"/>
                  <a:gd name="T44" fmla="*/ 66 w 78"/>
                  <a:gd name="T45" fmla="*/ 42 h 104"/>
                  <a:gd name="T46" fmla="*/ 71 w 78"/>
                  <a:gd name="T47" fmla="*/ 17 h 104"/>
                  <a:gd name="T48" fmla="*/ 73 w 78"/>
                  <a:gd name="T49" fmla="*/ 7 h 104"/>
                  <a:gd name="T50" fmla="*/ 38 w 78"/>
                  <a:gd name="T51" fmla="*/ 8 h 104"/>
                  <a:gd name="T52" fmla="*/ 16 w 78"/>
                  <a:gd name="T53" fmla="*/ 40 h 104"/>
                  <a:gd name="T54" fmla="*/ 12 w 78"/>
                  <a:gd name="T55" fmla="*/ 69 h 104"/>
                  <a:gd name="T56" fmla="*/ 13 w 78"/>
                  <a:gd name="T57" fmla="*/ 80 h 104"/>
                  <a:gd name="T58" fmla="*/ 13 w 78"/>
                  <a:gd name="T59" fmla="*/ 80 h 104"/>
                  <a:gd name="T60" fmla="*/ 44 w 78"/>
                  <a:gd name="T61" fmla="*/ 54 h 104"/>
                  <a:gd name="T62" fmla="*/ 42 w 78"/>
                  <a:gd name="T63" fmla="*/ 56 h 104"/>
                  <a:gd name="T64" fmla="*/ 42 w 78"/>
                  <a:gd name="T65" fmla="*/ 39 h 104"/>
                  <a:gd name="T66" fmla="*/ 35 w 78"/>
                  <a:gd name="T67" fmla="*/ 35 h 104"/>
                  <a:gd name="T68" fmla="*/ 29 w 78"/>
                  <a:gd name="T69" fmla="*/ 35 h 104"/>
                  <a:gd name="T70" fmla="*/ 36 w 78"/>
                  <a:gd name="T71" fmla="*/ 23 h 104"/>
                  <a:gd name="T72" fmla="*/ 54 w 78"/>
                  <a:gd name="T73" fmla="*/ 11 h 104"/>
                  <a:gd name="T74" fmla="*/ 55 w 78"/>
                  <a:gd name="T75" fmla="*/ 28 h 104"/>
                  <a:gd name="T76" fmla="*/ 54 w 78"/>
                  <a:gd name="T77" fmla="*/ 45 h 104"/>
                  <a:gd name="T78" fmla="*/ 48 w 78"/>
                  <a:gd name="T79" fmla="*/ 48 h 104"/>
                  <a:gd name="T80" fmla="*/ 44 w 78"/>
                  <a:gd name="T81" fmla="*/ 54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78" h="104">
                    <a:moveTo>
                      <a:pt x="13" y="80"/>
                    </a:moveTo>
                    <a:cubicBezTo>
                      <a:pt x="12" y="81"/>
                      <a:pt x="9" y="79"/>
                      <a:pt x="6" y="80"/>
                    </a:cubicBezTo>
                    <a:cubicBezTo>
                      <a:pt x="3" y="82"/>
                      <a:pt x="2" y="84"/>
                      <a:pt x="1" y="85"/>
                    </a:cubicBezTo>
                    <a:cubicBezTo>
                      <a:pt x="0" y="87"/>
                      <a:pt x="1" y="92"/>
                      <a:pt x="7" y="96"/>
                    </a:cubicBezTo>
                    <a:cubicBezTo>
                      <a:pt x="12" y="100"/>
                      <a:pt x="32" y="104"/>
                      <a:pt x="36" y="103"/>
                    </a:cubicBezTo>
                    <a:cubicBezTo>
                      <a:pt x="40" y="102"/>
                      <a:pt x="43" y="94"/>
                      <a:pt x="40" y="94"/>
                    </a:cubicBezTo>
                    <a:cubicBezTo>
                      <a:pt x="36" y="93"/>
                      <a:pt x="28" y="91"/>
                      <a:pt x="26" y="87"/>
                    </a:cubicBezTo>
                    <a:cubicBezTo>
                      <a:pt x="23" y="83"/>
                      <a:pt x="19" y="76"/>
                      <a:pt x="20" y="62"/>
                    </a:cubicBezTo>
                    <a:cubicBezTo>
                      <a:pt x="20" y="48"/>
                      <a:pt x="25" y="40"/>
                      <a:pt x="27" y="38"/>
                    </a:cubicBezTo>
                    <a:cubicBezTo>
                      <a:pt x="29" y="37"/>
                      <a:pt x="32" y="39"/>
                      <a:pt x="32" y="40"/>
                    </a:cubicBezTo>
                    <a:cubicBezTo>
                      <a:pt x="33" y="41"/>
                      <a:pt x="37" y="53"/>
                      <a:pt x="38" y="54"/>
                    </a:cubicBezTo>
                    <a:cubicBezTo>
                      <a:pt x="38" y="54"/>
                      <a:pt x="38" y="58"/>
                      <a:pt x="35" y="56"/>
                    </a:cubicBezTo>
                    <a:cubicBezTo>
                      <a:pt x="33" y="55"/>
                      <a:pt x="30" y="54"/>
                      <a:pt x="28" y="56"/>
                    </a:cubicBezTo>
                    <a:cubicBezTo>
                      <a:pt x="25" y="57"/>
                      <a:pt x="23" y="60"/>
                      <a:pt x="26" y="63"/>
                    </a:cubicBezTo>
                    <a:cubicBezTo>
                      <a:pt x="29" y="66"/>
                      <a:pt x="32" y="65"/>
                      <a:pt x="34" y="65"/>
                    </a:cubicBezTo>
                    <a:cubicBezTo>
                      <a:pt x="35" y="64"/>
                      <a:pt x="39" y="63"/>
                      <a:pt x="38" y="65"/>
                    </a:cubicBezTo>
                    <a:cubicBezTo>
                      <a:pt x="37" y="67"/>
                      <a:pt x="37" y="74"/>
                      <a:pt x="37" y="74"/>
                    </a:cubicBezTo>
                    <a:cubicBezTo>
                      <a:pt x="37" y="74"/>
                      <a:pt x="34" y="78"/>
                      <a:pt x="37" y="80"/>
                    </a:cubicBezTo>
                    <a:cubicBezTo>
                      <a:pt x="40" y="82"/>
                      <a:pt x="45" y="82"/>
                      <a:pt x="45" y="80"/>
                    </a:cubicBezTo>
                    <a:cubicBezTo>
                      <a:pt x="45" y="78"/>
                      <a:pt x="45" y="72"/>
                      <a:pt x="45" y="68"/>
                    </a:cubicBezTo>
                    <a:cubicBezTo>
                      <a:pt x="46" y="65"/>
                      <a:pt x="47" y="59"/>
                      <a:pt x="49" y="57"/>
                    </a:cubicBezTo>
                    <a:cubicBezTo>
                      <a:pt x="52" y="56"/>
                      <a:pt x="54" y="57"/>
                      <a:pt x="58" y="55"/>
                    </a:cubicBezTo>
                    <a:cubicBezTo>
                      <a:pt x="61" y="52"/>
                      <a:pt x="66" y="46"/>
                      <a:pt x="66" y="42"/>
                    </a:cubicBezTo>
                    <a:cubicBezTo>
                      <a:pt x="66" y="39"/>
                      <a:pt x="69" y="20"/>
                      <a:pt x="71" y="17"/>
                    </a:cubicBezTo>
                    <a:cubicBezTo>
                      <a:pt x="73" y="14"/>
                      <a:pt x="78" y="12"/>
                      <a:pt x="73" y="7"/>
                    </a:cubicBezTo>
                    <a:cubicBezTo>
                      <a:pt x="68" y="2"/>
                      <a:pt x="48" y="0"/>
                      <a:pt x="38" y="8"/>
                    </a:cubicBezTo>
                    <a:cubicBezTo>
                      <a:pt x="29" y="15"/>
                      <a:pt x="21" y="26"/>
                      <a:pt x="16" y="40"/>
                    </a:cubicBezTo>
                    <a:cubicBezTo>
                      <a:pt x="11" y="54"/>
                      <a:pt x="10" y="62"/>
                      <a:pt x="12" y="69"/>
                    </a:cubicBezTo>
                    <a:cubicBezTo>
                      <a:pt x="14" y="77"/>
                      <a:pt x="15" y="79"/>
                      <a:pt x="13" y="80"/>
                    </a:cubicBezTo>
                    <a:cubicBezTo>
                      <a:pt x="13" y="80"/>
                      <a:pt x="13" y="80"/>
                      <a:pt x="13" y="80"/>
                    </a:cubicBezTo>
                    <a:close/>
                    <a:moveTo>
                      <a:pt x="44" y="54"/>
                    </a:moveTo>
                    <a:cubicBezTo>
                      <a:pt x="44" y="54"/>
                      <a:pt x="43" y="54"/>
                      <a:pt x="42" y="56"/>
                    </a:cubicBezTo>
                    <a:cubicBezTo>
                      <a:pt x="42" y="57"/>
                      <a:pt x="42" y="44"/>
                      <a:pt x="42" y="39"/>
                    </a:cubicBezTo>
                    <a:cubicBezTo>
                      <a:pt x="42" y="34"/>
                      <a:pt x="38" y="34"/>
                      <a:pt x="35" y="35"/>
                    </a:cubicBezTo>
                    <a:cubicBezTo>
                      <a:pt x="31" y="35"/>
                      <a:pt x="31" y="35"/>
                      <a:pt x="29" y="35"/>
                    </a:cubicBezTo>
                    <a:cubicBezTo>
                      <a:pt x="31" y="31"/>
                      <a:pt x="33" y="28"/>
                      <a:pt x="36" y="23"/>
                    </a:cubicBezTo>
                    <a:cubicBezTo>
                      <a:pt x="40" y="17"/>
                      <a:pt x="46" y="11"/>
                      <a:pt x="54" y="11"/>
                    </a:cubicBezTo>
                    <a:cubicBezTo>
                      <a:pt x="58" y="10"/>
                      <a:pt x="56" y="24"/>
                      <a:pt x="55" y="28"/>
                    </a:cubicBezTo>
                    <a:cubicBezTo>
                      <a:pt x="55" y="31"/>
                      <a:pt x="55" y="43"/>
                      <a:pt x="54" y="45"/>
                    </a:cubicBezTo>
                    <a:cubicBezTo>
                      <a:pt x="54" y="48"/>
                      <a:pt x="52" y="47"/>
                      <a:pt x="48" y="48"/>
                    </a:cubicBezTo>
                    <a:cubicBezTo>
                      <a:pt x="45" y="49"/>
                      <a:pt x="44" y="54"/>
                      <a:pt x="44" y="5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solidFill>
                    <a:srgbClr val="000000"/>
                  </a:solidFill>
                </a:endParaRPr>
              </a:p>
            </p:txBody>
          </p:sp>
          <p:sp>
            <p:nvSpPr>
              <p:cNvPr id="16" name="îSļiḋé"/>
              <p:cNvSpPr/>
              <p:nvPr/>
            </p:nvSpPr>
            <p:spPr bwMode="auto">
              <a:xfrm>
                <a:off x="2540001" y="2389188"/>
                <a:ext cx="98425" cy="225425"/>
              </a:xfrm>
              <a:custGeom>
                <a:avLst/>
                <a:gdLst>
                  <a:gd name="T0" fmla="*/ 4 w 30"/>
                  <a:gd name="T1" fmla="*/ 2 h 68"/>
                  <a:gd name="T2" fmla="*/ 2 w 30"/>
                  <a:gd name="T3" fmla="*/ 10 h 68"/>
                  <a:gd name="T4" fmla="*/ 10 w 30"/>
                  <a:gd name="T5" fmla="*/ 22 h 68"/>
                  <a:gd name="T6" fmla="*/ 19 w 30"/>
                  <a:gd name="T7" fmla="*/ 50 h 68"/>
                  <a:gd name="T8" fmla="*/ 20 w 30"/>
                  <a:gd name="T9" fmla="*/ 60 h 68"/>
                  <a:gd name="T10" fmla="*/ 25 w 30"/>
                  <a:gd name="T11" fmla="*/ 67 h 68"/>
                  <a:gd name="T12" fmla="*/ 27 w 30"/>
                  <a:gd name="T13" fmla="*/ 58 h 68"/>
                  <a:gd name="T14" fmla="*/ 19 w 30"/>
                  <a:gd name="T15" fmla="*/ 30 h 68"/>
                  <a:gd name="T16" fmla="*/ 14 w 30"/>
                  <a:gd name="T17" fmla="*/ 15 h 68"/>
                  <a:gd name="T18" fmla="*/ 11 w 30"/>
                  <a:gd name="T19" fmla="*/ 6 h 68"/>
                  <a:gd name="T20" fmla="*/ 4 w 30"/>
                  <a:gd name="T21" fmla="*/ 2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0" h="68">
                    <a:moveTo>
                      <a:pt x="4" y="2"/>
                    </a:moveTo>
                    <a:cubicBezTo>
                      <a:pt x="1" y="3"/>
                      <a:pt x="0" y="5"/>
                      <a:pt x="2" y="10"/>
                    </a:cubicBezTo>
                    <a:cubicBezTo>
                      <a:pt x="5" y="14"/>
                      <a:pt x="8" y="13"/>
                      <a:pt x="10" y="22"/>
                    </a:cubicBezTo>
                    <a:cubicBezTo>
                      <a:pt x="13" y="30"/>
                      <a:pt x="18" y="47"/>
                      <a:pt x="19" y="50"/>
                    </a:cubicBezTo>
                    <a:cubicBezTo>
                      <a:pt x="20" y="53"/>
                      <a:pt x="20" y="58"/>
                      <a:pt x="20" y="60"/>
                    </a:cubicBezTo>
                    <a:cubicBezTo>
                      <a:pt x="20" y="62"/>
                      <a:pt x="21" y="68"/>
                      <a:pt x="25" y="67"/>
                    </a:cubicBezTo>
                    <a:cubicBezTo>
                      <a:pt x="30" y="66"/>
                      <a:pt x="28" y="61"/>
                      <a:pt x="27" y="58"/>
                    </a:cubicBezTo>
                    <a:cubicBezTo>
                      <a:pt x="27" y="55"/>
                      <a:pt x="21" y="33"/>
                      <a:pt x="19" y="30"/>
                    </a:cubicBezTo>
                    <a:cubicBezTo>
                      <a:pt x="18" y="27"/>
                      <a:pt x="15" y="18"/>
                      <a:pt x="14" y="15"/>
                    </a:cubicBezTo>
                    <a:cubicBezTo>
                      <a:pt x="14" y="12"/>
                      <a:pt x="14" y="9"/>
                      <a:pt x="11" y="6"/>
                    </a:cubicBezTo>
                    <a:cubicBezTo>
                      <a:pt x="9" y="4"/>
                      <a:pt x="7" y="0"/>
                      <a:pt x="4"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solidFill>
                    <a:srgbClr val="000000"/>
                  </a:solidFill>
                </a:endParaRPr>
              </a:p>
            </p:txBody>
          </p:sp>
          <p:sp>
            <p:nvSpPr>
              <p:cNvPr id="17" name="îŝļîḍé"/>
              <p:cNvSpPr/>
              <p:nvPr/>
            </p:nvSpPr>
            <p:spPr bwMode="auto">
              <a:xfrm>
                <a:off x="2608263" y="2376488"/>
                <a:ext cx="69850" cy="128588"/>
              </a:xfrm>
              <a:custGeom>
                <a:avLst/>
                <a:gdLst>
                  <a:gd name="T0" fmla="*/ 4 w 21"/>
                  <a:gd name="T1" fmla="*/ 1 h 39"/>
                  <a:gd name="T2" fmla="*/ 0 w 21"/>
                  <a:gd name="T3" fmla="*/ 5 h 39"/>
                  <a:gd name="T4" fmla="*/ 4 w 21"/>
                  <a:gd name="T5" fmla="*/ 13 h 39"/>
                  <a:gd name="T6" fmla="*/ 9 w 21"/>
                  <a:gd name="T7" fmla="*/ 19 h 39"/>
                  <a:gd name="T8" fmla="*/ 17 w 21"/>
                  <a:gd name="T9" fmla="*/ 38 h 39"/>
                  <a:gd name="T10" fmla="*/ 21 w 21"/>
                  <a:gd name="T11" fmla="*/ 32 h 39"/>
                  <a:gd name="T12" fmla="*/ 19 w 21"/>
                  <a:gd name="T13" fmla="*/ 21 h 39"/>
                  <a:gd name="T14" fmla="*/ 16 w 21"/>
                  <a:gd name="T15" fmla="*/ 14 h 39"/>
                  <a:gd name="T16" fmla="*/ 11 w 21"/>
                  <a:gd name="T17" fmla="*/ 3 h 39"/>
                  <a:gd name="T18" fmla="*/ 4 w 21"/>
                  <a:gd name="T19" fmla="*/ 1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1" h="39">
                    <a:moveTo>
                      <a:pt x="4" y="1"/>
                    </a:moveTo>
                    <a:cubicBezTo>
                      <a:pt x="2" y="2"/>
                      <a:pt x="0" y="2"/>
                      <a:pt x="0" y="5"/>
                    </a:cubicBezTo>
                    <a:cubicBezTo>
                      <a:pt x="0" y="8"/>
                      <a:pt x="3" y="11"/>
                      <a:pt x="4" y="13"/>
                    </a:cubicBezTo>
                    <a:cubicBezTo>
                      <a:pt x="6" y="15"/>
                      <a:pt x="8" y="17"/>
                      <a:pt x="9" y="19"/>
                    </a:cubicBezTo>
                    <a:cubicBezTo>
                      <a:pt x="9" y="22"/>
                      <a:pt x="15" y="37"/>
                      <a:pt x="17" y="38"/>
                    </a:cubicBezTo>
                    <a:cubicBezTo>
                      <a:pt x="19" y="39"/>
                      <a:pt x="21" y="36"/>
                      <a:pt x="21" y="32"/>
                    </a:cubicBezTo>
                    <a:cubicBezTo>
                      <a:pt x="21" y="28"/>
                      <a:pt x="20" y="23"/>
                      <a:pt x="19" y="21"/>
                    </a:cubicBezTo>
                    <a:cubicBezTo>
                      <a:pt x="17" y="20"/>
                      <a:pt x="16" y="17"/>
                      <a:pt x="16" y="14"/>
                    </a:cubicBezTo>
                    <a:cubicBezTo>
                      <a:pt x="16" y="10"/>
                      <a:pt x="13" y="6"/>
                      <a:pt x="11" y="3"/>
                    </a:cubicBezTo>
                    <a:cubicBezTo>
                      <a:pt x="8" y="0"/>
                      <a:pt x="5" y="1"/>
                      <a:pt x="4"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solidFill>
                    <a:srgbClr val="000000"/>
                  </a:solidFill>
                </a:endParaRPr>
              </a:p>
            </p:txBody>
          </p:sp>
          <p:sp>
            <p:nvSpPr>
              <p:cNvPr id="18" name="ïṩḻiďé"/>
              <p:cNvSpPr/>
              <p:nvPr/>
            </p:nvSpPr>
            <p:spPr bwMode="auto">
              <a:xfrm>
                <a:off x="2644776" y="2263775"/>
                <a:ext cx="155575" cy="300038"/>
              </a:xfrm>
              <a:custGeom>
                <a:avLst/>
                <a:gdLst>
                  <a:gd name="T0" fmla="*/ 7 w 47"/>
                  <a:gd name="T1" fmla="*/ 0 h 91"/>
                  <a:gd name="T2" fmla="*/ 1 w 47"/>
                  <a:gd name="T3" fmla="*/ 3 h 91"/>
                  <a:gd name="T4" fmla="*/ 4 w 47"/>
                  <a:gd name="T5" fmla="*/ 10 h 91"/>
                  <a:gd name="T6" fmla="*/ 8 w 47"/>
                  <a:gd name="T7" fmla="*/ 18 h 91"/>
                  <a:gd name="T8" fmla="*/ 20 w 47"/>
                  <a:gd name="T9" fmla="*/ 45 h 91"/>
                  <a:gd name="T10" fmla="*/ 29 w 47"/>
                  <a:gd name="T11" fmla="*/ 67 h 91"/>
                  <a:gd name="T12" fmla="*/ 41 w 47"/>
                  <a:gd name="T13" fmla="*/ 89 h 91"/>
                  <a:gd name="T14" fmla="*/ 44 w 47"/>
                  <a:gd name="T15" fmla="*/ 81 h 91"/>
                  <a:gd name="T16" fmla="*/ 38 w 47"/>
                  <a:gd name="T17" fmla="*/ 73 h 91"/>
                  <a:gd name="T18" fmla="*/ 20 w 47"/>
                  <a:gd name="T19" fmla="*/ 32 h 91"/>
                  <a:gd name="T20" fmla="*/ 16 w 47"/>
                  <a:gd name="T21" fmla="*/ 16 h 91"/>
                  <a:gd name="T22" fmla="*/ 16 w 47"/>
                  <a:gd name="T23" fmla="*/ 5 h 91"/>
                  <a:gd name="T24" fmla="*/ 7 w 47"/>
                  <a:gd name="T25" fmla="*/ 0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7" h="91">
                    <a:moveTo>
                      <a:pt x="7" y="0"/>
                    </a:moveTo>
                    <a:cubicBezTo>
                      <a:pt x="5" y="0"/>
                      <a:pt x="2" y="1"/>
                      <a:pt x="1" y="3"/>
                    </a:cubicBezTo>
                    <a:cubicBezTo>
                      <a:pt x="0" y="5"/>
                      <a:pt x="1" y="8"/>
                      <a:pt x="4" y="10"/>
                    </a:cubicBezTo>
                    <a:cubicBezTo>
                      <a:pt x="6" y="13"/>
                      <a:pt x="8" y="16"/>
                      <a:pt x="8" y="18"/>
                    </a:cubicBezTo>
                    <a:cubicBezTo>
                      <a:pt x="9" y="20"/>
                      <a:pt x="18" y="40"/>
                      <a:pt x="20" y="45"/>
                    </a:cubicBezTo>
                    <a:cubicBezTo>
                      <a:pt x="22" y="50"/>
                      <a:pt x="26" y="61"/>
                      <a:pt x="29" y="67"/>
                    </a:cubicBezTo>
                    <a:cubicBezTo>
                      <a:pt x="32" y="74"/>
                      <a:pt x="37" y="86"/>
                      <a:pt x="41" y="89"/>
                    </a:cubicBezTo>
                    <a:cubicBezTo>
                      <a:pt x="45" y="91"/>
                      <a:pt x="47" y="84"/>
                      <a:pt x="44" y="81"/>
                    </a:cubicBezTo>
                    <a:cubicBezTo>
                      <a:pt x="42" y="78"/>
                      <a:pt x="42" y="79"/>
                      <a:pt x="38" y="73"/>
                    </a:cubicBezTo>
                    <a:cubicBezTo>
                      <a:pt x="35" y="67"/>
                      <a:pt x="21" y="34"/>
                      <a:pt x="20" y="32"/>
                    </a:cubicBezTo>
                    <a:cubicBezTo>
                      <a:pt x="19" y="29"/>
                      <a:pt x="16" y="19"/>
                      <a:pt x="16" y="16"/>
                    </a:cubicBezTo>
                    <a:cubicBezTo>
                      <a:pt x="16" y="12"/>
                      <a:pt x="18" y="8"/>
                      <a:pt x="16" y="5"/>
                    </a:cubicBezTo>
                    <a:cubicBezTo>
                      <a:pt x="15" y="2"/>
                      <a:pt x="8" y="0"/>
                      <a:pt x="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solidFill>
                    <a:srgbClr val="000000"/>
                  </a:solidFill>
                </a:endParaRPr>
              </a:p>
            </p:txBody>
          </p:sp>
          <p:sp>
            <p:nvSpPr>
              <p:cNvPr id="19" name="ïṣ1ïḓè"/>
              <p:cNvSpPr/>
              <p:nvPr/>
            </p:nvSpPr>
            <p:spPr bwMode="auto">
              <a:xfrm>
                <a:off x="3508376" y="2495550"/>
                <a:ext cx="69850" cy="111125"/>
              </a:xfrm>
              <a:custGeom>
                <a:avLst/>
                <a:gdLst>
                  <a:gd name="T0" fmla="*/ 0 w 21"/>
                  <a:gd name="T1" fmla="*/ 11 h 34"/>
                  <a:gd name="T2" fmla="*/ 12 w 21"/>
                  <a:gd name="T3" fmla="*/ 33 h 34"/>
                  <a:gd name="T4" fmla="*/ 19 w 21"/>
                  <a:gd name="T5" fmla="*/ 21 h 34"/>
                  <a:gd name="T6" fmla="*/ 6 w 21"/>
                  <a:gd name="T7" fmla="*/ 5 h 34"/>
                  <a:gd name="T8" fmla="*/ 0 w 21"/>
                  <a:gd name="T9" fmla="*/ 11 h 34"/>
                </a:gdLst>
                <a:ahLst/>
                <a:cxnLst>
                  <a:cxn ang="0">
                    <a:pos x="T0" y="T1"/>
                  </a:cxn>
                  <a:cxn ang="0">
                    <a:pos x="T2" y="T3"/>
                  </a:cxn>
                  <a:cxn ang="0">
                    <a:pos x="T4" y="T5"/>
                  </a:cxn>
                  <a:cxn ang="0">
                    <a:pos x="T6" y="T7"/>
                  </a:cxn>
                  <a:cxn ang="0">
                    <a:pos x="T8" y="T9"/>
                  </a:cxn>
                </a:cxnLst>
                <a:rect l="0" t="0" r="r" b="b"/>
                <a:pathLst>
                  <a:path w="21" h="34">
                    <a:moveTo>
                      <a:pt x="0" y="11"/>
                    </a:moveTo>
                    <a:cubicBezTo>
                      <a:pt x="1" y="16"/>
                      <a:pt x="3" y="32"/>
                      <a:pt x="12" y="33"/>
                    </a:cubicBezTo>
                    <a:cubicBezTo>
                      <a:pt x="20" y="34"/>
                      <a:pt x="21" y="24"/>
                      <a:pt x="19" y="21"/>
                    </a:cubicBezTo>
                    <a:cubicBezTo>
                      <a:pt x="17" y="17"/>
                      <a:pt x="6" y="5"/>
                      <a:pt x="6" y="5"/>
                    </a:cubicBezTo>
                    <a:cubicBezTo>
                      <a:pt x="1" y="0"/>
                      <a:pt x="0" y="7"/>
                      <a:pt x="0" y="1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solidFill>
                    <a:srgbClr val="000000"/>
                  </a:solidFill>
                </a:endParaRPr>
              </a:p>
            </p:txBody>
          </p:sp>
          <p:sp>
            <p:nvSpPr>
              <p:cNvPr id="20" name="îsḻíḓê"/>
              <p:cNvSpPr/>
              <p:nvPr/>
            </p:nvSpPr>
            <p:spPr bwMode="auto">
              <a:xfrm>
                <a:off x="3967163" y="2887663"/>
                <a:ext cx="274638" cy="192088"/>
              </a:xfrm>
              <a:custGeom>
                <a:avLst/>
                <a:gdLst>
                  <a:gd name="T0" fmla="*/ 50 w 83"/>
                  <a:gd name="T1" fmla="*/ 1 h 58"/>
                  <a:gd name="T2" fmla="*/ 47 w 83"/>
                  <a:gd name="T3" fmla="*/ 4 h 58"/>
                  <a:gd name="T4" fmla="*/ 44 w 83"/>
                  <a:gd name="T5" fmla="*/ 8 h 58"/>
                  <a:gd name="T6" fmla="*/ 35 w 83"/>
                  <a:gd name="T7" fmla="*/ 10 h 58"/>
                  <a:gd name="T8" fmla="*/ 29 w 83"/>
                  <a:gd name="T9" fmla="*/ 12 h 58"/>
                  <a:gd name="T10" fmla="*/ 25 w 83"/>
                  <a:gd name="T11" fmla="*/ 16 h 58"/>
                  <a:gd name="T12" fmla="*/ 27 w 83"/>
                  <a:gd name="T13" fmla="*/ 18 h 58"/>
                  <a:gd name="T14" fmla="*/ 29 w 83"/>
                  <a:gd name="T15" fmla="*/ 20 h 58"/>
                  <a:gd name="T16" fmla="*/ 28 w 83"/>
                  <a:gd name="T17" fmla="*/ 23 h 58"/>
                  <a:gd name="T18" fmla="*/ 25 w 83"/>
                  <a:gd name="T19" fmla="*/ 21 h 58"/>
                  <a:gd name="T20" fmla="*/ 12 w 83"/>
                  <a:gd name="T21" fmla="*/ 8 h 58"/>
                  <a:gd name="T22" fmla="*/ 8 w 83"/>
                  <a:gd name="T23" fmla="*/ 3 h 58"/>
                  <a:gd name="T24" fmla="*/ 5 w 83"/>
                  <a:gd name="T25" fmla="*/ 0 h 58"/>
                  <a:gd name="T26" fmla="*/ 0 w 83"/>
                  <a:gd name="T27" fmla="*/ 3 h 58"/>
                  <a:gd name="T28" fmla="*/ 2 w 83"/>
                  <a:gd name="T29" fmla="*/ 10 h 58"/>
                  <a:gd name="T30" fmla="*/ 13 w 83"/>
                  <a:gd name="T31" fmla="*/ 17 h 58"/>
                  <a:gd name="T32" fmla="*/ 25 w 83"/>
                  <a:gd name="T33" fmla="*/ 27 h 58"/>
                  <a:gd name="T34" fmla="*/ 37 w 83"/>
                  <a:gd name="T35" fmla="*/ 42 h 58"/>
                  <a:gd name="T36" fmla="*/ 35 w 83"/>
                  <a:gd name="T37" fmla="*/ 47 h 58"/>
                  <a:gd name="T38" fmla="*/ 30 w 83"/>
                  <a:gd name="T39" fmla="*/ 44 h 58"/>
                  <a:gd name="T40" fmla="*/ 28 w 83"/>
                  <a:gd name="T41" fmla="*/ 44 h 58"/>
                  <a:gd name="T42" fmla="*/ 31 w 83"/>
                  <a:gd name="T43" fmla="*/ 49 h 58"/>
                  <a:gd name="T44" fmla="*/ 36 w 83"/>
                  <a:gd name="T45" fmla="*/ 58 h 58"/>
                  <a:gd name="T46" fmla="*/ 43 w 83"/>
                  <a:gd name="T47" fmla="*/ 48 h 58"/>
                  <a:gd name="T48" fmla="*/ 38 w 83"/>
                  <a:gd name="T49" fmla="*/ 37 h 58"/>
                  <a:gd name="T50" fmla="*/ 40 w 83"/>
                  <a:gd name="T51" fmla="*/ 35 h 58"/>
                  <a:gd name="T52" fmla="*/ 49 w 83"/>
                  <a:gd name="T53" fmla="*/ 38 h 58"/>
                  <a:gd name="T54" fmla="*/ 55 w 83"/>
                  <a:gd name="T55" fmla="*/ 38 h 58"/>
                  <a:gd name="T56" fmla="*/ 59 w 83"/>
                  <a:gd name="T57" fmla="*/ 32 h 58"/>
                  <a:gd name="T58" fmla="*/ 64 w 83"/>
                  <a:gd name="T59" fmla="*/ 33 h 58"/>
                  <a:gd name="T60" fmla="*/ 71 w 83"/>
                  <a:gd name="T61" fmla="*/ 36 h 58"/>
                  <a:gd name="T62" fmla="*/ 72 w 83"/>
                  <a:gd name="T63" fmla="*/ 30 h 58"/>
                  <a:gd name="T64" fmla="*/ 76 w 83"/>
                  <a:gd name="T65" fmla="*/ 29 h 58"/>
                  <a:gd name="T66" fmla="*/ 79 w 83"/>
                  <a:gd name="T67" fmla="*/ 31 h 58"/>
                  <a:gd name="T68" fmla="*/ 82 w 83"/>
                  <a:gd name="T69" fmla="*/ 27 h 58"/>
                  <a:gd name="T70" fmla="*/ 81 w 83"/>
                  <a:gd name="T71" fmla="*/ 22 h 58"/>
                  <a:gd name="T72" fmla="*/ 75 w 83"/>
                  <a:gd name="T73" fmla="*/ 24 h 58"/>
                  <a:gd name="T74" fmla="*/ 71 w 83"/>
                  <a:gd name="T75" fmla="*/ 26 h 58"/>
                  <a:gd name="T76" fmla="*/ 69 w 83"/>
                  <a:gd name="T77" fmla="*/ 27 h 58"/>
                  <a:gd name="T78" fmla="*/ 65 w 83"/>
                  <a:gd name="T79" fmla="*/ 26 h 58"/>
                  <a:gd name="T80" fmla="*/ 61 w 83"/>
                  <a:gd name="T81" fmla="*/ 23 h 58"/>
                  <a:gd name="T82" fmla="*/ 56 w 83"/>
                  <a:gd name="T83" fmla="*/ 25 h 58"/>
                  <a:gd name="T84" fmla="*/ 54 w 83"/>
                  <a:gd name="T85" fmla="*/ 28 h 58"/>
                  <a:gd name="T86" fmla="*/ 42 w 83"/>
                  <a:gd name="T87" fmla="*/ 28 h 58"/>
                  <a:gd name="T88" fmla="*/ 41 w 83"/>
                  <a:gd name="T89" fmla="*/ 31 h 58"/>
                  <a:gd name="T90" fmla="*/ 36 w 83"/>
                  <a:gd name="T91" fmla="*/ 32 h 58"/>
                  <a:gd name="T92" fmla="*/ 32 w 83"/>
                  <a:gd name="T93" fmla="*/ 28 h 58"/>
                  <a:gd name="T94" fmla="*/ 34 w 83"/>
                  <a:gd name="T95" fmla="*/ 25 h 58"/>
                  <a:gd name="T96" fmla="*/ 43 w 83"/>
                  <a:gd name="T97" fmla="*/ 24 h 58"/>
                  <a:gd name="T98" fmla="*/ 46 w 83"/>
                  <a:gd name="T99" fmla="*/ 23 h 58"/>
                  <a:gd name="T100" fmla="*/ 47 w 83"/>
                  <a:gd name="T101" fmla="*/ 20 h 58"/>
                  <a:gd name="T102" fmla="*/ 47 w 83"/>
                  <a:gd name="T103" fmla="*/ 18 h 58"/>
                  <a:gd name="T104" fmla="*/ 63 w 83"/>
                  <a:gd name="T105" fmla="*/ 17 h 58"/>
                  <a:gd name="T106" fmla="*/ 68 w 83"/>
                  <a:gd name="T107" fmla="*/ 13 h 58"/>
                  <a:gd name="T108" fmla="*/ 63 w 83"/>
                  <a:gd name="T109" fmla="*/ 8 h 58"/>
                  <a:gd name="T110" fmla="*/ 58 w 83"/>
                  <a:gd name="T111" fmla="*/ 13 h 58"/>
                  <a:gd name="T112" fmla="*/ 49 w 83"/>
                  <a:gd name="T113" fmla="*/ 16 h 58"/>
                  <a:gd name="T114" fmla="*/ 42 w 83"/>
                  <a:gd name="T115" fmla="*/ 17 h 58"/>
                  <a:gd name="T116" fmla="*/ 40 w 83"/>
                  <a:gd name="T117" fmla="*/ 13 h 58"/>
                  <a:gd name="T118" fmla="*/ 51 w 83"/>
                  <a:gd name="T119" fmla="*/ 10 h 58"/>
                  <a:gd name="T120" fmla="*/ 54 w 83"/>
                  <a:gd name="T121" fmla="*/ 2 h 58"/>
                  <a:gd name="T122" fmla="*/ 50 w 83"/>
                  <a:gd name="T123" fmla="*/ 1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83" h="58">
                    <a:moveTo>
                      <a:pt x="50" y="1"/>
                    </a:moveTo>
                    <a:cubicBezTo>
                      <a:pt x="50" y="1"/>
                      <a:pt x="48" y="3"/>
                      <a:pt x="47" y="4"/>
                    </a:cubicBezTo>
                    <a:cubicBezTo>
                      <a:pt x="47" y="5"/>
                      <a:pt x="45" y="8"/>
                      <a:pt x="44" y="8"/>
                    </a:cubicBezTo>
                    <a:cubicBezTo>
                      <a:pt x="43" y="8"/>
                      <a:pt x="37" y="10"/>
                      <a:pt x="35" y="10"/>
                    </a:cubicBezTo>
                    <a:cubicBezTo>
                      <a:pt x="34" y="10"/>
                      <a:pt x="29" y="11"/>
                      <a:pt x="29" y="12"/>
                    </a:cubicBezTo>
                    <a:cubicBezTo>
                      <a:pt x="28" y="14"/>
                      <a:pt x="25" y="16"/>
                      <a:pt x="25" y="16"/>
                    </a:cubicBezTo>
                    <a:cubicBezTo>
                      <a:pt x="25" y="16"/>
                      <a:pt x="25" y="18"/>
                      <a:pt x="27" y="18"/>
                    </a:cubicBezTo>
                    <a:cubicBezTo>
                      <a:pt x="29" y="18"/>
                      <a:pt x="29" y="20"/>
                      <a:pt x="29" y="20"/>
                    </a:cubicBezTo>
                    <a:cubicBezTo>
                      <a:pt x="29" y="20"/>
                      <a:pt x="29" y="24"/>
                      <a:pt x="28" y="23"/>
                    </a:cubicBezTo>
                    <a:cubicBezTo>
                      <a:pt x="27" y="22"/>
                      <a:pt x="27" y="23"/>
                      <a:pt x="25" y="21"/>
                    </a:cubicBezTo>
                    <a:cubicBezTo>
                      <a:pt x="24" y="20"/>
                      <a:pt x="12" y="8"/>
                      <a:pt x="12" y="8"/>
                    </a:cubicBezTo>
                    <a:cubicBezTo>
                      <a:pt x="12" y="8"/>
                      <a:pt x="9" y="4"/>
                      <a:pt x="8" y="3"/>
                    </a:cubicBezTo>
                    <a:cubicBezTo>
                      <a:pt x="8" y="2"/>
                      <a:pt x="7" y="0"/>
                      <a:pt x="5" y="0"/>
                    </a:cubicBezTo>
                    <a:cubicBezTo>
                      <a:pt x="3" y="0"/>
                      <a:pt x="1" y="1"/>
                      <a:pt x="0" y="3"/>
                    </a:cubicBezTo>
                    <a:cubicBezTo>
                      <a:pt x="0" y="4"/>
                      <a:pt x="0" y="7"/>
                      <a:pt x="2" y="10"/>
                    </a:cubicBezTo>
                    <a:cubicBezTo>
                      <a:pt x="5" y="13"/>
                      <a:pt x="10" y="15"/>
                      <a:pt x="13" y="17"/>
                    </a:cubicBezTo>
                    <a:cubicBezTo>
                      <a:pt x="18" y="20"/>
                      <a:pt x="22" y="24"/>
                      <a:pt x="25" y="27"/>
                    </a:cubicBezTo>
                    <a:cubicBezTo>
                      <a:pt x="28" y="31"/>
                      <a:pt x="35" y="38"/>
                      <a:pt x="37" y="42"/>
                    </a:cubicBezTo>
                    <a:cubicBezTo>
                      <a:pt x="38" y="46"/>
                      <a:pt x="37" y="47"/>
                      <a:pt x="35" y="47"/>
                    </a:cubicBezTo>
                    <a:cubicBezTo>
                      <a:pt x="34" y="47"/>
                      <a:pt x="31" y="45"/>
                      <a:pt x="30" y="44"/>
                    </a:cubicBezTo>
                    <a:cubicBezTo>
                      <a:pt x="29" y="43"/>
                      <a:pt x="28" y="44"/>
                      <a:pt x="28" y="44"/>
                    </a:cubicBezTo>
                    <a:cubicBezTo>
                      <a:pt x="28" y="44"/>
                      <a:pt x="28" y="45"/>
                      <a:pt x="31" y="49"/>
                    </a:cubicBezTo>
                    <a:cubicBezTo>
                      <a:pt x="33" y="52"/>
                      <a:pt x="34" y="57"/>
                      <a:pt x="36" y="58"/>
                    </a:cubicBezTo>
                    <a:cubicBezTo>
                      <a:pt x="37" y="58"/>
                      <a:pt x="45" y="53"/>
                      <a:pt x="43" y="48"/>
                    </a:cubicBezTo>
                    <a:cubicBezTo>
                      <a:pt x="42" y="43"/>
                      <a:pt x="39" y="38"/>
                      <a:pt x="38" y="37"/>
                    </a:cubicBezTo>
                    <a:cubicBezTo>
                      <a:pt x="37" y="36"/>
                      <a:pt x="38" y="34"/>
                      <a:pt x="40" y="35"/>
                    </a:cubicBezTo>
                    <a:cubicBezTo>
                      <a:pt x="42" y="36"/>
                      <a:pt x="45" y="38"/>
                      <a:pt x="49" y="38"/>
                    </a:cubicBezTo>
                    <a:cubicBezTo>
                      <a:pt x="53" y="38"/>
                      <a:pt x="54" y="39"/>
                      <a:pt x="55" y="38"/>
                    </a:cubicBezTo>
                    <a:cubicBezTo>
                      <a:pt x="57" y="36"/>
                      <a:pt x="59" y="33"/>
                      <a:pt x="59" y="32"/>
                    </a:cubicBezTo>
                    <a:cubicBezTo>
                      <a:pt x="60" y="31"/>
                      <a:pt x="62" y="31"/>
                      <a:pt x="64" y="33"/>
                    </a:cubicBezTo>
                    <a:cubicBezTo>
                      <a:pt x="66" y="36"/>
                      <a:pt x="69" y="38"/>
                      <a:pt x="71" y="36"/>
                    </a:cubicBezTo>
                    <a:cubicBezTo>
                      <a:pt x="72" y="33"/>
                      <a:pt x="70" y="30"/>
                      <a:pt x="72" y="30"/>
                    </a:cubicBezTo>
                    <a:cubicBezTo>
                      <a:pt x="74" y="29"/>
                      <a:pt x="75" y="27"/>
                      <a:pt x="76" y="29"/>
                    </a:cubicBezTo>
                    <a:cubicBezTo>
                      <a:pt x="77" y="30"/>
                      <a:pt x="78" y="32"/>
                      <a:pt x="79" y="31"/>
                    </a:cubicBezTo>
                    <a:cubicBezTo>
                      <a:pt x="79" y="30"/>
                      <a:pt x="81" y="29"/>
                      <a:pt x="82" y="27"/>
                    </a:cubicBezTo>
                    <a:cubicBezTo>
                      <a:pt x="83" y="25"/>
                      <a:pt x="82" y="22"/>
                      <a:pt x="81" y="22"/>
                    </a:cubicBezTo>
                    <a:cubicBezTo>
                      <a:pt x="79" y="23"/>
                      <a:pt x="76" y="23"/>
                      <a:pt x="75" y="24"/>
                    </a:cubicBezTo>
                    <a:cubicBezTo>
                      <a:pt x="74" y="24"/>
                      <a:pt x="72" y="24"/>
                      <a:pt x="71" y="26"/>
                    </a:cubicBezTo>
                    <a:cubicBezTo>
                      <a:pt x="70" y="27"/>
                      <a:pt x="70" y="27"/>
                      <a:pt x="69" y="27"/>
                    </a:cubicBezTo>
                    <a:cubicBezTo>
                      <a:pt x="68" y="27"/>
                      <a:pt x="66" y="28"/>
                      <a:pt x="65" y="26"/>
                    </a:cubicBezTo>
                    <a:cubicBezTo>
                      <a:pt x="63" y="25"/>
                      <a:pt x="63" y="23"/>
                      <a:pt x="61" y="23"/>
                    </a:cubicBezTo>
                    <a:cubicBezTo>
                      <a:pt x="60" y="23"/>
                      <a:pt x="56" y="24"/>
                      <a:pt x="56" y="25"/>
                    </a:cubicBezTo>
                    <a:cubicBezTo>
                      <a:pt x="55" y="26"/>
                      <a:pt x="57" y="28"/>
                      <a:pt x="54" y="28"/>
                    </a:cubicBezTo>
                    <a:cubicBezTo>
                      <a:pt x="51" y="28"/>
                      <a:pt x="43" y="27"/>
                      <a:pt x="42" y="28"/>
                    </a:cubicBezTo>
                    <a:cubicBezTo>
                      <a:pt x="41" y="28"/>
                      <a:pt x="42" y="30"/>
                      <a:pt x="41" y="31"/>
                    </a:cubicBezTo>
                    <a:cubicBezTo>
                      <a:pt x="39" y="31"/>
                      <a:pt x="37" y="33"/>
                      <a:pt x="36" y="32"/>
                    </a:cubicBezTo>
                    <a:cubicBezTo>
                      <a:pt x="35" y="31"/>
                      <a:pt x="32" y="28"/>
                      <a:pt x="32" y="28"/>
                    </a:cubicBezTo>
                    <a:cubicBezTo>
                      <a:pt x="32" y="28"/>
                      <a:pt x="30" y="25"/>
                      <a:pt x="34" y="25"/>
                    </a:cubicBezTo>
                    <a:cubicBezTo>
                      <a:pt x="37" y="25"/>
                      <a:pt x="42" y="24"/>
                      <a:pt x="43" y="24"/>
                    </a:cubicBezTo>
                    <a:cubicBezTo>
                      <a:pt x="44" y="24"/>
                      <a:pt x="46" y="24"/>
                      <a:pt x="46" y="23"/>
                    </a:cubicBezTo>
                    <a:cubicBezTo>
                      <a:pt x="45" y="21"/>
                      <a:pt x="48" y="22"/>
                      <a:pt x="47" y="20"/>
                    </a:cubicBezTo>
                    <a:cubicBezTo>
                      <a:pt x="46" y="19"/>
                      <a:pt x="45" y="18"/>
                      <a:pt x="47" y="18"/>
                    </a:cubicBezTo>
                    <a:cubicBezTo>
                      <a:pt x="50" y="17"/>
                      <a:pt x="58" y="18"/>
                      <a:pt x="63" y="17"/>
                    </a:cubicBezTo>
                    <a:cubicBezTo>
                      <a:pt x="67" y="16"/>
                      <a:pt x="67" y="14"/>
                      <a:pt x="68" y="13"/>
                    </a:cubicBezTo>
                    <a:cubicBezTo>
                      <a:pt x="68" y="11"/>
                      <a:pt x="65" y="8"/>
                      <a:pt x="63" y="8"/>
                    </a:cubicBezTo>
                    <a:cubicBezTo>
                      <a:pt x="62" y="9"/>
                      <a:pt x="60" y="12"/>
                      <a:pt x="58" y="13"/>
                    </a:cubicBezTo>
                    <a:cubicBezTo>
                      <a:pt x="56" y="13"/>
                      <a:pt x="49" y="15"/>
                      <a:pt x="49" y="16"/>
                    </a:cubicBezTo>
                    <a:cubicBezTo>
                      <a:pt x="48" y="16"/>
                      <a:pt x="43" y="17"/>
                      <a:pt x="42" y="17"/>
                    </a:cubicBezTo>
                    <a:cubicBezTo>
                      <a:pt x="41" y="17"/>
                      <a:pt x="36" y="13"/>
                      <a:pt x="40" y="13"/>
                    </a:cubicBezTo>
                    <a:cubicBezTo>
                      <a:pt x="44" y="12"/>
                      <a:pt x="49" y="11"/>
                      <a:pt x="51" y="10"/>
                    </a:cubicBezTo>
                    <a:cubicBezTo>
                      <a:pt x="53" y="8"/>
                      <a:pt x="55" y="3"/>
                      <a:pt x="54" y="2"/>
                    </a:cubicBezTo>
                    <a:cubicBezTo>
                      <a:pt x="54" y="1"/>
                      <a:pt x="51" y="0"/>
                      <a:pt x="5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solidFill>
                    <a:srgbClr val="000000"/>
                  </a:solidFill>
                </a:endParaRPr>
              </a:p>
            </p:txBody>
          </p:sp>
          <p:sp>
            <p:nvSpPr>
              <p:cNvPr id="21" name="ïşḷîďè"/>
              <p:cNvSpPr/>
              <p:nvPr/>
            </p:nvSpPr>
            <p:spPr bwMode="auto">
              <a:xfrm>
                <a:off x="3890963" y="2951163"/>
                <a:ext cx="161925" cy="125413"/>
              </a:xfrm>
              <a:custGeom>
                <a:avLst/>
                <a:gdLst>
                  <a:gd name="T0" fmla="*/ 36 w 49"/>
                  <a:gd name="T1" fmla="*/ 5 h 38"/>
                  <a:gd name="T2" fmla="*/ 33 w 49"/>
                  <a:gd name="T3" fmla="*/ 9 h 38"/>
                  <a:gd name="T4" fmla="*/ 37 w 49"/>
                  <a:gd name="T5" fmla="*/ 14 h 38"/>
                  <a:gd name="T6" fmla="*/ 30 w 49"/>
                  <a:gd name="T7" fmla="*/ 18 h 38"/>
                  <a:gd name="T8" fmla="*/ 22 w 49"/>
                  <a:gd name="T9" fmla="*/ 9 h 38"/>
                  <a:gd name="T10" fmla="*/ 16 w 49"/>
                  <a:gd name="T11" fmla="*/ 2 h 38"/>
                  <a:gd name="T12" fmla="*/ 13 w 49"/>
                  <a:gd name="T13" fmla="*/ 10 h 38"/>
                  <a:gd name="T14" fmla="*/ 20 w 49"/>
                  <a:gd name="T15" fmla="*/ 16 h 38"/>
                  <a:gd name="T16" fmla="*/ 25 w 49"/>
                  <a:gd name="T17" fmla="*/ 22 h 38"/>
                  <a:gd name="T18" fmla="*/ 21 w 49"/>
                  <a:gd name="T19" fmla="*/ 26 h 38"/>
                  <a:gd name="T20" fmla="*/ 10 w 49"/>
                  <a:gd name="T21" fmla="*/ 26 h 38"/>
                  <a:gd name="T22" fmla="*/ 8 w 49"/>
                  <a:gd name="T23" fmla="*/ 19 h 38"/>
                  <a:gd name="T24" fmla="*/ 6 w 49"/>
                  <a:gd name="T25" fmla="*/ 13 h 38"/>
                  <a:gd name="T26" fmla="*/ 3 w 49"/>
                  <a:gd name="T27" fmla="*/ 18 h 38"/>
                  <a:gd name="T28" fmla="*/ 2 w 49"/>
                  <a:gd name="T29" fmla="*/ 26 h 38"/>
                  <a:gd name="T30" fmla="*/ 14 w 49"/>
                  <a:gd name="T31" fmla="*/ 30 h 38"/>
                  <a:gd name="T32" fmla="*/ 23 w 49"/>
                  <a:gd name="T33" fmla="*/ 29 h 38"/>
                  <a:gd name="T34" fmla="*/ 28 w 49"/>
                  <a:gd name="T35" fmla="*/ 29 h 38"/>
                  <a:gd name="T36" fmla="*/ 32 w 49"/>
                  <a:gd name="T37" fmla="*/ 37 h 38"/>
                  <a:gd name="T38" fmla="*/ 38 w 49"/>
                  <a:gd name="T39" fmla="*/ 33 h 38"/>
                  <a:gd name="T40" fmla="*/ 34 w 49"/>
                  <a:gd name="T41" fmla="*/ 24 h 38"/>
                  <a:gd name="T42" fmla="*/ 35 w 49"/>
                  <a:gd name="T43" fmla="*/ 20 h 38"/>
                  <a:gd name="T44" fmla="*/ 42 w 49"/>
                  <a:gd name="T45" fmla="*/ 22 h 38"/>
                  <a:gd name="T46" fmla="*/ 48 w 49"/>
                  <a:gd name="T47" fmla="*/ 18 h 38"/>
                  <a:gd name="T48" fmla="*/ 41 w 49"/>
                  <a:gd name="T49" fmla="*/ 8 h 38"/>
                  <a:gd name="T50" fmla="*/ 36 w 49"/>
                  <a:gd name="T51" fmla="*/ 5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49" h="38">
                    <a:moveTo>
                      <a:pt x="36" y="5"/>
                    </a:moveTo>
                    <a:cubicBezTo>
                      <a:pt x="34" y="6"/>
                      <a:pt x="32" y="8"/>
                      <a:pt x="33" y="9"/>
                    </a:cubicBezTo>
                    <a:cubicBezTo>
                      <a:pt x="33" y="11"/>
                      <a:pt x="37" y="12"/>
                      <a:pt x="37" y="14"/>
                    </a:cubicBezTo>
                    <a:cubicBezTo>
                      <a:pt x="38" y="17"/>
                      <a:pt x="32" y="18"/>
                      <a:pt x="30" y="18"/>
                    </a:cubicBezTo>
                    <a:cubicBezTo>
                      <a:pt x="30" y="18"/>
                      <a:pt x="23" y="11"/>
                      <a:pt x="22" y="9"/>
                    </a:cubicBezTo>
                    <a:cubicBezTo>
                      <a:pt x="21" y="8"/>
                      <a:pt x="19" y="0"/>
                      <a:pt x="16" y="2"/>
                    </a:cubicBezTo>
                    <a:cubicBezTo>
                      <a:pt x="14" y="3"/>
                      <a:pt x="12" y="7"/>
                      <a:pt x="13" y="10"/>
                    </a:cubicBezTo>
                    <a:cubicBezTo>
                      <a:pt x="15" y="12"/>
                      <a:pt x="17" y="13"/>
                      <a:pt x="20" y="16"/>
                    </a:cubicBezTo>
                    <a:cubicBezTo>
                      <a:pt x="22" y="18"/>
                      <a:pt x="25" y="21"/>
                      <a:pt x="25" y="22"/>
                    </a:cubicBezTo>
                    <a:cubicBezTo>
                      <a:pt x="25" y="23"/>
                      <a:pt x="23" y="25"/>
                      <a:pt x="21" y="26"/>
                    </a:cubicBezTo>
                    <a:cubicBezTo>
                      <a:pt x="18" y="27"/>
                      <a:pt x="11" y="27"/>
                      <a:pt x="10" y="26"/>
                    </a:cubicBezTo>
                    <a:cubicBezTo>
                      <a:pt x="9" y="24"/>
                      <a:pt x="8" y="21"/>
                      <a:pt x="8" y="19"/>
                    </a:cubicBezTo>
                    <a:cubicBezTo>
                      <a:pt x="9" y="16"/>
                      <a:pt x="9" y="11"/>
                      <a:pt x="6" y="13"/>
                    </a:cubicBezTo>
                    <a:cubicBezTo>
                      <a:pt x="4" y="14"/>
                      <a:pt x="5" y="16"/>
                      <a:pt x="3" y="18"/>
                    </a:cubicBezTo>
                    <a:cubicBezTo>
                      <a:pt x="1" y="19"/>
                      <a:pt x="0" y="24"/>
                      <a:pt x="2" y="26"/>
                    </a:cubicBezTo>
                    <a:cubicBezTo>
                      <a:pt x="4" y="28"/>
                      <a:pt x="8" y="30"/>
                      <a:pt x="14" y="30"/>
                    </a:cubicBezTo>
                    <a:cubicBezTo>
                      <a:pt x="19" y="30"/>
                      <a:pt x="22" y="29"/>
                      <a:pt x="23" y="29"/>
                    </a:cubicBezTo>
                    <a:cubicBezTo>
                      <a:pt x="25" y="29"/>
                      <a:pt x="28" y="27"/>
                      <a:pt x="28" y="29"/>
                    </a:cubicBezTo>
                    <a:cubicBezTo>
                      <a:pt x="28" y="30"/>
                      <a:pt x="29" y="38"/>
                      <a:pt x="32" y="37"/>
                    </a:cubicBezTo>
                    <a:cubicBezTo>
                      <a:pt x="35" y="37"/>
                      <a:pt x="39" y="35"/>
                      <a:pt x="38" y="33"/>
                    </a:cubicBezTo>
                    <a:cubicBezTo>
                      <a:pt x="38" y="30"/>
                      <a:pt x="34" y="24"/>
                      <a:pt x="34" y="24"/>
                    </a:cubicBezTo>
                    <a:cubicBezTo>
                      <a:pt x="34" y="24"/>
                      <a:pt x="34" y="20"/>
                      <a:pt x="35" y="20"/>
                    </a:cubicBezTo>
                    <a:cubicBezTo>
                      <a:pt x="37" y="21"/>
                      <a:pt x="40" y="21"/>
                      <a:pt x="42" y="22"/>
                    </a:cubicBezTo>
                    <a:cubicBezTo>
                      <a:pt x="44" y="22"/>
                      <a:pt x="49" y="20"/>
                      <a:pt x="48" y="18"/>
                    </a:cubicBezTo>
                    <a:cubicBezTo>
                      <a:pt x="47" y="15"/>
                      <a:pt x="42" y="10"/>
                      <a:pt x="41" y="8"/>
                    </a:cubicBezTo>
                    <a:cubicBezTo>
                      <a:pt x="40" y="6"/>
                      <a:pt x="38" y="4"/>
                      <a:pt x="36"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solidFill>
                    <a:srgbClr val="000000"/>
                  </a:solidFill>
                </a:endParaRPr>
              </a:p>
            </p:txBody>
          </p:sp>
          <p:sp>
            <p:nvSpPr>
              <p:cNvPr id="22" name="îṡlïḋe"/>
              <p:cNvSpPr/>
              <p:nvPr/>
            </p:nvSpPr>
            <p:spPr bwMode="auto">
              <a:xfrm>
                <a:off x="3373438" y="2324100"/>
                <a:ext cx="254000" cy="223838"/>
              </a:xfrm>
              <a:custGeom>
                <a:avLst/>
                <a:gdLst>
                  <a:gd name="T0" fmla="*/ 54 w 77"/>
                  <a:gd name="T1" fmla="*/ 14 h 68"/>
                  <a:gd name="T2" fmla="*/ 47 w 77"/>
                  <a:gd name="T3" fmla="*/ 25 h 68"/>
                  <a:gd name="T4" fmla="*/ 46 w 77"/>
                  <a:gd name="T5" fmla="*/ 25 h 68"/>
                  <a:gd name="T6" fmla="*/ 35 w 77"/>
                  <a:gd name="T7" fmla="*/ 23 h 68"/>
                  <a:gd name="T8" fmla="*/ 27 w 77"/>
                  <a:gd name="T9" fmla="*/ 19 h 68"/>
                  <a:gd name="T10" fmla="*/ 22 w 77"/>
                  <a:gd name="T11" fmla="*/ 22 h 68"/>
                  <a:gd name="T12" fmla="*/ 25 w 77"/>
                  <a:gd name="T13" fmla="*/ 32 h 68"/>
                  <a:gd name="T14" fmla="*/ 34 w 77"/>
                  <a:gd name="T15" fmla="*/ 35 h 68"/>
                  <a:gd name="T16" fmla="*/ 40 w 77"/>
                  <a:gd name="T17" fmla="*/ 34 h 68"/>
                  <a:gd name="T18" fmla="*/ 37 w 77"/>
                  <a:gd name="T19" fmla="*/ 38 h 68"/>
                  <a:gd name="T20" fmla="*/ 25 w 77"/>
                  <a:gd name="T21" fmla="*/ 50 h 68"/>
                  <a:gd name="T22" fmla="*/ 11 w 77"/>
                  <a:gd name="T23" fmla="*/ 57 h 68"/>
                  <a:gd name="T24" fmla="*/ 9 w 77"/>
                  <a:gd name="T25" fmla="*/ 55 h 68"/>
                  <a:gd name="T26" fmla="*/ 3 w 77"/>
                  <a:gd name="T27" fmla="*/ 56 h 68"/>
                  <a:gd name="T28" fmla="*/ 2 w 77"/>
                  <a:gd name="T29" fmla="*/ 64 h 68"/>
                  <a:gd name="T30" fmla="*/ 6 w 77"/>
                  <a:gd name="T31" fmla="*/ 67 h 68"/>
                  <a:gd name="T32" fmla="*/ 19 w 77"/>
                  <a:gd name="T33" fmla="*/ 59 h 68"/>
                  <a:gd name="T34" fmla="*/ 36 w 77"/>
                  <a:gd name="T35" fmla="*/ 49 h 68"/>
                  <a:gd name="T36" fmla="*/ 48 w 77"/>
                  <a:gd name="T37" fmla="*/ 33 h 68"/>
                  <a:gd name="T38" fmla="*/ 63 w 77"/>
                  <a:gd name="T39" fmla="*/ 33 h 68"/>
                  <a:gd name="T40" fmla="*/ 70 w 77"/>
                  <a:gd name="T41" fmla="*/ 34 h 68"/>
                  <a:gd name="T42" fmla="*/ 75 w 77"/>
                  <a:gd name="T43" fmla="*/ 30 h 68"/>
                  <a:gd name="T44" fmla="*/ 68 w 77"/>
                  <a:gd name="T45" fmla="*/ 25 h 68"/>
                  <a:gd name="T46" fmla="*/ 59 w 77"/>
                  <a:gd name="T47" fmla="*/ 26 h 68"/>
                  <a:gd name="T48" fmla="*/ 54 w 77"/>
                  <a:gd name="T49" fmla="*/ 25 h 68"/>
                  <a:gd name="T50" fmla="*/ 57 w 77"/>
                  <a:gd name="T51" fmla="*/ 20 h 68"/>
                  <a:gd name="T52" fmla="*/ 61 w 77"/>
                  <a:gd name="T53" fmla="*/ 16 h 68"/>
                  <a:gd name="T54" fmla="*/ 66 w 77"/>
                  <a:gd name="T55" fmla="*/ 11 h 68"/>
                  <a:gd name="T56" fmla="*/ 65 w 77"/>
                  <a:gd name="T57" fmla="*/ 2 h 68"/>
                  <a:gd name="T58" fmla="*/ 58 w 77"/>
                  <a:gd name="T59" fmla="*/ 4 h 68"/>
                  <a:gd name="T60" fmla="*/ 54 w 77"/>
                  <a:gd name="T61" fmla="*/ 14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68">
                    <a:moveTo>
                      <a:pt x="54" y="14"/>
                    </a:moveTo>
                    <a:cubicBezTo>
                      <a:pt x="54" y="14"/>
                      <a:pt x="50" y="19"/>
                      <a:pt x="47" y="25"/>
                    </a:cubicBezTo>
                    <a:cubicBezTo>
                      <a:pt x="46" y="25"/>
                      <a:pt x="46" y="25"/>
                      <a:pt x="46" y="25"/>
                    </a:cubicBezTo>
                    <a:cubicBezTo>
                      <a:pt x="44" y="25"/>
                      <a:pt x="37" y="25"/>
                      <a:pt x="35" y="23"/>
                    </a:cubicBezTo>
                    <a:cubicBezTo>
                      <a:pt x="32" y="22"/>
                      <a:pt x="28" y="19"/>
                      <a:pt x="27" y="19"/>
                    </a:cubicBezTo>
                    <a:cubicBezTo>
                      <a:pt x="25" y="18"/>
                      <a:pt x="23" y="19"/>
                      <a:pt x="22" y="22"/>
                    </a:cubicBezTo>
                    <a:cubicBezTo>
                      <a:pt x="21" y="25"/>
                      <a:pt x="21" y="28"/>
                      <a:pt x="25" y="32"/>
                    </a:cubicBezTo>
                    <a:cubicBezTo>
                      <a:pt x="29" y="37"/>
                      <a:pt x="30" y="36"/>
                      <a:pt x="34" y="35"/>
                    </a:cubicBezTo>
                    <a:cubicBezTo>
                      <a:pt x="36" y="35"/>
                      <a:pt x="38" y="34"/>
                      <a:pt x="40" y="34"/>
                    </a:cubicBezTo>
                    <a:cubicBezTo>
                      <a:pt x="38" y="36"/>
                      <a:pt x="37" y="38"/>
                      <a:pt x="37" y="38"/>
                    </a:cubicBezTo>
                    <a:cubicBezTo>
                      <a:pt x="35" y="40"/>
                      <a:pt x="29" y="47"/>
                      <a:pt x="25" y="50"/>
                    </a:cubicBezTo>
                    <a:cubicBezTo>
                      <a:pt x="21" y="52"/>
                      <a:pt x="11" y="57"/>
                      <a:pt x="11" y="57"/>
                    </a:cubicBezTo>
                    <a:cubicBezTo>
                      <a:pt x="12" y="58"/>
                      <a:pt x="9" y="58"/>
                      <a:pt x="9" y="55"/>
                    </a:cubicBezTo>
                    <a:cubicBezTo>
                      <a:pt x="8" y="52"/>
                      <a:pt x="6" y="54"/>
                      <a:pt x="3" y="56"/>
                    </a:cubicBezTo>
                    <a:cubicBezTo>
                      <a:pt x="0" y="58"/>
                      <a:pt x="2" y="62"/>
                      <a:pt x="2" y="64"/>
                    </a:cubicBezTo>
                    <a:cubicBezTo>
                      <a:pt x="1" y="66"/>
                      <a:pt x="1" y="68"/>
                      <a:pt x="6" y="67"/>
                    </a:cubicBezTo>
                    <a:cubicBezTo>
                      <a:pt x="10" y="66"/>
                      <a:pt x="14" y="62"/>
                      <a:pt x="19" y="59"/>
                    </a:cubicBezTo>
                    <a:cubicBezTo>
                      <a:pt x="24" y="57"/>
                      <a:pt x="32" y="53"/>
                      <a:pt x="36" y="49"/>
                    </a:cubicBezTo>
                    <a:cubicBezTo>
                      <a:pt x="39" y="46"/>
                      <a:pt x="45" y="38"/>
                      <a:pt x="48" y="33"/>
                    </a:cubicBezTo>
                    <a:cubicBezTo>
                      <a:pt x="53" y="33"/>
                      <a:pt x="61" y="33"/>
                      <a:pt x="63" y="33"/>
                    </a:cubicBezTo>
                    <a:cubicBezTo>
                      <a:pt x="65" y="33"/>
                      <a:pt x="67" y="35"/>
                      <a:pt x="70" y="34"/>
                    </a:cubicBezTo>
                    <a:cubicBezTo>
                      <a:pt x="73" y="34"/>
                      <a:pt x="77" y="33"/>
                      <a:pt x="75" y="30"/>
                    </a:cubicBezTo>
                    <a:cubicBezTo>
                      <a:pt x="73" y="27"/>
                      <a:pt x="71" y="24"/>
                      <a:pt x="68" y="25"/>
                    </a:cubicBezTo>
                    <a:cubicBezTo>
                      <a:pt x="65" y="26"/>
                      <a:pt x="61" y="26"/>
                      <a:pt x="59" y="26"/>
                    </a:cubicBezTo>
                    <a:cubicBezTo>
                      <a:pt x="59" y="26"/>
                      <a:pt x="56" y="26"/>
                      <a:pt x="54" y="25"/>
                    </a:cubicBezTo>
                    <a:cubicBezTo>
                      <a:pt x="55" y="23"/>
                      <a:pt x="57" y="21"/>
                      <a:pt x="57" y="20"/>
                    </a:cubicBezTo>
                    <a:cubicBezTo>
                      <a:pt x="59" y="18"/>
                      <a:pt x="60" y="17"/>
                      <a:pt x="61" y="16"/>
                    </a:cubicBezTo>
                    <a:cubicBezTo>
                      <a:pt x="62" y="16"/>
                      <a:pt x="65" y="14"/>
                      <a:pt x="66" y="11"/>
                    </a:cubicBezTo>
                    <a:cubicBezTo>
                      <a:pt x="67" y="9"/>
                      <a:pt x="66" y="3"/>
                      <a:pt x="65" y="2"/>
                    </a:cubicBezTo>
                    <a:cubicBezTo>
                      <a:pt x="63" y="0"/>
                      <a:pt x="59" y="1"/>
                      <a:pt x="58" y="4"/>
                    </a:cubicBezTo>
                    <a:cubicBezTo>
                      <a:pt x="56" y="7"/>
                      <a:pt x="55" y="14"/>
                      <a:pt x="54" y="1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solidFill>
                    <a:srgbClr val="000000"/>
                  </a:solidFill>
                </a:endParaRPr>
              </a:p>
            </p:txBody>
          </p:sp>
          <p:sp>
            <p:nvSpPr>
              <p:cNvPr id="23" name="í$ḻíde"/>
              <p:cNvSpPr/>
              <p:nvPr/>
            </p:nvSpPr>
            <p:spPr bwMode="auto">
              <a:xfrm>
                <a:off x="2625726" y="2725738"/>
                <a:ext cx="890588" cy="1277938"/>
              </a:xfrm>
              <a:custGeom>
                <a:avLst/>
                <a:gdLst>
                  <a:gd name="T0" fmla="*/ 135 w 270"/>
                  <a:gd name="T1" fmla="*/ 22 h 387"/>
                  <a:gd name="T2" fmla="*/ 131 w 270"/>
                  <a:gd name="T3" fmla="*/ 22 h 387"/>
                  <a:gd name="T4" fmla="*/ 117 w 270"/>
                  <a:gd name="T5" fmla="*/ 6 h 387"/>
                  <a:gd name="T6" fmla="*/ 99 w 270"/>
                  <a:gd name="T7" fmla="*/ 6 h 387"/>
                  <a:gd name="T8" fmla="*/ 85 w 270"/>
                  <a:gd name="T9" fmla="*/ 0 h 387"/>
                  <a:gd name="T10" fmla="*/ 100 w 270"/>
                  <a:gd name="T11" fmla="*/ 20 h 387"/>
                  <a:gd name="T12" fmla="*/ 113 w 270"/>
                  <a:gd name="T13" fmla="*/ 20 h 387"/>
                  <a:gd name="T14" fmla="*/ 126 w 270"/>
                  <a:gd name="T15" fmla="*/ 23 h 387"/>
                  <a:gd name="T16" fmla="*/ 88 w 270"/>
                  <a:gd name="T17" fmla="*/ 45 h 387"/>
                  <a:gd name="T18" fmla="*/ 82 w 270"/>
                  <a:gd name="T19" fmla="*/ 108 h 387"/>
                  <a:gd name="T20" fmla="*/ 60 w 270"/>
                  <a:gd name="T21" fmla="*/ 108 h 387"/>
                  <a:gd name="T22" fmla="*/ 35 w 270"/>
                  <a:gd name="T23" fmla="*/ 142 h 387"/>
                  <a:gd name="T24" fmla="*/ 25 w 270"/>
                  <a:gd name="T25" fmla="*/ 309 h 387"/>
                  <a:gd name="T26" fmla="*/ 0 w 270"/>
                  <a:gd name="T27" fmla="*/ 387 h 387"/>
                  <a:gd name="T28" fmla="*/ 30 w 270"/>
                  <a:gd name="T29" fmla="*/ 387 h 387"/>
                  <a:gd name="T30" fmla="*/ 45 w 270"/>
                  <a:gd name="T31" fmla="*/ 367 h 387"/>
                  <a:gd name="T32" fmla="*/ 37 w 270"/>
                  <a:gd name="T33" fmla="*/ 387 h 387"/>
                  <a:gd name="T34" fmla="*/ 63 w 270"/>
                  <a:gd name="T35" fmla="*/ 387 h 387"/>
                  <a:gd name="T36" fmla="*/ 70 w 270"/>
                  <a:gd name="T37" fmla="*/ 353 h 387"/>
                  <a:gd name="T38" fmla="*/ 78 w 270"/>
                  <a:gd name="T39" fmla="*/ 167 h 387"/>
                  <a:gd name="T40" fmla="*/ 90 w 270"/>
                  <a:gd name="T41" fmla="*/ 151 h 387"/>
                  <a:gd name="T42" fmla="*/ 130 w 270"/>
                  <a:gd name="T43" fmla="*/ 151 h 387"/>
                  <a:gd name="T44" fmla="*/ 130 w 270"/>
                  <a:gd name="T45" fmla="*/ 69 h 387"/>
                  <a:gd name="T46" fmla="*/ 113 w 270"/>
                  <a:gd name="T47" fmla="*/ 48 h 387"/>
                  <a:gd name="T48" fmla="*/ 135 w 270"/>
                  <a:gd name="T49" fmla="*/ 27 h 387"/>
                  <a:gd name="T50" fmla="*/ 156 w 270"/>
                  <a:gd name="T51" fmla="*/ 48 h 387"/>
                  <a:gd name="T52" fmla="*/ 139 w 270"/>
                  <a:gd name="T53" fmla="*/ 69 h 387"/>
                  <a:gd name="T54" fmla="*/ 139 w 270"/>
                  <a:gd name="T55" fmla="*/ 151 h 387"/>
                  <a:gd name="T56" fmla="*/ 180 w 270"/>
                  <a:gd name="T57" fmla="*/ 151 h 387"/>
                  <a:gd name="T58" fmla="*/ 191 w 270"/>
                  <a:gd name="T59" fmla="*/ 167 h 387"/>
                  <a:gd name="T60" fmla="*/ 200 w 270"/>
                  <a:gd name="T61" fmla="*/ 353 h 387"/>
                  <a:gd name="T62" fmla="*/ 207 w 270"/>
                  <a:gd name="T63" fmla="*/ 387 h 387"/>
                  <a:gd name="T64" fmla="*/ 233 w 270"/>
                  <a:gd name="T65" fmla="*/ 387 h 387"/>
                  <a:gd name="T66" fmla="*/ 224 w 270"/>
                  <a:gd name="T67" fmla="*/ 367 h 387"/>
                  <a:gd name="T68" fmla="*/ 239 w 270"/>
                  <a:gd name="T69" fmla="*/ 387 h 387"/>
                  <a:gd name="T70" fmla="*/ 270 w 270"/>
                  <a:gd name="T71" fmla="*/ 387 h 387"/>
                  <a:gd name="T72" fmla="*/ 244 w 270"/>
                  <a:gd name="T73" fmla="*/ 309 h 387"/>
                  <a:gd name="T74" fmla="*/ 235 w 270"/>
                  <a:gd name="T75" fmla="*/ 142 h 387"/>
                  <a:gd name="T76" fmla="*/ 209 w 270"/>
                  <a:gd name="T77" fmla="*/ 108 h 387"/>
                  <a:gd name="T78" fmla="*/ 188 w 270"/>
                  <a:gd name="T79" fmla="*/ 108 h 387"/>
                  <a:gd name="T80" fmla="*/ 182 w 270"/>
                  <a:gd name="T81" fmla="*/ 45 h 387"/>
                  <a:gd name="T82" fmla="*/ 144 w 270"/>
                  <a:gd name="T83" fmla="*/ 23 h 387"/>
                  <a:gd name="T84" fmla="*/ 157 w 270"/>
                  <a:gd name="T85" fmla="*/ 20 h 387"/>
                  <a:gd name="T86" fmla="*/ 170 w 270"/>
                  <a:gd name="T87" fmla="*/ 20 h 387"/>
                  <a:gd name="T88" fmla="*/ 184 w 270"/>
                  <a:gd name="T89" fmla="*/ 0 h 387"/>
                  <a:gd name="T90" fmla="*/ 170 w 270"/>
                  <a:gd name="T91" fmla="*/ 6 h 387"/>
                  <a:gd name="T92" fmla="*/ 153 w 270"/>
                  <a:gd name="T93" fmla="*/ 6 h 387"/>
                  <a:gd name="T94" fmla="*/ 139 w 270"/>
                  <a:gd name="T95" fmla="*/ 22 h 387"/>
                  <a:gd name="T96" fmla="*/ 135 w 270"/>
                  <a:gd name="T97" fmla="*/ 22 h 3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70" h="387">
                    <a:moveTo>
                      <a:pt x="135" y="22"/>
                    </a:moveTo>
                    <a:cubicBezTo>
                      <a:pt x="133" y="22"/>
                      <a:pt x="132" y="22"/>
                      <a:pt x="131" y="22"/>
                    </a:cubicBezTo>
                    <a:cubicBezTo>
                      <a:pt x="130" y="15"/>
                      <a:pt x="126" y="6"/>
                      <a:pt x="117" y="6"/>
                    </a:cubicBezTo>
                    <a:cubicBezTo>
                      <a:pt x="110" y="6"/>
                      <a:pt x="106" y="6"/>
                      <a:pt x="99" y="6"/>
                    </a:cubicBezTo>
                    <a:cubicBezTo>
                      <a:pt x="93" y="6"/>
                      <a:pt x="88" y="4"/>
                      <a:pt x="85" y="0"/>
                    </a:cubicBezTo>
                    <a:cubicBezTo>
                      <a:pt x="87" y="9"/>
                      <a:pt x="90" y="18"/>
                      <a:pt x="100" y="20"/>
                    </a:cubicBezTo>
                    <a:cubicBezTo>
                      <a:pt x="104" y="20"/>
                      <a:pt x="109" y="20"/>
                      <a:pt x="113" y="20"/>
                    </a:cubicBezTo>
                    <a:cubicBezTo>
                      <a:pt x="120" y="20"/>
                      <a:pt x="123" y="21"/>
                      <a:pt x="126" y="23"/>
                    </a:cubicBezTo>
                    <a:cubicBezTo>
                      <a:pt x="109" y="24"/>
                      <a:pt x="93" y="30"/>
                      <a:pt x="88" y="45"/>
                    </a:cubicBezTo>
                    <a:cubicBezTo>
                      <a:pt x="83" y="59"/>
                      <a:pt x="85" y="92"/>
                      <a:pt x="82" y="108"/>
                    </a:cubicBezTo>
                    <a:cubicBezTo>
                      <a:pt x="75" y="108"/>
                      <a:pt x="67" y="108"/>
                      <a:pt x="60" y="108"/>
                    </a:cubicBezTo>
                    <a:cubicBezTo>
                      <a:pt x="42" y="107"/>
                      <a:pt x="36" y="123"/>
                      <a:pt x="35" y="142"/>
                    </a:cubicBezTo>
                    <a:cubicBezTo>
                      <a:pt x="32" y="198"/>
                      <a:pt x="28" y="253"/>
                      <a:pt x="25" y="309"/>
                    </a:cubicBezTo>
                    <a:cubicBezTo>
                      <a:pt x="23" y="352"/>
                      <a:pt x="14" y="372"/>
                      <a:pt x="0" y="387"/>
                    </a:cubicBezTo>
                    <a:cubicBezTo>
                      <a:pt x="10" y="387"/>
                      <a:pt x="20" y="387"/>
                      <a:pt x="30" y="387"/>
                    </a:cubicBezTo>
                    <a:cubicBezTo>
                      <a:pt x="35" y="383"/>
                      <a:pt x="38" y="378"/>
                      <a:pt x="45" y="367"/>
                    </a:cubicBezTo>
                    <a:cubicBezTo>
                      <a:pt x="42" y="377"/>
                      <a:pt x="40" y="382"/>
                      <a:pt x="37" y="387"/>
                    </a:cubicBezTo>
                    <a:cubicBezTo>
                      <a:pt x="46" y="387"/>
                      <a:pt x="54" y="387"/>
                      <a:pt x="63" y="387"/>
                    </a:cubicBezTo>
                    <a:cubicBezTo>
                      <a:pt x="68" y="377"/>
                      <a:pt x="70" y="365"/>
                      <a:pt x="70" y="353"/>
                    </a:cubicBezTo>
                    <a:cubicBezTo>
                      <a:pt x="73" y="291"/>
                      <a:pt x="76" y="229"/>
                      <a:pt x="78" y="167"/>
                    </a:cubicBezTo>
                    <a:cubicBezTo>
                      <a:pt x="79" y="157"/>
                      <a:pt x="82" y="151"/>
                      <a:pt x="90" y="151"/>
                    </a:cubicBezTo>
                    <a:cubicBezTo>
                      <a:pt x="103" y="151"/>
                      <a:pt x="117" y="151"/>
                      <a:pt x="130" y="151"/>
                    </a:cubicBezTo>
                    <a:cubicBezTo>
                      <a:pt x="130" y="124"/>
                      <a:pt x="130" y="96"/>
                      <a:pt x="130" y="69"/>
                    </a:cubicBezTo>
                    <a:cubicBezTo>
                      <a:pt x="121" y="67"/>
                      <a:pt x="113" y="58"/>
                      <a:pt x="113" y="48"/>
                    </a:cubicBezTo>
                    <a:cubicBezTo>
                      <a:pt x="113" y="36"/>
                      <a:pt x="123" y="27"/>
                      <a:pt x="135" y="27"/>
                    </a:cubicBezTo>
                    <a:cubicBezTo>
                      <a:pt x="147" y="27"/>
                      <a:pt x="156" y="36"/>
                      <a:pt x="156" y="48"/>
                    </a:cubicBezTo>
                    <a:cubicBezTo>
                      <a:pt x="156" y="58"/>
                      <a:pt x="149" y="67"/>
                      <a:pt x="139" y="69"/>
                    </a:cubicBezTo>
                    <a:cubicBezTo>
                      <a:pt x="139" y="96"/>
                      <a:pt x="139" y="124"/>
                      <a:pt x="139" y="151"/>
                    </a:cubicBezTo>
                    <a:cubicBezTo>
                      <a:pt x="153" y="151"/>
                      <a:pt x="166" y="151"/>
                      <a:pt x="180" y="151"/>
                    </a:cubicBezTo>
                    <a:cubicBezTo>
                      <a:pt x="188" y="151"/>
                      <a:pt x="191" y="157"/>
                      <a:pt x="191" y="167"/>
                    </a:cubicBezTo>
                    <a:cubicBezTo>
                      <a:pt x="194" y="229"/>
                      <a:pt x="197" y="291"/>
                      <a:pt x="200" y="353"/>
                    </a:cubicBezTo>
                    <a:cubicBezTo>
                      <a:pt x="200" y="365"/>
                      <a:pt x="202" y="377"/>
                      <a:pt x="207" y="387"/>
                    </a:cubicBezTo>
                    <a:cubicBezTo>
                      <a:pt x="215" y="387"/>
                      <a:pt x="224" y="387"/>
                      <a:pt x="233" y="387"/>
                    </a:cubicBezTo>
                    <a:cubicBezTo>
                      <a:pt x="230" y="382"/>
                      <a:pt x="227" y="377"/>
                      <a:pt x="224" y="367"/>
                    </a:cubicBezTo>
                    <a:cubicBezTo>
                      <a:pt x="232" y="378"/>
                      <a:pt x="235" y="383"/>
                      <a:pt x="239" y="387"/>
                    </a:cubicBezTo>
                    <a:cubicBezTo>
                      <a:pt x="249" y="387"/>
                      <a:pt x="260" y="387"/>
                      <a:pt x="270" y="387"/>
                    </a:cubicBezTo>
                    <a:cubicBezTo>
                      <a:pt x="256" y="372"/>
                      <a:pt x="247" y="352"/>
                      <a:pt x="244" y="309"/>
                    </a:cubicBezTo>
                    <a:cubicBezTo>
                      <a:pt x="242" y="253"/>
                      <a:pt x="238" y="198"/>
                      <a:pt x="235" y="142"/>
                    </a:cubicBezTo>
                    <a:cubicBezTo>
                      <a:pt x="234" y="123"/>
                      <a:pt x="228" y="107"/>
                      <a:pt x="209" y="108"/>
                    </a:cubicBezTo>
                    <a:cubicBezTo>
                      <a:pt x="202" y="108"/>
                      <a:pt x="195" y="108"/>
                      <a:pt x="188" y="108"/>
                    </a:cubicBezTo>
                    <a:cubicBezTo>
                      <a:pt x="185" y="92"/>
                      <a:pt x="186" y="59"/>
                      <a:pt x="182" y="45"/>
                    </a:cubicBezTo>
                    <a:cubicBezTo>
                      <a:pt x="176" y="30"/>
                      <a:pt x="161" y="24"/>
                      <a:pt x="144" y="23"/>
                    </a:cubicBezTo>
                    <a:cubicBezTo>
                      <a:pt x="146" y="21"/>
                      <a:pt x="150" y="20"/>
                      <a:pt x="157" y="20"/>
                    </a:cubicBezTo>
                    <a:cubicBezTo>
                      <a:pt x="161" y="20"/>
                      <a:pt x="166" y="20"/>
                      <a:pt x="170" y="20"/>
                    </a:cubicBezTo>
                    <a:cubicBezTo>
                      <a:pt x="180" y="18"/>
                      <a:pt x="183" y="9"/>
                      <a:pt x="184" y="0"/>
                    </a:cubicBezTo>
                    <a:cubicBezTo>
                      <a:pt x="181" y="4"/>
                      <a:pt x="177" y="6"/>
                      <a:pt x="170" y="6"/>
                    </a:cubicBezTo>
                    <a:cubicBezTo>
                      <a:pt x="164" y="6"/>
                      <a:pt x="159" y="6"/>
                      <a:pt x="153" y="6"/>
                    </a:cubicBezTo>
                    <a:cubicBezTo>
                      <a:pt x="144" y="6"/>
                      <a:pt x="140" y="15"/>
                      <a:pt x="139" y="22"/>
                    </a:cubicBezTo>
                    <a:cubicBezTo>
                      <a:pt x="138" y="22"/>
                      <a:pt x="136" y="22"/>
                      <a:pt x="135" y="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solidFill>
                    <a:srgbClr val="000000"/>
                  </a:solidFill>
                </a:endParaRPr>
              </a:p>
            </p:txBody>
          </p:sp>
          <p:sp>
            <p:nvSpPr>
              <p:cNvPr id="24" name="ïŝľîḑê"/>
              <p:cNvSpPr/>
              <p:nvPr/>
            </p:nvSpPr>
            <p:spPr bwMode="auto">
              <a:xfrm>
                <a:off x="1735138" y="2095500"/>
                <a:ext cx="2667000" cy="2670175"/>
              </a:xfrm>
              <a:custGeom>
                <a:avLst/>
                <a:gdLst>
                  <a:gd name="T0" fmla="*/ 404 w 809"/>
                  <a:gd name="T1" fmla="*/ 0 h 809"/>
                  <a:gd name="T2" fmla="*/ 809 w 809"/>
                  <a:gd name="T3" fmla="*/ 404 h 809"/>
                  <a:gd name="T4" fmla="*/ 404 w 809"/>
                  <a:gd name="T5" fmla="*/ 809 h 809"/>
                  <a:gd name="T6" fmla="*/ 0 w 809"/>
                  <a:gd name="T7" fmla="*/ 404 h 809"/>
                  <a:gd name="T8" fmla="*/ 404 w 809"/>
                  <a:gd name="T9" fmla="*/ 0 h 809"/>
                  <a:gd name="T10" fmla="*/ 404 w 809"/>
                  <a:gd name="T11" fmla="*/ 0 h 809"/>
                  <a:gd name="T12" fmla="*/ 404 w 809"/>
                  <a:gd name="T13" fmla="*/ 14 h 809"/>
                  <a:gd name="T14" fmla="*/ 14 w 809"/>
                  <a:gd name="T15" fmla="*/ 404 h 809"/>
                  <a:gd name="T16" fmla="*/ 404 w 809"/>
                  <a:gd name="T17" fmla="*/ 795 h 809"/>
                  <a:gd name="T18" fmla="*/ 795 w 809"/>
                  <a:gd name="T19" fmla="*/ 404 h 809"/>
                  <a:gd name="T20" fmla="*/ 404 w 809"/>
                  <a:gd name="T21" fmla="*/ 14 h 8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09" h="809">
                    <a:moveTo>
                      <a:pt x="404" y="0"/>
                    </a:moveTo>
                    <a:cubicBezTo>
                      <a:pt x="627" y="0"/>
                      <a:pt x="809" y="182"/>
                      <a:pt x="809" y="404"/>
                    </a:cubicBezTo>
                    <a:cubicBezTo>
                      <a:pt x="809" y="627"/>
                      <a:pt x="627" y="809"/>
                      <a:pt x="404" y="809"/>
                    </a:cubicBezTo>
                    <a:cubicBezTo>
                      <a:pt x="181" y="809"/>
                      <a:pt x="0" y="627"/>
                      <a:pt x="0" y="404"/>
                    </a:cubicBezTo>
                    <a:cubicBezTo>
                      <a:pt x="0" y="182"/>
                      <a:pt x="181" y="0"/>
                      <a:pt x="404" y="0"/>
                    </a:cubicBezTo>
                    <a:cubicBezTo>
                      <a:pt x="404" y="0"/>
                      <a:pt x="404" y="0"/>
                      <a:pt x="404" y="0"/>
                    </a:cubicBezTo>
                    <a:close/>
                    <a:moveTo>
                      <a:pt x="404" y="14"/>
                    </a:moveTo>
                    <a:cubicBezTo>
                      <a:pt x="189" y="14"/>
                      <a:pt x="14" y="189"/>
                      <a:pt x="14" y="404"/>
                    </a:cubicBezTo>
                    <a:cubicBezTo>
                      <a:pt x="14" y="619"/>
                      <a:pt x="189" y="795"/>
                      <a:pt x="404" y="795"/>
                    </a:cubicBezTo>
                    <a:cubicBezTo>
                      <a:pt x="619" y="795"/>
                      <a:pt x="795" y="619"/>
                      <a:pt x="795" y="404"/>
                    </a:cubicBezTo>
                    <a:cubicBezTo>
                      <a:pt x="795" y="189"/>
                      <a:pt x="619" y="14"/>
                      <a:pt x="404" y="1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solidFill>
                    <a:srgbClr val="000000"/>
                  </a:solidFill>
                </a:endParaRPr>
              </a:p>
            </p:txBody>
          </p:sp>
          <p:sp>
            <p:nvSpPr>
              <p:cNvPr id="25" name="išlíḑe"/>
              <p:cNvSpPr/>
              <p:nvPr/>
            </p:nvSpPr>
            <p:spPr bwMode="auto">
              <a:xfrm>
                <a:off x="1897063" y="3373438"/>
                <a:ext cx="2333625" cy="1227138"/>
              </a:xfrm>
              <a:custGeom>
                <a:avLst/>
                <a:gdLst>
                  <a:gd name="T0" fmla="*/ 21 w 708"/>
                  <a:gd name="T1" fmla="*/ 23 h 372"/>
                  <a:gd name="T2" fmla="*/ 53 w 708"/>
                  <a:gd name="T3" fmla="*/ 35 h 372"/>
                  <a:gd name="T4" fmla="*/ 51 w 708"/>
                  <a:gd name="T5" fmla="*/ 26 h 372"/>
                  <a:gd name="T6" fmla="*/ 18 w 708"/>
                  <a:gd name="T7" fmla="*/ 47 h 372"/>
                  <a:gd name="T8" fmla="*/ 18 w 708"/>
                  <a:gd name="T9" fmla="*/ 88 h 372"/>
                  <a:gd name="T10" fmla="*/ 48 w 708"/>
                  <a:gd name="T11" fmla="*/ 67 h 372"/>
                  <a:gd name="T12" fmla="*/ 18 w 708"/>
                  <a:gd name="T13" fmla="*/ 88 h 372"/>
                  <a:gd name="T14" fmla="*/ 62 w 708"/>
                  <a:gd name="T15" fmla="*/ 109 h 372"/>
                  <a:gd name="T16" fmla="*/ 64 w 708"/>
                  <a:gd name="T17" fmla="*/ 147 h 372"/>
                  <a:gd name="T18" fmla="*/ 42 w 708"/>
                  <a:gd name="T19" fmla="*/ 155 h 372"/>
                  <a:gd name="T20" fmla="*/ 57 w 708"/>
                  <a:gd name="T21" fmla="*/ 206 h 372"/>
                  <a:gd name="T22" fmla="*/ 116 w 708"/>
                  <a:gd name="T23" fmla="*/ 203 h 372"/>
                  <a:gd name="T24" fmla="*/ 93 w 708"/>
                  <a:gd name="T25" fmla="*/ 174 h 372"/>
                  <a:gd name="T26" fmla="*/ 46 w 708"/>
                  <a:gd name="T27" fmla="*/ 181 h 372"/>
                  <a:gd name="T28" fmla="*/ 129 w 708"/>
                  <a:gd name="T29" fmla="*/ 265 h 372"/>
                  <a:gd name="T30" fmla="*/ 149 w 708"/>
                  <a:gd name="T31" fmla="*/ 251 h 372"/>
                  <a:gd name="T32" fmla="*/ 121 w 708"/>
                  <a:gd name="T33" fmla="*/ 221 h 372"/>
                  <a:gd name="T34" fmla="*/ 111 w 708"/>
                  <a:gd name="T35" fmla="*/ 252 h 372"/>
                  <a:gd name="T36" fmla="*/ 164 w 708"/>
                  <a:gd name="T37" fmla="*/ 295 h 372"/>
                  <a:gd name="T38" fmla="*/ 175 w 708"/>
                  <a:gd name="T39" fmla="*/ 321 h 372"/>
                  <a:gd name="T40" fmla="*/ 132 w 708"/>
                  <a:gd name="T41" fmla="*/ 292 h 372"/>
                  <a:gd name="T42" fmla="*/ 146 w 708"/>
                  <a:gd name="T43" fmla="*/ 291 h 372"/>
                  <a:gd name="T44" fmla="*/ 211 w 708"/>
                  <a:gd name="T45" fmla="*/ 283 h 372"/>
                  <a:gd name="T46" fmla="*/ 260 w 708"/>
                  <a:gd name="T47" fmla="*/ 308 h 372"/>
                  <a:gd name="T48" fmla="*/ 205 w 708"/>
                  <a:gd name="T49" fmla="*/ 335 h 372"/>
                  <a:gd name="T50" fmla="*/ 342 w 708"/>
                  <a:gd name="T51" fmla="*/ 329 h 372"/>
                  <a:gd name="T52" fmla="*/ 344 w 708"/>
                  <a:gd name="T53" fmla="*/ 352 h 372"/>
                  <a:gd name="T54" fmla="*/ 303 w 708"/>
                  <a:gd name="T55" fmla="*/ 320 h 372"/>
                  <a:gd name="T56" fmla="*/ 320 w 708"/>
                  <a:gd name="T57" fmla="*/ 364 h 372"/>
                  <a:gd name="T58" fmla="*/ 360 w 708"/>
                  <a:gd name="T59" fmla="*/ 321 h 372"/>
                  <a:gd name="T60" fmla="*/ 416 w 708"/>
                  <a:gd name="T61" fmla="*/ 315 h 372"/>
                  <a:gd name="T62" fmla="*/ 384 w 708"/>
                  <a:gd name="T63" fmla="*/ 368 h 372"/>
                  <a:gd name="T64" fmla="*/ 464 w 708"/>
                  <a:gd name="T65" fmla="*/ 350 h 372"/>
                  <a:gd name="T66" fmla="*/ 433 w 708"/>
                  <a:gd name="T67" fmla="*/ 313 h 372"/>
                  <a:gd name="T68" fmla="*/ 508 w 708"/>
                  <a:gd name="T69" fmla="*/ 337 h 372"/>
                  <a:gd name="T70" fmla="*/ 500 w 708"/>
                  <a:gd name="T71" fmla="*/ 285 h 372"/>
                  <a:gd name="T72" fmla="*/ 483 w 708"/>
                  <a:gd name="T73" fmla="*/ 294 h 372"/>
                  <a:gd name="T74" fmla="*/ 508 w 708"/>
                  <a:gd name="T75" fmla="*/ 337 h 372"/>
                  <a:gd name="T76" fmla="*/ 515 w 708"/>
                  <a:gd name="T77" fmla="*/ 276 h 372"/>
                  <a:gd name="T78" fmla="*/ 548 w 708"/>
                  <a:gd name="T79" fmla="*/ 279 h 372"/>
                  <a:gd name="T80" fmla="*/ 550 w 708"/>
                  <a:gd name="T81" fmla="*/ 283 h 372"/>
                  <a:gd name="T82" fmla="*/ 547 w 708"/>
                  <a:gd name="T83" fmla="*/ 316 h 372"/>
                  <a:gd name="T84" fmla="*/ 609 w 708"/>
                  <a:gd name="T85" fmla="*/ 250 h 372"/>
                  <a:gd name="T86" fmla="*/ 608 w 708"/>
                  <a:gd name="T87" fmla="*/ 227 h 372"/>
                  <a:gd name="T88" fmla="*/ 573 w 708"/>
                  <a:gd name="T89" fmla="*/ 241 h 372"/>
                  <a:gd name="T90" fmla="*/ 609 w 708"/>
                  <a:gd name="T91" fmla="*/ 250 h 372"/>
                  <a:gd name="T92" fmla="*/ 656 w 708"/>
                  <a:gd name="T93" fmla="*/ 184 h 372"/>
                  <a:gd name="T94" fmla="*/ 613 w 708"/>
                  <a:gd name="T95" fmla="*/ 172 h 372"/>
                  <a:gd name="T96" fmla="*/ 625 w 708"/>
                  <a:gd name="T97" fmla="*/ 165 h 372"/>
                  <a:gd name="T98" fmla="*/ 650 w 708"/>
                  <a:gd name="T99" fmla="*/ 169 h 372"/>
                  <a:gd name="T100" fmla="*/ 651 w 708"/>
                  <a:gd name="T101" fmla="*/ 215 h 372"/>
                  <a:gd name="T102" fmla="*/ 635 w 708"/>
                  <a:gd name="T103" fmla="*/ 139 h 372"/>
                  <a:gd name="T104" fmla="*/ 683 w 708"/>
                  <a:gd name="T105" fmla="*/ 137 h 372"/>
                  <a:gd name="T106" fmla="*/ 655 w 708"/>
                  <a:gd name="T107" fmla="*/ 73 h 372"/>
                  <a:gd name="T108" fmla="*/ 690 w 708"/>
                  <a:gd name="T109" fmla="*/ 98 h 372"/>
                  <a:gd name="T110" fmla="*/ 684 w 708"/>
                  <a:gd name="T111" fmla="*/ 17 h 372"/>
                  <a:gd name="T112" fmla="*/ 698 w 708"/>
                  <a:gd name="T113" fmla="*/ 34 h 372"/>
                  <a:gd name="T114" fmla="*/ 659 w 708"/>
                  <a:gd name="T115" fmla="*/ 29 h 372"/>
                  <a:gd name="T116" fmla="*/ 659 w 708"/>
                  <a:gd name="T117" fmla="*/ 11 h 372"/>
                  <a:gd name="T118" fmla="*/ 663 w 708"/>
                  <a:gd name="T119" fmla="*/ 6 h 3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708" h="372">
                    <a:moveTo>
                      <a:pt x="0" y="6"/>
                    </a:moveTo>
                    <a:cubicBezTo>
                      <a:pt x="19" y="6"/>
                      <a:pt x="19" y="6"/>
                      <a:pt x="19" y="6"/>
                    </a:cubicBezTo>
                    <a:cubicBezTo>
                      <a:pt x="19" y="8"/>
                      <a:pt x="19" y="8"/>
                      <a:pt x="19" y="8"/>
                    </a:cubicBezTo>
                    <a:cubicBezTo>
                      <a:pt x="15" y="9"/>
                      <a:pt x="11" y="11"/>
                      <a:pt x="8" y="14"/>
                    </a:cubicBezTo>
                    <a:cubicBezTo>
                      <a:pt x="5" y="18"/>
                      <a:pt x="4" y="22"/>
                      <a:pt x="4" y="26"/>
                    </a:cubicBezTo>
                    <a:cubicBezTo>
                      <a:pt x="4" y="29"/>
                      <a:pt x="5" y="32"/>
                      <a:pt x="6" y="33"/>
                    </a:cubicBezTo>
                    <a:cubicBezTo>
                      <a:pt x="7" y="35"/>
                      <a:pt x="9" y="36"/>
                      <a:pt x="11" y="36"/>
                    </a:cubicBezTo>
                    <a:cubicBezTo>
                      <a:pt x="14" y="36"/>
                      <a:pt x="18" y="32"/>
                      <a:pt x="21" y="23"/>
                    </a:cubicBezTo>
                    <a:cubicBezTo>
                      <a:pt x="21" y="23"/>
                      <a:pt x="21" y="23"/>
                      <a:pt x="21" y="23"/>
                    </a:cubicBezTo>
                    <a:cubicBezTo>
                      <a:pt x="22" y="22"/>
                      <a:pt x="22" y="22"/>
                      <a:pt x="22" y="21"/>
                    </a:cubicBezTo>
                    <a:cubicBezTo>
                      <a:pt x="25" y="15"/>
                      <a:pt x="27" y="11"/>
                      <a:pt x="30" y="9"/>
                    </a:cubicBezTo>
                    <a:cubicBezTo>
                      <a:pt x="31" y="8"/>
                      <a:pt x="32" y="7"/>
                      <a:pt x="34" y="7"/>
                    </a:cubicBezTo>
                    <a:cubicBezTo>
                      <a:pt x="35" y="6"/>
                      <a:pt x="36" y="6"/>
                      <a:pt x="38" y="6"/>
                    </a:cubicBezTo>
                    <a:cubicBezTo>
                      <a:pt x="43" y="6"/>
                      <a:pt x="47" y="8"/>
                      <a:pt x="50" y="11"/>
                    </a:cubicBezTo>
                    <a:cubicBezTo>
                      <a:pt x="53" y="15"/>
                      <a:pt x="55" y="19"/>
                      <a:pt x="55" y="25"/>
                    </a:cubicBezTo>
                    <a:cubicBezTo>
                      <a:pt x="55" y="28"/>
                      <a:pt x="54" y="31"/>
                      <a:pt x="53" y="35"/>
                    </a:cubicBezTo>
                    <a:cubicBezTo>
                      <a:pt x="52" y="38"/>
                      <a:pt x="51" y="40"/>
                      <a:pt x="51" y="40"/>
                    </a:cubicBezTo>
                    <a:cubicBezTo>
                      <a:pt x="51" y="41"/>
                      <a:pt x="52" y="41"/>
                      <a:pt x="52" y="42"/>
                    </a:cubicBezTo>
                    <a:cubicBezTo>
                      <a:pt x="53" y="42"/>
                      <a:pt x="53" y="42"/>
                      <a:pt x="55" y="42"/>
                    </a:cubicBezTo>
                    <a:cubicBezTo>
                      <a:pt x="55" y="44"/>
                      <a:pt x="55" y="44"/>
                      <a:pt x="55" y="44"/>
                    </a:cubicBezTo>
                    <a:cubicBezTo>
                      <a:pt x="38" y="45"/>
                      <a:pt x="38" y="45"/>
                      <a:pt x="38" y="45"/>
                    </a:cubicBezTo>
                    <a:cubicBezTo>
                      <a:pt x="38" y="43"/>
                      <a:pt x="38" y="43"/>
                      <a:pt x="38" y="43"/>
                    </a:cubicBezTo>
                    <a:cubicBezTo>
                      <a:pt x="42" y="42"/>
                      <a:pt x="45" y="40"/>
                      <a:pt x="48" y="37"/>
                    </a:cubicBezTo>
                    <a:cubicBezTo>
                      <a:pt x="50" y="34"/>
                      <a:pt x="51" y="30"/>
                      <a:pt x="51" y="26"/>
                    </a:cubicBezTo>
                    <a:cubicBezTo>
                      <a:pt x="51" y="24"/>
                      <a:pt x="51" y="22"/>
                      <a:pt x="49" y="20"/>
                    </a:cubicBezTo>
                    <a:cubicBezTo>
                      <a:pt x="48" y="19"/>
                      <a:pt x="47" y="18"/>
                      <a:pt x="45" y="18"/>
                    </a:cubicBezTo>
                    <a:cubicBezTo>
                      <a:pt x="42" y="18"/>
                      <a:pt x="39" y="21"/>
                      <a:pt x="37" y="28"/>
                    </a:cubicBezTo>
                    <a:cubicBezTo>
                      <a:pt x="36" y="29"/>
                      <a:pt x="36" y="29"/>
                      <a:pt x="36" y="29"/>
                    </a:cubicBezTo>
                    <a:cubicBezTo>
                      <a:pt x="34" y="33"/>
                      <a:pt x="33" y="37"/>
                      <a:pt x="32" y="39"/>
                    </a:cubicBezTo>
                    <a:cubicBezTo>
                      <a:pt x="31" y="40"/>
                      <a:pt x="30" y="42"/>
                      <a:pt x="29" y="43"/>
                    </a:cubicBezTo>
                    <a:cubicBezTo>
                      <a:pt x="27" y="44"/>
                      <a:pt x="26" y="45"/>
                      <a:pt x="24" y="46"/>
                    </a:cubicBezTo>
                    <a:cubicBezTo>
                      <a:pt x="22" y="47"/>
                      <a:pt x="20" y="47"/>
                      <a:pt x="18" y="47"/>
                    </a:cubicBezTo>
                    <a:cubicBezTo>
                      <a:pt x="13" y="47"/>
                      <a:pt x="9" y="46"/>
                      <a:pt x="6" y="42"/>
                    </a:cubicBezTo>
                    <a:cubicBezTo>
                      <a:pt x="2" y="38"/>
                      <a:pt x="1" y="34"/>
                      <a:pt x="1" y="28"/>
                    </a:cubicBezTo>
                    <a:cubicBezTo>
                      <a:pt x="1" y="25"/>
                      <a:pt x="1" y="21"/>
                      <a:pt x="2" y="17"/>
                    </a:cubicBezTo>
                    <a:cubicBezTo>
                      <a:pt x="3" y="14"/>
                      <a:pt x="4" y="12"/>
                      <a:pt x="4" y="12"/>
                    </a:cubicBezTo>
                    <a:cubicBezTo>
                      <a:pt x="4" y="11"/>
                      <a:pt x="3" y="10"/>
                      <a:pt x="3" y="9"/>
                    </a:cubicBezTo>
                    <a:cubicBezTo>
                      <a:pt x="2" y="9"/>
                      <a:pt x="1" y="9"/>
                      <a:pt x="0" y="9"/>
                    </a:cubicBezTo>
                    <a:cubicBezTo>
                      <a:pt x="0" y="6"/>
                      <a:pt x="0" y="6"/>
                      <a:pt x="0" y="6"/>
                    </a:cubicBezTo>
                    <a:close/>
                    <a:moveTo>
                      <a:pt x="18" y="88"/>
                    </a:moveTo>
                    <a:cubicBezTo>
                      <a:pt x="16" y="89"/>
                      <a:pt x="14" y="90"/>
                      <a:pt x="13" y="91"/>
                    </a:cubicBezTo>
                    <a:cubicBezTo>
                      <a:pt x="12" y="92"/>
                      <a:pt x="12" y="94"/>
                      <a:pt x="12" y="96"/>
                    </a:cubicBezTo>
                    <a:cubicBezTo>
                      <a:pt x="10" y="96"/>
                      <a:pt x="10" y="96"/>
                      <a:pt x="10" y="96"/>
                    </a:cubicBezTo>
                    <a:cubicBezTo>
                      <a:pt x="5" y="68"/>
                      <a:pt x="5" y="68"/>
                      <a:pt x="5" y="68"/>
                    </a:cubicBezTo>
                    <a:cubicBezTo>
                      <a:pt x="7" y="67"/>
                      <a:pt x="7" y="67"/>
                      <a:pt x="7" y="67"/>
                    </a:cubicBezTo>
                    <a:cubicBezTo>
                      <a:pt x="8" y="70"/>
                      <a:pt x="8" y="71"/>
                      <a:pt x="10" y="72"/>
                    </a:cubicBezTo>
                    <a:cubicBezTo>
                      <a:pt x="11" y="73"/>
                      <a:pt x="13" y="73"/>
                      <a:pt x="16" y="73"/>
                    </a:cubicBezTo>
                    <a:cubicBezTo>
                      <a:pt x="48" y="67"/>
                      <a:pt x="48" y="67"/>
                      <a:pt x="48" y="67"/>
                    </a:cubicBezTo>
                    <a:cubicBezTo>
                      <a:pt x="50" y="66"/>
                      <a:pt x="52" y="66"/>
                      <a:pt x="53" y="64"/>
                    </a:cubicBezTo>
                    <a:cubicBezTo>
                      <a:pt x="54" y="63"/>
                      <a:pt x="54" y="61"/>
                      <a:pt x="54" y="59"/>
                    </a:cubicBezTo>
                    <a:cubicBezTo>
                      <a:pt x="56" y="59"/>
                      <a:pt x="56" y="59"/>
                      <a:pt x="56" y="59"/>
                    </a:cubicBezTo>
                    <a:cubicBezTo>
                      <a:pt x="61" y="88"/>
                      <a:pt x="61" y="88"/>
                      <a:pt x="61" y="88"/>
                    </a:cubicBezTo>
                    <a:cubicBezTo>
                      <a:pt x="59" y="88"/>
                      <a:pt x="59" y="88"/>
                      <a:pt x="59" y="88"/>
                    </a:cubicBezTo>
                    <a:cubicBezTo>
                      <a:pt x="59" y="85"/>
                      <a:pt x="58" y="84"/>
                      <a:pt x="56" y="83"/>
                    </a:cubicBezTo>
                    <a:cubicBezTo>
                      <a:pt x="55" y="82"/>
                      <a:pt x="53" y="82"/>
                      <a:pt x="51" y="83"/>
                    </a:cubicBezTo>
                    <a:cubicBezTo>
                      <a:pt x="18" y="88"/>
                      <a:pt x="18" y="88"/>
                      <a:pt x="18" y="88"/>
                    </a:cubicBezTo>
                    <a:close/>
                    <a:moveTo>
                      <a:pt x="41" y="158"/>
                    </a:moveTo>
                    <a:cubicBezTo>
                      <a:pt x="37" y="157"/>
                      <a:pt x="33" y="155"/>
                      <a:pt x="30" y="152"/>
                    </a:cubicBezTo>
                    <a:cubicBezTo>
                      <a:pt x="27" y="149"/>
                      <a:pt x="24" y="145"/>
                      <a:pt x="23" y="141"/>
                    </a:cubicBezTo>
                    <a:cubicBezTo>
                      <a:pt x="22" y="137"/>
                      <a:pt x="21" y="134"/>
                      <a:pt x="22" y="131"/>
                    </a:cubicBezTo>
                    <a:cubicBezTo>
                      <a:pt x="22" y="128"/>
                      <a:pt x="23" y="125"/>
                      <a:pt x="24" y="122"/>
                    </a:cubicBezTo>
                    <a:cubicBezTo>
                      <a:pt x="26" y="118"/>
                      <a:pt x="28" y="116"/>
                      <a:pt x="31" y="113"/>
                    </a:cubicBezTo>
                    <a:cubicBezTo>
                      <a:pt x="34" y="111"/>
                      <a:pt x="37" y="109"/>
                      <a:pt x="41" y="108"/>
                    </a:cubicBezTo>
                    <a:cubicBezTo>
                      <a:pt x="49" y="105"/>
                      <a:pt x="55" y="106"/>
                      <a:pt x="62" y="109"/>
                    </a:cubicBezTo>
                    <a:cubicBezTo>
                      <a:pt x="68" y="112"/>
                      <a:pt x="72" y="117"/>
                      <a:pt x="75" y="125"/>
                    </a:cubicBezTo>
                    <a:cubicBezTo>
                      <a:pt x="76" y="128"/>
                      <a:pt x="76" y="131"/>
                      <a:pt x="76" y="135"/>
                    </a:cubicBezTo>
                    <a:cubicBezTo>
                      <a:pt x="76" y="138"/>
                      <a:pt x="76" y="140"/>
                      <a:pt x="76" y="140"/>
                    </a:cubicBezTo>
                    <a:cubicBezTo>
                      <a:pt x="76" y="141"/>
                      <a:pt x="77" y="141"/>
                      <a:pt x="77" y="141"/>
                    </a:cubicBezTo>
                    <a:cubicBezTo>
                      <a:pt x="78" y="142"/>
                      <a:pt x="79" y="142"/>
                      <a:pt x="80" y="142"/>
                    </a:cubicBezTo>
                    <a:cubicBezTo>
                      <a:pt x="80" y="144"/>
                      <a:pt x="80" y="144"/>
                      <a:pt x="80" y="144"/>
                    </a:cubicBezTo>
                    <a:cubicBezTo>
                      <a:pt x="65" y="149"/>
                      <a:pt x="65" y="149"/>
                      <a:pt x="65" y="149"/>
                    </a:cubicBezTo>
                    <a:cubicBezTo>
                      <a:pt x="64" y="147"/>
                      <a:pt x="64" y="147"/>
                      <a:pt x="64" y="147"/>
                    </a:cubicBezTo>
                    <a:cubicBezTo>
                      <a:pt x="68" y="145"/>
                      <a:pt x="70" y="142"/>
                      <a:pt x="72" y="139"/>
                    </a:cubicBezTo>
                    <a:cubicBezTo>
                      <a:pt x="73" y="137"/>
                      <a:pt x="73" y="133"/>
                      <a:pt x="72" y="130"/>
                    </a:cubicBezTo>
                    <a:cubicBezTo>
                      <a:pt x="71" y="126"/>
                      <a:pt x="68" y="123"/>
                      <a:pt x="64" y="122"/>
                    </a:cubicBezTo>
                    <a:cubicBezTo>
                      <a:pt x="59" y="121"/>
                      <a:pt x="54" y="122"/>
                      <a:pt x="47" y="124"/>
                    </a:cubicBezTo>
                    <a:cubicBezTo>
                      <a:pt x="40" y="126"/>
                      <a:pt x="34" y="129"/>
                      <a:pt x="31" y="132"/>
                    </a:cubicBezTo>
                    <a:cubicBezTo>
                      <a:pt x="28" y="136"/>
                      <a:pt x="27" y="140"/>
                      <a:pt x="29" y="144"/>
                    </a:cubicBezTo>
                    <a:cubicBezTo>
                      <a:pt x="30" y="146"/>
                      <a:pt x="31" y="149"/>
                      <a:pt x="34" y="151"/>
                    </a:cubicBezTo>
                    <a:cubicBezTo>
                      <a:pt x="36" y="153"/>
                      <a:pt x="39" y="154"/>
                      <a:pt x="42" y="155"/>
                    </a:cubicBezTo>
                    <a:cubicBezTo>
                      <a:pt x="41" y="158"/>
                      <a:pt x="41" y="158"/>
                      <a:pt x="41" y="158"/>
                    </a:cubicBezTo>
                    <a:close/>
                    <a:moveTo>
                      <a:pt x="60" y="193"/>
                    </a:moveTo>
                    <a:cubicBezTo>
                      <a:pt x="73" y="185"/>
                      <a:pt x="73" y="185"/>
                      <a:pt x="73" y="185"/>
                    </a:cubicBezTo>
                    <a:cubicBezTo>
                      <a:pt x="81" y="198"/>
                      <a:pt x="81" y="198"/>
                      <a:pt x="81" y="198"/>
                    </a:cubicBezTo>
                    <a:cubicBezTo>
                      <a:pt x="68" y="207"/>
                      <a:pt x="68" y="207"/>
                      <a:pt x="68" y="207"/>
                    </a:cubicBezTo>
                    <a:cubicBezTo>
                      <a:pt x="66" y="208"/>
                      <a:pt x="64" y="208"/>
                      <a:pt x="63" y="208"/>
                    </a:cubicBezTo>
                    <a:cubicBezTo>
                      <a:pt x="61" y="208"/>
                      <a:pt x="60" y="207"/>
                      <a:pt x="59" y="205"/>
                    </a:cubicBezTo>
                    <a:cubicBezTo>
                      <a:pt x="57" y="206"/>
                      <a:pt x="57" y="206"/>
                      <a:pt x="57" y="206"/>
                    </a:cubicBezTo>
                    <a:cubicBezTo>
                      <a:pt x="72" y="231"/>
                      <a:pt x="72" y="231"/>
                      <a:pt x="72" y="231"/>
                    </a:cubicBezTo>
                    <a:cubicBezTo>
                      <a:pt x="74" y="230"/>
                      <a:pt x="74" y="230"/>
                      <a:pt x="74" y="230"/>
                    </a:cubicBezTo>
                    <a:cubicBezTo>
                      <a:pt x="73" y="228"/>
                      <a:pt x="72" y="226"/>
                      <a:pt x="73" y="224"/>
                    </a:cubicBezTo>
                    <a:cubicBezTo>
                      <a:pt x="73" y="223"/>
                      <a:pt x="75" y="222"/>
                      <a:pt x="77" y="220"/>
                    </a:cubicBezTo>
                    <a:cubicBezTo>
                      <a:pt x="105" y="203"/>
                      <a:pt x="105" y="203"/>
                      <a:pt x="105" y="203"/>
                    </a:cubicBezTo>
                    <a:cubicBezTo>
                      <a:pt x="107" y="201"/>
                      <a:pt x="109" y="201"/>
                      <a:pt x="110" y="201"/>
                    </a:cubicBezTo>
                    <a:cubicBezTo>
                      <a:pt x="112" y="201"/>
                      <a:pt x="113" y="202"/>
                      <a:pt x="114" y="204"/>
                    </a:cubicBezTo>
                    <a:cubicBezTo>
                      <a:pt x="116" y="203"/>
                      <a:pt x="116" y="203"/>
                      <a:pt x="116" y="203"/>
                    </a:cubicBezTo>
                    <a:cubicBezTo>
                      <a:pt x="101" y="179"/>
                      <a:pt x="101" y="179"/>
                      <a:pt x="101" y="179"/>
                    </a:cubicBezTo>
                    <a:cubicBezTo>
                      <a:pt x="99" y="180"/>
                      <a:pt x="99" y="180"/>
                      <a:pt x="99" y="180"/>
                    </a:cubicBezTo>
                    <a:cubicBezTo>
                      <a:pt x="100" y="182"/>
                      <a:pt x="101" y="183"/>
                      <a:pt x="100" y="185"/>
                    </a:cubicBezTo>
                    <a:cubicBezTo>
                      <a:pt x="100" y="186"/>
                      <a:pt x="98" y="188"/>
                      <a:pt x="96" y="189"/>
                    </a:cubicBezTo>
                    <a:cubicBezTo>
                      <a:pt x="85" y="196"/>
                      <a:pt x="85" y="196"/>
                      <a:pt x="85" y="196"/>
                    </a:cubicBezTo>
                    <a:cubicBezTo>
                      <a:pt x="76" y="183"/>
                      <a:pt x="76" y="183"/>
                      <a:pt x="76" y="183"/>
                    </a:cubicBezTo>
                    <a:cubicBezTo>
                      <a:pt x="88" y="176"/>
                      <a:pt x="88" y="176"/>
                      <a:pt x="88" y="176"/>
                    </a:cubicBezTo>
                    <a:cubicBezTo>
                      <a:pt x="90" y="174"/>
                      <a:pt x="92" y="174"/>
                      <a:pt x="93" y="174"/>
                    </a:cubicBezTo>
                    <a:cubicBezTo>
                      <a:pt x="95" y="174"/>
                      <a:pt x="96" y="175"/>
                      <a:pt x="98" y="177"/>
                    </a:cubicBezTo>
                    <a:cubicBezTo>
                      <a:pt x="99" y="176"/>
                      <a:pt x="99" y="176"/>
                      <a:pt x="99" y="176"/>
                    </a:cubicBezTo>
                    <a:cubicBezTo>
                      <a:pt x="84" y="152"/>
                      <a:pt x="84" y="152"/>
                      <a:pt x="84" y="152"/>
                    </a:cubicBezTo>
                    <a:cubicBezTo>
                      <a:pt x="82" y="153"/>
                      <a:pt x="82" y="153"/>
                      <a:pt x="82" y="153"/>
                    </a:cubicBezTo>
                    <a:cubicBezTo>
                      <a:pt x="83" y="155"/>
                      <a:pt x="84" y="157"/>
                      <a:pt x="83" y="158"/>
                    </a:cubicBezTo>
                    <a:cubicBezTo>
                      <a:pt x="83" y="159"/>
                      <a:pt x="82" y="161"/>
                      <a:pt x="79" y="162"/>
                    </a:cubicBezTo>
                    <a:cubicBezTo>
                      <a:pt x="52" y="180"/>
                      <a:pt x="52" y="180"/>
                      <a:pt x="52" y="180"/>
                    </a:cubicBezTo>
                    <a:cubicBezTo>
                      <a:pt x="49" y="181"/>
                      <a:pt x="47" y="182"/>
                      <a:pt x="46" y="181"/>
                    </a:cubicBezTo>
                    <a:cubicBezTo>
                      <a:pt x="44" y="181"/>
                      <a:pt x="43" y="180"/>
                      <a:pt x="42" y="178"/>
                    </a:cubicBezTo>
                    <a:cubicBezTo>
                      <a:pt x="40" y="179"/>
                      <a:pt x="40" y="179"/>
                      <a:pt x="40" y="179"/>
                    </a:cubicBezTo>
                    <a:cubicBezTo>
                      <a:pt x="56" y="204"/>
                      <a:pt x="56" y="204"/>
                      <a:pt x="56" y="204"/>
                    </a:cubicBezTo>
                    <a:cubicBezTo>
                      <a:pt x="57" y="203"/>
                      <a:pt x="57" y="203"/>
                      <a:pt x="57" y="203"/>
                    </a:cubicBezTo>
                    <a:cubicBezTo>
                      <a:pt x="56" y="201"/>
                      <a:pt x="56" y="199"/>
                      <a:pt x="56" y="197"/>
                    </a:cubicBezTo>
                    <a:cubicBezTo>
                      <a:pt x="56" y="196"/>
                      <a:pt x="58" y="195"/>
                      <a:pt x="60" y="193"/>
                    </a:cubicBezTo>
                    <a:cubicBezTo>
                      <a:pt x="60" y="193"/>
                      <a:pt x="60" y="193"/>
                      <a:pt x="60" y="193"/>
                    </a:cubicBezTo>
                    <a:close/>
                    <a:moveTo>
                      <a:pt x="129" y="265"/>
                    </a:moveTo>
                    <a:cubicBezTo>
                      <a:pt x="146" y="249"/>
                      <a:pt x="146" y="249"/>
                      <a:pt x="146" y="249"/>
                    </a:cubicBezTo>
                    <a:cubicBezTo>
                      <a:pt x="148" y="247"/>
                      <a:pt x="149" y="245"/>
                      <a:pt x="149" y="244"/>
                    </a:cubicBezTo>
                    <a:cubicBezTo>
                      <a:pt x="150" y="242"/>
                      <a:pt x="149" y="241"/>
                      <a:pt x="147" y="239"/>
                    </a:cubicBezTo>
                    <a:cubicBezTo>
                      <a:pt x="149" y="238"/>
                      <a:pt x="149" y="238"/>
                      <a:pt x="149" y="238"/>
                    </a:cubicBezTo>
                    <a:cubicBezTo>
                      <a:pt x="160" y="250"/>
                      <a:pt x="160" y="250"/>
                      <a:pt x="160" y="250"/>
                    </a:cubicBezTo>
                    <a:cubicBezTo>
                      <a:pt x="159" y="251"/>
                      <a:pt x="159" y="251"/>
                      <a:pt x="159" y="251"/>
                    </a:cubicBezTo>
                    <a:cubicBezTo>
                      <a:pt x="157" y="249"/>
                      <a:pt x="155" y="248"/>
                      <a:pt x="154" y="248"/>
                    </a:cubicBezTo>
                    <a:cubicBezTo>
                      <a:pt x="152" y="248"/>
                      <a:pt x="151" y="249"/>
                      <a:pt x="149" y="251"/>
                    </a:cubicBezTo>
                    <a:cubicBezTo>
                      <a:pt x="132" y="267"/>
                      <a:pt x="132" y="267"/>
                      <a:pt x="132" y="267"/>
                    </a:cubicBezTo>
                    <a:cubicBezTo>
                      <a:pt x="129" y="270"/>
                      <a:pt x="127" y="271"/>
                      <a:pt x="125" y="272"/>
                    </a:cubicBezTo>
                    <a:cubicBezTo>
                      <a:pt x="123" y="273"/>
                      <a:pt x="121" y="274"/>
                      <a:pt x="119" y="274"/>
                    </a:cubicBezTo>
                    <a:cubicBezTo>
                      <a:pt x="116" y="274"/>
                      <a:pt x="114" y="273"/>
                      <a:pt x="111" y="272"/>
                    </a:cubicBezTo>
                    <a:cubicBezTo>
                      <a:pt x="108" y="270"/>
                      <a:pt x="105" y="268"/>
                      <a:pt x="103" y="265"/>
                    </a:cubicBezTo>
                    <a:cubicBezTo>
                      <a:pt x="98" y="260"/>
                      <a:pt x="96" y="256"/>
                      <a:pt x="96" y="251"/>
                    </a:cubicBezTo>
                    <a:cubicBezTo>
                      <a:pt x="96" y="246"/>
                      <a:pt x="98" y="242"/>
                      <a:pt x="103" y="238"/>
                    </a:cubicBezTo>
                    <a:cubicBezTo>
                      <a:pt x="121" y="221"/>
                      <a:pt x="121" y="221"/>
                      <a:pt x="121" y="221"/>
                    </a:cubicBezTo>
                    <a:cubicBezTo>
                      <a:pt x="122" y="219"/>
                      <a:pt x="123" y="217"/>
                      <a:pt x="124" y="216"/>
                    </a:cubicBezTo>
                    <a:cubicBezTo>
                      <a:pt x="124" y="215"/>
                      <a:pt x="123" y="213"/>
                      <a:pt x="121" y="211"/>
                    </a:cubicBezTo>
                    <a:cubicBezTo>
                      <a:pt x="123" y="210"/>
                      <a:pt x="123" y="210"/>
                      <a:pt x="123" y="210"/>
                    </a:cubicBezTo>
                    <a:cubicBezTo>
                      <a:pt x="143" y="231"/>
                      <a:pt x="143" y="231"/>
                      <a:pt x="143" y="231"/>
                    </a:cubicBezTo>
                    <a:cubicBezTo>
                      <a:pt x="141" y="232"/>
                      <a:pt x="141" y="232"/>
                      <a:pt x="141" y="232"/>
                    </a:cubicBezTo>
                    <a:cubicBezTo>
                      <a:pt x="140" y="231"/>
                      <a:pt x="138" y="230"/>
                      <a:pt x="137" y="230"/>
                    </a:cubicBezTo>
                    <a:cubicBezTo>
                      <a:pt x="135" y="230"/>
                      <a:pt x="133" y="231"/>
                      <a:pt x="131" y="233"/>
                    </a:cubicBezTo>
                    <a:cubicBezTo>
                      <a:pt x="111" y="252"/>
                      <a:pt x="111" y="252"/>
                      <a:pt x="111" y="252"/>
                    </a:cubicBezTo>
                    <a:cubicBezTo>
                      <a:pt x="108" y="254"/>
                      <a:pt x="106" y="257"/>
                      <a:pt x="106" y="259"/>
                    </a:cubicBezTo>
                    <a:cubicBezTo>
                      <a:pt x="106" y="262"/>
                      <a:pt x="107" y="264"/>
                      <a:pt x="109" y="267"/>
                    </a:cubicBezTo>
                    <a:cubicBezTo>
                      <a:pt x="112" y="270"/>
                      <a:pt x="115" y="271"/>
                      <a:pt x="118" y="271"/>
                    </a:cubicBezTo>
                    <a:cubicBezTo>
                      <a:pt x="122" y="270"/>
                      <a:pt x="125" y="268"/>
                      <a:pt x="129" y="265"/>
                    </a:cubicBezTo>
                    <a:cubicBezTo>
                      <a:pt x="129" y="265"/>
                      <a:pt x="129" y="265"/>
                      <a:pt x="129" y="265"/>
                    </a:cubicBezTo>
                    <a:close/>
                    <a:moveTo>
                      <a:pt x="146" y="291"/>
                    </a:moveTo>
                    <a:cubicBezTo>
                      <a:pt x="153" y="287"/>
                      <a:pt x="153" y="287"/>
                      <a:pt x="153" y="287"/>
                    </a:cubicBezTo>
                    <a:cubicBezTo>
                      <a:pt x="164" y="295"/>
                      <a:pt x="164" y="295"/>
                      <a:pt x="164" y="295"/>
                    </a:cubicBezTo>
                    <a:cubicBezTo>
                      <a:pt x="161" y="304"/>
                      <a:pt x="161" y="304"/>
                      <a:pt x="161" y="304"/>
                    </a:cubicBezTo>
                    <a:cubicBezTo>
                      <a:pt x="161" y="305"/>
                      <a:pt x="161" y="305"/>
                      <a:pt x="160" y="305"/>
                    </a:cubicBezTo>
                    <a:cubicBezTo>
                      <a:pt x="160" y="306"/>
                      <a:pt x="160" y="306"/>
                      <a:pt x="160" y="306"/>
                    </a:cubicBezTo>
                    <a:cubicBezTo>
                      <a:pt x="159" y="307"/>
                      <a:pt x="158" y="308"/>
                      <a:pt x="158" y="308"/>
                    </a:cubicBezTo>
                    <a:cubicBezTo>
                      <a:pt x="157" y="307"/>
                      <a:pt x="155" y="307"/>
                      <a:pt x="153" y="305"/>
                    </a:cubicBezTo>
                    <a:cubicBezTo>
                      <a:pt x="152" y="307"/>
                      <a:pt x="152" y="307"/>
                      <a:pt x="152" y="307"/>
                    </a:cubicBezTo>
                    <a:cubicBezTo>
                      <a:pt x="174" y="322"/>
                      <a:pt x="174" y="322"/>
                      <a:pt x="174" y="322"/>
                    </a:cubicBezTo>
                    <a:cubicBezTo>
                      <a:pt x="175" y="321"/>
                      <a:pt x="175" y="321"/>
                      <a:pt x="175" y="321"/>
                    </a:cubicBezTo>
                    <a:cubicBezTo>
                      <a:pt x="174" y="320"/>
                      <a:pt x="174" y="320"/>
                      <a:pt x="173" y="319"/>
                    </a:cubicBezTo>
                    <a:cubicBezTo>
                      <a:pt x="173" y="318"/>
                      <a:pt x="173" y="316"/>
                      <a:pt x="174" y="315"/>
                    </a:cubicBezTo>
                    <a:cubicBezTo>
                      <a:pt x="186" y="268"/>
                      <a:pt x="186" y="268"/>
                      <a:pt x="186" y="268"/>
                    </a:cubicBezTo>
                    <a:cubicBezTo>
                      <a:pt x="181" y="264"/>
                      <a:pt x="181" y="264"/>
                      <a:pt x="181" y="264"/>
                    </a:cubicBezTo>
                    <a:cubicBezTo>
                      <a:pt x="141" y="290"/>
                      <a:pt x="141" y="290"/>
                      <a:pt x="141" y="290"/>
                    </a:cubicBezTo>
                    <a:cubicBezTo>
                      <a:pt x="139" y="291"/>
                      <a:pt x="138" y="291"/>
                      <a:pt x="137" y="292"/>
                    </a:cubicBezTo>
                    <a:cubicBezTo>
                      <a:pt x="135" y="292"/>
                      <a:pt x="134" y="291"/>
                      <a:pt x="133" y="291"/>
                    </a:cubicBezTo>
                    <a:cubicBezTo>
                      <a:pt x="132" y="292"/>
                      <a:pt x="132" y="292"/>
                      <a:pt x="132" y="292"/>
                    </a:cubicBezTo>
                    <a:cubicBezTo>
                      <a:pt x="145" y="301"/>
                      <a:pt x="145" y="301"/>
                      <a:pt x="145" y="301"/>
                    </a:cubicBezTo>
                    <a:cubicBezTo>
                      <a:pt x="146" y="300"/>
                      <a:pt x="146" y="300"/>
                      <a:pt x="146" y="300"/>
                    </a:cubicBezTo>
                    <a:cubicBezTo>
                      <a:pt x="145" y="299"/>
                      <a:pt x="145" y="299"/>
                      <a:pt x="145" y="299"/>
                    </a:cubicBezTo>
                    <a:cubicBezTo>
                      <a:pt x="144" y="298"/>
                      <a:pt x="143" y="297"/>
                      <a:pt x="143" y="296"/>
                    </a:cubicBezTo>
                    <a:cubicBezTo>
                      <a:pt x="142" y="295"/>
                      <a:pt x="143" y="294"/>
                      <a:pt x="143" y="293"/>
                    </a:cubicBezTo>
                    <a:cubicBezTo>
                      <a:pt x="144" y="293"/>
                      <a:pt x="144" y="293"/>
                      <a:pt x="144" y="292"/>
                    </a:cubicBezTo>
                    <a:cubicBezTo>
                      <a:pt x="145" y="292"/>
                      <a:pt x="145" y="292"/>
                      <a:pt x="146" y="291"/>
                    </a:cubicBezTo>
                    <a:cubicBezTo>
                      <a:pt x="146" y="291"/>
                      <a:pt x="146" y="291"/>
                      <a:pt x="146" y="291"/>
                    </a:cubicBezTo>
                    <a:close/>
                    <a:moveTo>
                      <a:pt x="156" y="285"/>
                    </a:moveTo>
                    <a:cubicBezTo>
                      <a:pt x="169" y="276"/>
                      <a:pt x="169" y="276"/>
                      <a:pt x="169" y="276"/>
                    </a:cubicBezTo>
                    <a:cubicBezTo>
                      <a:pt x="164" y="291"/>
                      <a:pt x="164" y="291"/>
                      <a:pt x="164" y="291"/>
                    </a:cubicBezTo>
                    <a:cubicBezTo>
                      <a:pt x="156" y="285"/>
                      <a:pt x="156" y="285"/>
                      <a:pt x="156" y="285"/>
                    </a:cubicBezTo>
                    <a:close/>
                    <a:moveTo>
                      <a:pt x="213" y="294"/>
                    </a:moveTo>
                    <a:cubicBezTo>
                      <a:pt x="214" y="292"/>
                      <a:pt x="214" y="290"/>
                      <a:pt x="214" y="288"/>
                    </a:cubicBezTo>
                    <a:cubicBezTo>
                      <a:pt x="213" y="287"/>
                      <a:pt x="212" y="286"/>
                      <a:pt x="210" y="285"/>
                    </a:cubicBezTo>
                    <a:cubicBezTo>
                      <a:pt x="211" y="283"/>
                      <a:pt x="211" y="283"/>
                      <a:pt x="211" y="283"/>
                    </a:cubicBezTo>
                    <a:cubicBezTo>
                      <a:pt x="230" y="292"/>
                      <a:pt x="230" y="292"/>
                      <a:pt x="230" y="292"/>
                    </a:cubicBezTo>
                    <a:cubicBezTo>
                      <a:pt x="239" y="329"/>
                      <a:pt x="239" y="329"/>
                      <a:pt x="239" y="329"/>
                    </a:cubicBezTo>
                    <a:cubicBezTo>
                      <a:pt x="248" y="311"/>
                      <a:pt x="248" y="311"/>
                      <a:pt x="248" y="311"/>
                    </a:cubicBezTo>
                    <a:cubicBezTo>
                      <a:pt x="249" y="308"/>
                      <a:pt x="250" y="306"/>
                      <a:pt x="249" y="305"/>
                    </a:cubicBezTo>
                    <a:cubicBezTo>
                      <a:pt x="249" y="304"/>
                      <a:pt x="248" y="302"/>
                      <a:pt x="245" y="301"/>
                    </a:cubicBezTo>
                    <a:cubicBezTo>
                      <a:pt x="246" y="299"/>
                      <a:pt x="246" y="299"/>
                      <a:pt x="246" y="299"/>
                    </a:cubicBezTo>
                    <a:cubicBezTo>
                      <a:pt x="261" y="306"/>
                      <a:pt x="261" y="306"/>
                      <a:pt x="261" y="306"/>
                    </a:cubicBezTo>
                    <a:cubicBezTo>
                      <a:pt x="260" y="308"/>
                      <a:pt x="260" y="308"/>
                      <a:pt x="260" y="308"/>
                    </a:cubicBezTo>
                    <a:cubicBezTo>
                      <a:pt x="258" y="307"/>
                      <a:pt x="256" y="307"/>
                      <a:pt x="255" y="308"/>
                    </a:cubicBezTo>
                    <a:cubicBezTo>
                      <a:pt x="254" y="308"/>
                      <a:pt x="252" y="310"/>
                      <a:pt x="251" y="312"/>
                    </a:cubicBezTo>
                    <a:cubicBezTo>
                      <a:pt x="234" y="350"/>
                      <a:pt x="234" y="350"/>
                      <a:pt x="234" y="350"/>
                    </a:cubicBezTo>
                    <a:cubicBezTo>
                      <a:pt x="228" y="348"/>
                      <a:pt x="228" y="348"/>
                      <a:pt x="228" y="348"/>
                    </a:cubicBezTo>
                    <a:cubicBezTo>
                      <a:pt x="215" y="297"/>
                      <a:pt x="215" y="297"/>
                      <a:pt x="215" y="297"/>
                    </a:cubicBezTo>
                    <a:cubicBezTo>
                      <a:pt x="202" y="325"/>
                      <a:pt x="202" y="325"/>
                      <a:pt x="202" y="325"/>
                    </a:cubicBezTo>
                    <a:cubicBezTo>
                      <a:pt x="201" y="328"/>
                      <a:pt x="200" y="330"/>
                      <a:pt x="201" y="331"/>
                    </a:cubicBezTo>
                    <a:cubicBezTo>
                      <a:pt x="201" y="332"/>
                      <a:pt x="203" y="334"/>
                      <a:pt x="205" y="335"/>
                    </a:cubicBezTo>
                    <a:cubicBezTo>
                      <a:pt x="204" y="337"/>
                      <a:pt x="204" y="337"/>
                      <a:pt x="204" y="337"/>
                    </a:cubicBezTo>
                    <a:cubicBezTo>
                      <a:pt x="189" y="329"/>
                      <a:pt x="189" y="329"/>
                      <a:pt x="189" y="329"/>
                    </a:cubicBezTo>
                    <a:cubicBezTo>
                      <a:pt x="190" y="328"/>
                      <a:pt x="190" y="328"/>
                      <a:pt x="190" y="328"/>
                    </a:cubicBezTo>
                    <a:cubicBezTo>
                      <a:pt x="192" y="329"/>
                      <a:pt x="194" y="329"/>
                      <a:pt x="195" y="328"/>
                    </a:cubicBezTo>
                    <a:cubicBezTo>
                      <a:pt x="196" y="328"/>
                      <a:pt x="198" y="326"/>
                      <a:pt x="199" y="324"/>
                    </a:cubicBezTo>
                    <a:cubicBezTo>
                      <a:pt x="213" y="294"/>
                      <a:pt x="213" y="294"/>
                      <a:pt x="213" y="294"/>
                    </a:cubicBezTo>
                    <a:close/>
                    <a:moveTo>
                      <a:pt x="340" y="352"/>
                    </a:moveTo>
                    <a:cubicBezTo>
                      <a:pt x="342" y="329"/>
                      <a:pt x="342" y="329"/>
                      <a:pt x="342" y="329"/>
                    </a:cubicBezTo>
                    <a:cubicBezTo>
                      <a:pt x="342" y="326"/>
                      <a:pt x="342" y="324"/>
                      <a:pt x="341" y="323"/>
                    </a:cubicBezTo>
                    <a:cubicBezTo>
                      <a:pt x="340" y="322"/>
                      <a:pt x="339" y="321"/>
                      <a:pt x="336" y="321"/>
                    </a:cubicBezTo>
                    <a:cubicBezTo>
                      <a:pt x="337" y="319"/>
                      <a:pt x="337" y="319"/>
                      <a:pt x="337" y="319"/>
                    </a:cubicBezTo>
                    <a:cubicBezTo>
                      <a:pt x="353" y="320"/>
                      <a:pt x="353" y="320"/>
                      <a:pt x="353" y="320"/>
                    </a:cubicBezTo>
                    <a:cubicBezTo>
                      <a:pt x="353" y="322"/>
                      <a:pt x="353" y="322"/>
                      <a:pt x="353" y="322"/>
                    </a:cubicBezTo>
                    <a:cubicBezTo>
                      <a:pt x="351" y="322"/>
                      <a:pt x="349" y="323"/>
                      <a:pt x="348" y="324"/>
                    </a:cubicBezTo>
                    <a:cubicBezTo>
                      <a:pt x="347" y="325"/>
                      <a:pt x="346" y="327"/>
                      <a:pt x="346" y="329"/>
                    </a:cubicBezTo>
                    <a:cubicBezTo>
                      <a:pt x="344" y="352"/>
                      <a:pt x="344" y="352"/>
                      <a:pt x="344" y="352"/>
                    </a:cubicBezTo>
                    <a:cubicBezTo>
                      <a:pt x="343" y="356"/>
                      <a:pt x="343" y="359"/>
                      <a:pt x="342" y="361"/>
                    </a:cubicBezTo>
                    <a:cubicBezTo>
                      <a:pt x="341" y="363"/>
                      <a:pt x="340" y="364"/>
                      <a:pt x="339" y="366"/>
                    </a:cubicBezTo>
                    <a:cubicBezTo>
                      <a:pt x="337" y="368"/>
                      <a:pt x="334" y="369"/>
                      <a:pt x="331" y="370"/>
                    </a:cubicBezTo>
                    <a:cubicBezTo>
                      <a:pt x="328" y="371"/>
                      <a:pt x="325" y="371"/>
                      <a:pt x="321" y="371"/>
                    </a:cubicBezTo>
                    <a:cubicBezTo>
                      <a:pt x="314" y="370"/>
                      <a:pt x="309" y="368"/>
                      <a:pt x="306" y="365"/>
                    </a:cubicBezTo>
                    <a:cubicBezTo>
                      <a:pt x="303" y="361"/>
                      <a:pt x="302" y="356"/>
                      <a:pt x="302" y="350"/>
                    </a:cubicBezTo>
                    <a:cubicBezTo>
                      <a:pt x="304" y="326"/>
                      <a:pt x="304" y="326"/>
                      <a:pt x="304" y="326"/>
                    </a:cubicBezTo>
                    <a:cubicBezTo>
                      <a:pt x="305" y="323"/>
                      <a:pt x="304" y="321"/>
                      <a:pt x="303" y="320"/>
                    </a:cubicBezTo>
                    <a:cubicBezTo>
                      <a:pt x="303" y="319"/>
                      <a:pt x="301" y="318"/>
                      <a:pt x="299" y="318"/>
                    </a:cubicBezTo>
                    <a:cubicBezTo>
                      <a:pt x="299" y="316"/>
                      <a:pt x="299" y="316"/>
                      <a:pt x="299" y="316"/>
                    </a:cubicBezTo>
                    <a:cubicBezTo>
                      <a:pt x="328" y="318"/>
                      <a:pt x="328" y="318"/>
                      <a:pt x="328" y="318"/>
                    </a:cubicBezTo>
                    <a:cubicBezTo>
                      <a:pt x="328" y="320"/>
                      <a:pt x="328" y="320"/>
                      <a:pt x="328" y="320"/>
                    </a:cubicBezTo>
                    <a:cubicBezTo>
                      <a:pt x="325" y="320"/>
                      <a:pt x="323" y="321"/>
                      <a:pt x="322" y="322"/>
                    </a:cubicBezTo>
                    <a:cubicBezTo>
                      <a:pt x="321" y="323"/>
                      <a:pt x="321" y="324"/>
                      <a:pt x="320" y="327"/>
                    </a:cubicBezTo>
                    <a:cubicBezTo>
                      <a:pt x="318" y="355"/>
                      <a:pt x="318" y="355"/>
                      <a:pt x="318" y="355"/>
                    </a:cubicBezTo>
                    <a:cubicBezTo>
                      <a:pt x="318" y="359"/>
                      <a:pt x="318" y="362"/>
                      <a:pt x="320" y="364"/>
                    </a:cubicBezTo>
                    <a:cubicBezTo>
                      <a:pt x="321" y="366"/>
                      <a:pt x="323" y="367"/>
                      <a:pt x="327" y="367"/>
                    </a:cubicBezTo>
                    <a:cubicBezTo>
                      <a:pt x="331" y="367"/>
                      <a:pt x="334" y="366"/>
                      <a:pt x="336" y="364"/>
                    </a:cubicBezTo>
                    <a:cubicBezTo>
                      <a:pt x="338" y="361"/>
                      <a:pt x="340" y="358"/>
                      <a:pt x="340" y="352"/>
                    </a:cubicBezTo>
                    <a:cubicBezTo>
                      <a:pt x="340" y="352"/>
                      <a:pt x="340" y="352"/>
                      <a:pt x="340" y="352"/>
                    </a:cubicBezTo>
                    <a:close/>
                    <a:moveTo>
                      <a:pt x="368" y="329"/>
                    </a:moveTo>
                    <a:cubicBezTo>
                      <a:pt x="368" y="327"/>
                      <a:pt x="367" y="325"/>
                      <a:pt x="366" y="324"/>
                    </a:cubicBezTo>
                    <a:cubicBezTo>
                      <a:pt x="365" y="323"/>
                      <a:pt x="363" y="323"/>
                      <a:pt x="361" y="323"/>
                    </a:cubicBezTo>
                    <a:cubicBezTo>
                      <a:pt x="360" y="321"/>
                      <a:pt x="360" y="321"/>
                      <a:pt x="360" y="321"/>
                    </a:cubicBezTo>
                    <a:cubicBezTo>
                      <a:pt x="382" y="318"/>
                      <a:pt x="382" y="318"/>
                      <a:pt x="382" y="318"/>
                    </a:cubicBezTo>
                    <a:cubicBezTo>
                      <a:pt x="410" y="344"/>
                      <a:pt x="410" y="344"/>
                      <a:pt x="410" y="344"/>
                    </a:cubicBezTo>
                    <a:cubicBezTo>
                      <a:pt x="407" y="324"/>
                      <a:pt x="407" y="324"/>
                      <a:pt x="407" y="324"/>
                    </a:cubicBezTo>
                    <a:cubicBezTo>
                      <a:pt x="407" y="321"/>
                      <a:pt x="406" y="320"/>
                      <a:pt x="405" y="319"/>
                    </a:cubicBezTo>
                    <a:cubicBezTo>
                      <a:pt x="404" y="318"/>
                      <a:pt x="402" y="317"/>
                      <a:pt x="400" y="317"/>
                    </a:cubicBezTo>
                    <a:cubicBezTo>
                      <a:pt x="399" y="316"/>
                      <a:pt x="399" y="316"/>
                      <a:pt x="399" y="316"/>
                    </a:cubicBezTo>
                    <a:cubicBezTo>
                      <a:pt x="416" y="313"/>
                      <a:pt x="416" y="313"/>
                      <a:pt x="416" y="313"/>
                    </a:cubicBezTo>
                    <a:cubicBezTo>
                      <a:pt x="416" y="315"/>
                      <a:pt x="416" y="315"/>
                      <a:pt x="416" y="315"/>
                    </a:cubicBezTo>
                    <a:cubicBezTo>
                      <a:pt x="414" y="316"/>
                      <a:pt x="412" y="316"/>
                      <a:pt x="411" y="318"/>
                    </a:cubicBezTo>
                    <a:cubicBezTo>
                      <a:pt x="410" y="319"/>
                      <a:pt x="410" y="321"/>
                      <a:pt x="411" y="323"/>
                    </a:cubicBezTo>
                    <a:cubicBezTo>
                      <a:pt x="416" y="365"/>
                      <a:pt x="416" y="365"/>
                      <a:pt x="416" y="365"/>
                    </a:cubicBezTo>
                    <a:cubicBezTo>
                      <a:pt x="411" y="366"/>
                      <a:pt x="411" y="366"/>
                      <a:pt x="411" y="366"/>
                    </a:cubicBezTo>
                    <a:cubicBezTo>
                      <a:pt x="372" y="330"/>
                      <a:pt x="372" y="330"/>
                      <a:pt x="372" y="330"/>
                    </a:cubicBezTo>
                    <a:cubicBezTo>
                      <a:pt x="376" y="361"/>
                      <a:pt x="376" y="361"/>
                      <a:pt x="376" y="361"/>
                    </a:cubicBezTo>
                    <a:cubicBezTo>
                      <a:pt x="377" y="364"/>
                      <a:pt x="377" y="366"/>
                      <a:pt x="379" y="367"/>
                    </a:cubicBezTo>
                    <a:cubicBezTo>
                      <a:pt x="380" y="368"/>
                      <a:pt x="381" y="368"/>
                      <a:pt x="384" y="368"/>
                    </a:cubicBezTo>
                    <a:cubicBezTo>
                      <a:pt x="384" y="370"/>
                      <a:pt x="384" y="370"/>
                      <a:pt x="384" y="370"/>
                    </a:cubicBezTo>
                    <a:cubicBezTo>
                      <a:pt x="368" y="372"/>
                      <a:pt x="368" y="372"/>
                      <a:pt x="368" y="372"/>
                    </a:cubicBezTo>
                    <a:cubicBezTo>
                      <a:pt x="367" y="370"/>
                      <a:pt x="367" y="370"/>
                      <a:pt x="367" y="370"/>
                    </a:cubicBezTo>
                    <a:cubicBezTo>
                      <a:pt x="370" y="370"/>
                      <a:pt x="371" y="369"/>
                      <a:pt x="372" y="368"/>
                    </a:cubicBezTo>
                    <a:cubicBezTo>
                      <a:pt x="373" y="366"/>
                      <a:pt x="373" y="364"/>
                      <a:pt x="373" y="362"/>
                    </a:cubicBezTo>
                    <a:cubicBezTo>
                      <a:pt x="368" y="329"/>
                      <a:pt x="368" y="329"/>
                      <a:pt x="368" y="329"/>
                    </a:cubicBezTo>
                    <a:close/>
                    <a:moveTo>
                      <a:pt x="461" y="345"/>
                    </a:moveTo>
                    <a:cubicBezTo>
                      <a:pt x="462" y="348"/>
                      <a:pt x="463" y="349"/>
                      <a:pt x="464" y="350"/>
                    </a:cubicBezTo>
                    <a:cubicBezTo>
                      <a:pt x="465" y="351"/>
                      <a:pt x="467" y="351"/>
                      <a:pt x="469" y="351"/>
                    </a:cubicBezTo>
                    <a:cubicBezTo>
                      <a:pt x="470" y="352"/>
                      <a:pt x="470" y="352"/>
                      <a:pt x="470" y="352"/>
                    </a:cubicBezTo>
                    <a:cubicBezTo>
                      <a:pt x="442" y="360"/>
                      <a:pt x="442" y="360"/>
                      <a:pt x="442" y="360"/>
                    </a:cubicBezTo>
                    <a:cubicBezTo>
                      <a:pt x="441" y="359"/>
                      <a:pt x="441" y="359"/>
                      <a:pt x="441" y="359"/>
                    </a:cubicBezTo>
                    <a:cubicBezTo>
                      <a:pt x="444" y="358"/>
                      <a:pt x="445" y="357"/>
                      <a:pt x="446" y="355"/>
                    </a:cubicBezTo>
                    <a:cubicBezTo>
                      <a:pt x="446" y="354"/>
                      <a:pt x="446" y="352"/>
                      <a:pt x="446" y="350"/>
                    </a:cubicBezTo>
                    <a:cubicBezTo>
                      <a:pt x="436" y="318"/>
                      <a:pt x="436" y="318"/>
                      <a:pt x="436" y="318"/>
                    </a:cubicBezTo>
                    <a:cubicBezTo>
                      <a:pt x="436" y="316"/>
                      <a:pt x="435" y="314"/>
                      <a:pt x="433" y="313"/>
                    </a:cubicBezTo>
                    <a:cubicBezTo>
                      <a:pt x="432" y="312"/>
                      <a:pt x="430" y="312"/>
                      <a:pt x="428" y="313"/>
                    </a:cubicBezTo>
                    <a:cubicBezTo>
                      <a:pt x="428" y="311"/>
                      <a:pt x="428" y="311"/>
                      <a:pt x="428" y="311"/>
                    </a:cubicBezTo>
                    <a:cubicBezTo>
                      <a:pt x="456" y="303"/>
                      <a:pt x="456" y="303"/>
                      <a:pt x="456" y="303"/>
                    </a:cubicBezTo>
                    <a:cubicBezTo>
                      <a:pt x="456" y="305"/>
                      <a:pt x="456" y="305"/>
                      <a:pt x="456" y="305"/>
                    </a:cubicBezTo>
                    <a:cubicBezTo>
                      <a:pt x="454" y="306"/>
                      <a:pt x="452" y="307"/>
                      <a:pt x="452" y="308"/>
                    </a:cubicBezTo>
                    <a:cubicBezTo>
                      <a:pt x="451" y="309"/>
                      <a:pt x="451" y="311"/>
                      <a:pt x="452" y="314"/>
                    </a:cubicBezTo>
                    <a:cubicBezTo>
                      <a:pt x="461" y="345"/>
                      <a:pt x="461" y="345"/>
                      <a:pt x="461" y="345"/>
                    </a:cubicBezTo>
                    <a:close/>
                    <a:moveTo>
                      <a:pt x="508" y="337"/>
                    </a:moveTo>
                    <a:cubicBezTo>
                      <a:pt x="511" y="336"/>
                      <a:pt x="511" y="336"/>
                      <a:pt x="511" y="336"/>
                    </a:cubicBezTo>
                    <a:cubicBezTo>
                      <a:pt x="507" y="287"/>
                      <a:pt x="507" y="287"/>
                      <a:pt x="507" y="287"/>
                    </a:cubicBezTo>
                    <a:cubicBezTo>
                      <a:pt x="507" y="285"/>
                      <a:pt x="507" y="284"/>
                      <a:pt x="507" y="282"/>
                    </a:cubicBezTo>
                    <a:cubicBezTo>
                      <a:pt x="508" y="281"/>
                      <a:pt x="509" y="280"/>
                      <a:pt x="510" y="279"/>
                    </a:cubicBezTo>
                    <a:cubicBezTo>
                      <a:pt x="509" y="277"/>
                      <a:pt x="509" y="277"/>
                      <a:pt x="509" y="277"/>
                    </a:cubicBezTo>
                    <a:cubicBezTo>
                      <a:pt x="495" y="285"/>
                      <a:pt x="495" y="285"/>
                      <a:pt x="495" y="285"/>
                    </a:cubicBezTo>
                    <a:cubicBezTo>
                      <a:pt x="496" y="286"/>
                      <a:pt x="496" y="286"/>
                      <a:pt x="496" y="286"/>
                    </a:cubicBezTo>
                    <a:cubicBezTo>
                      <a:pt x="498" y="286"/>
                      <a:pt x="499" y="285"/>
                      <a:pt x="500" y="285"/>
                    </a:cubicBezTo>
                    <a:cubicBezTo>
                      <a:pt x="501" y="285"/>
                      <a:pt x="502" y="286"/>
                      <a:pt x="503" y="287"/>
                    </a:cubicBezTo>
                    <a:cubicBezTo>
                      <a:pt x="503" y="287"/>
                      <a:pt x="503" y="287"/>
                      <a:pt x="503" y="288"/>
                    </a:cubicBezTo>
                    <a:cubicBezTo>
                      <a:pt x="503" y="288"/>
                      <a:pt x="503" y="289"/>
                      <a:pt x="503" y="290"/>
                    </a:cubicBezTo>
                    <a:cubicBezTo>
                      <a:pt x="506" y="316"/>
                      <a:pt x="506" y="316"/>
                      <a:pt x="506" y="316"/>
                    </a:cubicBezTo>
                    <a:cubicBezTo>
                      <a:pt x="485" y="298"/>
                      <a:pt x="485" y="298"/>
                      <a:pt x="485" y="298"/>
                    </a:cubicBezTo>
                    <a:cubicBezTo>
                      <a:pt x="484" y="297"/>
                      <a:pt x="484" y="297"/>
                      <a:pt x="484" y="297"/>
                    </a:cubicBezTo>
                    <a:cubicBezTo>
                      <a:pt x="484" y="297"/>
                      <a:pt x="484" y="296"/>
                      <a:pt x="483" y="296"/>
                    </a:cubicBezTo>
                    <a:cubicBezTo>
                      <a:pt x="483" y="295"/>
                      <a:pt x="483" y="295"/>
                      <a:pt x="483" y="294"/>
                    </a:cubicBezTo>
                    <a:cubicBezTo>
                      <a:pt x="484" y="293"/>
                      <a:pt x="485" y="292"/>
                      <a:pt x="486" y="292"/>
                    </a:cubicBezTo>
                    <a:cubicBezTo>
                      <a:pt x="486" y="291"/>
                      <a:pt x="486" y="291"/>
                      <a:pt x="486" y="291"/>
                    </a:cubicBezTo>
                    <a:cubicBezTo>
                      <a:pt x="486" y="290"/>
                      <a:pt x="486" y="290"/>
                      <a:pt x="486" y="290"/>
                    </a:cubicBezTo>
                    <a:cubicBezTo>
                      <a:pt x="462" y="302"/>
                      <a:pt x="462" y="302"/>
                      <a:pt x="462" y="302"/>
                    </a:cubicBezTo>
                    <a:cubicBezTo>
                      <a:pt x="463" y="304"/>
                      <a:pt x="463" y="304"/>
                      <a:pt x="463" y="304"/>
                    </a:cubicBezTo>
                    <a:cubicBezTo>
                      <a:pt x="464" y="303"/>
                      <a:pt x="465" y="303"/>
                      <a:pt x="467" y="303"/>
                    </a:cubicBezTo>
                    <a:cubicBezTo>
                      <a:pt x="468" y="304"/>
                      <a:pt x="469" y="305"/>
                      <a:pt x="471" y="306"/>
                    </a:cubicBezTo>
                    <a:cubicBezTo>
                      <a:pt x="508" y="337"/>
                      <a:pt x="508" y="337"/>
                      <a:pt x="508" y="337"/>
                    </a:cubicBezTo>
                    <a:close/>
                    <a:moveTo>
                      <a:pt x="547" y="316"/>
                    </a:moveTo>
                    <a:cubicBezTo>
                      <a:pt x="546" y="315"/>
                      <a:pt x="546" y="315"/>
                      <a:pt x="546" y="315"/>
                    </a:cubicBezTo>
                    <a:cubicBezTo>
                      <a:pt x="548" y="313"/>
                      <a:pt x="549" y="311"/>
                      <a:pt x="549" y="310"/>
                    </a:cubicBezTo>
                    <a:cubicBezTo>
                      <a:pt x="549" y="308"/>
                      <a:pt x="548" y="307"/>
                      <a:pt x="547" y="305"/>
                    </a:cubicBezTo>
                    <a:cubicBezTo>
                      <a:pt x="526" y="279"/>
                      <a:pt x="526" y="279"/>
                      <a:pt x="526" y="279"/>
                    </a:cubicBezTo>
                    <a:cubicBezTo>
                      <a:pt x="524" y="277"/>
                      <a:pt x="523" y="276"/>
                      <a:pt x="521" y="276"/>
                    </a:cubicBezTo>
                    <a:cubicBezTo>
                      <a:pt x="520" y="275"/>
                      <a:pt x="518" y="276"/>
                      <a:pt x="516" y="277"/>
                    </a:cubicBezTo>
                    <a:cubicBezTo>
                      <a:pt x="515" y="276"/>
                      <a:pt x="515" y="276"/>
                      <a:pt x="515" y="276"/>
                    </a:cubicBezTo>
                    <a:cubicBezTo>
                      <a:pt x="550" y="248"/>
                      <a:pt x="550" y="248"/>
                      <a:pt x="550" y="248"/>
                    </a:cubicBezTo>
                    <a:cubicBezTo>
                      <a:pt x="559" y="258"/>
                      <a:pt x="559" y="258"/>
                      <a:pt x="559" y="258"/>
                    </a:cubicBezTo>
                    <a:cubicBezTo>
                      <a:pt x="558" y="260"/>
                      <a:pt x="558" y="260"/>
                      <a:pt x="558" y="260"/>
                    </a:cubicBezTo>
                    <a:cubicBezTo>
                      <a:pt x="555" y="257"/>
                      <a:pt x="552" y="256"/>
                      <a:pt x="549" y="256"/>
                    </a:cubicBezTo>
                    <a:cubicBezTo>
                      <a:pt x="547" y="255"/>
                      <a:pt x="544" y="257"/>
                      <a:pt x="540" y="260"/>
                    </a:cubicBezTo>
                    <a:cubicBezTo>
                      <a:pt x="535" y="264"/>
                      <a:pt x="535" y="264"/>
                      <a:pt x="535" y="264"/>
                    </a:cubicBezTo>
                    <a:cubicBezTo>
                      <a:pt x="547" y="280"/>
                      <a:pt x="547" y="280"/>
                      <a:pt x="547" y="280"/>
                    </a:cubicBezTo>
                    <a:cubicBezTo>
                      <a:pt x="548" y="279"/>
                      <a:pt x="548" y="279"/>
                      <a:pt x="548" y="279"/>
                    </a:cubicBezTo>
                    <a:cubicBezTo>
                      <a:pt x="550" y="278"/>
                      <a:pt x="551" y="276"/>
                      <a:pt x="551" y="274"/>
                    </a:cubicBezTo>
                    <a:cubicBezTo>
                      <a:pt x="551" y="271"/>
                      <a:pt x="550" y="269"/>
                      <a:pt x="548" y="266"/>
                    </a:cubicBezTo>
                    <a:cubicBezTo>
                      <a:pt x="550" y="264"/>
                      <a:pt x="550" y="264"/>
                      <a:pt x="550" y="264"/>
                    </a:cubicBezTo>
                    <a:cubicBezTo>
                      <a:pt x="565" y="284"/>
                      <a:pt x="565" y="284"/>
                      <a:pt x="565" y="284"/>
                    </a:cubicBezTo>
                    <a:cubicBezTo>
                      <a:pt x="564" y="285"/>
                      <a:pt x="564" y="285"/>
                      <a:pt x="564" y="285"/>
                    </a:cubicBezTo>
                    <a:cubicBezTo>
                      <a:pt x="561" y="282"/>
                      <a:pt x="559" y="280"/>
                      <a:pt x="557" y="280"/>
                    </a:cubicBezTo>
                    <a:cubicBezTo>
                      <a:pt x="554" y="280"/>
                      <a:pt x="552" y="280"/>
                      <a:pt x="550" y="282"/>
                    </a:cubicBezTo>
                    <a:cubicBezTo>
                      <a:pt x="550" y="283"/>
                      <a:pt x="550" y="283"/>
                      <a:pt x="550" y="283"/>
                    </a:cubicBezTo>
                    <a:cubicBezTo>
                      <a:pt x="560" y="295"/>
                      <a:pt x="560" y="295"/>
                      <a:pt x="560" y="295"/>
                    </a:cubicBezTo>
                    <a:cubicBezTo>
                      <a:pt x="561" y="297"/>
                      <a:pt x="562" y="298"/>
                      <a:pt x="563" y="298"/>
                    </a:cubicBezTo>
                    <a:cubicBezTo>
                      <a:pt x="564" y="298"/>
                      <a:pt x="566" y="297"/>
                      <a:pt x="568" y="295"/>
                    </a:cubicBezTo>
                    <a:cubicBezTo>
                      <a:pt x="572" y="292"/>
                      <a:pt x="574" y="289"/>
                      <a:pt x="575" y="286"/>
                    </a:cubicBezTo>
                    <a:cubicBezTo>
                      <a:pt x="576" y="282"/>
                      <a:pt x="575" y="279"/>
                      <a:pt x="573" y="274"/>
                    </a:cubicBezTo>
                    <a:cubicBezTo>
                      <a:pt x="575" y="273"/>
                      <a:pt x="575" y="273"/>
                      <a:pt x="575" y="273"/>
                    </a:cubicBezTo>
                    <a:cubicBezTo>
                      <a:pt x="583" y="287"/>
                      <a:pt x="583" y="287"/>
                      <a:pt x="583" y="287"/>
                    </a:cubicBezTo>
                    <a:cubicBezTo>
                      <a:pt x="547" y="316"/>
                      <a:pt x="547" y="316"/>
                      <a:pt x="547" y="316"/>
                    </a:cubicBezTo>
                    <a:close/>
                    <a:moveTo>
                      <a:pt x="595" y="239"/>
                    </a:moveTo>
                    <a:cubicBezTo>
                      <a:pt x="596" y="238"/>
                      <a:pt x="596" y="238"/>
                      <a:pt x="596" y="238"/>
                    </a:cubicBezTo>
                    <a:cubicBezTo>
                      <a:pt x="598" y="236"/>
                      <a:pt x="599" y="233"/>
                      <a:pt x="599" y="231"/>
                    </a:cubicBezTo>
                    <a:cubicBezTo>
                      <a:pt x="598" y="229"/>
                      <a:pt x="597" y="226"/>
                      <a:pt x="594" y="224"/>
                    </a:cubicBezTo>
                    <a:cubicBezTo>
                      <a:pt x="591" y="221"/>
                      <a:pt x="588" y="220"/>
                      <a:pt x="586" y="220"/>
                    </a:cubicBezTo>
                    <a:cubicBezTo>
                      <a:pt x="583" y="220"/>
                      <a:pt x="581" y="222"/>
                      <a:pt x="579" y="225"/>
                    </a:cubicBezTo>
                    <a:cubicBezTo>
                      <a:pt x="595" y="239"/>
                      <a:pt x="595" y="239"/>
                      <a:pt x="595" y="239"/>
                    </a:cubicBezTo>
                    <a:close/>
                    <a:moveTo>
                      <a:pt x="609" y="250"/>
                    </a:moveTo>
                    <a:cubicBezTo>
                      <a:pt x="598" y="241"/>
                      <a:pt x="598" y="241"/>
                      <a:pt x="598" y="241"/>
                    </a:cubicBezTo>
                    <a:cubicBezTo>
                      <a:pt x="599" y="240"/>
                      <a:pt x="599" y="240"/>
                      <a:pt x="599" y="240"/>
                    </a:cubicBezTo>
                    <a:cubicBezTo>
                      <a:pt x="625" y="245"/>
                      <a:pt x="625" y="245"/>
                      <a:pt x="625" y="245"/>
                    </a:cubicBezTo>
                    <a:cubicBezTo>
                      <a:pt x="637" y="230"/>
                      <a:pt x="637" y="230"/>
                      <a:pt x="637" y="230"/>
                    </a:cubicBezTo>
                    <a:cubicBezTo>
                      <a:pt x="636" y="229"/>
                      <a:pt x="636" y="229"/>
                      <a:pt x="636" y="229"/>
                    </a:cubicBezTo>
                    <a:cubicBezTo>
                      <a:pt x="635" y="230"/>
                      <a:pt x="634" y="231"/>
                      <a:pt x="633" y="231"/>
                    </a:cubicBezTo>
                    <a:cubicBezTo>
                      <a:pt x="632" y="231"/>
                      <a:pt x="630" y="231"/>
                      <a:pt x="628" y="231"/>
                    </a:cubicBezTo>
                    <a:cubicBezTo>
                      <a:pt x="608" y="227"/>
                      <a:pt x="608" y="227"/>
                      <a:pt x="608" y="227"/>
                    </a:cubicBezTo>
                    <a:cubicBezTo>
                      <a:pt x="609" y="224"/>
                      <a:pt x="609" y="221"/>
                      <a:pt x="609" y="218"/>
                    </a:cubicBezTo>
                    <a:cubicBezTo>
                      <a:pt x="608" y="215"/>
                      <a:pt x="607" y="213"/>
                      <a:pt x="604" y="211"/>
                    </a:cubicBezTo>
                    <a:cubicBezTo>
                      <a:pt x="601" y="208"/>
                      <a:pt x="597" y="207"/>
                      <a:pt x="593" y="209"/>
                    </a:cubicBezTo>
                    <a:cubicBezTo>
                      <a:pt x="589" y="210"/>
                      <a:pt x="585" y="213"/>
                      <a:pt x="580" y="218"/>
                    </a:cubicBezTo>
                    <a:cubicBezTo>
                      <a:pt x="562" y="240"/>
                      <a:pt x="562" y="240"/>
                      <a:pt x="562" y="240"/>
                    </a:cubicBezTo>
                    <a:cubicBezTo>
                      <a:pt x="563" y="241"/>
                      <a:pt x="563" y="241"/>
                      <a:pt x="563" y="241"/>
                    </a:cubicBezTo>
                    <a:cubicBezTo>
                      <a:pt x="565" y="240"/>
                      <a:pt x="567" y="239"/>
                      <a:pt x="568" y="239"/>
                    </a:cubicBezTo>
                    <a:cubicBezTo>
                      <a:pt x="569" y="239"/>
                      <a:pt x="571" y="239"/>
                      <a:pt x="573" y="241"/>
                    </a:cubicBezTo>
                    <a:cubicBezTo>
                      <a:pt x="598" y="262"/>
                      <a:pt x="598" y="262"/>
                      <a:pt x="598" y="262"/>
                    </a:cubicBezTo>
                    <a:cubicBezTo>
                      <a:pt x="600" y="264"/>
                      <a:pt x="602" y="266"/>
                      <a:pt x="602" y="267"/>
                    </a:cubicBezTo>
                    <a:cubicBezTo>
                      <a:pt x="602" y="269"/>
                      <a:pt x="601" y="270"/>
                      <a:pt x="600" y="272"/>
                    </a:cubicBezTo>
                    <a:cubicBezTo>
                      <a:pt x="601" y="273"/>
                      <a:pt x="601" y="273"/>
                      <a:pt x="601" y="273"/>
                    </a:cubicBezTo>
                    <a:cubicBezTo>
                      <a:pt x="620" y="251"/>
                      <a:pt x="620" y="251"/>
                      <a:pt x="620" y="251"/>
                    </a:cubicBezTo>
                    <a:cubicBezTo>
                      <a:pt x="619" y="249"/>
                      <a:pt x="619" y="249"/>
                      <a:pt x="619" y="249"/>
                    </a:cubicBezTo>
                    <a:cubicBezTo>
                      <a:pt x="617" y="251"/>
                      <a:pt x="616" y="252"/>
                      <a:pt x="614" y="252"/>
                    </a:cubicBezTo>
                    <a:cubicBezTo>
                      <a:pt x="613" y="253"/>
                      <a:pt x="611" y="252"/>
                      <a:pt x="609" y="250"/>
                    </a:cubicBezTo>
                    <a:cubicBezTo>
                      <a:pt x="609" y="250"/>
                      <a:pt x="609" y="250"/>
                      <a:pt x="609" y="250"/>
                    </a:cubicBezTo>
                    <a:close/>
                    <a:moveTo>
                      <a:pt x="651" y="215"/>
                    </a:moveTo>
                    <a:cubicBezTo>
                      <a:pt x="634" y="206"/>
                      <a:pt x="634" y="206"/>
                      <a:pt x="634" y="206"/>
                    </a:cubicBezTo>
                    <a:cubicBezTo>
                      <a:pt x="635" y="204"/>
                      <a:pt x="635" y="204"/>
                      <a:pt x="635" y="204"/>
                    </a:cubicBezTo>
                    <a:cubicBezTo>
                      <a:pt x="639" y="206"/>
                      <a:pt x="643" y="206"/>
                      <a:pt x="648" y="205"/>
                    </a:cubicBezTo>
                    <a:cubicBezTo>
                      <a:pt x="652" y="203"/>
                      <a:pt x="655" y="200"/>
                      <a:pt x="657" y="196"/>
                    </a:cubicBezTo>
                    <a:cubicBezTo>
                      <a:pt x="659" y="194"/>
                      <a:pt x="659" y="191"/>
                      <a:pt x="659" y="189"/>
                    </a:cubicBezTo>
                    <a:cubicBezTo>
                      <a:pt x="659" y="187"/>
                      <a:pt x="658" y="185"/>
                      <a:pt x="656" y="184"/>
                    </a:cubicBezTo>
                    <a:cubicBezTo>
                      <a:pt x="653" y="183"/>
                      <a:pt x="648" y="185"/>
                      <a:pt x="641" y="190"/>
                    </a:cubicBezTo>
                    <a:cubicBezTo>
                      <a:pt x="640" y="190"/>
                      <a:pt x="640" y="190"/>
                      <a:pt x="640" y="190"/>
                    </a:cubicBezTo>
                    <a:cubicBezTo>
                      <a:pt x="640" y="191"/>
                      <a:pt x="639" y="191"/>
                      <a:pt x="638" y="192"/>
                    </a:cubicBezTo>
                    <a:cubicBezTo>
                      <a:pt x="633" y="196"/>
                      <a:pt x="629" y="198"/>
                      <a:pt x="626" y="198"/>
                    </a:cubicBezTo>
                    <a:cubicBezTo>
                      <a:pt x="625" y="199"/>
                      <a:pt x="623" y="199"/>
                      <a:pt x="622" y="198"/>
                    </a:cubicBezTo>
                    <a:cubicBezTo>
                      <a:pt x="620" y="198"/>
                      <a:pt x="619" y="198"/>
                      <a:pt x="618" y="197"/>
                    </a:cubicBezTo>
                    <a:cubicBezTo>
                      <a:pt x="614" y="195"/>
                      <a:pt x="611" y="191"/>
                      <a:pt x="610" y="186"/>
                    </a:cubicBezTo>
                    <a:cubicBezTo>
                      <a:pt x="609" y="182"/>
                      <a:pt x="610" y="177"/>
                      <a:pt x="613" y="172"/>
                    </a:cubicBezTo>
                    <a:cubicBezTo>
                      <a:pt x="614" y="169"/>
                      <a:pt x="616" y="167"/>
                      <a:pt x="619" y="165"/>
                    </a:cubicBezTo>
                    <a:cubicBezTo>
                      <a:pt x="622" y="162"/>
                      <a:pt x="623" y="161"/>
                      <a:pt x="623" y="161"/>
                    </a:cubicBezTo>
                    <a:cubicBezTo>
                      <a:pt x="624" y="160"/>
                      <a:pt x="624" y="159"/>
                      <a:pt x="623" y="159"/>
                    </a:cubicBezTo>
                    <a:cubicBezTo>
                      <a:pt x="623" y="158"/>
                      <a:pt x="622" y="158"/>
                      <a:pt x="621" y="157"/>
                    </a:cubicBezTo>
                    <a:cubicBezTo>
                      <a:pt x="622" y="155"/>
                      <a:pt x="622" y="155"/>
                      <a:pt x="622" y="155"/>
                    </a:cubicBezTo>
                    <a:cubicBezTo>
                      <a:pt x="637" y="163"/>
                      <a:pt x="637" y="163"/>
                      <a:pt x="637" y="163"/>
                    </a:cubicBezTo>
                    <a:cubicBezTo>
                      <a:pt x="636" y="165"/>
                      <a:pt x="636" y="165"/>
                      <a:pt x="636" y="165"/>
                    </a:cubicBezTo>
                    <a:cubicBezTo>
                      <a:pt x="632" y="163"/>
                      <a:pt x="628" y="163"/>
                      <a:pt x="625" y="165"/>
                    </a:cubicBezTo>
                    <a:cubicBezTo>
                      <a:pt x="621" y="166"/>
                      <a:pt x="618" y="169"/>
                      <a:pt x="616" y="173"/>
                    </a:cubicBezTo>
                    <a:cubicBezTo>
                      <a:pt x="615" y="175"/>
                      <a:pt x="615" y="177"/>
                      <a:pt x="615" y="179"/>
                    </a:cubicBezTo>
                    <a:cubicBezTo>
                      <a:pt x="615" y="181"/>
                      <a:pt x="616" y="182"/>
                      <a:pt x="618" y="183"/>
                    </a:cubicBezTo>
                    <a:cubicBezTo>
                      <a:pt x="620" y="184"/>
                      <a:pt x="624" y="183"/>
                      <a:pt x="630" y="179"/>
                    </a:cubicBezTo>
                    <a:cubicBezTo>
                      <a:pt x="630" y="178"/>
                      <a:pt x="630" y="178"/>
                      <a:pt x="630" y="178"/>
                    </a:cubicBezTo>
                    <a:cubicBezTo>
                      <a:pt x="634" y="175"/>
                      <a:pt x="637" y="173"/>
                      <a:pt x="639" y="172"/>
                    </a:cubicBezTo>
                    <a:cubicBezTo>
                      <a:pt x="641" y="170"/>
                      <a:pt x="643" y="170"/>
                      <a:pt x="644" y="169"/>
                    </a:cubicBezTo>
                    <a:cubicBezTo>
                      <a:pt x="646" y="169"/>
                      <a:pt x="648" y="169"/>
                      <a:pt x="650" y="169"/>
                    </a:cubicBezTo>
                    <a:cubicBezTo>
                      <a:pt x="652" y="169"/>
                      <a:pt x="654" y="170"/>
                      <a:pt x="656" y="171"/>
                    </a:cubicBezTo>
                    <a:cubicBezTo>
                      <a:pt x="660" y="173"/>
                      <a:pt x="663" y="177"/>
                      <a:pt x="664" y="182"/>
                    </a:cubicBezTo>
                    <a:cubicBezTo>
                      <a:pt x="665" y="186"/>
                      <a:pt x="664" y="191"/>
                      <a:pt x="661" y="197"/>
                    </a:cubicBezTo>
                    <a:cubicBezTo>
                      <a:pt x="659" y="199"/>
                      <a:pt x="657" y="202"/>
                      <a:pt x="654" y="205"/>
                    </a:cubicBezTo>
                    <a:cubicBezTo>
                      <a:pt x="652" y="207"/>
                      <a:pt x="650" y="209"/>
                      <a:pt x="650" y="209"/>
                    </a:cubicBezTo>
                    <a:cubicBezTo>
                      <a:pt x="650" y="210"/>
                      <a:pt x="650" y="211"/>
                      <a:pt x="650" y="211"/>
                    </a:cubicBezTo>
                    <a:cubicBezTo>
                      <a:pt x="650" y="212"/>
                      <a:pt x="651" y="213"/>
                      <a:pt x="652" y="213"/>
                    </a:cubicBezTo>
                    <a:cubicBezTo>
                      <a:pt x="651" y="215"/>
                      <a:pt x="651" y="215"/>
                      <a:pt x="651" y="215"/>
                    </a:cubicBezTo>
                    <a:close/>
                    <a:moveTo>
                      <a:pt x="678" y="136"/>
                    </a:moveTo>
                    <a:cubicBezTo>
                      <a:pt x="647" y="124"/>
                      <a:pt x="647" y="124"/>
                      <a:pt x="647" y="124"/>
                    </a:cubicBezTo>
                    <a:cubicBezTo>
                      <a:pt x="644" y="123"/>
                      <a:pt x="643" y="122"/>
                      <a:pt x="642" y="121"/>
                    </a:cubicBezTo>
                    <a:cubicBezTo>
                      <a:pt x="642" y="120"/>
                      <a:pt x="642" y="118"/>
                      <a:pt x="642" y="116"/>
                    </a:cubicBezTo>
                    <a:cubicBezTo>
                      <a:pt x="641" y="115"/>
                      <a:pt x="641" y="115"/>
                      <a:pt x="641" y="115"/>
                    </a:cubicBezTo>
                    <a:cubicBezTo>
                      <a:pt x="630" y="142"/>
                      <a:pt x="630" y="142"/>
                      <a:pt x="630" y="142"/>
                    </a:cubicBezTo>
                    <a:cubicBezTo>
                      <a:pt x="632" y="143"/>
                      <a:pt x="632" y="143"/>
                      <a:pt x="632" y="143"/>
                    </a:cubicBezTo>
                    <a:cubicBezTo>
                      <a:pt x="633" y="141"/>
                      <a:pt x="634" y="139"/>
                      <a:pt x="635" y="139"/>
                    </a:cubicBezTo>
                    <a:cubicBezTo>
                      <a:pt x="637" y="138"/>
                      <a:pt x="639" y="138"/>
                      <a:pt x="641" y="139"/>
                    </a:cubicBezTo>
                    <a:cubicBezTo>
                      <a:pt x="672" y="151"/>
                      <a:pt x="672" y="151"/>
                      <a:pt x="672" y="151"/>
                    </a:cubicBezTo>
                    <a:cubicBezTo>
                      <a:pt x="674" y="152"/>
                      <a:pt x="676" y="153"/>
                      <a:pt x="677" y="154"/>
                    </a:cubicBezTo>
                    <a:cubicBezTo>
                      <a:pt x="677" y="156"/>
                      <a:pt x="677" y="158"/>
                      <a:pt x="676" y="160"/>
                    </a:cubicBezTo>
                    <a:cubicBezTo>
                      <a:pt x="678" y="161"/>
                      <a:pt x="678" y="161"/>
                      <a:pt x="678" y="161"/>
                    </a:cubicBezTo>
                    <a:cubicBezTo>
                      <a:pt x="689" y="133"/>
                      <a:pt x="689" y="133"/>
                      <a:pt x="689" y="133"/>
                    </a:cubicBezTo>
                    <a:cubicBezTo>
                      <a:pt x="687" y="133"/>
                      <a:pt x="687" y="133"/>
                      <a:pt x="687" y="133"/>
                    </a:cubicBezTo>
                    <a:cubicBezTo>
                      <a:pt x="686" y="135"/>
                      <a:pt x="685" y="136"/>
                      <a:pt x="683" y="137"/>
                    </a:cubicBezTo>
                    <a:cubicBezTo>
                      <a:pt x="682" y="137"/>
                      <a:pt x="680" y="137"/>
                      <a:pt x="678" y="136"/>
                    </a:cubicBezTo>
                    <a:cubicBezTo>
                      <a:pt x="678" y="136"/>
                      <a:pt x="678" y="136"/>
                      <a:pt x="678" y="136"/>
                    </a:cubicBezTo>
                    <a:close/>
                    <a:moveTo>
                      <a:pt x="656" y="57"/>
                    </a:moveTo>
                    <a:cubicBezTo>
                      <a:pt x="669" y="60"/>
                      <a:pt x="669" y="60"/>
                      <a:pt x="669" y="60"/>
                    </a:cubicBezTo>
                    <a:cubicBezTo>
                      <a:pt x="668" y="62"/>
                      <a:pt x="668" y="62"/>
                      <a:pt x="668" y="62"/>
                    </a:cubicBezTo>
                    <a:cubicBezTo>
                      <a:pt x="665" y="62"/>
                      <a:pt x="662" y="62"/>
                      <a:pt x="660" y="63"/>
                    </a:cubicBezTo>
                    <a:cubicBezTo>
                      <a:pt x="658" y="64"/>
                      <a:pt x="657" y="67"/>
                      <a:pt x="656" y="70"/>
                    </a:cubicBezTo>
                    <a:cubicBezTo>
                      <a:pt x="655" y="73"/>
                      <a:pt x="655" y="73"/>
                      <a:pt x="655" y="73"/>
                    </a:cubicBezTo>
                    <a:cubicBezTo>
                      <a:pt x="693" y="82"/>
                      <a:pt x="693" y="82"/>
                      <a:pt x="693" y="82"/>
                    </a:cubicBezTo>
                    <a:cubicBezTo>
                      <a:pt x="696" y="83"/>
                      <a:pt x="698" y="83"/>
                      <a:pt x="699" y="82"/>
                    </a:cubicBezTo>
                    <a:cubicBezTo>
                      <a:pt x="700" y="81"/>
                      <a:pt x="701" y="80"/>
                      <a:pt x="702" y="77"/>
                    </a:cubicBezTo>
                    <a:cubicBezTo>
                      <a:pt x="704" y="78"/>
                      <a:pt x="704" y="78"/>
                      <a:pt x="704" y="78"/>
                    </a:cubicBezTo>
                    <a:cubicBezTo>
                      <a:pt x="697" y="106"/>
                      <a:pt x="697" y="106"/>
                      <a:pt x="697" y="106"/>
                    </a:cubicBezTo>
                    <a:cubicBezTo>
                      <a:pt x="695" y="106"/>
                      <a:pt x="695" y="106"/>
                      <a:pt x="695" y="106"/>
                    </a:cubicBezTo>
                    <a:cubicBezTo>
                      <a:pt x="696" y="103"/>
                      <a:pt x="696" y="102"/>
                      <a:pt x="695" y="100"/>
                    </a:cubicBezTo>
                    <a:cubicBezTo>
                      <a:pt x="694" y="99"/>
                      <a:pt x="692" y="98"/>
                      <a:pt x="690" y="98"/>
                    </a:cubicBezTo>
                    <a:cubicBezTo>
                      <a:pt x="652" y="89"/>
                      <a:pt x="652" y="89"/>
                      <a:pt x="652" y="89"/>
                    </a:cubicBezTo>
                    <a:cubicBezTo>
                      <a:pt x="651" y="92"/>
                      <a:pt x="651" y="92"/>
                      <a:pt x="651" y="92"/>
                    </a:cubicBezTo>
                    <a:cubicBezTo>
                      <a:pt x="650" y="96"/>
                      <a:pt x="651" y="98"/>
                      <a:pt x="652" y="100"/>
                    </a:cubicBezTo>
                    <a:cubicBezTo>
                      <a:pt x="653" y="102"/>
                      <a:pt x="655" y="104"/>
                      <a:pt x="658" y="105"/>
                    </a:cubicBezTo>
                    <a:cubicBezTo>
                      <a:pt x="658" y="107"/>
                      <a:pt x="658" y="107"/>
                      <a:pt x="658" y="107"/>
                    </a:cubicBezTo>
                    <a:cubicBezTo>
                      <a:pt x="645" y="104"/>
                      <a:pt x="645" y="104"/>
                      <a:pt x="645" y="104"/>
                    </a:cubicBezTo>
                    <a:cubicBezTo>
                      <a:pt x="656" y="57"/>
                      <a:pt x="656" y="57"/>
                      <a:pt x="656" y="57"/>
                    </a:cubicBezTo>
                    <a:close/>
                    <a:moveTo>
                      <a:pt x="684" y="17"/>
                    </a:moveTo>
                    <a:cubicBezTo>
                      <a:pt x="699" y="18"/>
                      <a:pt x="699" y="18"/>
                      <a:pt x="699" y="18"/>
                    </a:cubicBezTo>
                    <a:cubicBezTo>
                      <a:pt x="701" y="18"/>
                      <a:pt x="703" y="17"/>
                      <a:pt x="704" y="16"/>
                    </a:cubicBezTo>
                    <a:cubicBezTo>
                      <a:pt x="705" y="15"/>
                      <a:pt x="706" y="13"/>
                      <a:pt x="706" y="11"/>
                    </a:cubicBezTo>
                    <a:cubicBezTo>
                      <a:pt x="708" y="11"/>
                      <a:pt x="708" y="11"/>
                      <a:pt x="708" y="11"/>
                    </a:cubicBezTo>
                    <a:cubicBezTo>
                      <a:pt x="708" y="40"/>
                      <a:pt x="708" y="40"/>
                      <a:pt x="708" y="40"/>
                    </a:cubicBezTo>
                    <a:cubicBezTo>
                      <a:pt x="706" y="40"/>
                      <a:pt x="706" y="40"/>
                      <a:pt x="706" y="40"/>
                    </a:cubicBezTo>
                    <a:cubicBezTo>
                      <a:pt x="706" y="38"/>
                      <a:pt x="705" y="36"/>
                      <a:pt x="704" y="35"/>
                    </a:cubicBezTo>
                    <a:cubicBezTo>
                      <a:pt x="703" y="34"/>
                      <a:pt x="701" y="34"/>
                      <a:pt x="698" y="34"/>
                    </a:cubicBezTo>
                    <a:cubicBezTo>
                      <a:pt x="687" y="33"/>
                      <a:pt x="687" y="33"/>
                      <a:pt x="687" y="33"/>
                    </a:cubicBezTo>
                    <a:cubicBezTo>
                      <a:pt x="663" y="46"/>
                      <a:pt x="663" y="46"/>
                      <a:pt x="663" y="46"/>
                    </a:cubicBezTo>
                    <a:cubicBezTo>
                      <a:pt x="661" y="47"/>
                      <a:pt x="660" y="48"/>
                      <a:pt x="659" y="49"/>
                    </a:cubicBezTo>
                    <a:cubicBezTo>
                      <a:pt x="658" y="50"/>
                      <a:pt x="658" y="51"/>
                      <a:pt x="658" y="53"/>
                    </a:cubicBezTo>
                    <a:cubicBezTo>
                      <a:pt x="656" y="53"/>
                      <a:pt x="656" y="53"/>
                      <a:pt x="656" y="53"/>
                    </a:cubicBezTo>
                    <a:cubicBezTo>
                      <a:pt x="656" y="26"/>
                      <a:pt x="656" y="26"/>
                      <a:pt x="656" y="26"/>
                    </a:cubicBezTo>
                    <a:cubicBezTo>
                      <a:pt x="658" y="26"/>
                      <a:pt x="658" y="26"/>
                      <a:pt x="658" y="26"/>
                    </a:cubicBezTo>
                    <a:cubicBezTo>
                      <a:pt x="658" y="27"/>
                      <a:pt x="658" y="28"/>
                      <a:pt x="659" y="29"/>
                    </a:cubicBezTo>
                    <a:cubicBezTo>
                      <a:pt x="659" y="29"/>
                      <a:pt x="660" y="30"/>
                      <a:pt x="660" y="30"/>
                    </a:cubicBezTo>
                    <a:cubicBezTo>
                      <a:pt x="661" y="30"/>
                      <a:pt x="661" y="30"/>
                      <a:pt x="661" y="30"/>
                    </a:cubicBezTo>
                    <a:cubicBezTo>
                      <a:pt x="662" y="29"/>
                      <a:pt x="662" y="29"/>
                      <a:pt x="662" y="29"/>
                    </a:cubicBezTo>
                    <a:cubicBezTo>
                      <a:pt x="681" y="20"/>
                      <a:pt x="681" y="20"/>
                      <a:pt x="681" y="20"/>
                    </a:cubicBezTo>
                    <a:cubicBezTo>
                      <a:pt x="664" y="10"/>
                      <a:pt x="664" y="10"/>
                      <a:pt x="664" y="10"/>
                    </a:cubicBezTo>
                    <a:cubicBezTo>
                      <a:pt x="663" y="10"/>
                      <a:pt x="663" y="10"/>
                      <a:pt x="663" y="10"/>
                    </a:cubicBezTo>
                    <a:cubicBezTo>
                      <a:pt x="662" y="9"/>
                      <a:pt x="662" y="9"/>
                      <a:pt x="661" y="9"/>
                    </a:cubicBezTo>
                    <a:cubicBezTo>
                      <a:pt x="660" y="9"/>
                      <a:pt x="660" y="10"/>
                      <a:pt x="659" y="11"/>
                    </a:cubicBezTo>
                    <a:cubicBezTo>
                      <a:pt x="659" y="11"/>
                      <a:pt x="659" y="13"/>
                      <a:pt x="659" y="14"/>
                    </a:cubicBezTo>
                    <a:cubicBezTo>
                      <a:pt x="659" y="15"/>
                      <a:pt x="659" y="15"/>
                      <a:pt x="659" y="15"/>
                    </a:cubicBezTo>
                    <a:cubicBezTo>
                      <a:pt x="657" y="15"/>
                      <a:pt x="657" y="15"/>
                      <a:pt x="657" y="15"/>
                    </a:cubicBezTo>
                    <a:cubicBezTo>
                      <a:pt x="657" y="0"/>
                      <a:pt x="657" y="0"/>
                      <a:pt x="657" y="0"/>
                    </a:cubicBezTo>
                    <a:cubicBezTo>
                      <a:pt x="659" y="0"/>
                      <a:pt x="659" y="0"/>
                      <a:pt x="659" y="0"/>
                    </a:cubicBezTo>
                    <a:cubicBezTo>
                      <a:pt x="659" y="1"/>
                      <a:pt x="659" y="1"/>
                      <a:pt x="659" y="1"/>
                    </a:cubicBezTo>
                    <a:cubicBezTo>
                      <a:pt x="659" y="1"/>
                      <a:pt x="659" y="2"/>
                      <a:pt x="660" y="3"/>
                    </a:cubicBezTo>
                    <a:cubicBezTo>
                      <a:pt x="660" y="4"/>
                      <a:pt x="661" y="5"/>
                      <a:pt x="663" y="6"/>
                    </a:cubicBezTo>
                    <a:lnTo>
                      <a:pt x="684" y="17"/>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solidFill>
                    <a:srgbClr val="000000"/>
                  </a:solidFill>
                </a:endParaRPr>
              </a:p>
            </p:txBody>
          </p:sp>
          <p:sp>
            <p:nvSpPr>
              <p:cNvPr id="26" name="îṩḻîḓè"/>
              <p:cNvSpPr/>
              <p:nvPr/>
            </p:nvSpPr>
            <p:spPr bwMode="auto">
              <a:xfrm>
                <a:off x="2840038" y="4119563"/>
                <a:ext cx="493713" cy="128588"/>
              </a:xfrm>
              <a:custGeom>
                <a:avLst/>
                <a:gdLst>
                  <a:gd name="T0" fmla="*/ 0 w 150"/>
                  <a:gd name="T1" fmla="*/ 36 h 39"/>
                  <a:gd name="T2" fmla="*/ 9 w 150"/>
                  <a:gd name="T3" fmla="*/ 33 h 39"/>
                  <a:gd name="T4" fmla="*/ 8 w 150"/>
                  <a:gd name="T5" fmla="*/ 7 h 39"/>
                  <a:gd name="T6" fmla="*/ 3 w 150"/>
                  <a:gd name="T7" fmla="*/ 7 h 39"/>
                  <a:gd name="T8" fmla="*/ 1 w 150"/>
                  <a:gd name="T9" fmla="*/ 5 h 39"/>
                  <a:gd name="T10" fmla="*/ 17 w 150"/>
                  <a:gd name="T11" fmla="*/ 0 h 39"/>
                  <a:gd name="T12" fmla="*/ 19 w 150"/>
                  <a:gd name="T13" fmla="*/ 33 h 39"/>
                  <a:gd name="T14" fmla="*/ 28 w 150"/>
                  <a:gd name="T15" fmla="*/ 36 h 39"/>
                  <a:gd name="T16" fmla="*/ 21 w 150"/>
                  <a:gd name="T17" fmla="*/ 38 h 39"/>
                  <a:gd name="T18" fmla="*/ 6 w 150"/>
                  <a:gd name="T19" fmla="*/ 38 h 39"/>
                  <a:gd name="T20" fmla="*/ 0 w 150"/>
                  <a:gd name="T21" fmla="*/ 38 h 39"/>
                  <a:gd name="T22" fmla="*/ 46 w 150"/>
                  <a:gd name="T23" fmla="*/ 24 h 39"/>
                  <a:gd name="T24" fmla="*/ 48 w 150"/>
                  <a:gd name="T25" fmla="*/ 34 h 39"/>
                  <a:gd name="T26" fmla="*/ 61 w 150"/>
                  <a:gd name="T27" fmla="*/ 34 h 39"/>
                  <a:gd name="T28" fmla="*/ 60 w 150"/>
                  <a:gd name="T29" fmla="*/ 25 h 39"/>
                  <a:gd name="T30" fmla="*/ 51 w 150"/>
                  <a:gd name="T31" fmla="*/ 21 h 39"/>
                  <a:gd name="T32" fmla="*/ 60 w 150"/>
                  <a:gd name="T33" fmla="*/ 12 h 39"/>
                  <a:gd name="T34" fmla="*/ 59 w 150"/>
                  <a:gd name="T35" fmla="*/ 4 h 39"/>
                  <a:gd name="T36" fmla="*/ 48 w 150"/>
                  <a:gd name="T37" fmla="*/ 4 h 39"/>
                  <a:gd name="T38" fmla="*/ 49 w 150"/>
                  <a:gd name="T39" fmla="*/ 11 h 39"/>
                  <a:gd name="T40" fmla="*/ 56 w 150"/>
                  <a:gd name="T41" fmla="*/ 15 h 39"/>
                  <a:gd name="T42" fmla="*/ 41 w 150"/>
                  <a:gd name="T43" fmla="*/ 15 h 39"/>
                  <a:gd name="T44" fmla="*/ 43 w 150"/>
                  <a:gd name="T45" fmla="*/ 3 h 39"/>
                  <a:gd name="T46" fmla="*/ 65 w 150"/>
                  <a:gd name="T47" fmla="*/ 3 h 39"/>
                  <a:gd name="T48" fmla="*/ 67 w 150"/>
                  <a:gd name="T49" fmla="*/ 13 h 39"/>
                  <a:gd name="T50" fmla="*/ 68 w 150"/>
                  <a:gd name="T51" fmla="*/ 21 h 39"/>
                  <a:gd name="T52" fmla="*/ 66 w 150"/>
                  <a:gd name="T53" fmla="*/ 36 h 39"/>
                  <a:gd name="T54" fmla="*/ 41 w 150"/>
                  <a:gd name="T55" fmla="*/ 36 h 39"/>
                  <a:gd name="T56" fmla="*/ 39 w 150"/>
                  <a:gd name="T57" fmla="*/ 23 h 39"/>
                  <a:gd name="T58" fmla="*/ 47 w 150"/>
                  <a:gd name="T59" fmla="*/ 19 h 39"/>
                  <a:gd name="T60" fmla="*/ 80 w 150"/>
                  <a:gd name="T61" fmla="*/ 33 h 39"/>
                  <a:gd name="T62" fmla="*/ 87 w 150"/>
                  <a:gd name="T63" fmla="*/ 36 h 39"/>
                  <a:gd name="T64" fmla="*/ 100 w 150"/>
                  <a:gd name="T65" fmla="*/ 20 h 39"/>
                  <a:gd name="T66" fmla="*/ 95 w 150"/>
                  <a:gd name="T67" fmla="*/ 25 h 39"/>
                  <a:gd name="T68" fmla="*/ 79 w 150"/>
                  <a:gd name="T69" fmla="*/ 23 h 39"/>
                  <a:gd name="T70" fmla="*/ 81 w 150"/>
                  <a:gd name="T71" fmla="*/ 4 h 39"/>
                  <a:gd name="T72" fmla="*/ 105 w 150"/>
                  <a:gd name="T73" fmla="*/ 5 h 39"/>
                  <a:gd name="T74" fmla="*/ 108 w 150"/>
                  <a:gd name="T75" fmla="*/ 26 h 39"/>
                  <a:gd name="T76" fmla="*/ 96 w 150"/>
                  <a:gd name="T77" fmla="*/ 38 h 39"/>
                  <a:gd name="T78" fmla="*/ 81 w 150"/>
                  <a:gd name="T79" fmla="*/ 38 h 39"/>
                  <a:gd name="T80" fmla="*/ 77 w 150"/>
                  <a:gd name="T81" fmla="*/ 36 h 39"/>
                  <a:gd name="T82" fmla="*/ 98 w 150"/>
                  <a:gd name="T83" fmla="*/ 19 h 39"/>
                  <a:gd name="T84" fmla="*/ 98 w 150"/>
                  <a:gd name="T85" fmla="*/ 6 h 39"/>
                  <a:gd name="T86" fmla="*/ 87 w 150"/>
                  <a:gd name="T87" fmla="*/ 6 h 39"/>
                  <a:gd name="T88" fmla="*/ 88 w 150"/>
                  <a:gd name="T89" fmla="*/ 19 h 39"/>
                  <a:gd name="T90" fmla="*/ 93 w 150"/>
                  <a:gd name="T91" fmla="*/ 21 h 39"/>
                  <a:gd name="T92" fmla="*/ 128 w 150"/>
                  <a:gd name="T93" fmla="*/ 20 h 39"/>
                  <a:gd name="T94" fmla="*/ 129 w 150"/>
                  <a:gd name="T95" fmla="*/ 33 h 39"/>
                  <a:gd name="T96" fmla="*/ 139 w 150"/>
                  <a:gd name="T97" fmla="*/ 34 h 39"/>
                  <a:gd name="T98" fmla="*/ 139 w 150"/>
                  <a:gd name="T99" fmla="*/ 21 h 39"/>
                  <a:gd name="T100" fmla="*/ 133 w 150"/>
                  <a:gd name="T101" fmla="*/ 18 h 39"/>
                  <a:gd name="T102" fmla="*/ 146 w 150"/>
                  <a:gd name="T103" fmla="*/ 6 h 39"/>
                  <a:gd name="T104" fmla="*/ 139 w 150"/>
                  <a:gd name="T105" fmla="*/ 4 h 39"/>
                  <a:gd name="T106" fmla="*/ 126 w 150"/>
                  <a:gd name="T107" fmla="*/ 19 h 39"/>
                  <a:gd name="T108" fmla="*/ 131 w 150"/>
                  <a:gd name="T109" fmla="*/ 15 h 39"/>
                  <a:gd name="T110" fmla="*/ 147 w 150"/>
                  <a:gd name="T111" fmla="*/ 16 h 39"/>
                  <a:gd name="T112" fmla="*/ 146 w 150"/>
                  <a:gd name="T113" fmla="*/ 35 h 39"/>
                  <a:gd name="T114" fmla="*/ 121 w 150"/>
                  <a:gd name="T115" fmla="*/ 35 h 39"/>
                  <a:gd name="T116" fmla="*/ 118 w 150"/>
                  <a:gd name="T117" fmla="*/ 13 h 39"/>
                  <a:gd name="T118" fmla="*/ 130 w 150"/>
                  <a:gd name="T119" fmla="*/ 2 h 39"/>
                  <a:gd name="T120" fmla="*/ 145 w 150"/>
                  <a:gd name="T121" fmla="*/ 1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50" h="39">
                    <a:moveTo>
                      <a:pt x="0" y="38"/>
                    </a:moveTo>
                    <a:cubicBezTo>
                      <a:pt x="0" y="36"/>
                      <a:pt x="0" y="36"/>
                      <a:pt x="0" y="36"/>
                    </a:cubicBezTo>
                    <a:cubicBezTo>
                      <a:pt x="4" y="36"/>
                      <a:pt x="6" y="36"/>
                      <a:pt x="8" y="35"/>
                    </a:cubicBezTo>
                    <a:cubicBezTo>
                      <a:pt x="9" y="35"/>
                      <a:pt x="9" y="34"/>
                      <a:pt x="9" y="33"/>
                    </a:cubicBezTo>
                    <a:cubicBezTo>
                      <a:pt x="9" y="10"/>
                      <a:pt x="9" y="10"/>
                      <a:pt x="9" y="10"/>
                    </a:cubicBezTo>
                    <a:cubicBezTo>
                      <a:pt x="9" y="9"/>
                      <a:pt x="9" y="8"/>
                      <a:pt x="8" y="7"/>
                    </a:cubicBezTo>
                    <a:cubicBezTo>
                      <a:pt x="8" y="7"/>
                      <a:pt x="7" y="7"/>
                      <a:pt x="5" y="7"/>
                    </a:cubicBezTo>
                    <a:cubicBezTo>
                      <a:pt x="5" y="7"/>
                      <a:pt x="4" y="7"/>
                      <a:pt x="3" y="7"/>
                    </a:cubicBezTo>
                    <a:cubicBezTo>
                      <a:pt x="2" y="7"/>
                      <a:pt x="2" y="7"/>
                      <a:pt x="1" y="7"/>
                    </a:cubicBezTo>
                    <a:cubicBezTo>
                      <a:pt x="1" y="5"/>
                      <a:pt x="1" y="5"/>
                      <a:pt x="1" y="5"/>
                    </a:cubicBezTo>
                    <a:cubicBezTo>
                      <a:pt x="4" y="4"/>
                      <a:pt x="7" y="4"/>
                      <a:pt x="9" y="3"/>
                    </a:cubicBezTo>
                    <a:cubicBezTo>
                      <a:pt x="12" y="3"/>
                      <a:pt x="14" y="2"/>
                      <a:pt x="17" y="0"/>
                    </a:cubicBezTo>
                    <a:cubicBezTo>
                      <a:pt x="19" y="0"/>
                      <a:pt x="19" y="0"/>
                      <a:pt x="19" y="0"/>
                    </a:cubicBezTo>
                    <a:cubicBezTo>
                      <a:pt x="19" y="33"/>
                      <a:pt x="19" y="33"/>
                      <a:pt x="19" y="33"/>
                    </a:cubicBezTo>
                    <a:cubicBezTo>
                      <a:pt x="19" y="34"/>
                      <a:pt x="20" y="35"/>
                      <a:pt x="21" y="35"/>
                    </a:cubicBezTo>
                    <a:cubicBezTo>
                      <a:pt x="22" y="36"/>
                      <a:pt x="24" y="36"/>
                      <a:pt x="28" y="36"/>
                    </a:cubicBezTo>
                    <a:cubicBezTo>
                      <a:pt x="28" y="38"/>
                      <a:pt x="28" y="38"/>
                      <a:pt x="28" y="38"/>
                    </a:cubicBezTo>
                    <a:cubicBezTo>
                      <a:pt x="26" y="38"/>
                      <a:pt x="23" y="38"/>
                      <a:pt x="21" y="38"/>
                    </a:cubicBezTo>
                    <a:cubicBezTo>
                      <a:pt x="19" y="38"/>
                      <a:pt x="16" y="38"/>
                      <a:pt x="14" y="38"/>
                    </a:cubicBezTo>
                    <a:cubicBezTo>
                      <a:pt x="11" y="38"/>
                      <a:pt x="8" y="38"/>
                      <a:pt x="6" y="38"/>
                    </a:cubicBezTo>
                    <a:cubicBezTo>
                      <a:pt x="4" y="38"/>
                      <a:pt x="2" y="38"/>
                      <a:pt x="0" y="38"/>
                    </a:cubicBezTo>
                    <a:cubicBezTo>
                      <a:pt x="0" y="38"/>
                      <a:pt x="0" y="38"/>
                      <a:pt x="0" y="38"/>
                    </a:cubicBezTo>
                    <a:close/>
                    <a:moveTo>
                      <a:pt x="51" y="21"/>
                    </a:moveTo>
                    <a:cubicBezTo>
                      <a:pt x="49" y="22"/>
                      <a:pt x="48" y="23"/>
                      <a:pt x="46" y="24"/>
                    </a:cubicBezTo>
                    <a:cubicBezTo>
                      <a:pt x="45" y="26"/>
                      <a:pt x="45" y="27"/>
                      <a:pt x="45" y="28"/>
                    </a:cubicBezTo>
                    <a:cubicBezTo>
                      <a:pt x="45" y="31"/>
                      <a:pt x="46" y="32"/>
                      <a:pt x="48" y="34"/>
                    </a:cubicBezTo>
                    <a:cubicBezTo>
                      <a:pt x="50" y="35"/>
                      <a:pt x="52" y="36"/>
                      <a:pt x="55" y="36"/>
                    </a:cubicBezTo>
                    <a:cubicBezTo>
                      <a:pt x="57" y="36"/>
                      <a:pt x="59" y="36"/>
                      <a:pt x="61" y="34"/>
                    </a:cubicBezTo>
                    <a:cubicBezTo>
                      <a:pt x="62" y="33"/>
                      <a:pt x="63" y="32"/>
                      <a:pt x="63" y="30"/>
                    </a:cubicBezTo>
                    <a:cubicBezTo>
                      <a:pt x="63" y="28"/>
                      <a:pt x="62" y="27"/>
                      <a:pt x="60" y="25"/>
                    </a:cubicBezTo>
                    <a:cubicBezTo>
                      <a:pt x="58" y="24"/>
                      <a:pt x="55" y="23"/>
                      <a:pt x="51" y="21"/>
                    </a:cubicBezTo>
                    <a:cubicBezTo>
                      <a:pt x="51" y="21"/>
                      <a:pt x="51" y="21"/>
                      <a:pt x="51" y="21"/>
                    </a:cubicBezTo>
                    <a:close/>
                    <a:moveTo>
                      <a:pt x="56" y="15"/>
                    </a:moveTo>
                    <a:cubicBezTo>
                      <a:pt x="58" y="14"/>
                      <a:pt x="59" y="13"/>
                      <a:pt x="60" y="12"/>
                    </a:cubicBezTo>
                    <a:cubicBezTo>
                      <a:pt x="61" y="11"/>
                      <a:pt x="61" y="10"/>
                      <a:pt x="61" y="8"/>
                    </a:cubicBezTo>
                    <a:cubicBezTo>
                      <a:pt x="61" y="7"/>
                      <a:pt x="60" y="5"/>
                      <a:pt x="59" y="4"/>
                    </a:cubicBezTo>
                    <a:cubicBezTo>
                      <a:pt x="57" y="3"/>
                      <a:pt x="56" y="3"/>
                      <a:pt x="53" y="3"/>
                    </a:cubicBezTo>
                    <a:cubicBezTo>
                      <a:pt x="51" y="3"/>
                      <a:pt x="50" y="3"/>
                      <a:pt x="48" y="4"/>
                    </a:cubicBezTo>
                    <a:cubicBezTo>
                      <a:pt x="47" y="5"/>
                      <a:pt x="46" y="6"/>
                      <a:pt x="46" y="7"/>
                    </a:cubicBezTo>
                    <a:cubicBezTo>
                      <a:pt x="46" y="9"/>
                      <a:pt x="47" y="10"/>
                      <a:pt x="49" y="11"/>
                    </a:cubicBezTo>
                    <a:cubicBezTo>
                      <a:pt x="50" y="13"/>
                      <a:pt x="53" y="14"/>
                      <a:pt x="56" y="15"/>
                    </a:cubicBezTo>
                    <a:cubicBezTo>
                      <a:pt x="56" y="15"/>
                      <a:pt x="56" y="15"/>
                      <a:pt x="56" y="15"/>
                    </a:cubicBezTo>
                    <a:close/>
                    <a:moveTo>
                      <a:pt x="47" y="19"/>
                    </a:moveTo>
                    <a:cubicBezTo>
                      <a:pt x="44" y="18"/>
                      <a:pt x="42" y="16"/>
                      <a:pt x="41" y="15"/>
                    </a:cubicBezTo>
                    <a:cubicBezTo>
                      <a:pt x="39" y="13"/>
                      <a:pt x="39" y="12"/>
                      <a:pt x="39" y="10"/>
                    </a:cubicBezTo>
                    <a:cubicBezTo>
                      <a:pt x="39" y="7"/>
                      <a:pt x="40" y="5"/>
                      <a:pt x="43" y="3"/>
                    </a:cubicBezTo>
                    <a:cubicBezTo>
                      <a:pt x="46" y="1"/>
                      <a:pt x="50" y="0"/>
                      <a:pt x="55" y="0"/>
                    </a:cubicBezTo>
                    <a:cubicBezTo>
                      <a:pt x="59" y="0"/>
                      <a:pt x="62" y="1"/>
                      <a:pt x="65" y="3"/>
                    </a:cubicBezTo>
                    <a:cubicBezTo>
                      <a:pt x="67" y="4"/>
                      <a:pt x="69" y="6"/>
                      <a:pt x="69" y="8"/>
                    </a:cubicBezTo>
                    <a:cubicBezTo>
                      <a:pt x="69" y="10"/>
                      <a:pt x="68" y="11"/>
                      <a:pt x="67" y="13"/>
                    </a:cubicBezTo>
                    <a:cubicBezTo>
                      <a:pt x="65" y="14"/>
                      <a:pt x="63" y="15"/>
                      <a:pt x="60" y="17"/>
                    </a:cubicBezTo>
                    <a:cubicBezTo>
                      <a:pt x="64" y="18"/>
                      <a:pt x="66" y="20"/>
                      <a:pt x="68" y="21"/>
                    </a:cubicBezTo>
                    <a:cubicBezTo>
                      <a:pt x="70" y="23"/>
                      <a:pt x="71" y="25"/>
                      <a:pt x="71" y="28"/>
                    </a:cubicBezTo>
                    <a:cubicBezTo>
                      <a:pt x="71" y="31"/>
                      <a:pt x="69" y="34"/>
                      <a:pt x="66" y="36"/>
                    </a:cubicBezTo>
                    <a:cubicBezTo>
                      <a:pt x="63" y="38"/>
                      <a:pt x="59" y="39"/>
                      <a:pt x="54" y="39"/>
                    </a:cubicBezTo>
                    <a:cubicBezTo>
                      <a:pt x="48" y="39"/>
                      <a:pt x="44" y="38"/>
                      <a:pt x="41" y="36"/>
                    </a:cubicBezTo>
                    <a:cubicBezTo>
                      <a:pt x="38" y="34"/>
                      <a:pt x="36" y="32"/>
                      <a:pt x="36" y="29"/>
                    </a:cubicBezTo>
                    <a:cubicBezTo>
                      <a:pt x="36" y="27"/>
                      <a:pt x="37" y="25"/>
                      <a:pt x="39" y="23"/>
                    </a:cubicBezTo>
                    <a:cubicBezTo>
                      <a:pt x="40" y="22"/>
                      <a:pt x="43" y="20"/>
                      <a:pt x="47" y="19"/>
                    </a:cubicBezTo>
                    <a:cubicBezTo>
                      <a:pt x="47" y="19"/>
                      <a:pt x="47" y="19"/>
                      <a:pt x="47" y="19"/>
                    </a:cubicBezTo>
                    <a:close/>
                    <a:moveTo>
                      <a:pt x="77" y="36"/>
                    </a:moveTo>
                    <a:cubicBezTo>
                      <a:pt x="80" y="33"/>
                      <a:pt x="80" y="33"/>
                      <a:pt x="80" y="33"/>
                    </a:cubicBezTo>
                    <a:cubicBezTo>
                      <a:pt x="81" y="34"/>
                      <a:pt x="82" y="35"/>
                      <a:pt x="83" y="35"/>
                    </a:cubicBezTo>
                    <a:cubicBezTo>
                      <a:pt x="85" y="35"/>
                      <a:pt x="86" y="36"/>
                      <a:pt x="87" y="36"/>
                    </a:cubicBezTo>
                    <a:cubicBezTo>
                      <a:pt x="91" y="36"/>
                      <a:pt x="94" y="34"/>
                      <a:pt x="97" y="31"/>
                    </a:cubicBezTo>
                    <a:cubicBezTo>
                      <a:pt x="99" y="28"/>
                      <a:pt x="100" y="25"/>
                      <a:pt x="100" y="20"/>
                    </a:cubicBezTo>
                    <a:cubicBezTo>
                      <a:pt x="100" y="20"/>
                      <a:pt x="100" y="20"/>
                      <a:pt x="100" y="20"/>
                    </a:cubicBezTo>
                    <a:cubicBezTo>
                      <a:pt x="99" y="22"/>
                      <a:pt x="97" y="24"/>
                      <a:pt x="95" y="25"/>
                    </a:cubicBezTo>
                    <a:cubicBezTo>
                      <a:pt x="93" y="26"/>
                      <a:pt x="91" y="26"/>
                      <a:pt x="88" y="26"/>
                    </a:cubicBezTo>
                    <a:cubicBezTo>
                      <a:pt x="85" y="26"/>
                      <a:pt x="82" y="25"/>
                      <a:pt x="79" y="23"/>
                    </a:cubicBezTo>
                    <a:cubicBezTo>
                      <a:pt x="77" y="21"/>
                      <a:pt x="76" y="18"/>
                      <a:pt x="76" y="15"/>
                    </a:cubicBezTo>
                    <a:cubicBezTo>
                      <a:pt x="76" y="11"/>
                      <a:pt x="78" y="7"/>
                      <a:pt x="81" y="4"/>
                    </a:cubicBezTo>
                    <a:cubicBezTo>
                      <a:pt x="84" y="2"/>
                      <a:pt x="88" y="0"/>
                      <a:pt x="93" y="0"/>
                    </a:cubicBezTo>
                    <a:cubicBezTo>
                      <a:pt x="98" y="0"/>
                      <a:pt x="102" y="2"/>
                      <a:pt x="105" y="5"/>
                    </a:cubicBezTo>
                    <a:cubicBezTo>
                      <a:pt x="108" y="8"/>
                      <a:pt x="110" y="12"/>
                      <a:pt x="110" y="17"/>
                    </a:cubicBezTo>
                    <a:cubicBezTo>
                      <a:pt x="110" y="20"/>
                      <a:pt x="109" y="23"/>
                      <a:pt x="108" y="26"/>
                    </a:cubicBezTo>
                    <a:cubicBezTo>
                      <a:pt x="107" y="29"/>
                      <a:pt x="106" y="31"/>
                      <a:pt x="104" y="33"/>
                    </a:cubicBezTo>
                    <a:cubicBezTo>
                      <a:pt x="101" y="35"/>
                      <a:pt x="99" y="36"/>
                      <a:pt x="96" y="38"/>
                    </a:cubicBezTo>
                    <a:cubicBezTo>
                      <a:pt x="93" y="39"/>
                      <a:pt x="91" y="39"/>
                      <a:pt x="87" y="39"/>
                    </a:cubicBezTo>
                    <a:cubicBezTo>
                      <a:pt x="85" y="39"/>
                      <a:pt x="83" y="39"/>
                      <a:pt x="81" y="38"/>
                    </a:cubicBezTo>
                    <a:cubicBezTo>
                      <a:pt x="80" y="38"/>
                      <a:pt x="78" y="37"/>
                      <a:pt x="77" y="36"/>
                    </a:cubicBezTo>
                    <a:cubicBezTo>
                      <a:pt x="77" y="36"/>
                      <a:pt x="77" y="36"/>
                      <a:pt x="77" y="36"/>
                    </a:cubicBezTo>
                    <a:close/>
                    <a:moveTo>
                      <a:pt x="93" y="21"/>
                    </a:moveTo>
                    <a:cubicBezTo>
                      <a:pt x="95" y="21"/>
                      <a:pt x="97" y="21"/>
                      <a:pt x="98" y="19"/>
                    </a:cubicBezTo>
                    <a:cubicBezTo>
                      <a:pt x="99" y="18"/>
                      <a:pt x="100" y="16"/>
                      <a:pt x="100" y="14"/>
                    </a:cubicBezTo>
                    <a:cubicBezTo>
                      <a:pt x="100" y="11"/>
                      <a:pt x="99" y="8"/>
                      <a:pt x="98" y="6"/>
                    </a:cubicBezTo>
                    <a:cubicBezTo>
                      <a:pt x="96" y="4"/>
                      <a:pt x="94" y="3"/>
                      <a:pt x="92" y="3"/>
                    </a:cubicBezTo>
                    <a:cubicBezTo>
                      <a:pt x="90" y="3"/>
                      <a:pt x="88" y="4"/>
                      <a:pt x="87" y="6"/>
                    </a:cubicBezTo>
                    <a:cubicBezTo>
                      <a:pt x="86" y="7"/>
                      <a:pt x="86" y="9"/>
                      <a:pt x="86" y="12"/>
                    </a:cubicBezTo>
                    <a:cubicBezTo>
                      <a:pt x="86" y="15"/>
                      <a:pt x="87" y="17"/>
                      <a:pt x="88" y="19"/>
                    </a:cubicBezTo>
                    <a:cubicBezTo>
                      <a:pt x="89" y="21"/>
                      <a:pt x="91" y="21"/>
                      <a:pt x="93" y="21"/>
                    </a:cubicBezTo>
                    <a:cubicBezTo>
                      <a:pt x="93" y="21"/>
                      <a:pt x="93" y="21"/>
                      <a:pt x="93" y="21"/>
                    </a:cubicBezTo>
                    <a:close/>
                    <a:moveTo>
                      <a:pt x="133" y="18"/>
                    </a:moveTo>
                    <a:cubicBezTo>
                      <a:pt x="131" y="18"/>
                      <a:pt x="130" y="19"/>
                      <a:pt x="128" y="20"/>
                    </a:cubicBezTo>
                    <a:cubicBezTo>
                      <a:pt x="127" y="21"/>
                      <a:pt x="127" y="23"/>
                      <a:pt x="127" y="25"/>
                    </a:cubicBezTo>
                    <a:cubicBezTo>
                      <a:pt x="127" y="29"/>
                      <a:pt x="127" y="31"/>
                      <a:pt x="129" y="33"/>
                    </a:cubicBezTo>
                    <a:cubicBezTo>
                      <a:pt x="130" y="35"/>
                      <a:pt x="132" y="36"/>
                      <a:pt x="134" y="36"/>
                    </a:cubicBezTo>
                    <a:cubicBezTo>
                      <a:pt x="136" y="36"/>
                      <a:pt x="138" y="35"/>
                      <a:pt x="139" y="34"/>
                    </a:cubicBezTo>
                    <a:cubicBezTo>
                      <a:pt x="140" y="33"/>
                      <a:pt x="140" y="31"/>
                      <a:pt x="140" y="28"/>
                    </a:cubicBezTo>
                    <a:cubicBezTo>
                      <a:pt x="140" y="25"/>
                      <a:pt x="140" y="22"/>
                      <a:pt x="139" y="21"/>
                    </a:cubicBezTo>
                    <a:cubicBezTo>
                      <a:pt x="137" y="19"/>
                      <a:pt x="136" y="18"/>
                      <a:pt x="133" y="18"/>
                    </a:cubicBezTo>
                    <a:cubicBezTo>
                      <a:pt x="133" y="18"/>
                      <a:pt x="133" y="18"/>
                      <a:pt x="133" y="18"/>
                    </a:cubicBezTo>
                    <a:close/>
                    <a:moveTo>
                      <a:pt x="150" y="4"/>
                    </a:moveTo>
                    <a:cubicBezTo>
                      <a:pt x="146" y="6"/>
                      <a:pt x="146" y="6"/>
                      <a:pt x="146" y="6"/>
                    </a:cubicBezTo>
                    <a:cubicBezTo>
                      <a:pt x="145" y="5"/>
                      <a:pt x="144" y="5"/>
                      <a:pt x="143" y="5"/>
                    </a:cubicBezTo>
                    <a:cubicBezTo>
                      <a:pt x="142" y="4"/>
                      <a:pt x="141" y="4"/>
                      <a:pt x="139" y="4"/>
                    </a:cubicBezTo>
                    <a:cubicBezTo>
                      <a:pt x="135" y="4"/>
                      <a:pt x="132" y="5"/>
                      <a:pt x="130" y="8"/>
                    </a:cubicBezTo>
                    <a:cubicBezTo>
                      <a:pt x="127" y="11"/>
                      <a:pt x="126" y="15"/>
                      <a:pt x="126" y="19"/>
                    </a:cubicBezTo>
                    <a:cubicBezTo>
                      <a:pt x="126" y="19"/>
                      <a:pt x="126" y="19"/>
                      <a:pt x="126" y="19"/>
                    </a:cubicBezTo>
                    <a:cubicBezTo>
                      <a:pt x="127" y="17"/>
                      <a:pt x="129" y="16"/>
                      <a:pt x="131" y="15"/>
                    </a:cubicBezTo>
                    <a:cubicBezTo>
                      <a:pt x="133" y="14"/>
                      <a:pt x="135" y="13"/>
                      <a:pt x="138" y="13"/>
                    </a:cubicBezTo>
                    <a:cubicBezTo>
                      <a:pt x="142" y="13"/>
                      <a:pt x="145" y="14"/>
                      <a:pt x="147" y="16"/>
                    </a:cubicBezTo>
                    <a:cubicBezTo>
                      <a:pt x="149" y="18"/>
                      <a:pt x="150" y="21"/>
                      <a:pt x="150" y="25"/>
                    </a:cubicBezTo>
                    <a:cubicBezTo>
                      <a:pt x="150" y="29"/>
                      <a:pt x="149" y="32"/>
                      <a:pt x="146" y="35"/>
                    </a:cubicBezTo>
                    <a:cubicBezTo>
                      <a:pt x="143" y="38"/>
                      <a:pt x="139" y="39"/>
                      <a:pt x="134" y="39"/>
                    </a:cubicBezTo>
                    <a:cubicBezTo>
                      <a:pt x="128" y="39"/>
                      <a:pt x="124" y="38"/>
                      <a:pt x="121" y="35"/>
                    </a:cubicBezTo>
                    <a:cubicBezTo>
                      <a:pt x="118" y="32"/>
                      <a:pt x="116" y="27"/>
                      <a:pt x="116" y="22"/>
                    </a:cubicBezTo>
                    <a:cubicBezTo>
                      <a:pt x="116" y="19"/>
                      <a:pt x="117" y="16"/>
                      <a:pt x="118" y="13"/>
                    </a:cubicBezTo>
                    <a:cubicBezTo>
                      <a:pt x="119" y="11"/>
                      <a:pt x="121" y="9"/>
                      <a:pt x="123" y="7"/>
                    </a:cubicBezTo>
                    <a:cubicBezTo>
                      <a:pt x="125" y="5"/>
                      <a:pt x="127" y="3"/>
                      <a:pt x="130" y="2"/>
                    </a:cubicBezTo>
                    <a:cubicBezTo>
                      <a:pt x="133" y="1"/>
                      <a:pt x="136" y="0"/>
                      <a:pt x="139" y="0"/>
                    </a:cubicBezTo>
                    <a:cubicBezTo>
                      <a:pt x="141" y="0"/>
                      <a:pt x="143" y="1"/>
                      <a:pt x="145" y="1"/>
                    </a:cubicBezTo>
                    <a:cubicBezTo>
                      <a:pt x="147" y="2"/>
                      <a:pt x="148" y="3"/>
                      <a:pt x="150"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solidFill>
                    <a:srgbClr val="000000"/>
                  </a:solidFill>
                </a:endParaRPr>
              </a:p>
            </p:txBody>
          </p:sp>
          <p:sp>
            <p:nvSpPr>
              <p:cNvPr id="27" name="ïsļîḑè"/>
              <p:cNvSpPr/>
              <p:nvPr/>
            </p:nvSpPr>
            <p:spPr bwMode="auto">
              <a:xfrm>
                <a:off x="2190751" y="2551113"/>
                <a:ext cx="1754188" cy="1651000"/>
              </a:xfrm>
              <a:custGeom>
                <a:avLst/>
                <a:gdLst>
                  <a:gd name="T0" fmla="*/ 266 w 532"/>
                  <a:gd name="T1" fmla="*/ 0 h 500"/>
                  <a:gd name="T2" fmla="*/ 532 w 532"/>
                  <a:gd name="T3" fmla="*/ 266 h 500"/>
                  <a:gd name="T4" fmla="*/ 395 w 532"/>
                  <a:gd name="T5" fmla="*/ 500 h 500"/>
                  <a:gd name="T6" fmla="*/ 389 w 532"/>
                  <a:gd name="T7" fmla="*/ 489 h 500"/>
                  <a:gd name="T8" fmla="*/ 521 w 532"/>
                  <a:gd name="T9" fmla="*/ 266 h 500"/>
                  <a:gd name="T10" fmla="*/ 266 w 532"/>
                  <a:gd name="T11" fmla="*/ 12 h 500"/>
                  <a:gd name="T12" fmla="*/ 11 w 532"/>
                  <a:gd name="T13" fmla="*/ 266 h 500"/>
                  <a:gd name="T14" fmla="*/ 144 w 532"/>
                  <a:gd name="T15" fmla="*/ 490 h 500"/>
                  <a:gd name="T16" fmla="*/ 139 w 532"/>
                  <a:gd name="T17" fmla="*/ 500 h 500"/>
                  <a:gd name="T18" fmla="*/ 0 w 532"/>
                  <a:gd name="T19" fmla="*/ 266 h 500"/>
                  <a:gd name="T20" fmla="*/ 266 w 532"/>
                  <a:gd name="T21" fmla="*/ 0 h 5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32" h="500">
                    <a:moveTo>
                      <a:pt x="266" y="0"/>
                    </a:moveTo>
                    <a:cubicBezTo>
                      <a:pt x="413" y="0"/>
                      <a:pt x="532" y="120"/>
                      <a:pt x="532" y="266"/>
                    </a:cubicBezTo>
                    <a:cubicBezTo>
                      <a:pt x="532" y="367"/>
                      <a:pt x="477" y="454"/>
                      <a:pt x="395" y="500"/>
                    </a:cubicBezTo>
                    <a:cubicBezTo>
                      <a:pt x="389" y="489"/>
                      <a:pt x="389" y="489"/>
                      <a:pt x="389" y="489"/>
                    </a:cubicBezTo>
                    <a:cubicBezTo>
                      <a:pt x="468" y="446"/>
                      <a:pt x="521" y="362"/>
                      <a:pt x="521" y="266"/>
                    </a:cubicBezTo>
                    <a:cubicBezTo>
                      <a:pt x="521" y="126"/>
                      <a:pt x="407" y="12"/>
                      <a:pt x="266" y="12"/>
                    </a:cubicBezTo>
                    <a:cubicBezTo>
                      <a:pt x="126" y="12"/>
                      <a:pt x="11" y="126"/>
                      <a:pt x="11" y="266"/>
                    </a:cubicBezTo>
                    <a:cubicBezTo>
                      <a:pt x="11" y="363"/>
                      <a:pt x="65" y="447"/>
                      <a:pt x="144" y="490"/>
                    </a:cubicBezTo>
                    <a:cubicBezTo>
                      <a:pt x="139" y="500"/>
                      <a:pt x="139" y="500"/>
                      <a:pt x="139" y="500"/>
                    </a:cubicBezTo>
                    <a:cubicBezTo>
                      <a:pt x="56" y="455"/>
                      <a:pt x="0" y="367"/>
                      <a:pt x="0" y="266"/>
                    </a:cubicBezTo>
                    <a:cubicBezTo>
                      <a:pt x="0" y="120"/>
                      <a:pt x="120" y="0"/>
                      <a:pt x="266"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solidFill>
                    <a:srgbClr val="000000"/>
                  </a:solidFill>
                </a:endParaRPr>
              </a:p>
            </p:txBody>
          </p:sp>
        </p:grpSp>
        <p:sp>
          <p:nvSpPr>
            <p:cNvPr id="8" name="íšľïḋé"/>
            <p:cNvSpPr/>
            <p:nvPr/>
          </p:nvSpPr>
          <p:spPr bwMode="auto">
            <a:xfrm>
              <a:off x="10398657" y="734847"/>
              <a:ext cx="1120243" cy="66549"/>
            </a:xfrm>
            <a:custGeom>
              <a:avLst/>
              <a:gdLst>
                <a:gd name="T0" fmla="*/ 2 w 1702"/>
                <a:gd name="T1" fmla="*/ 29 h 101"/>
                <a:gd name="T2" fmla="*/ 49 w 1702"/>
                <a:gd name="T3" fmla="*/ 13 h 101"/>
                <a:gd name="T4" fmla="*/ 59 w 1702"/>
                <a:gd name="T5" fmla="*/ 92 h 101"/>
                <a:gd name="T6" fmla="*/ 87 w 1702"/>
                <a:gd name="T7" fmla="*/ 93 h 101"/>
                <a:gd name="T8" fmla="*/ 110 w 1702"/>
                <a:gd name="T9" fmla="*/ 3 h 101"/>
                <a:gd name="T10" fmla="*/ 133 w 1702"/>
                <a:gd name="T11" fmla="*/ 99 h 101"/>
                <a:gd name="T12" fmla="*/ 235 w 1702"/>
                <a:gd name="T13" fmla="*/ 34 h 101"/>
                <a:gd name="T14" fmla="*/ 240 w 1702"/>
                <a:gd name="T15" fmla="*/ 77 h 101"/>
                <a:gd name="T16" fmla="*/ 254 w 1702"/>
                <a:gd name="T17" fmla="*/ 99 h 101"/>
                <a:gd name="T18" fmla="*/ 263 w 1702"/>
                <a:gd name="T19" fmla="*/ 2 h 101"/>
                <a:gd name="T20" fmla="*/ 326 w 1702"/>
                <a:gd name="T21" fmla="*/ 9 h 101"/>
                <a:gd name="T22" fmla="*/ 354 w 1702"/>
                <a:gd name="T23" fmla="*/ 9 h 101"/>
                <a:gd name="T24" fmla="*/ 318 w 1702"/>
                <a:gd name="T25" fmla="*/ 93 h 101"/>
                <a:gd name="T26" fmla="*/ 299 w 1702"/>
                <a:gd name="T27" fmla="*/ 98 h 101"/>
                <a:gd name="T28" fmla="*/ 377 w 1702"/>
                <a:gd name="T29" fmla="*/ 2 h 101"/>
                <a:gd name="T30" fmla="*/ 415 w 1702"/>
                <a:gd name="T31" fmla="*/ 82 h 101"/>
                <a:gd name="T32" fmla="*/ 454 w 1702"/>
                <a:gd name="T33" fmla="*/ 2 h 101"/>
                <a:gd name="T34" fmla="*/ 398 w 1702"/>
                <a:gd name="T35" fmla="*/ 93 h 101"/>
                <a:gd name="T36" fmla="*/ 510 w 1702"/>
                <a:gd name="T37" fmla="*/ 93 h 101"/>
                <a:gd name="T38" fmla="*/ 528 w 1702"/>
                <a:gd name="T39" fmla="*/ 2 h 101"/>
                <a:gd name="T40" fmla="*/ 534 w 1702"/>
                <a:gd name="T41" fmla="*/ 93 h 101"/>
                <a:gd name="T42" fmla="*/ 669 w 1702"/>
                <a:gd name="T43" fmla="*/ 9 h 101"/>
                <a:gd name="T44" fmla="*/ 680 w 1702"/>
                <a:gd name="T45" fmla="*/ 17 h 101"/>
                <a:gd name="T46" fmla="*/ 598 w 1702"/>
                <a:gd name="T47" fmla="*/ 98 h 101"/>
                <a:gd name="T48" fmla="*/ 607 w 1702"/>
                <a:gd name="T49" fmla="*/ 3 h 101"/>
                <a:gd name="T50" fmla="*/ 793 w 1702"/>
                <a:gd name="T51" fmla="*/ 3 h 101"/>
                <a:gd name="T52" fmla="*/ 827 w 1702"/>
                <a:gd name="T53" fmla="*/ 89 h 101"/>
                <a:gd name="T54" fmla="*/ 860 w 1702"/>
                <a:gd name="T55" fmla="*/ 2 h 101"/>
                <a:gd name="T56" fmla="*/ 781 w 1702"/>
                <a:gd name="T57" fmla="*/ 16 h 101"/>
                <a:gd name="T58" fmla="*/ 981 w 1702"/>
                <a:gd name="T59" fmla="*/ 7 h 101"/>
                <a:gd name="T60" fmla="*/ 914 w 1702"/>
                <a:gd name="T61" fmla="*/ 99 h 101"/>
                <a:gd name="T62" fmla="*/ 882 w 1702"/>
                <a:gd name="T63" fmla="*/ 7 h 101"/>
                <a:gd name="T64" fmla="*/ 1006 w 1702"/>
                <a:gd name="T65" fmla="*/ 91 h 101"/>
                <a:gd name="T66" fmla="*/ 1042 w 1702"/>
                <a:gd name="T67" fmla="*/ 2 h 101"/>
                <a:gd name="T68" fmla="*/ 1020 w 1702"/>
                <a:gd name="T69" fmla="*/ 98 h 101"/>
                <a:gd name="T70" fmla="*/ 1054 w 1702"/>
                <a:gd name="T71" fmla="*/ 2 h 101"/>
                <a:gd name="T72" fmla="*/ 1090 w 1702"/>
                <a:gd name="T73" fmla="*/ 15 h 101"/>
                <a:gd name="T74" fmla="*/ 1137 w 1702"/>
                <a:gd name="T75" fmla="*/ 2 h 101"/>
                <a:gd name="T76" fmla="*/ 1173 w 1702"/>
                <a:gd name="T77" fmla="*/ 91 h 101"/>
                <a:gd name="T78" fmla="*/ 1224 w 1702"/>
                <a:gd name="T79" fmla="*/ 2 h 101"/>
                <a:gd name="T80" fmla="*/ 1210 w 1702"/>
                <a:gd name="T81" fmla="*/ 46 h 101"/>
                <a:gd name="T82" fmla="*/ 1211 w 1702"/>
                <a:gd name="T83" fmla="*/ 52 h 101"/>
                <a:gd name="T84" fmla="*/ 1221 w 1702"/>
                <a:gd name="T85" fmla="*/ 98 h 101"/>
                <a:gd name="T86" fmla="*/ 1267 w 1702"/>
                <a:gd name="T87" fmla="*/ 9 h 101"/>
                <a:gd name="T88" fmla="*/ 1333 w 1702"/>
                <a:gd name="T89" fmla="*/ 40 h 101"/>
                <a:gd name="T90" fmla="*/ 1324 w 1702"/>
                <a:gd name="T91" fmla="*/ 96 h 101"/>
                <a:gd name="T92" fmla="*/ 1302 w 1702"/>
                <a:gd name="T93" fmla="*/ 93 h 101"/>
                <a:gd name="T94" fmla="*/ 1318 w 1702"/>
                <a:gd name="T95" fmla="*/ 28 h 101"/>
                <a:gd name="T96" fmla="*/ 1413 w 1702"/>
                <a:gd name="T97" fmla="*/ 88 h 101"/>
                <a:gd name="T98" fmla="*/ 1431 w 1702"/>
                <a:gd name="T99" fmla="*/ 4 h 101"/>
                <a:gd name="T100" fmla="*/ 1407 w 1702"/>
                <a:gd name="T101" fmla="*/ 38 h 101"/>
                <a:gd name="T102" fmla="*/ 1370 w 1702"/>
                <a:gd name="T103" fmla="*/ 73 h 101"/>
                <a:gd name="T104" fmla="*/ 1465 w 1702"/>
                <a:gd name="T105" fmla="*/ 9 h 101"/>
                <a:gd name="T106" fmla="*/ 1491 w 1702"/>
                <a:gd name="T107" fmla="*/ 16 h 101"/>
                <a:gd name="T108" fmla="*/ 1456 w 1702"/>
                <a:gd name="T109" fmla="*/ 99 h 101"/>
                <a:gd name="T110" fmla="*/ 1517 w 1702"/>
                <a:gd name="T111" fmla="*/ 26 h 101"/>
                <a:gd name="T112" fmla="*/ 1586 w 1702"/>
                <a:gd name="T113" fmla="*/ 13 h 101"/>
                <a:gd name="T114" fmla="*/ 1545 w 1702"/>
                <a:gd name="T115" fmla="*/ 98 h 101"/>
                <a:gd name="T116" fmla="*/ 1656 w 1702"/>
                <a:gd name="T117" fmla="*/ 98 h 101"/>
                <a:gd name="T118" fmla="*/ 1610 w 1702"/>
                <a:gd name="T119" fmla="*/ 7 h 101"/>
                <a:gd name="T120" fmla="*/ 1644 w 1702"/>
                <a:gd name="T121" fmla="*/ 12 h 101"/>
                <a:gd name="T122" fmla="*/ 1688 w 1702"/>
                <a:gd name="T123" fmla="*/ 3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702" h="101">
                  <a:moveTo>
                    <a:pt x="1" y="66"/>
                  </a:moveTo>
                  <a:cubicBezTo>
                    <a:pt x="11" y="66"/>
                    <a:pt x="11" y="66"/>
                    <a:pt x="11" y="66"/>
                  </a:cubicBezTo>
                  <a:cubicBezTo>
                    <a:pt x="11" y="75"/>
                    <a:pt x="13" y="81"/>
                    <a:pt x="16" y="85"/>
                  </a:cubicBezTo>
                  <a:cubicBezTo>
                    <a:pt x="20" y="90"/>
                    <a:pt x="25" y="92"/>
                    <a:pt x="32" y="92"/>
                  </a:cubicBezTo>
                  <a:cubicBezTo>
                    <a:pt x="37" y="92"/>
                    <a:pt x="41" y="90"/>
                    <a:pt x="44" y="88"/>
                  </a:cubicBezTo>
                  <a:cubicBezTo>
                    <a:pt x="48" y="85"/>
                    <a:pt x="49" y="82"/>
                    <a:pt x="49" y="77"/>
                  </a:cubicBezTo>
                  <a:cubicBezTo>
                    <a:pt x="49" y="74"/>
                    <a:pt x="48" y="71"/>
                    <a:pt x="46" y="68"/>
                  </a:cubicBezTo>
                  <a:cubicBezTo>
                    <a:pt x="44" y="66"/>
                    <a:pt x="39" y="63"/>
                    <a:pt x="31" y="60"/>
                  </a:cubicBezTo>
                  <a:cubicBezTo>
                    <a:pt x="20" y="55"/>
                    <a:pt x="12" y="51"/>
                    <a:pt x="8" y="46"/>
                  </a:cubicBezTo>
                  <a:cubicBezTo>
                    <a:pt x="4" y="41"/>
                    <a:pt x="2" y="36"/>
                    <a:pt x="2" y="29"/>
                  </a:cubicBezTo>
                  <a:cubicBezTo>
                    <a:pt x="2" y="20"/>
                    <a:pt x="5" y="13"/>
                    <a:pt x="11" y="8"/>
                  </a:cubicBezTo>
                  <a:cubicBezTo>
                    <a:pt x="17" y="2"/>
                    <a:pt x="25" y="0"/>
                    <a:pt x="34" y="0"/>
                  </a:cubicBezTo>
                  <a:cubicBezTo>
                    <a:pt x="38" y="0"/>
                    <a:pt x="42" y="0"/>
                    <a:pt x="47" y="1"/>
                  </a:cubicBezTo>
                  <a:cubicBezTo>
                    <a:pt x="51" y="1"/>
                    <a:pt x="56" y="2"/>
                    <a:pt x="62" y="3"/>
                  </a:cubicBezTo>
                  <a:cubicBezTo>
                    <a:pt x="62" y="4"/>
                    <a:pt x="62" y="4"/>
                    <a:pt x="62" y="4"/>
                  </a:cubicBezTo>
                  <a:cubicBezTo>
                    <a:pt x="62" y="9"/>
                    <a:pt x="62" y="14"/>
                    <a:pt x="62" y="17"/>
                  </a:cubicBezTo>
                  <a:cubicBezTo>
                    <a:pt x="62" y="19"/>
                    <a:pt x="62" y="23"/>
                    <a:pt x="62" y="29"/>
                  </a:cubicBezTo>
                  <a:cubicBezTo>
                    <a:pt x="62" y="29"/>
                    <a:pt x="62" y="29"/>
                    <a:pt x="62" y="29"/>
                  </a:cubicBezTo>
                  <a:cubicBezTo>
                    <a:pt x="54" y="29"/>
                    <a:pt x="54" y="29"/>
                    <a:pt x="54" y="29"/>
                  </a:cubicBezTo>
                  <a:cubicBezTo>
                    <a:pt x="54" y="22"/>
                    <a:pt x="53" y="17"/>
                    <a:pt x="49" y="13"/>
                  </a:cubicBezTo>
                  <a:cubicBezTo>
                    <a:pt x="46" y="10"/>
                    <a:pt x="42" y="8"/>
                    <a:pt x="36" y="8"/>
                  </a:cubicBezTo>
                  <a:cubicBezTo>
                    <a:pt x="31" y="8"/>
                    <a:pt x="27" y="9"/>
                    <a:pt x="25" y="11"/>
                  </a:cubicBezTo>
                  <a:cubicBezTo>
                    <a:pt x="22" y="14"/>
                    <a:pt x="21" y="17"/>
                    <a:pt x="21" y="21"/>
                  </a:cubicBezTo>
                  <a:cubicBezTo>
                    <a:pt x="21" y="24"/>
                    <a:pt x="22" y="27"/>
                    <a:pt x="24" y="30"/>
                  </a:cubicBezTo>
                  <a:cubicBezTo>
                    <a:pt x="26" y="32"/>
                    <a:pt x="31" y="35"/>
                    <a:pt x="39" y="38"/>
                  </a:cubicBezTo>
                  <a:cubicBezTo>
                    <a:pt x="40" y="38"/>
                    <a:pt x="41" y="39"/>
                    <a:pt x="43" y="40"/>
                  </a:cubicBezTo>
                  <a:cubicBezTo>
                    <a:pt x="51" y="43"/>
                    <a:pt x="57" y="46"/>
                    <a:pt x="60" y="49"/>
                  </a:cubicBezTo>
                  <a:cubicBezTo>
                    <a:pt x="63" y="51"/>
                    <a:pt x="65" y="55"/>
                    <a:pt x="66" y="58"/>
                  </a:cubicBezTo>
                  <a:cubicBezTo>
                    <a:pt x="68" y="61"/>
                    <a:pt x="69" y="65"/>
                    <a:pt x="69" y="69"/>
                  </a:cubicBezTo>
                  <a:cubicBezTo>
                    <a:pt x="69" y="79"/>
                    <a:pt x="65" y="86"/>
                    <a:pt x="59" y="92"/>
                  </a:cubicBezTo>
                  <a:cubicBezTo>
                    <a:pt x="53" y="98"/>
                    <a:pt x="44" y="101"/>
                    <a:pt x="33" y="101"/>
                  </a:cubicBezTo>
                  <a:cubicBezTo>
                    <a:pt x="27" y="101"/>
                    <a:pt x="21" y="100"/>
                    <a:pt x="16" y="99"/>
                  </a:cubicBezTo>
                  <a:cubicBezTo>
                    <a:pt x="11" y="98"/>
                    <a:pt x="5" y="96"/>
                    <a:pt x="0" y="93"/>
                  </a:cubicBezTo>
                  <a:cubicBezTo>
                    <a:pt x="1" y="90"/>
                    <a:pt x="1" y="87"/>
                    <a:pt x="1" y="83"/>
                  </a:cubicBezTo>
                  <a:cubicBezTo>
                    <a:pt x="1" y="80"/>
                    <a:pt x="1" y="77"/>
                    <a:pt x="1" y="73"/>
                  </a:cubicBezTo>
                  <a:cubicBezTo>
                    <a:pt x="1" y="71"/>
                    <a:pt x="1" y="70"/>
                    <a:pt x="1" y="69"/>
                  </a:cubicBezTo>
                  <a:cubicBezTo>
                    <a:pt x="1" y="68"/>
                    <a:pt x="1" y="67"/>
                    <a:pt x="1" y="66"/>
                  </a:cubicBezTo>
                  <a:cubicBezTo>
                    <a:pt x="1" y="66"/>
                    <a:pt x="1" y="66"/>
                    <a:pt x="1" y="66"/>
                  </a:cubicBezTo>
                  <a:close/>
                  <a:moveTo>
                    <a:pt x="87" y="99"/>
                  </a:moveTo>
                  <a:cubicBezTo>
                    <a:pt x="87" y="93"/>
                    <a:pt x="87" y="93"/>
                    <a:pt x="87" y="93"/>
                  </a:cubicBezTo>
                  <a:cubicBezTo>
                    <a:pt x="88" y="93"/>
                    <a:pt x="88" y="93"/>
                    <a:pt x="88" y="93"/>
                  </a:cubicBezTo>
                  <a:cubicBezTo>
                    <a:pt x="93" y="93"/>
                    <a:pt x="95" y="92"/>
                    <a:pt x="97" y="91"/>
                  </a:cubicBezTo>
                  <a:cubicBezTo>
                    <a:pt x="98" y="89"/>
                    <a:pt x="99" y="86"/>
                    <a:pt x="99" y="81"/>
                  </a:cubicBezTo>
                  <a:cubicBezTo>
                    <a:pt x="99" y="16"/>
                    <a:pt x="99" y="16"/>
                    <a:pt x="99" y="16"/>
                  </a:cubicBezTo>
                  <a:cubicBezTo>
                    <a:pt x="99" y="13"/>
                    <a:pt x="98" y="11"/>
                    <a:pt x="97" y="9"/>
                  </a:cubicBezTo>
                  <a:cubicBezTo>
                    <a:pt x="95" y="8"/>
                    <a:pt x="93" y="7"/>
                    <a:pt x="89" y="7"/>
                  </a:cubicBezTo>
                  <a:cubicBezTo>
                    <a:pt x="87" y="7"/>
                    <a:pt x="87" y="7"/>
                    <a:pt x="87" y="7"/>
                  </a:cubicBezTo>
                  <a:cubicBezTo>
                    <a:pt x="87" y="2"/>
                    <a:pt x="87" y="2"/>
                    <a:pt x="87" y="2"/>
                  </a:cubicBezTo>
                  <a:cubicBezTo>
                    <a:pt x="91" y="2"/>
                    <a:pt x="95" y="2"/>
                    <a:pt x="99" y="2"/>
                  </a:cubicBezTo>
                  <a:cubicBezTo>
                    <a:pt x="103" y="3"/>
                    <a:pt x="107" y="3"/>
                    <a:pt x="110" y="3"/>
                  </a:cubicBezTo>
                  <a:cubicBezTo>
                    <a:pt x="114" y="3"/>
                    <a:pt x="118" y="3"/>
                    <a:pt x="122" y="2"/>
                  </a:cubicBezTo>
                  <a:cubicBezTo>
                    <a:pt x="126" y="2"/>
                    <a:pt x="129" y="2"/>
                    <a:pt x="133" y="2"/>
                  </a:cubicBezTo>
                  <a:cubicBezTo>
                    <a:pt x="133" y="7"/>
                    <a:pt x="133" y="7"/>
                    <a:pt x="133" y="7"/>
                  </a:cubicBezTo>
                  <a:cubicBezTo>
                    <a:pt x="129" y="7"/>
                    <a:pt x="126" y="8"/>
                    <a:pt x="125" y="9"/>
                  </a:cubicBezTo>
                  <a:cubicBezTo>
                    <a:pt x="123" y="10"/>
                    <a:pt x="122" y="12"/>
                    <a:pt x="122" y="16"/>
                  </a:cubicBezTo>
                  <a:cubicBezTo>
                    <a:pt x="122" y="81"/>
                    <a:pt x="122" y="81"/>
                    <a:pt x="122" y="81"/>
                  </a:cubicBezTo>
                  <a:cubicBezTo>
                    <a:pt x="122" y="86"/>
                    <a:pt x="123" y="89"/>
                    <a:pt x="124" y="91"/>
                  </a:cubicBezTo>
                  <a:cubicBezTo>
                    <a:pt x="126" y="92"/>
                    <a:pt x="128" y="93"/>
                    <a:pt x="133" y="93"/>
                  </a:cubicBezTo>
                  <a:cubicBezTo>
                    <a:pt x="133" y="93"/>
                    <a:pt x="133" y="93"/>
                    <a:pt x="133" y="93"/>
                  </a:cubicBezTo>
                  <a:cubicBezTo>
                    <a:pt x="133" y="99"/>
                    <a:pt x="133" y="99"/>
                    <a:pt x="133" y="99"/>
                  </a:cubicBezTo>
                  <a:cubicBezTo>
                    <a:pt x="130" y="98"/>
                    <a:pt x="126" y="98"/>
                    <a:pt x="122" y="98"/>
                  </a:cubicBezTo>
                  <a:cubicBezTo>
                    <a:pt x="118" y="98"/>
                    <a:pt x="114" y="98"/>
                    <a:pt x="110" y="98"/>
                  </a:cubicBezTo>
                  <a:cubicBezTo>
                    <a:pt x="107" y="98"/>
                    <a:pt x="104" y="98"/>
                    <a:pt x="100" y="98"/>
                  </a:cubicBezTo>
                  <a:cubicBezTo>
                    <a:pt x="96" y="98"/>
                    <a:pt x="92" y="98"/>
                    <a:pt x="87" y="99"/>
                  </a:cubicBezTo>
                  <a:cubicBezTo>
                    <a:pt x="87" y="99"/>
                    <a:pt x="87" y="99"/>
                    <a:pt x="87" y="99"/>
                  </a:cubicBezTo>
                  <a:close/>
                  <a:moveTo>
                    <a:pt x="236" y="4"/>
                  </a:moveTo>
                  <a:cubicBezTo>
                    <a:pt x="236" y="8"/>
                    <a:pt x="235" y="11"/>
                    <a:pt x="235" y="14"/>
                  </a:cubicBezTo>
                  <a:cubicBezTo>
                    <a:pt x="235" y="17"/>
                    <a:pt x="235" y="20"/>
                    <a:pt x="235" y="23"/>
                  </a:cubicBezTo>
                  <a:cubicBezTo>
                    <a:pt x="235" y="24"/>
                    <a:pt x="235" y="26"/>
                    <a:pt x="235" y="27"/>
                  </a:cubicBezTo>
                  <a:cubicBezTo>
                    <a:pt x="235" y="29"/>
                    <a:pt x="235" y="31"/>
                    <a:pt x="235" y="34"/>
                  </a:cubicBezTo>
                  <a:cubicBezTo>
                    <a:pt x="227" y="34"/>
                    <a:pt x="227" y="34"/>
                    <a:pt x="227" y="34"/>
                  </a:cubicBezTo>
                  <a:cubicBezTo>
                    <a:pt x="226" y="25"/>
                    <a:pt x="224" y="18"/>
                    <a:pt x="220" y="14"/>
                  </a:cubicBezTo>
                  <a:cubicBezTo>
                    <a:pt x="216" y="10"/>
                    <a:pt x="211" y="7"/>
                    <a:pt x="205" y="7"/>
                  </a:cubicBezTo>
                  <a:cubicBezTo>
                    <a:pt x="195" y="7"/>
                    <a:pt x="188" y="11"/>
                    <a:pt x="183" y="18"/>
                  </a:cubicBezTo>
                  <a:cubicBezTo>
                    <a:pt x="178" y="25"/>
                    <a:pt x="175" y="35"/>
                    <a:pt x="175" y="47"/>
                  </a:cubicBezTo>
                  <a:cubicBezTo>
                    <a:pt x="175" y="60"/>
                    <a:pt x="178" y="71"/>
                    <a:pt x="184" y="78"/>
                  </a:cubicBezTo>
                  <a:cubicBezTo>
                    <a:pt x="189" y="86"/>
                    <a:pt x="197" y="90"/>
                    <a:pt x="206" y="90"/>
                  </a:cubicBezTo>
                  <a:cubicBezTo>
                    <a:pt x="211" y="90"/>
                    <a:pt x="216" y="89"/>
                    <a:pt x="220" y="86"/>
                  </a:cubicBezTo>
                  <a:cubicBezTo>
                    <a:pt x="224" y="83"/>
                    <a:pt x="229" y="79"/>
                    <a:pt x="233" y="73"/>
                  </a:cubicBezTo>
                  <a:cubicBezTo>
                    <a:pt x="240" y="77"/>
                    <a:pt x="240" y="77"/>
                    <a:pt x="240" y="77"/>
                  </a:cubicBezTo>
                  <a:cubicBezTo>
                    <a:pt x="234" y="85"/>
                    <a:pt x="229" y="91"/>
                    <a:pt x="222" y="95"/>
                  </a:cubicBezTo>
                  <a:cubicBezTo>
                    <a:pt x="215" y="99"/>
                    <a:pt x="208" y="101"/>
                    <a:pt x="199" y="101"/>
                  </a:cubicBezTo>
                  <a:cubicBezTo>
                    <a:pt x="184" y="101"/>
                    <a:pt x="172" y="96"/>
                    <a:pt x="164" y="87"/>
                  </a:cubicBezTo>
                  <a:cubicBezTo>
                    <a:pt x="155" y="78"/>
                    <a:pt x="151" y="66"/>
                    <a:pt x="151" y="50"/>
                  </a:cubicBezTo>
                  <a:cubicBezTo>
                    <a:pt x="151" y="35"/>
                    <a:pt x="156" y="23"/>
                    <a:pt x="165" y="14"/>
                  </a:cubicBezTo>
                  <a:cubicBezTo>
                    <a:pt x="175" y="4"/>
                    <a:pt x="187" y="0"/>
                    <a:pt x="203" y="0"/>
                  </a:cubicBezTo>
                  <a:cubicBezTo>
                    <a:pt x="209" y="0"/>
                    <a:pt x="218" y="1"/>
                    <a:pt x="233" y="4"/>
                  </a:cubicBezTo>
                  <a:cubicBezTo>
                    <a:pt x="234" y="4"/>
                    <a:pt x="235" y="4"/>
                    <a:pt x="236" y="4"/>
                  </a:cubicBezTo>
                  <a:cubicBezTo>
                    <a:pt x="236" y="4"/>
                    <a:pt x="236" y="4"/>
                    <a:pt x="236" y="4"/>
                  </a:cubicBezTo>
                  <a:close/>
                  <a:moveTo>
                    <a:pt x="254" y="99"/>
                  </a:moveTo>
                  <a:cubicBezTo>
                    <a:pt x="254" y="93"/>
                    <a:pt x="254" y="93"/>
                    <a:pt x="254" y="93"/>
                  </a:cubicBezTo>
                  <a:cubicBezTo>
                    <a:pt x="255" y="93"/>
                    <a:pt x="255" y="93"/>
                    <a:pt x="255" y="93"/>
                  </a:cubicBezTo>
                  <a:cubicBezTo>
                    <a:pt x="259" y="93"/>
                    <a:pt x="262" y="92"/>
                    <a:pt x="263" y="91"/>
                  </a:cubicBezTo>
                  <a:cubicBezTo>
                    <a:pt x="265" y="89"/>
                    <a:pt x="265" y="86"/>
                    <a:pt x="265" y="81"/>
                  </a:cubicBezTo>
                  <a:cubicBezTo>
                    <a:pt x="265" y="16"/>
                    <a:pt x="265" y="16"/>
                    <a:pt x="265" y="16"/>
                  </a:cubicBezTo>
                  <a:cubicBezTo>
                    <a:pt x="265" y="13"/>
                    <a:pt x="265" y="11"/>
                    <a:pt x="263" y="9"/>
                  </a:cubicBezTo>
                  <a:cubicBezTo>
                    <a:pt x="262" y="8"/>
                    <a:pt x="259" y="7"/>
                    <a:pt x="256" y="7"/>
                  </a:cubicBezTo>
                  <a:cubicBezTo>
                    <a:pt x="254" y="7"/>
                    <a:pt x="254" y="7"/>
                    <a:pt x="254" y="7"/>
                  </a:cubicBezTo>
                  <a:cubicBezTo>
                    <a:pt x="254" y="2"/>
                    <a:pt x="254" y="2"/>
                    <a:pt x="254" y="2"/>
                  </a:cubicBezTo>
                  <a:cubicBezTo>
                    <a:pt x="257" y="2"/>
                    <a:pt x="260" y="2"/>
                    <a:pt x="263" y="2"/>
                  </a:cubicBezTo>
                  <a:cubicBezTo>
                    <a:pt x="267" y="3"/>
                    <a:pt x="271" y="3"/>
                    <a:pt x="277" y="3"/>
                  </a:cubicBezTo>
                  <a:cubicBezTo>
                    <a:pt x="282" y="3"/>
                    <a:pt x="286" y="3"/>
                    <a:pt x="290" y="2"/>
                  </a:cubicBezTo>
                  <a:cubicBezTo>
                    <a:pt x="294" y="2"/>
                    <a:pt x="297" y="2"/>
                    <a:pt x="299" y="2"/>
                  </a:cubicBezTo>
                  <a:cubicBezTo>
                    <a:pt x="299" y="7"/>
                    <a:pt x="299" y="7"/>
                    <a:pt x="299" y="7"/>
                  </a:cubicBezTo>
                  <a:cubicBezTo>
                    <a:pt x="295" y="7"/>
                    <a:pt x="292" y="8"/>
                    <a:pt x="291" y="9"/>
                  </a:cubicBezTo>
                  <a:cubicBezTo>
                    <a:pt x="289" y="10"/>
                    <a:pt x="288" y="12"/>
                    <a:pt x="288" y="16"/>
                  </a:cubicBezTo>
                  <a:cubicBezTo>
                    <a:pt x="288" y="43"/>
                    <a:pt x="288" y="43"/>
                    <a:pt x="288" y="43"/>
                  </a:cubicBezTo>
                  <a:cubicBezTo>
                    <a:pt x="329" y="43"/>
                    <a:pt x="329" y="43"/>
                    <a:pt x="329" y="43"/>
                  </a:cubicBezTo>
                  <a:cubicBezTo>
                    <a:pt x="329" y="16"/>
                    <a:pt x="329" y="16"/>
                    <a:pt x="329" y="16"/>
                  </a:cubicBezTo>
                  <a:cubicBezTo>
                    <a:pt x="329" y="13"/>
                    <a:pt x="328" y="10"/>
                    <a:pt x="326" y="9"/>
                  </a:cubicBezTo>
                  <a:cubicBezTo>
                    <a:pt x="325" y="8"/>
                    <a:pt x="322" y="7"/>
                    <a:pt x="318" y="7"/>
                  </a:cubicBezTo>
                  <a:cubicBezTo>
                    <a:pt x="317" y="7"/>
                    <a:pt x="317" y="7"/>
                    <a:pt x="317" y="7"/>
                  </a:cubicBezTo>
                  <a:cubicBezTo>
                    <a:pt x="317" y="2"/>
                    <a:pt x="317" y="2"/>
                    <a:pt x="317" y="2"/>
                  </a:cubicBezTo>
                  <a:cubicBezTo>
                    <a:pt x="321" y="2"/>
                    <a:pt x="324" y="2"/>
                    <a:pt x="328" y="2"/>
                  </a:cubicBezTo>
                  <a:cubicBezTo>
                    <a:pt x="331" y="3"/>
                    <a:pt x="336" y="3"/>
                    <a:pt x="340" y="3"/>
                  </a:cubicBezTo>
                  <a:cubicBezTo>
                    <a:pt x="345" y="3"/>
                    <a:pt x="349" y="3"/>
                    <a:pt x="352" y="2"/>
                  </a:cubicBezTo>
                  <a:cubicBezTo>
                    <a:pt x="356" y="2"/>
                    <a:pt x="359" y="2"/>
                    <a:pt x="362" y="2"/>
                  </a:cubicBezTo>
                  <a:cubicBezTo>
                    <a:pt x="362" y="7"/>
                    <a:pt x="362" y="7"/>
                    <a:pt x="362" y="7"/>
                  </a:cubicBezTo>
                  <a:cubicBezTo>
                    <a:pt x="361" y="7"/>
                    <a:pt x="361" y="7"/>
                    <a:pt x="361" y="7"/>
                  </a:cubicBezTo>
                  <a:cubicBezTo>
                    <a:pt x="357" y="7"/>
                    <a:pt x="355" y="8"/>
                    <a:pt x="354" y="9"/>
                  </a:cubicBezTo>
                  <a:cubicBezTo>
                    <a:pt x="352" y="11"/>
                    <a:pt x="351" y="13"/>
                    <a:pt x="351" y="16"/>
                  </a:cubicBezTo>
                  <a:cubicBezTo>
                    <a:pt x="351" y="81"/>
                    <a:pt x="351" y="81"/>
                    <a:pt x="351" y="81"/>
                  </a:cubicBezTo>
                  <a:cubicBezTo>
                    <a:pt x="351" y="86"/>
                    <a:pt x="352" y="89"/>
                    <a:pt x="354" y="90"/>
                  </a:cubicBezTo>
                  <a:cubicBezTo>
                    <a:pt x="355" y="92"/>
                    <a:pt x="358" y="93"/>
                    <a:pt x="362" y="93"/>
                  </a:cubicBezTo>
                  <a:cubicBezTo>
                    <a:pt x="362" y="99"/>
                    <a:pt x="362" y="99"/>
                    <a:pt x="362" y="99"/>
                  </a:cubicBezTo>
                  <a:cubicBezTo>
                    <a:pt x="358" y="98"/>
                    <a:pt x="354" y="98"/>
                    <a:pt x="350" y="98"/>
                  </a:cubicBezTo>
                  <a:cubicBezTo>
                    <a:pt x="346" y="98"/>
                    <a:pt x="343" y="98"/>
                    <a:pt x="340" y="98"/>
                  </a:cubicBezTo>
                  <a:cubicBezTo>
                    <a:pt x="338" y="98"/>
                    <a:pt x="336" y="98"/>
                    <a:pt x="332" y="98"/>
                  </a:cubicBezTo>
                  <a:cubicBezTo>
                    <a:pt x="328" y="98"/>
                    <a:pt x="323" y="98"/>
                    <a:pt x="318" y="99"/>
                  </a:cubicBezTo>
                  <a:cubicBezTo>
                    <a:pt x="318" y="93"/>
                    <a:pt x="318" y="93"/>
                    <a:pt x="318" y="93"/>
                  </a:cubicBezTo>
                  <a:cubicBezTo>
                    <a:pt x="318" y="93"/>
                    <a:pt x="318" y="93"/>
                    <a:pt x="318" y="93"/>
                  </a:cubicBezTo>
                  <a:cubicBezTo>
                    <a:pt x="323" y="93"/>
                    <a:pt x="325" y="92"/>
                    <a:pt x="327" y="91"/>
                  </a:cubicBezTo>
                  <a:cubicBezTo>
                    <a:pt x="328" y="89"/>
                    <a:pt x="329" y="86"/>
                    <a:pt x="329" y="81"/>
                  </a:cubicBezTo>
                  <a:cubicBezTo>
                    <a:pt x="329" y="50"/>
                    <a:pt x="329" y="50"/>
                    <a:pt x="329" y="50"/>
                  </a:cubicBezTo>
                  <a:cubicBezTo>
                    <a:pt x="288" y="50"/>
                    <a:pt x="288" y="50"/>
                    <a:pt x="288" y="50"/>
                  </a:cubicBezTo>
                  <a:cubicBezTo>
                    <a:pt x="288" y="81"/>
                    <a:pt x="288" y="81"/>
                    <a:pt x="288" y="81"/>
                  </a:cubicBezTo>
                  <a:cubicBezTo>
                    <a:pt x="288" y="86"/>
                    <a:pt x="289" y="89"/>
                    <a:pt x="290" y="91"/>
                  </a:cubicBezTo>
                  <a:cubicBezTo>
                    <a:pt x="292" y="92"/>
                    <a:pt x="294" y="93"/>
                    <a:pt x="299" y="93"/>
                  </a:cubicBezTo>
                  <a:cubicBezTo>
                    <a:pt x="299" y="93"/>
                    <a:pt x="299" y="93"/>
                    <a:pt x="299" y="93"/>
                  </a:cubicBezTo>
                  <a:cubicBezTo>
                    <a:pt x="299" y="98"/>
                    <a:pt x="299" y="98"/>
                    <a:pt x="299" y="98"/>
                  </a:cubicBezTo>
                  <a:cubicBezTo>
                    <a:pt x="294" y="98"/>
                    <a:pt x="290" y="98"/>
                    <a:pt x="286" y="98"/>
                  </a:cubicBezTo>
                  <a:cubicBezTo>
                    <a:pt x="282" y="98"/>
                    <a:pt x="279" y="98"/>
                    <a:pt x="277" y="98"/>
                  </a:cubicBezTo>
                  <a:cubicBezTo>
                    <a:pt x="273" y="98"/>
                    <a:pt x="270" y="98"/>
                    <a:pt x="266" y="98"/>
                  </a:cubicBezTo>
                  <a:cubicBezTo>
                    <a:pt x="262" y="98"/>
                    <a:pt x="258" y="98"/>
                    <a:pt x="254" y="99"/>
                  </a:cubicBezTo>
                  <a:cubicBezTo>
                    <a:pt x="254" y="99"/>
                    <a:pt x="254" y="99"/>
                    <a:pt x="254" y="99"/>
                  </a:cubicBezTo>
                  <a:close/>
                  <a:moveTo>
                    <a:pt x="388" y="16"/>
                  </a:moveTo>
                  <a:cubicBezTo>
                    <a:pt x="388" y="13"/>
                    <a:pt x="387" y="11"/>
                    <a:pt x="386" y="9"/>
                  </a:cubicBezTo>
                  <a:cubicBezTo>
                    <a:pt x="384" y="8"/>
                    <a:pt x="382" y="7"/>
                    <a:pt x="378" y="7"/>
                  </a:cubicBezTo>
                  <a:cubicBezTo>
                    <a:pt x="377" y="7"/>
                    <a:pt x="377" y="7"/>
                    <a:pt x="377" y="7"/>
                  </a:cubicBezTo>
                  <a:cubicBezTo>
                    <a:pt x="377" y="2"/>
                    <a:pt x="377" y="2"/>
                    <a:pt x="377" y="2"/>
                  </a:cubicBezTo>
                  <a:cubicBezTo>
                    <a:pt x="382" y="2"/>
                    <a:pt x="386" y="2"/>
                    <a:pt x="390" y="3"/>
                  </a:cubicBezTo>
                  <a:cubicBezTo>
                    <a:pt x="393" y="3"/>
                    <a:pt x="397" y="3"/>
                    <a:pt x="400" y="3"/>
                  </a:cubicBezTo>
                  <a:cubicBezTo>
                    <a:pt x="403" y="3"/>
                    <a:pt x="406" y="3"/>
                    <a:pt x="410" y="3"/>
                  </a:cubicBezTo>
                  <a:cubicBezTo>
                    <a:pt x="414" y="2"/>
                    <a:pt x="418" y="2"/>
                    <a:pt x="423" y="2"/>
                  </a:cubicBezTo>
                  <a:cubicBezTo>
                    <a:pt x="423" y="7"/>
                    <a:pt x="423" y="7"/>
                    <a:pt x="423" y="7"/>
                  </a:cubicBezTo>
                  <a:cubicBezTo>
                    <a:pt x="418" y="7"/>
                    <a:pt x="415" y="8"/>
                    <a:pt x="414" y="9"/>
                  </a:cubicBezTo>
                  <a:cubicBezTo>
                    <a:pt x="412" y="10"/>
                    <a:pt x="411" y="12"/>
                    <a:pt x="411" y="16"/>
                  </a:cubicBezTo>
                  <a:cubicBezTo>
                    <a:pt x="411" y="60"/>
                    <a:pt x="411" y="60"/>
                    <a:pt x="411" y="60"/>
                  </a:cubicBezTo>
                  <a:cubicBezTo>
                    <a:pt x="411" y="67"/>
                    <a:pt x="412" y="72"/>
                    <a:pt x="412" y="75"/>
                  </a:cubicBezTo>
                  <a:cubicBezTo>
                    <a:pt x="413" y="78"/>
                    <a:pt x="414" y="80"/>
                    <a:pt x="415" y="82"/>
                  </a:cubicBezTo>
                  <a:cubicBezTo>
                    <a:pt x="417" y="84"/>
                    <a:pt x="420" y="86"/>
                    <a:pt x="423" y="88"/>
                  </a:cubicBezTo>
                  <a:cubicBezTo>
                    <a:pt x="426" y="89"/>
                    <a:pt x="430" y="89"/>
                    <a:pt x="434" y="89"/>
                  </a:cubicBezTo>
                  <a:cubicBezTo>
                    <a:pt x="442" y="89"/>
                    <a:pt x="448" y="87"/>
                    <a:pt x="452" y="83"/>
                  </a:cubicBezTo>
                  <a:cubicBezTo>
                    <a:pt x="456" y="78"/>
                    <a:pt x="457" y="70"/>
                    <a:pt x="457" y="60"/>
                  </a:cubicBezTo>
                  <a:cubicBezTo>
                    <a:pt x="457" y="59"/>
                    <a:pt x="457" y="59"/>
                    <a:pt x="457" y="59"/>
                  </a:cubicBezTo>
                  <a:cubicBezTo>
                    <a:pt x="457" y="18"/>
                    <a:pt x="457" y="18"/>
                    <a:pt x="457" y="18"/>
                  </a:cubicBezTo>
                  <a:cubicBezTo>
                    <a:pt x="457" y="14"/>
                    <a:pt x="457" y="11"/>
                    <a:pt x="455" y="9"/>
                  </a:cubicBezTo>
                  <a:cubicBezTo>
                    <a:pt x="454" y="8"/>
                    <a:pt x="451" y="7"/>
                    <a:pt x="446" y="7"/>
                  </a:cubicBezTo>
                  <a:cubicBezTo>
                    <a:pt x="446" y="2"/>
                    <a:pt x="446" y="2"/>
                    <a:pt x="446" y="2"/>
                  </a:cubicBezTo>
                  <a:cubicBezTo>
                    <a:pt x="449" y="2"/>
                    <a:pt x="452" y="2"/>
                    <a:pt x="454" y="2"/>
                  </a:cubicBezTo>
                  <a:cubicBezTo>
                    <a:pt x="456" y="2"/>
                    <a:pt x="458" y="3"/>
                    <a:pt x="460" y="3"/>
                  </a:cubicBezTo>
                  <a:cubicBezTo>
                    <a:pt x="462" y="3"/>
                    <a:pt x="465" y="2"/>
                    <a:pt x="467" y="2"/>
                  </a:cubicBezTo>
                  <a:cubicBezTo>
                    <a:pt x="469" y="2"/>
                    <a:pt x="472" y="2"/>
                    <a:pt x="474" y="2"/>
                  </a:cubicBezTo>
                  <a:cubicBezTo>
                    <a:pt x="474" y="7"/>
                    <a:pt x="474" y="7"/>
                    <a:pt x="474" y="7"/>
                  </a:cubicBezTo>
                  <a:cubicBezTo>
                    <a:pt x="471" y="7"/>
                    <a:pt x="469" y="8"/>
                    <a:pt x="468" y="9"/>
                  </a:cubicBezTo>
                  <a:cubicBezTo>
                    <a:pt x="467" y="10"/>
                    <a:pt x="466" y="13"/>
                    <a:pt x="466" y="18"/>
                  </a:cubicBezTo>
                  <a:cubicBezTo>
                    <a:pt x="465" y="62"/>
                    <a:pt x="465" y="62"/>
                    <a:pt x="465" y="62"/>
                  </a:cubicBezTo>
                  <a:cubicBezTo>
                    <a:pt x="465" y="76"/>
                    <a:pt x="462" y="86"/>
                    <a:pt x="456" y="92"/>
                  </a:cubicBezTo>
                  <a:cubicBezTo>
                    <a:pt x="450" y="98"/>
                    <a:pt x="440" y="101"/>
                    <a:pt x="427" y="101"/>
                  </a:cubicBezTo>
                  <a:cubicBezTo>
                    <a:pt x="414" y="101"/>
                    <a:pt x="405" y="98"/>
                    <a:pt x="398" y="93"/>
                  </a:cubicBezTo>
                  <a:cubicBezTo>
                    <a:pt x="391" y="87"/>
                    <a:pt x="388" y="79"/>
                    <a:pt x="388" y="69"/>
                  </a:cubicBezTo>
                  <a:cubicBezTo>
                    <a:pt x="388" y="16"/>
                    <a:pt x="388" y="16"/>
                    <a:pt x="388" y="16"/>
                  </a:cubicBezTo>
                  <a:close/>
                  <a:moveTo>
                    <a:pt x="524" y="27"/>
                  </a:moveTo>
                  <a:cubicBezTo>
                    <a:pt x="511" y="60"/>
                    <a:pt x="511" y="60"/>
                    <a:pt x="511" y="60"/>
                  </a:cubicBezTo>
                  <a:cubicBezTo>
                    <a:pt x="536" y="60"/>
                    <a:pt x="536" y="60"/>
                    <a:pt x="536" y="60"/>
                  </a:cubicBezTo>
                  <a:cubicBezTo>
                    <a:pt x="524" y="27"/>
                    <a:pt x="524" y="27"/>
                    <a:pt x="524" y="27"/>
                  </a:cubicBezTo>
                  <a:close/>
                  <a:moveTo>
                    <a:pt x="501" y="84"/>
                  </a:moveTo>
                  <a:cubicBezTo>
                    <a:pt x="500" y="85"/>
                    <a:pt x="500" y="86"/>
                    <a:pt x="500" y="86"/>
                  </a:cubicBezTo>
                  <a:cubicBezTo>
                    <a:pt x="500" y="87"/>
                    <a:pt x="500" y="88"/>
                    <a:pt x="500" y="88"/>
                  </a:cubicBezTo>
                  <a:cubicBezTo>
                    <a:pt x="500" y="91"/>
                    <a:pt x="503" y="92"/>
                    <a:pt x="510" y="93"/>
                  </a:cubicBezTo>
                  <a:cubicBezTo>
                    <a:pt x="510" y="93"/>
                    <a:pt x="510" y="93"/>
                    <a:pt x="510" y="93"/>
                  </a:cubicBezTo>
                  <a:cubicBezTo>
                    <a:pt x="510" y="99"/>
                    <a:pt x="510" y="99"/>
                    <a:pt x="510" y="99"/>
                  </a:cubicBezTo>
                  <a:cubicBezTo>
                    <a:pt x="507" y="98"/>
                    <a:pt x="505" y="98"/>
                    <a:pt x="502" y="98"/>
                  </a:cubicBezTo>
                  <a:cubicBezTo>
                    <a:pt x="499" y="98"/>
                    <a:pt x="497" y="98"/>
                    <a:pt x="495" y="98"/>
                  </a:cubicBezTo>
                  <a:cubicBezTo>
                    <a:pt x="493" y="98"/>
                    <a:pt x="492" y="98"/>
                    <a:pt x="490" y="98"/>
                  </a:cubicBezTo>
                  <a:cubicBezTo>
                    <a:pt x="488" y="98"/>
                    <a:pt x="484" y="98"/>
                    <a:pt x="480" y="99"/>
                  </a:cubicBezTo>
                  <a:cubicBezTo>
                    <a:pt x="480" y="93"/>
                    <a:pt x="480" y="93"/>
                    <a:pt x="480" y="93"/>
                  </a:cubicBezTo>
                  <a:cubicBezTo>
                    <a:pt x="483" y="92"/>
                    <a:pt x="485" y="91"/>
                    <a:pt x="487" y="90"/>
                  </a:cubicBezTo>
                  <a:cubicBezTo>
                    <a:pt x="489" y="88"/>
                    <a:pt x="491" y="85"/>
                    <a:pt x="493" y="81"/>
                  </a:cubicBezTo>
                  <a:cubicBezTo>
                    <a:pt x="528" y="2"/>
                    <a:pt x="528" y="2"/>
                    <a:pt x="528" y="2"/>
                  </a:cubicBezTo>
                  <a:cubicBezTo>
                    <a:pt x="537" y="2"/>
                    <a:pt x="537" y="2"/>
                    <a:pt x="537" y="2"/>
                  </a:cubicBezTo>
                  <a:cubicBezTo>
                    <a:pt x="568" y="86"/>
                    <a:pt x="568" y="86"/>
                    <a:pt x="568" y="86"/>
                  </a:cubicBezTo>
                  <a:cubicBezTo>
                    <a:pt x="569" y="89"/>
                    <a:pt x="571" y="90"/>
                    <a:pt x="572" y="91"/>
                  </a:cubicBezTo>
                  <a:cubicBezTo>
                    <a:pt x="574" y="92"/>
                    <a:pt x="576" y="93"/>
                    <a:pt x="579" y="93"/>
                  </a:cubicBezTo>
                  <a:cubicBezTo>
                    <a:pt x="579" y="99"/>
                    <a:pt x="579" y="99"/>
                    <a:pt x="579" y="99"/>
                  </a:cubicBezTo>
                  <a:cubicBezTo>
                    <a:pt x="575" y="98"/>
                    <a:pt x="571" y="98"/>
                    <a:pt x="567" y="98"/>
                  </a:cubicBezTo>
                  <a:cubicBezTo>
                    <a:pt x="564" y="98"/>
                    <a:pt x="560" y="98"/>
                    <a:pt x="557" y="98"/>
                  </a:cubicBezTo>
                  <a:cubicBezTo>
                    <a:pt x="554" y="98"/>
                    <a:pt x="551" y="98"/>
                    <a:pt x="547" y="98"/>
                  </a:cubicBezTo>
                  <a:cubicBezTo>
                    <a:pt x="543" y="98"/>
                    <a:pt x="538" y="98"/>
                    <a:pt x="534" y="99"/>
                  </a:cubicBezTo>
                  <a:cubicBezTo>
                    <a:pt x="534" y="93"/>
                    <a:pt x="534" y="93"/>
                    <a:pt x="534" y="93"/>
                  </a:cubicBezTo>
                  <a:cubicBezTo>
                    <a:pt x="539" y="93"/>
                    <a:pt x="542" y="92"/>
                    <a:pt x="543" y="92"/>
                  </a:cubicBezTo>
                  <a:cubicBezTo>
                    <a:pt x="545" y="91"/>
                    <a:pt x="545" y="90"/>
                    <a:pt x="545" y="88"/>
                  </a:cubicBezTo>
                  <a:cubicBezTo>
                    <a:pt x="545" y="88"/>
                    <a:pt x="545" y="87"/>
                    <a:pt x="545" y="87"/>
                  </a:cubicBezTo>
                  <a:cubicBezTo>
                    <a:pt x="545" y="86"/>
                    <a:pt x="545" y="86"/>
                    <a:pt x="545" y="85"/>
                  </a:cubicBezTo>
                  <a:cubicBezTo>
                    <a:pt x="538" y="67"/>
                    <a:pt x="538" y="67"/>
                    <a:pt x="538" y="67"/>
                  </a:cubicBezTo>
                  <a:cubicBezTo>
                    <a:pt x="508" y="67"/>
                    <a:pt x="508" y="67"/>
                    <a:pt x="508" y="67"/>
                  </a:cubicBezTo>
                  <a:cubicBezTo>
                    <a:pt x="501" y="84"/>
                    <a:pt x="501" y="84"/>
                    <a:pt x="501" y="84"/>
                  </a:cubicBezTo>
                  <a:close/>
                  <a:moveTo>
                    <a:pt x="672" y="64"/>
                  </a:moveTo>
                  <a:cubicBezTo>
                    <a:pt x="672" y="17"/>
                    <a:pt x="672" y="17"/>
                    <a:pt x="672" y="17"/>
                  </a:cubicBezTo>
                  <a:cubicBezTo>
                    <a:pt x="672" y="13"/>
                    <a:pt x="671" y="10"/>
                    <a:pt x="669" y="9"/>
                  </a:cubicBezTo>
                  <a:cubicBezTo>
                    <a:pt x="668" y="8"/>
                    <a:pt x="664" y="7"/>
                    <a:pt x="659" y="7"/>
                  </a:cubicBezTo>
                  <a:cubicBezTo>
                    <a:pt x="659" y="2"/>
                    <a:pt x="659" y="2"/>
                    <a:pt x="659" y="2"/>
                  </a:cubicBezTo>
                  <a:cubicBezTo>
                    <a:pt x="661" y="2"/>
                    <a:pt x="664" y="2"/>
                    <a:pt x="666" y="2"/>
                  </a:cubicBezTo>
                  <a:cubicBezTo>
                    <a:pt x="669" y="2"/>
                    <a:pt x="672" y="2"/>
                    <a:pt x="675" y="2"/>
                  </a:cubicBezTo>
                  <a:cubicBezTo>
                    <a:pt x="678" y="2"/>
                    <a:pt x="680" y="2"/>
                    <a:pt x="683" y="2"/>
                  </a:cubicBezTo>
                  <a:cubicBezTo>
                    <a:pt x="685" y="2"/>
                    <a:pt x="688" y="2"/>
                    <a:pt x="690" y="2"/>
                  </a:cubicBezTo>
                  <a:cubicBezTo>
                    <a:pt x="690" y="7"/>
                    <a:pt x="690" y="7"/>
                    <a:pt x="690" y="7"/>
                  </a:cubicBezTo>
                  <a:cubicBezTo>
                    <a:pt x="689" y="7"/>
                    <a:pt x="689" y="7"/>
                    <a:pt x="689" y="7"/>
                  </a:cubicBezTo>
                  <a:cubicBezTo>
                    <a:pt x="686" y="7"/>
                    <a:pt x="683" y="8"/>
                    <a:pt x="682" y="9"/>
                  </a:cubicBezTo>
                  <a:cubicBezTo>
                    <a:pt x="681" y="11"/>
                    <a:pt x="680" y="13"/>
                    <a:pt x="680" y="17"/>
                  </a:cubicBezTo>
                  <a:cubicBezTo>
                    <a:pt x="680" y="99"/>
                    <a:pt x="680" y="99"/>
                    <a:pt x="680" y="99"/>
                  </a:cubicBezTo>
                  <a:cubicBezTo>
                    <a:pt x="671" y="99"/>
                    <a:pt x="671" y="99"/>
                    <a:pt x="671" y="99"/>
                  </a:cubicBezTo>
                  <a:cubicBezTo>
                    <a:pt x="610" y="20"/>
                    <a:pt x="610" y="20"/>
                    <a:pt x="610" y="20"/>
                  </a:cubicBezTo>
                  <a:cubicBezTo>
                    <a:pt x="610" y="81"/>
                    <a:pt x="610" y="81"/>
                    <a:pt x="610" y="81"/>
                  </a:cubicBezTo>
                  <a:cubicBezTo>
                    <a:pt x="610" y="86"/>
                    <a:pt x="611" y="89"/>
                    <a:pt x="612" y="91"/>
                  </a:cubicBezTo>
                  <a:cubicBezTo>
                    <a:pt x="614" y="92"/>
                    <a:pt x="617" y="93"/>
                    <a:pt x="623" y="93"/>
                  </a:cubicBezTo>
                  <a:cubicBezTo>
                    <a:pt x="623" y="99"/>
                    <a:pt x="623" y="99"/>
                    <a:pt x="623" y="99"/>
                  </a:cubicBezTo>
                  <a:cubicBezTo>
                    <a:pt x="620" y="98"/>
                    <a:pt x="617" y="98"/>
                    <a:pt x="614" y="98"/>
                  </a:cubicBezTo>
                  <a:cubicBezTo>
                    <a:pt x="611" y="98"/>
                    <a:pt x="608" y="98"/>
                    <a:pt x="605" y="98"/>
                  </a:cubicBezTo>
                  <a:cubicBezTo>
                    <a:pt x="603" y="98"/>
                    <a:pt x="600" y="98"/>
                    <a:pt x="598" y="98"/>
                  </a:cubicBezTo>
                  <a:cubicBezTo>
                    <a:pt x="595" y="98"/>
                    <a:pt x="592" y="98"/>
                    <a:pt x="590" y="99"/>
                  </a:cubicBezTo>
                  <a:cubicBezTo>
                    <a:pt x="590" y="93"/>
                    <a:pt x="590" y="93"/>
                    <a:pt x="590" y="93"/>
                  </a:cubicBezTo>
                  <a:cubicBezTo>
                    <a:pt x="595" y="93"/>
                    <a:pt x="598" y="92"/>
                    <a:pt x="599" y="91"/>
                  </a:cubicBezTo>
                  <a:cubicBezTo>
                    <a:pt x="601" y="89"/>
                    <a:pt x="602" y="86"/>
                    <a:pt x="602" y="81"/>
                  </a:cubicBezTo>
                  <a:cubicBezTo>
                    <a:pt x="602" y="17"/>
                    <a:pt x="602" y="17"/>
                    <a:pt x="602" y="17"/>
                  </a:cubicBezTo>
                  <a:cubicBezTo>
                    <a:pt x="602" y="13"/>
                    <a:pt x="601" y="11"/>
                    <a:pt x="599" y="9"/>
                  </a:cubicBezTo>
                  <a:cubicBezTo>
                    <a:pt x="598" y="8"/>
                    <a:pt x="595" y="8"/>
                    <a:pt x="591" y="7"/>
                  </a:cubicBezTo>
                  <a:cubicBezTo>
                    <a:pt x="591" y="2"/>
                    <a:pt x="591" y="2"/>
                    <a:pt x="591" y="2"/>
                  </a:cubicBezTo>
                  <a:cubicBezTo>
                    <a:pt x="595" y="2"/>
                    <a:pt x="599" y="2"/>
                    <a:pt x="601" y="2"/>
                  </a:cubicBezTo>
                  <a:cubicBezTo>
                    <a:pt x="603" y="2"/>
                    <a:pt x="605" y="3"/>
                    <a:pt x="607" y="3"/>
                  </a:cubicBezTo>
                  <a:cubicBezTo>
                    <a:pt x="609" y="3"/>
                    <a:pt x="612" y="2"/>
                    <a:pt x="614" y="2"/>
                  </a:cubicBezTo>
                  <a:cubicBezTo>
                    <a:pt x="617" y="2"/>
                    <a:pt x="620" y="2"/>
                    <a:pt x="623" y="2"/>
                  </a:cubicBezTo>
                  <a:cubicBezTo>
                    <a:pt x="672" y="64"/>
                    <a:pt x="672" y="64"/>
                    <a:pt x="672" y="64"/>
                  </a:cubicBezTo>
                  <a:close/>
                  <a:moveTo>
                    <a:pt x="781" y="16"/>
                  </a:moveTo>
                  <a:cubicBezTo>
                    <a:pt x="781" y="13"/>
                    <a:pt x="780" y="11"/>
                    <a:pt x="779" y="9"/>
                  </a:cubicBezTo>
                  <a:cubicBezTo>
                    <a:pt x="777" y="8"/>
                    <a:pt x="775" y="7"/>
                    <a:pt x="771" y="7"/>
                  </a:cubicBezTo>
                  <a:cubicBezTo>
                    <a:pt x="770" y="7"/>
                    <a:pt x="770" y="7"/>
                    <a:pt x="770" y="7"/>
                  </a:cubicBezTo>
                  <a:cubicBezTo>
                    <a:pt x="770" y="2"/>
                    <a:pt x="770" y="2"/>
                    <a:pt x="770" y="2"/>
                  </a:cubicBezTo>
                  <a:cubicBezTo>
                    <a:pt x="775" y="2"/>
                    <a:pt x="779" y="2"/>
                    <a:pt x="782" y="3"/>
                  </a:cubicBezTo>
                  <a:cubicBezTo>
                    <a:pt x="786" y="3"/>
                    <a:pt x="790" y="3"/>
                    <a:pt x="793" y="3"/>
                  </a:cubicBezTo>
                  <a:cubicBezTo>
                    <a:pt x="796" y="3"/>
                    <a:pt x="799" y="3"/>
                    <a:pt x="803" y="3"/>
                  </a:cubicBezTo>
                  <a:cubicBezTo>
                    <a:pt x="807" y="2"/>
                    <a:pt x="811" y="2"/>
                    <a:pt x="815" y="2"/>
                  </a:cubicBezTo>
                  <a:cubicBezTo>
                    <a:pt x="815" y="7"/>
                    <a:pt x="815" y="7"/>
                    <a:pt x="815" y="7"/>
                  </a:cubicBezTo>
                  <a:cubicBezTo>
                    <a:pt x="811" y="7"/>
                    <a:pt x="808" y="8"/>
                    <a:pt x="807" y="9"/>
                  </a:cubicBezTo>
                  <a:cubicBezTo>
                    <a:pt x="805" y="10"/>
                    <a:pt x="804" y="12"/>
                    <a:pt x="804" y="16"/>
                  </a:cubicBezTo>
                  <a:cubicBezTo>
                    <a:pt x="804" y="60"/>
                    <a:pt x="804" y="60"/>
                    <a:pt x="804" y="60"/>
                  </a:cubicBezTo>
                  <a:cubicBezTo>
                    <a:pt x="804" y="67"/>
                    <a:pt x="805" y="72"/>
                    <a:pt x="805" y="75"/>
                  </a:cubicBezTo>
                  <a:cubicBezTo>
                    <a:pt x="806" y="78"/>
                    <a:pt x="807" y="80"/>
                    <a:pt x="808" y="82"/>
                  </a:cubicBezTo>
                  <a:cubicBezTo>
                    <a:pt x="810" y="84"/>
                    <a:pt x="813" y="86"/>
                    <a:pt x="816" y="88"/>
                  </a:cubicBezTo>
                  <a:cubicBezTo>
                    <a:pt x="819" y="89"/>
                    <a:pt x="822" y="89"/>
                    <a:pt x="827" y="89"/>
                  </a:cubicBezTo>
                  <a:cubicBezTo>
                    <a:pt x="835" y="89"/>
                    <a:pt x="841" y="87"/>
                    <a:pt x="845" y="83"/>
                  </a:cubicBezTo>
                  <a:cubicBezTo>
                    <a:pt x="848" y="78"/>
                    <a:pt x="850" y="70"/>
                    <a:pt x="850" y="60"/>
                  </a:cubicBezTo>
                  <a:cubicBezTo>
                    <a:pt x="850" y="59"/>
                    <a:pt x="850" y="59"/>
                    <a:pt x="850" y="59"/>
                  </a:cubicBezTo>
                  <a:cubicBezTo>
                    <a:pt x="850" y="18"/>
                    <a:pt x="850" y="18"/>
                    <a:pt x="850" y="18"/>
                  </a:cubicBezTo>
                  <a:cubicBezTo>
                    <a:pt x="850" y="14"/>
                    <a:pt x="849" y="11"/>
                    <a:pt x="848" y="9"/>
                  </a:cubicBezTo>
                  <a:cubicBezTo>
                    <a:pt x="847" y="8"/>
                    <a:pt x="844" y="7"/>
                    <a:pt x="839" y="7"/>
                  </a:cubicBezTo>
                  <a:cubicBezTo>
                    <a:pt x="839" y="2"/>
                    <a:pt x="839" y="2"/>
                    <a:pt x="839" y="2"/>
                  </a:cubicBezTo>
                  <a:cubicBezTo>
                    <a:pt x="842" y="2"/>
                    <a:pt x="845" y="2"/>
                    <a:pt x="847" y="2"/>
                  </a:cubicBezTo>
                  <a:cubicBezTo>
                    <a:pt x="849" y="2"/>
                    <a:pt x="851" y="3"/>
                    <a:pt x="853" y="3"/>
                  </a:cubicBezTo>
                  <a:cubicBezTo>
                    <a:pt x="855" y="3"/>
                    <a:pt x="857" y="2"/>
                    <a:pt x="860" y="2"/>
                  </a:cubicBezTo>
                  <a:cubicBezTo>
                    <a:pt x="862" y="2"/>
                    <a:pt x="865" y="2"/>
                    <a:pt x="867" y="2"/>
                  </a:cubicBezTo>
                  <a:cubicBezTo>
                    <a:pt x="867" y="7"/>
                    <a:pt x="867" y="7"/>
                    <a:pt x="867" y="7"/>
                  </a:cubicBezTo>
                  <a:cubicBezTo>
                    <a:pt x="864" y="7"/>
                    <a:pt x="862" y="8"/>
                    <a:pt x="861" y="9"/>
                  </a:cubicBezTo>
                  <a:cubicBezTo>
                    <a:pt x="860" y="10"/>
                    <a:pt x="859" y="13"/>
                    <a:pt x="859" y="18"/>
                  </a:cubicBezTo>
                  <a:cubicBezTo>
                    <a:pt x="858" y="62"/>
                    <a:pt x="858" y="62"/>
                    <a:pt x="858" y="62"/>
                  </a:cubicBezTo>
                  <a:cubicBezTo>
                    <a:pt x="858" y="76"/>
                    <a:pt x="855" y="86"/>
                    <a:pt x="849" y="92"/>
                  </a:cubicBezTo>
                  <a:cubicBezTo>
                    <a:pt x="843" y="98"/>
                    <a:pt x="833" y="101"/>
                    <a:pt x="820" y="101"/>
                  </a:cubicBezTo>
                  <a:cubicBezTo>
                    <a:pt x="807" y="101"/>
                    <a:pt x="797" y="98"/>
                    <a:pt x="791" y="93"/>
                  </a:cubicBezTo>
                  <a:cubicBezTo>
                    <a:pt x="784" y="87"/>
                    <a:pt x="781" y="79"/>
                    <a:pt x="781" y="69"/>
                  </a:cubicBezTo>
                  <a:cubicBezTo>
                    <a:pt x="781" y="16"/>
                    <a:pt x="781" y="16"/>
                    <a:pt x="781" y="16"/>
                  </a:cubicBezTo>
                  <a:close/>
                  <a:moveTo>
                    <a:pt x="963" y="64"/>
                  </a:moveTo>
                  <a:cubicBezTo>
                    <a:pt x="963" y="17"/>
                    <a:pt x="963" y="17"/>
                    <a:pt x="963" y="17"/>
                  </a:cubicBezTo>
                  <a:cubicBezTo>
                    <a:pt x="963" y="13"/>
                    <a:pt x="962" y="10"/>
                    <a:pt x="961" y="9"/>
                  </a:cubicBezTo>
                  <a:cubicBezTo>
                    <a:pt x="959" y="8"/>
                    <a:pt x="956" y="7"/>
                    <a:pt x="950" y="7"/>
                  </a:cubicBezTo>
                  <a:cubicBezTo>
                    <a:pt x="950" y="2"/>
                    <a:pt x="950" y="2"/>
                    <a:pt x="950" y="2"/>
                  </a:cubicBezTo>
                  <a:cubicBezTo>
                    <a:pt x="953" y="2"/>
                    <a:pt x="955" y="2"/>
                    <a:pt x="958" y="2"/>
                  </a:cubicBezTo>
                  <a:cubicBezTo>
                    <a:pt x="960" y="2"/>
                    <a:pt x="963" y="2"/>
                    <a:pt x="966" y="2"/>
                  </a:cubicBezTo>
                  <a:cubicBezTo>
                    <a:pt x="969" y="2"/>
                    <a:pt x="972" y="2"/>
                    <a:pt x="974" y="2"/>
                  </a:cubicBezTo>
                  <a:cubicBezTo>
                    <a:pt x="977" y="2"/>
                    <a:pt x="979" y="2"/>
                    <a:pt x="981" y="2"/>
                  </a:cubicBezTo>
                  <a:cubicBezTo>
                    <a:pt x="981" y="7"/>
                    <a:pt x="981" y="7"/>
                    <a:pt x="981" y="7"/>
                  </a:cubicBezTo>
                  <a:cubicBezTo>
                    <a:pt x="980" y="7"/>
                    <a:pt x="980" y="7"/>
                    <a:pt x="980" y="7"/>
                  </a:cubicBezTo>
                  <a:cubicBezTo>
                    <a:pt x="977" y="7"/>
                    <a:pt x="975" y="8"/>
                    <a:pt x="973" y="9"/>
                  </a:cubicBezTo>
                  <a:cubicBezTo>
                    <a:pt x="972" y="11"/>
                    <a:pt x="971" y="13"/>
                    <a:pt x="971" y="17"/>
                  </a:cubicBezTo>
                  <a:cubicBezTo>
                    <a:pt x="971" y="99"/>
                    <a:pt x="971" y="99"/>
                    <a:pt x="971" y="99"/>
                  </a:cubicBezTo>
                  <a:cubicBezTo>
                    <a:pt x="963" y="99"/>
                    <a:pt x="963" y="99"/>
                    <a:pt x="963" y="99"/>
                  </a:cubicBezTo>
                  <a:cubicBezTo>
                    <a:pt x="901" y="20"/>
                    <a:pt x="901" y="20"/>
                    <a:pt x="901" y="20"/>
                  </a:cubicBezTo>
                  <a:cubicBezTo>
                    <a:pt x="901" y="81"/>
                    <a:pt x="901" y="81"/>
                    <a:pt x="901" y="81"/>
                  </a:cubicBezTo>
                  <a:cubicBezTo>
                    <a:pt x="901" y="86"/>
                    <a:pt x="902" y="89"/>
                    <a:pt x="904" y="91"/>
                  </a:cubicBezTo>
                  <a:cubicBezTo>
                    <a:pt x="905" y="92"/>
                    <a:pt x="909" y="93"/>
                    <a:pt x="914" y="93"/>
                  </a:cubicBezTo>
                  <a:cubicBezTo>
                    <a:pt x="914" y="99"/>
                    <a:pt x="914" y="99"/>
                    <a:pt x="914" y="99"/>
                  </a:cubicBezTo>
                  <a:cubicBezTo>
                    <a:pt x="911" y="98"/>
                    <a:pt x="908" y="98"/>
                    <a:pt x="905" y="98"/>
                  </a:cubicBezTo>
                  <a:cubicBezTo>
                    <a:pt x="902" y="98"/>
                    <a:pt x="900" y="98"/>
                    <a:pt x="897" y="98"/>
                  </a:cubicBezTo>
                  <a:cubicBezTo>
                    <a:pt x="894" y="98"/>
                    <a:pt x="892" y="98"/>
                    <a:pt x="889" y="98"/>
                  </a:cubicBezTo>
                  <a:cubicBezTo>
                    <a:pt x="886" y="98"/>
                    <a:pt x="884" y="98"/>
                    <a:pt x="881" y="99"/>
                  </a:cubicBezTo>
                  <a:cubicBezTo>
                    <a:pt x="881" y="93"/>
                    <a:pt x="881" y="93"/>
                    <a:pt x="881" y="93"/>
                  </a:cubicBezTo>
                  <a:cubicBezTo>
                    <a:pt x="886" y="93"/>
                    <a:pt x="889" y="92"/>
                    <a:pt x="891" y="91"/>
                  </a:cubicBezTo>
                  <a:cubicBezTo>
                    <a:pt x="892" y="89"/>
                    <a:pt x="893" y="86"/>
                    <a:pt x="893" y="81"/>
                  </a:cubicBezTo>
                  <a:cubicBezTo>
                    <a:pt x="893" y="17"/>
                    <a:pt x="893" y="17"/>
                    <a:pt x="893" y="17"/>
                  </a:cubicBezTo>
                  <a:cubicBezTo>
                    <a:pt x="893" y="13"/>
                    <a:pt x="892" y="11"/>
                    <a:pt x="891" y="9"/>
                  </a:cubicBezTo>
                  <a:cubicBezTo>
                    <a:pt x="889" y="8"/>
                    <a:pt x="886" y="8"/>
                    <a:pt x="882" y="7"/>
                  </a:cubicBezTo>
                  <a:cubicBezTo>
                    <a:pt x="882" y="2"/>
                    <a:pt x="882" y="2"/>
                    <a:pt x="882" y="2"/>
                  </a:cubicBezTo>
                  <a:cubicBezTo>
                    <a:pt x="887" y="2"/>
                    <a:pt x="890" y="2"/>
                    <a:pt x="892" y="2"/>
                  </a:cubicBezTo>
                  <a:cubicBezTo>
                    <a:pt x="895" y="2"/>
                    <a:pt x="897" y="3"/>
                    <a:pt x="899" y="3"/>
                  </a:cubicBezTo>
                  <a:cubicBezTo>
                    <a:pt x="901" y="3"/>
                    <a:pt x="903" y="2"/>
                    <a:pt x="906" y="2"/>
                  </a:cubicBezTo>
                  <a:cubicBezTo>
                    <a:pt x="908" y="2"/>
                    <a:pt x="911" y="2"/>
                    <a:pt x="915" y="2"/>
                  </a:cubicBezTo>
                  <a:cubicBezTo>
                    <a:pt x="963" y="64"/>
                    <a:pt x="963" y="64"/>
                    <a:pt x="963" y="64"/>
                  </a:cubicBezTo>
                  <a:close/>
                  <a:moveTo>
                    <a:pt x="997" y="99"/>
                  </a:moveTo>
                  <a:cubicBezTo>
                    <a:pt x="997" y="93"/>
                    <a:pt x="997" y="93"/>
                    <a:pt x="997" y="93"/>
                  </a:cubicBezTo>
                  <a:cubicBezTo>
                    <a:pt x="997" y="93"/>
                    <a:pt x="997" y="93"/>
                    <a:pt x="997" y="93"/>
                  </a:cubicBezTo>
                  <a:cubicBezTo>
                    <a:pt x="1002" y="93"/>
                    <a:pt x="1005" y="92"/>
                    <a:pt x="1006" y="91"/>
                  </a:cubicBezTo>
                  <a:cubicBezTo>
                    <a:pt x="1007" y="89"/>
                    <a:pt x="1008" y="86"/>
                    <a:pt x="1008" y="81"/>
                  </a:cubicBezTo>
                  <a:cubicBezTo>
                    <a:pt x="1008" y="16"/>
                    <a:pt x="1008" y="16"/>
                    <a:pt x="1008" y="16"/>
                  </a:cubicBezTo>
                  <a:cubicBezTo>
                    <a:pt x="1008" y="13"/>
                    <a:pt x="1007" y="11"/>
                    <a:pt x="1006" y="9"/>
                  </a:cubicBezTo>
                  <a:cubicBezTo>
                    <a:pt x="1004" y="8"/>
                    <a:pt x="1002" y="7"/>
                    <a:pt x="998" y="7"/>
                  </a:cubicBezTo>
                  <a:cubicBezTo>
                    <a:pt x="997" y="7"/>
                    <a:pt x="997" y="7"/>
                    <a:pt x="997" y="7"/>
                  </a:cubicBezTo>
                  <a:cubicBezTo>
                    <a:pt x="997" y="2"/>
                    <a:pt x="997" y="2"/>
                    <a:pt x="997" y="2"/>
                  </a:cubicBezTo>
                  <a:cubicBezTo>
                    <a:pt x="1001" y="2"/>
                    <a:pt x="1004" y="2"/>
                    <a:pt x="1008" y="2"/>
                  </a:cubicBezTo>
                  <a:cubicBezTo>
                    <a:pt x="1012" y="3"/>
                    <a:pt x="1016" y="3"/>
                    <a:pt x="1020" y="3"/>
                  </a:cubicBezTo>
                  <a:cubicBezTo>
                    <a:pt x="1023" y="3"/>
                    <a:pt x="1027" y="3"/>
                    <a:pt x="1031" y="2"/>
                  </a:cubicBezTo>
                  <a:cubicBezTo>
                    <a:pt x="1035" y="2"/>
                    <a:pt x="1039" y="2"/>
                    <a:pt x="1042" y="2"/>
                  </a:cubicBezTo>
                  <a:cubicBezTo>
                    <a:pt x="1042" y="7"/>
                    <a:pt x="1042" y="7"/>
                    <a:pt x="1042" y="7"/>
                  </a:cubicBezTo>
                  <a:cubicBezTo>
                    <a:pt x="1038" y="7"/>
                    <a:pt x="1035" y="8"/>
                    <a:pt x="1034" y="9"/>
                  </a:cubicBezTo>
                  <a:cubicBezTo>
                    <a:pt x="1032" y="10"/>
                    <a:pt x="1031" y="12"/>
                    <a:pt x="1031" y="16"/>
                  </a:cubicBezTo>
                  <a:cubicBezTo>
                    <a:pt x="1031" y="81"/>
                    <a:pt x="1031" y="81"/>
                    <a:pt x="1031" y="81"/>
                  </a:cubicBezTo>
                  <a:cubicBezTo>
                    <a:pt x="1031" y="86"/>
                    <a:pt x="1032" y="89"/>
                    <a:pt x="1033" y="91"/>
                  </a:cubicBezTo>
                  <a:cubicBezTo>
                    <a:pt x="1035" y="92"/>
                    <a:pt x="1038" y="93"/>
                    <a:pt x="1042" y="93"/>
                  </a:cubicBezTo>
                  <a:cubicBezTo>
                    <a:pt x="1042" y="93"/>
                    <a:pt x="1042" y="93"/>
                    <a:pt x="1042" y="93"/>
                  </a:cubicBezTo>
                  <a:cubicBezTo>
                    <a:pt x="1042" y="99"/>
                    <a:pt x="1042" y="99"/>
                    <a:pt x="1042" y="99"/>
                  </a:cubicBezTo>
                  <a:cubicBezTo>
                    <a:pt x="1039" y="98"/>
                    <a:pt x="1035" y="98"/>
                    <a:pt x="1031" y="98"/>
                  </a:cubicBezTo>
                  <a:cubicBezTo>
                    <a:pt x="1027" y="98"/>
                    <a:pt x="1024" y="98"/>
                    <a:pt x="1020" y="98"/>
                  </a:cubicBezTo>
                  <a:cubicBezTo>
                    <a:pt x="1016" y="98"/>
                    <a:pt x="1013" y="98"/>
                    <a:pt x="1009" y="98"/>
                  </a:cubicBezTo>
                  <a:cubicBezTo>
                    <a:pt x="1005" y="98"/>
                    <a:pt x="1001" y="98"/>
                    <a:pt x="997" y="99"/>
                  </a:cubicBezTo>
                  <a:cubicBezTo>
                    <a:pt x="997" y="99"/>
                    <a:pt x="997" y="99"/>
                    <a:pt x="997" y="99"/>
                  </a:cubicBezTo>
                  <a:close/>
                  <a:moveTo>
                    <a:pt x="1107" y="100"/>
                  </a:moveTo>
                  <a:cubicBezTo>
                    <a:pt x="1097" y="100"/>
                    <a:pt x="1097" y="100"/>
                    <a:pt x="1097" y="100"/>
                  </a:cubicBezTo>
                  <a:cubicBezTo>
                    <a:pt x="1066" y="16"/>
                    <a:pt x="1066" y="16"/>
                    <a:pt x="1066" y="16"/>
                  </a:cubicBezTo>
                  <a:cubicBezTo>
                    <a:pt x="1065" y="13"/>
                    <a:pt x="1064" y="11"/>
                    <a:pt x="1062" y="9"/>
                  </a:cubicBezTo>
                  <a:cubicBezTo>
                    <a:pt x="1060" y="8"/>
                    <a:pt x="1058" y="7"/>
                    <a:pt x="1055" y="7"/>
                  </a:cubicBezTo>
                  <a:cubicBezTo>
                    <a:pt x="1054" y="7"/>
                    <a:pt x="1054" y="7"/>
                    <a:pt x="1054" y="7"/>
                  </a:cubicBezTo>
                  <a:cubicBezTo>
                    <a:pt x="1054" y="2"/>
                    <a:pt x="1054" y="2"/>
                    <a:pt x="1054" y="2"/>
                  </a:cubicBezTo>
                  <a:cubicBezTo>
                    <a:pt x="1058" y="2"/>
                    <a:pt x="1062" y="2"/>
                    <a:pt x="1066" y="2"/>
                  </a:cubicBezTo>
                  <a:cubicBezTo>
                    <a:pt x="1070" y="2"/>
                    <a:pt x="1073" y="3"/>
                    <a:pt x="1076" y="3"/>
                  </a:cubicBezTo>
                  <a:cubicBezTo>
                    <a:pt x="1079" y="3"/>
                    <a:pt x="1081" y="2"/>
                    <a:pt x="1085" y="2"/>
                  </a:cubicBezTo>
                  <a:cubicBezTo>
                    <a:pt x="1088" y="2"/>
                    <a:pt x="1093" y="2"/>
                    <a:pt x="1100" y="2"/>
                  </a:cubicBezTo>
                  <a:cubicBezTo>
                    <a:pt x="1100" y="7"/>
                    <a:pt x="1100" y="7"/>
                    <a:pt x="1100" y="7"/>
                  </a:cubicBezTo>
                  <a:cubicBezTo>
                    <a:pt x="1099" y="7"/>
                    <a:pt x="1099" y="7"/>
                    <a:pt x="1099" y="7"/>
                  </a:cubicBezTo>
                  <a:cubicBezTo>
                    <a:pt x="1095" y="7"/>
                    <a:pt x="1093" y="8"/>
                    <a:pt x="1092" y="8"/>
                  </a:cubicBezTo>
                  <a:cubicBezTo>
                    <a:pt x="1090" y="9"/>
                    <a:pt x="1089" y="11"/>
                    <a:pt x="1089" y="12"/>
                  </a:cubicBezTo>
                  <a:cubicBezTo>
                    <a:pt x="1089" y="13"/>
                    <a:pt x="1089" y="13"/>
                    <a:pt x="1090" y="14"/>
                  </a:cubicBezTo>
                  <a:cubicBezTo>
                    <a:pt x="1090" y="14"/>
                    <a:pt x="1090" y="15"/>
                    <a:pt x="1090" y="15"/>
                  </a:cubicBezTo>
                  <a:cubicBezTo>
                    <a:pt x="1110" y="74"/>
                    <a:pt x="1110" y="74"/>
                    <a:pt x="1110" y="74"/>
                  </a:cubicBezTo>
                  <a:cubicBezTo>
                    <a:pt x="1133" y="16"/>
                    <a:pt x="1133" y="16"/>
                    <a:pt x="1133" y="16"/>
                  </a:cubicBezTo>
                  <a:cubicBezTo>
                    <a:pt x="1134" y="14"/>
                    <a:pt x="1134" y="14"/>
                    <a:pt x="1134" y="13"/>
                  </a:cubicBezTo>
                  <a:cubicBezTo>
                    <a:pt x="1134" y="12"/>
                    <a:pt x="1135" y="11"/>
                    <a:pt x="1135" y="11"/>
                  </a:cubicBezTo>
                  <a:cubicBezTo>
                    <a:pt x="1135" y="9"/>
                    <a:pt x="1134" y="9"/>
                    <a:pt x="1132" y="8"/>
                  </a:cubicBezTo>
                  <a:cubicBezTo>
                    <a:pt x="1131" y="7"/>
                    <a:pt x="1128" y="7"/>
                    <a:pt x="1125" y="7"/>
                  </a:cubicBezTo>
                  <a:cubicBezTo>
                    <a:pt x="1124" y="7"/>
                    <a:pt x="1124" y="7"/>
                    <a:pt x="1124" y="7"/>
                  </a:cubicBezTo>
                  <a:cubicBezTo>
                    <a:pt x="1124" y="2"/>
                    <a:pt x="1124" y="2"/>
                    <a:pt x="1124" y="2"/>
                  </a:cubicBezTo>
                  <a:cubicBezTo>
                    <a:pt x="1126" y="2"/>
                    <a:pt x="1128" y="2"/>
                    <a:pt x="1130" y="2"/>
                  </a:cubicBezTo>
                  <a:cubicBezTo>
                    <a:pt x="1132" y="2"/>
                    <a:pt x="1135" y="2"/>
                    <a:pt x="1137" y="2"/>
                  </a:cubicBezTo>
                  <a:cubicBezTo>
                    <a:pt x="1140" y="2"/>
                    <a:pt x="1143" y="2"/>
                    <a:pt x="1145" y="2"/>
                  </a:cubicBezTo>
                  <a:cubicBezTo>
                    <a:pt x="1147" y="2"/>
                    <a:pt x="1149" y="2"/>
                    <a:pt x="1151" y="2"/>
                  </a:cubicBezTo>
                  <a:cubicBezTo>
                    <a:pt x="1152" y="7"/>
                    <a:pt x="1152" y="7"/>
                    <a:pt x="1152" y="7"/>
                  </a:cubicBezTo>
                  <a:cubicBezTo>
                    <a:pt x="1149" y="7"/>
                    <a:pt x="1148" y="8"/>
                    <a:pt x="1146" y="9"/>
                  </a:cubicBezTo>
                  <a:cubicBezTo>
                    <a:pt x="1145" y="10"/>
                    <a:pt x="1144" y="12"/>
                    <a:pt x="1143" y="15"/>
                  </a:cubicBezTo>
                  <a:cubicBezTo>
                    <a:pt x="1107" y="100"/>
                    <a:pt x="1107" y="100"/>
                    <a:pt x="1107" y="100"/>
                  </a:cubicBezTo>
                  <a:close/>
                  <a:moveTo>
                    <a:pt x="1163" y="99"/>
                  </a:moveTo>
                  <a:cubicBezTo>
                    <a:pt x="1163" y="93"/>
                    <a:pt x="1163" y="93"/>
                    <a:pt x="1163" y="93"/>
                  </a:cubicBezTo>
                  <a:cubicBezTo>
                    <a:pt x="1165" y="93"/>
                    <a:pt x="1165" y="93"/>
                    <a:pt x="1165" y="93"/>
                  </a:cubicBezTo>
                  <a:cubicBezTo>
                    <a:pt x="1168" y="93"/>
                    <a:pt x="1171" y="92"/>
                    <a:pt x="1173" y="91"/>
                  </a:cubicBezTo>
                  <a:cubicBezTo>
                    <a:pt x="1174" y="89"/>
                    <a:pt x="1175" y="87"/>
                    <a:pt x="1175" y="84"/>
                  </a:cubicBezTo>
                  <a:cubicBezTo>
                    <a:pt x="1175" y="16"/>
                    <a:pt x="1175" y="16"/>
                    <a:pt x="1175" y="16"/>
                  </a:cubicBezTo>
                  <a:cubicBezTo>
                    <a:pt x="1175" y="13"/>
                    <a:pt x="1174" y="11"/>
                    <a:pt x="1173" y="10"/>
                  </a:cubicBezTo>
                  <a:cubicBezTo>
                    <a:pt x="1171" y="8"/>
                    <a:pt x="1168" y="7"/>
                    <a:pt x="1165" y="7"/>
                  </a:cubicBezTo>
                  <a:cubicBezTo>
                    <a:pt x="1163" y="7"/>
                    <a:pt x="1163" y="7"/>
                    <a:pt x="1163" y="7"/>
                  </a:cubicBezTo>
                  <a:cubicBezTo>
                    <a:pt x="1163" y="2"/>
                    <a:pt x="1163" y="2"/>
                    <a:pt x="1163" y="2"/>
                  </a:cubicBezTo>
                  <a:cubicBezTo>
                    <a:pt x="1166" y="2"/>
                    <a:pt x="1170" y="2"/>
                    <a:pt x="1174" y="2"/>
                  </a:cubicBezTo>
                  <a:cubicBezTo>
                    <a:pt x="1178" y="2"/>
                    <a:pt x="1184" y="2"/>
                    <a:pt x="1193" y="2"/>
                  </a:cubicBezTo>
                  <a:cubicBezTo>
                    <a:pt x="1207" y="2"/>
                    <a:pt x="1207" y="2"/>
                    <a:pt x="1207" y="2"/>
                  </a:cubicBezTo>
                  <a:cubicBezTo>
                    <a:pt x="1214" y="2"/>
                    <a:pt x="1219" y="2"/>
                    <a:pt x="1224" y="2"/>
                  </a:cubicBezTo>
                  <a:cubicBezTo>
                    <a:pt x="1228" y="2"/>
                    <a:pt x="1232" y="2"/>
                    <a:pt x="1236" y="2"/>
                  </a:cubicBezTo>
                  <a:cubicBezTo>
                    <a:pt x="1236" y="5"/>
                    <a:pt x="1236" y="9"/>
                    <a:pt x="1236" y="13"/>
                  </a:cubicBezTo>
                  <a:cubicBezTo>
                    <a:pt x="1236" y="16"/>
                    <a:pt x="1237" y="21"/>
                    <a:pt x="1237" y="25"/>
                  </a:cubicBezTo>
                  <a:cubicBezTo>
                    <a:pt x="1231" y="25"/>
                    <a:pt x="1231" y="25"/>
                    <a:pt x="1231" y="25"/>
                  </a:cubicBezTo>
                  <a:cubicBezTo>
                    <a:pt x="1230" y="19"/>
                    <a:pt x="1228" y="15"/>
                    <a:pt x="1225" y="12"/>
                  </a:cubicBezTo>
                  <a:cubicBezTo>
                    <a:pt x="1222" y="10"/>
                    <a:pt x="1216" y="9"/>
                    <a:pt x="1208" y="9"/>
                  </a:cubicBezTo>
                  <a:cubicBezTo>
                    <a:pt x="1204" y="9"/>
                    <a:pt x="1201" y="9"/>
                    <a:pt x="1200" y="10"/>
                  </a:cubicBezTo>
                  <a:cubicBezTo>
                    <a:pt x="1198" y="10"/>
                    <a:pt x="1198" y="12"/>
                    <a:pt x="1198" y="13"/>
                  </a:cubicBezTo>
                  <a:cubicBezTo>
                    <a:pt x="1198" y="46"/>
                    <a:pt x="1198" y="46"/>
                    <a:pt x="1198" y="46"/>
                  </a:cubicBezTo>
                  <a:cubicBezTo>
                    <a:pt x="1210" y="46"/>
                    <a:pt x="1210" y="46"/>
                    <a:pt x="1210" y="46"/>
                  </a:cubicBezTo>
                  <a:cubicBezTo>
                    <a:pt x="1214" y="46"/>
                    <a:pt x="1217" y="45"/>
                    <a:pt x="1219" y="42"/>
                  </a:cubicBezTo>
                  <a:cubicBezTo>
                    <a:pt x="1221" y="40"/>
                    <a:pt x="1222" y="37"/>
                    <a:pt x="1222" y="32"/>
                  </a:cubicBezTo>
                  <a:cubicBezTo>
                    <a:pt x="1227" y="32"/>
                    <a:pt x="1227" y="32"/>
                    <a:pt x="1227" y="32"/>
                  </a:cubicBezTo>
                  <a:cubicBezTo>
                    <a:pt x="1227" y="35"/>
                    <a:pt x="1227" y="38"/>
                    <a:pt x="1227" y="40"/>
                  </a:cubicBezTo>
                  <a:cubicBezTo>
                    <a:pt x="1227" y="43"/>
                    <a:pt x="1227" y="46"/>
                    <a:pt x="1227" y="49"/>
                  </a:cubicBezTo>
                  <a:cubicBezTo>
                    <a:pt x="1227" y="52"/>
                    <a:pt x="1227" y="54"/>
                    <a:pt x="1227" y="57"/>
                  </a:cubicBezTo>
                  <a:cubicBezTo>
                    <a:pt x="1227" y="60"/>
                    <a:pt x="1227" y="63"/>
                    <a:pt x="1227" y="65"/>
                  </a:cubicBezTo>
                  <a:cubicBezTo>
                    <a:pt x="1222" y="65"/>
                    <a:pt x="1222" y="65"/>
                    <a:pt x="1222" y="65"/>
                  </a:cubicBezTo>
                  <a:cubicBezTo>
                    <a:pt x="1222" y="60"/>
                    <a:pt x="1221" y="57"/>
                    <a:pt x="1219" y="55"/>
                  </a:cubicBezTo>
                  <a:cubicBezTo>
                    <a:pt x="1218" y="53"/>
                    <a:pt x="1215" y="52"/>
                    <a:pt x="1211" y="52"/>
                  </a:cubicBezTo>
                  <a:cubicBezTo>
                    <a:pt x="1198" y="52"/>
                    <a:pt x="1198" y="52"/>
                    <a:pt x="1198" y="52"/>
                  </a:cubicBezTo>
                  <a:cubicBezTo>
                    <a:pt x="1198" y="85"/>
                    <a:pt x="1198" y="85"/>
                    <a:pt x="1198" y="85"/>
                  </a:cubicBezTo>
                  <a:cubicBezTo>
                    <a:pt x="1198" y="87"/>
                    <a:pt x="1198" y="88"/>
                    <a:pt x="1199" y="89"/>
                  </a:cubicBezTo>
                  <a:cubicBezTo>
                    <a:pt x="1201" y="90"/>
                    <a:pt x="1202" y="90"/>
                    <a:pt x="1205" y="90"/>
                  </a:cubicBezTo>
                  <a:cubicBezTo>
                    <a:pt x="1216" y="90"/>
                    <a:pt x="1224" y="89"/>
                    <a:pt x="1229" y="86"/>
                  </a:cubicBezTo>
                  <a:cubicBezTo>
                    <a:pt x="1233" y="83"/>
                    <a:pt x="1236" y="78"/>
                    <a:pt x="1238" y="71"/>
                  </a:cubicBezTo>
                  <a:cubicBezTo>
                    <a:pt x="1244" y="71"/>
                    <a:pt x="1244" y="71"/>
                    <a:pt x="1244" y="71"/>
                  </a:cubicBezTo>
                  <a:cubicBezTo>
                    <a:pt x="1243" y="76"/>
                    <a:pt x="1242" y="80"/>
                    <a:pt x="1241" y="85"/>
                  </a:cubicBezTo>
                  <a:cubicBezTo>
                    <a:pt x="1240" y="90"/>
                    <a:pt x="1239" y="94"/>
                    <a:pt x="1239" y="99"/>
                  </a:cubicBezTo>
                  <a:cubicBezTo>
                    <a:pt x="1233" y="98"/>
                    <a:pt x="1228" y="98"/>
                    <a:pt x="1221" y="98"/>
                  </a:cubicBezTo>
                  <a:cubicBezTo>
                    <a:pt x="1215" y="98"/>
                    <a:pt x="1208" y="98"/>
                    <a:pt x="1201" y="98"/>
                  </a:cubicBezTo>
                  <a:cubicBezTo>
                    <a:pt x="1193" y="98"/>
                    <a:pt x="1186" y="98"/>
                    <a:pt x="1180" y="98"/>
                  </a:cubicBezTo>
                  <a:cubicBezTo>
                    <a:pt x="1174" y="98"/>
                    <a:pt x="1168" y="98"/>
                    <a:pt x="1163" y="99"/>
                  </a:cubicBezTo>
                  <a:cubicBezTo>
                    <a:pt x="1163" y="99"/>
                    <a:pt x="1163" y="99"/>
                    <a:pt x="1163" y="99"/>
                  </a:cubicBezTo>
                  <a:close/>
                  <a:moveTo>
                    <a:pt x="1259" y="99"/>
                  </a:moveTo>
                  <a:cubicBezTo>
                    <a:pt x="1259" y="93"/>
                    <a:pt x="1259" y="93"/>
                    <a:pt x="1259" y="93"/>
                  </a:cubicBezTo>
                  <a:cubicBezTo>
                    <a:pt x="1263" y="93"/>
                    <a:pt x="1266" y="92"/>
                    <a:pt x="1267" y="91"/>
                  </a:cubicBezTo>
                  <a:cubicBezTo>
                    <a:pt x="1269" y="89"/>
                    <a:pt x="1270" y="86"/>
                    <a:pt x="1270" y="81"/>
                  </a:cubicBezTo>
                  <a:cubicBezTo>
                    <a:pt x="1270" y="16"/>
                    <a:pt x="1270" y="16"/>
                    <a:pt x="1270" y="16"/>
                  </a:cubicBezTo>
                  <a:cubicBezTo>
                    <a:pt x="1270" y="13"/>
                    <a:pt x="1269" y="11"/>
                    <a:pt x="1267" y="9"/>
                  </a:cubicBezTo>
                  <a:cubicBezTo>
                    <a:pt x="1266" y="8"/>
                    <a:pt x="1263" y="7"/>
                    <a:pt x="1260" y="7"/>
                  </a:cubicBezTo>
                  <a:cubicBezTo>
                    <a:pt x="1259" y="7"/>
                    <a:pt x="1259" y="7"/>
                    <a:pt x="1259" y="7"/>
                  </a:cubicBezTo>
                  <a:cubicBezTo>
                    <a:pt x="1259" y="2"/>
                    <a:pt x="1259" y="2"/>
                    <a:pt x="1259" y="2"/>
                  </a:cubicBezTo>
                  <a:cubicBezTo>
                    <a:pt x="1262" y="2"/>
                    <a:pt x="1265" y="2"/>
                    <a:pt x="1268" y="2"/>
                  </a:cubicBezTo>
                  <a:cubicBezTo>
                    <a:pt x="1271" y="2"/>
                    <a:pt x="1274" y="3"/>
                    <a:pt x="1277" y="3"/>
                  </a:cubicBezTo>
                  <a:cubicBezTo>
                    <a:pt x="1281" y="3"/>
                    <a:pt x="1286" y="2"/>
                    <a:pt x="1292" y="2"/>
                  </a:cubicBezTo>
                  <a:cubicBezTo>
                    <a:pt x="1298" y="2"/>
                    <a:pt x="1302" y="2"/>
                    <a:pt x="1305" y="2"/>
                  </a:cubicBezTo>
                  <a:cubicBezTo>
                    <a:pt x="1316" y="2"/>
                    <a:pt x="1325" y="4"/>
                    <a:pt x="1330" y="7"/>
                  </a:cubicBezTo>
                  <a:cubicBezTo>
                    <a:pt x="1336" y="11"/>
                    <a:pt x="1339" y="17"/>
                    <a:pt x="1339" y="24"/>
                  </a:cubicBezTo>
                  <a:cubicBezTo>
                    <a:pt x="1339" y="30"/>
                    <a:pt x="1337" y="36"/>
                    <a:pt x="1333" y="40"/>
                  </a:cubicBezTo>
                  <a:cubicBezTo>
                    <a:pt x="1329" y="45"/>
                    <a:pt x="1323" y="49"/>
                    <a:pt x="1316" y="51"/>
                  </a:cubicBezTo>
                  <a:cubicBezTo>
                    <a:pt x="1320" y="53"/>
                    <a:pt x="1324" y="56"/>
                    <a:pt x="1328" y="61"/>
                  </a:cubicBezTo>
                  <a:cubicBezTo>
                    <a:pt x="1332" y="66"/>
                    <a:pt x="1336" y="73"/>
                    <a:pt x="1341" y="82"/>
                  </a:cubicBezTo>
                  <a:cubicBezTo>
                    <a:pt x="1341" y="83"/>
                    <a:pt x="1341" y="84"/>
                    <a:pt x="1342" y="85"/>
                  </a:cubicBezTo>
                  <a:cubicBezTo>
                    <a:pt x="1345" y="92"/>
                    <a:pt x="1348" y="95"/>
                    <a:pt x="1351" y="95"/>
                  </a:cubicBezTo>
                  <a:cubicBezTo>
                    <a:pt x="1352" y="95"/>
                    <a:pt x="1352" y="95"/>
                    <a:pt x="1352" y="95"/>
                  </a:cubicBezTo>
                  <a:cubicBezTo>
                    <a:pt x="1352" y="100"/>
                    <a:pt x="1352" y="100"/>
                    <a:pt x="1352" y="100"/>
                  </a:cubicBezTo>
                  <a:cubicBezTo>
                    <a:pt x="1347" y="99"/>
                    <a:pt x="1341" y="99"/>
                    <a:pt x="1334" y="98"/>
                  </a:cubicBezTo>
                  <a:cubicBezTo>
                    <a:pt x="1333" y="98"/>
                    <a:pt x="1333" y="98"/>
                    <a:pt x="1332" y="98"/>
                  </a:cubicBezTo>
                  <a:cubicBezTo>
                    <a:pt x="1328" y="98"/>
                    <a:pt x="1326" y="97"/>
                    <a:pt x="1324" y="96"/>
                  </a:cubicBezTo>
                  <a:cubicBezTo>
                    <a:pt x="1322" y="94"/>
                    <a:pt x="1320" y="91"/>
                    <a:pt x="1318" y="86"/>
                  </a:cubicBezTo>
                  <a:cubicBezTo>
                    <a:pt x="1317" y="83"/>
                    <a:pt x="1316" y="80"/>
                    <a:pt x="1314" y="75"/>
                  </a:cubicBezTo>
                  <a:cubicBezTo>
                    <a:pt x="1310" y="64"/>
                    <a:pt x="1307" y="58"/>
                    <a:pt x="1304" y="56"/>
                  </a:cubicBezTo>
                  <a:cubicBezTo>
                    <a:pt x="1303" y="56"/>
                    <a:pt x="1302" y="55"/>
                    <a:pt x="1301" y="55"/>
                  </a:cubicBezTo>
                  <a:cubicBezTo>
                    <a:pt x="1300" y="55"/>
                    <a:pt x="1298" y="55"/>
                    <a:pt x="1296" y="55"/>
                  </a:cubicBezTo>
                  <a:cubicBezTo>
                    <a:pt x="1296" y="55"/>
                    <a:pt x="1295" y="55"/>
                    <a:pt x="1295" y="55"/>
                  </a:cubicBezTo>
                  <a:cubicBezTo>
                    <a:pt x="1294" y="55"/>
                    <a:pt x="1293" y="55"/>
                    <a:pt x="1292" y="55"/>
                  </a:cubicBezTo>
                  <a:cubicBezTo>
                    <a:pt x="1292" y="81"/>
                    <a:pt x="1292" y="81"/>
                    <a:pt x="1292" y="81"/>
                  </a:cubicBezTo>
                  <a:cubicBezTo>
                    <a:pt x="1292" y="86"/>
                    <a:pt x="1293" y="89"/>
                    <a:pt x="1294" y="90"/>
                  </a:cubicBezTo>
                  <a:cubicBezTo>
                    <a:pt x="1295" y="92"/>
                    <a:pt x="1298" y="93"/>
                    <a:pt x="1302" y="93"/>
                  </a:cubicBezTo>
                  <a:cubicBezTo>
                    <a:pt x="1302" y="99"/>
                    <a:pt x="1302" y="99"/>
                    <a:pt x="1302" y="99"/>
                  </a:cubicBezTo>
                  <a:cubicBezTo>
                    <a:pt x="1297" y="98"/>
                    <a:pt x="1292" y="98"/>
                    <a:pt x="1289" y="98"/>
                  </a:cubicBezTo>
                  <a:cubicBezTo>
                    <a:pt x="1285" y="98"/>
                    <a:pt x="1282" y="98"/>
                    <a:pt x="1281" y="98"/>
                  </a:cubicBezTo>
                  <a:cubicBezTo>
                    <a:pt x="1277" y="98"/>
                    <a:pt x="1274" y="98"/>
                    <a:pt x="1270" y="98"/>
                  </a:cubicBezTo>
                  <a:cubicBezTo>
                    <a:pt x="1267" y="98"/>
                    <a:pt x="1263" y="98"/>
                    <a:pt x="1259" y="99"/>
                  </a:cubicBezTo>
                  <a:cubicBezTo>
                    <a:pt x="1259" y="99"/>
                    <a:pt x="1259" y="99"/>
                    <a:pt x="1259" y="99"/>
                  </a:cubicBezTo>
                  <a:close/>
                  <a:moveTo>
                    <a:pt x="1292" y="48"/>
                  </a:moveTo>
                  <a:cubicBezTo>
                    <a:pt x="1298" y="48"/>
                    <a:pt x="1298" y="48"/>
                    <a:pt x="1298" y="48"/>
                  </a:cubicBezTo>
                  <a:cubicBezTo>
                    <a:pt x="1305" y="48"/>
                    <a:pt x="1310" y="46"/>
                    <a:pt x="1313" y="43"/>
                  </a:cubicBezTo>
                  <a:cubicBezTo>
                    <a:pt x="1316" y="40"/>
                    <a:pt x="1318" y="35"/>
                    <a:pt x="1318" y="28"/>
                  </a:cubicBezTo>
                  <a:cubicBezTo>
                    <a:pt x="1318" y="21"/>
                    <a:pt x="1316" y="16"/>
                    <a:pt x="1313" y="13"/>
                  </a:cubicBezTo>
                  <a:cubicBezTo>
                    <a:pt x="1309" y="10"/>
                    <a:pt x="1304" y="8"/>
                    <a:pt x="1297" y="8"/>
                  </a:cubicBezTo>
                  <a:cubicBezTo>
                    <a:pt x="1295" y="8"/>
                    <a:pt x="1295" y="8"/>
                    <a:pt x="1294" y="8"/>
                  </a:cubicBezTo>
                  <a:cubicBezTo>
                    <a:pt x="1293" y="9"/>
                    <a:pt x="1293" y="9"/>
                    <a:pt x="1292" y="9"/>
                  </a:cubicBezTo>
                  <a:cubicBezTo>
                    <a:pt x="1292" y="48"/>
                    <a:pt x="1292" y="48"/>
                    <a:pt x="1292" y="48"/>
                  </a:cubicBezTo>
                  <a:close/>
                  <a:moveTo>
                    <a:pt x="1370" y="66"/>
                  </a:moveTo>
                  <a:cubicBezTo>
                    <a:pt x="1380" y="66"/>
                    <a:pt x="1380" y="66"/>
                    <a:pt x="1380" y="66"/>
                  </a:cubicBezTo>
                  <a:cubicBezTo>
                    <a:pt x="1380" y="75"/>
                    <a:pt x="1382" y="81"/>
                    <a:pt x="1385" y="85"/>
                  </a:cubicBezTo>
                  <a:cubicBezTo>
                    <a:pt x="1389" y="90"/>
                    <a:pt x="1394" y="92"/>
                    <a:pt x="1400" y="92"/>
                  </a:cubicBezTo>
                  <a:cubicBezTo>
                    <a:pt x="1406" y="92"/>
                    <a:pt x="1410" y="90"/>
                    <a:pt x="1413" y="88"/>
                  </a:cubicBezTo>
                  <a:cubicBezTo>
                    <a:pt x="1416" y="85"/>
                    <a:pt x="1418" y="82"/>
                    <a:pt x="1418" y="77"/>
                  </a:cubicBezTo>
                  <a:cubicBezTo>
                    <a:pt x="1418" y="74"/>
                    <a:pt x="1417" y="71"/>
                    <a:pt x="1415" y="68"/>
                  </a:cubicBezTo>
                  <a:cubicBezTo>
                    <a:pt x="1413" y="66"/>
                    <a:pt x="1408" y="63"/>
                    <a:pt x="1400" y="60"/>
                  </a:cubicBezTo>
                  <a:cubicBezTo>
                    <a:pt x="1389" y="55"/>
                    <a:pt x="1381" y="51"/>
                    <a:pt x="1377" y="46"/>
                  </a:cubicBezTo>
                  <a:cubicBezTo>
                    <a:pt x="1373" y="41"/>
                    <a:pt x="1371" y="36"/>
                    <a:pt x="1371" y="29"/>
                  </a:cubicBezTo>
                  <a:cubicBezTo>
                    <a:pt x="1371" y="20"/>
                    <a:pt x="1374" y="13"/>
                    <a:pt x="1380" y="8"/>
                  </a:cubicBezTo>
                  <a:cubicBezTo>
                    <a:pt x="1386" y="2"/>
                    <a:pt x="1393" y="0"/>
                    <a:pt x="1403" y="0"/>
                  </a:cubicBezTo>
                  <a:cubicBezTo>
                    <a:pt x="1407" y="0"/>
                    <a:pt x="1411" y="0"/>
                    <a:pt x="1415" y="1"/>
                  </a:cubicBezTo>
                  <a:cubicBezTo>
                    <a:pt x="1420" y="1"/>
                    <a:pt x="1425" y="2"/>
                    <a:pt x="1431" y="3"/>
                  </a:cubicBezTo>
                  <a:cubicBezTo>
                    <a:pt x="1431" y="4"/>
                    <a:pt x="1431" y="4"/>
                    <a:pt x="1431" y="4"/>
                  </a:cubicBezTo>
                  <a:cubicBezTo>
                    <a:pt x="1431" y="9"/>
                    <a:pt x="1431" y="14"/>
                    <a:pt x="1431" y="17"/>
                  </a:cubicBezTo>
                  <a:cubicBezTo>
                    <a:pt x="1431" y="19"/>
                    <a:pt x="1431" y="23"/>
                    <a:pt x="1431" y="29"/>
                  </a:cubicBezTo>
                  <a:cubicBezTo>
                    <a:pt x="1431" y="29"/>
                    <a:pt x="1431" y="29"/>
                    <a:pt x="1431" y="29"/>
                  </a:cubicBezTo>
                  <a:cubicBezTo>
                    <a:pt x="1423" y="29"/>
                    <a:pt x="1423" y="29"/>
                    <a:pt x="1423" y="29"/>
                  </a:cubicBezTo>
                  <a:cubicBezTo>
                    <a:pt x="1423" y="22"/>
                    <a:pt x="1421" y="17"/>
                    <a:pt x="1418" y="13"/>
                  </a:cubicBezTo>
                  <a:cubicBezTo>
                    <a:pt x="1415" y="10"/>
                    <a:pt x="1410" y="8"/>
                    <a:pt x="1404" y="8"/>
                  </a:cubicBezTo>
                  <a:cubicBezTo>
                    <a:pt x="1400" y="8"/>
                    <a:pt x="1396" y="9"/>
                    <a:pt x="1393" y="11"/>
                  </a:cubicBezTo>
                  <a:cubicBezTo>
                    <a:pt x="1391" y="14"/>
                    <a:pt x="1389" y="17"/>
                    <a:pt x="1389" y="21"/>
                  </a:cubicBezTo>
                  <a:cubicBezTo>
                    <a:pt x="1389" y="24"/>
                    <a:pt x="1390" y="27"/>
                    <a:pt x="1392" y="30"/>
                  </a:cubicBezTo>
                  <a:cubicBezTo>
                    <a:pt x="1395" y="32"/>
                    <a:pt x="1400" y="35"/>
                    <a:pt x="1407" y="38"/>
                  </a:cubicBezTo>
                  <a:cubicBezTo>
                    <a:pt x="1408" y="38"/>
                    <a:pt x="1410" y="39"/>
                    <a:pt x="1412" y="40"/>
                  </a:cubicBezTo>
                  <a:cubicBezTo>
                    <a:pt x="1420" y="43"/>
                    <a:pt x="1426" y="46"/>
                    <a:pt x="1429" y="49"/>
                  </a:cubicBezTo>
                  <a:cubicBezTo>
                    <a:pt x="1432" y="51"/>
                    <a:pt x="1434" y="55"/>
                    <a:pt x="1435" y="58"/>
                  </a:cubicBezTo>
                  <a:cubicBezTo>
                    <a:pt x="1437" y="61"/>
                    <a:pt x="1437" y="65"/>
                    <a:pt x="1437" y="69"/>
                  </a:cubicBezTo>
                  <a:cubicBezTo>
                    <a:pt x="1437" y="79"/>
                    <a:pt x="1434" y="86"/>
                    <a:pt x="1428" y="92"/>
                  </a:cubicBezTo>
                  <a:cubicBezTo>
                    <a:pt x="1421" y="98"/>
                    <a:pt x="1413" y="101"/>
                    <a:pt x="1402" y="101"/>
                  </a:cubicBezTo>
                  <a:cubicBezTo>
                    <a:pt x="1396" y="101"/>
                    <a:pt x="1390" y="100"/>
                    <a:pt x="1385" y="99"/>
                  </a:cubicBezTo>
                  <a:cubicBezTo>
                    <a:pt x="1379" y="98"/>
                    <a:pt x="1374" y="96"/>
                    <a:pt x="1369" y="93"/>
                  </a:cubicBezTo>
                  <a:cubicBezTo>
                    <a:pt x="1370" y="90"/>
                    <a:pt x="1370" y="87"/>
                    <a:pt x="1370" y="83"/>
                  </a:cubicBezTo>
                  <a:cubicBezTo>
                    <a:pt x="1370" y="80"/>
                    <a:pt x="1370" y="77"/>
                    <a:pt x="1370" y="73"/>
                  </a:cubicBezTo>
                  <a:cubicBezTo>
                    <a:pt x="1370" y="71"/>
                    <a:pt x="1370" y="70"/>
                    <a:pt x="1370" y="69"/>
                  </a:cubicBezTo>
                  <a:cubicBezTo>
                    <a:pt x="1370" y="68"/>
                    <a:pt x="1370" y="67"/>
                    <a:pt x="1370" y="66"/>
                  </a:cubicBezTo>
                  <a:cubicBezTo>
                    <a:pt x="1370" y="66"/>
                    <a:pt x="1370" y="66"/>
                    <a:pt x="1370" y="66"/>
                  </a:cubicBezTo>
                  <a:close/>
                  <a:moveTo>
                    <a:pt x="1456" y="99"/>
                  </a:moveTo>
                  <a:cubicBezTo>
                    <a:pt x="1456" y="93"/>
                    <a:pt x="1456" y="93"/>
                    <a:pt x="1456" y="93"/>
                  </a:cubicBezTo>
                  <a:cubicBezTo>
                    <a:pt x="1457" y="93"/>
                    <a:pt x="1457" y="93"/>
                    <a:pt x="1457" y="93"/>
                  </a:cubicBezTo>
                  <a:cubicBezTo>
                    <a:pt x="1461" y="93"/>
                    <a:pt x="1464" y="92"/>
                    <a:pt x="1466" y="91"/>
                  </a:cubicBezTo>
                  <a:cubicBezTo>
                    <a:pt x="1467" y="89"/>
                    <a:pt x="1468" y="86"/>
                    <a:pt x="1468" y="81"/>
                  </a:cubicBezTo>
                  <a:cubicBezTo>
                    <a:pt x="1468" y="16"/>
                    <a:pt x="1468" y="16"/>
                    <a:pt x="1468" y="16"/>
                  </a:cubicBezTo>
                  <a:cubicBezTo>
                    <a:pt x="1468" y="13"/>
                    <a:pt x="1467" y="11"/>
                    <a:pt x="1465" y="9"/>
                  </a:cubicBezTo>
                  <a:cubicBezTo>
                    <a:pt x="1464" y="8"/>
                    <a:pt x="1461" y="7"/>
                    <a:pt x="1458" y="7"/>
                  </a:cubicBezTo>
                  <a:cubicBezTo>
                    <a:pt x="1456" y="7"/>
                    <a:pt x="1456" y="7"/>
                    <a:pt x="1456" y="7"/>
                  </a:cubicBezTo>
                  <a:cubicBezTo>
                    <a:pt x="1456" y="2"/>
                    <a:pt x="1456" y="2"/>
                    <a:pt x="1456" y="2"/>
                  </a:cubicBezTo>
                  <a:cubicBezTo>
                    <a:pt x="1460" y="2"/>
                    <a:pt x="1464" y="2"/>
                    <a:pt x="1468" y="2"/>
                  </a:cubicBezTo>
                  <a:cubicBezTo>
                    <a:pt x="1472" y="3"/>
                    <a:pt x="1475" y="3"/>
                    <a:pt x="1479" y="3"/>
                  </a:cubicBezTo>
                  <a:cubicBezTo>
                    <a:pt x="1483" y="3"/>
                    <a:pt x="1487" y="3"/>
                    <a:pt x="1491" y="2"/>
                  </a:cubicBezTo>
                  <a:cubicBezTo>
                    <a:pt x="1494" y="2"/>
                    <a:pt x="1498" y="2"/>
                    <a:pt x="1502" y="2"/>
                  </a:cubicBezTo>
                  <a:cubicBezTo>
                    <a:pt x="1502" y="7"/>
                    <a:pt x="1502" y="7"/>
                    <a:pt x="1502" y="7"/>
                  </a:cubicBezTo>
                  <a:cubicBezTo>
                    <a:pt x="1498" y="7"/>
                    <a:pt x="1495" y="8"/>
                    <a:pt x="1493" y="9"/>
                  </a:cubicBezTo>
                  <a:cubicBezTo>
                    <a:pt x="1492" y="10"/>
                    <a:pt x="1491" y="12"/>
                    <a:pt x="1491" y="16"/>
                  </a:cubicBezTo>
                  <a:cubicBezTo>
                    <a:pt x="1491" y="81"/>
                    <a:pt x="1491" y="81"/>
                    <a:pt x="1491" y="81"/>
                  </a:cubicBezTo>
                  <a:cubicBezTo>
                    <a:pt x="1491" y="86"/>
                    <a:pt x="1492" y="89"/>
                    <a:pt x="1493" y="91"/>
                  </a:cubicBezTo>
                  <a:cubicBezTo>
                    <a:pt x="1494" y="92"/>
                    <a:pt x="1497" y="93"/>
                    <a:pt x="1501" y="93"/>
                  </a:cubicBezTo>
                  <a:cubicBezTo>
                    <a:pt x="1502" y="93"/>
                    <a:pt x="1502" y="93"/>
                    <a:pt x="1502" y="93"/>
                  </a:cubicBezTo>
                  <a:cubicBezTo>
                    <a:pt x="1502" y="99"/>
                    <a:pt x="1502" y="99"/>
                    <a:pt x="1502" y="99"/>
                  </a:cubicBezTo>
                  <a:cubicBezTo>
                    <a:pt x="1498" y="98"/>
                    <a:pt x="1495" y="98"/>
                    <a:pt x="1491" y="98"/>
                  </a:cubicBezTo>
                  <a:cubicBezTo>
                    <a:pt x="1487" y="98"/>
                    <a:pt x="1483" y="98"/>
                    <a:pt x="1479" y="98"/>
                  </a:cubicBezTo>
                  <a:cubicBezTo>
                    <a:pt x="1476" y="98"/>
                    <a:pt x="1472" y="98"/>
                    <a:pt x="1469" y="98"/>
                  </a:cubicBezTo>
                  <a:cubicBezTo>
                    <a:pt x="1465" y="98"/>
                    <a:pt x="1461" y="98"/>
                    <a:pt x="1456" y="99"/>
                  </a:cubicBezTo>
                  <a:cubicBezTo>
                    <a:pt x="1456" y="99"/>
                    <a:pt x="1456" y="99"/>
                    <a:pt x="1456" y="99"/>
                  </a:cubicBezTo>
                  <a:close/>
                  <a:moveTo>
                    <a:pt x="1533" y="99"/>
                  </a:moveTo>
                  <a:cubicBezTo>
                    <a:pt x="1533" y="93"/>
                    <a:pt x="1533" y="93"/>
                    <a:pt x="1533" y="93"/>
                  </a:cubicBezTo>
                  <a:cubicBezTo>
                    <a:pt x="1535" y="93"/>
                    <a:pt x="1535" y="93"/>
                    <a:pt x="1535" y="93"/>
                  </a:cubicBezTo>
                  <a:cubicBezTo>
                    <a:pt x="1539" y="93"/>
                    <a:pt x="1542" y="92"/>
                    <a:pt x="1543" y="91"/>
                  </a:cubicBezTo>
                  <a:cubicBezTo>
                    <a:pt x="1545" y="89"/>
                    <a:pt x="1546" y="87"/>
                    <a:pt x="1546" y="84"/>
                  </a:cubicBezTo>
                  <a:cubicBezTo>
                    <a:pt x="1546" y="9"/>
                    <a:pt x="1546" y="9"/>
                    <a:pt x="1546" y="9"/>
                  </a:cubicBezTo>
                  <a:cubicBezTo>
                    <a:pt x="1543" y="9"/>
                    <a:pt x="1543" y="9"/>
                    <a:pt x="1543" y="9"/>
                  </a:cubicBezTo>
                  <a:cubicBezTo>
                    <a:pt x="1537" y="9"/>
                    <a:pt x="1532" y="10"/>
                    <a:pt x="1528" y="13"/>
                  </a:cubicBezTo>
                  <a:cubicBezTo>
                    <a:pt x="1525" y="16"/>
                    <a:pt x="1523" y="20"/>
                    <a:pt x="1522" y="26"/>
                  </a:cubicBezTo>
                  <a:cubicBezTo>
                    <a:pt x="1517" y="26"/>
                    <a:pt x="1517" y="26"/>
                    <a:pt x="1517" y="26"/>
                  </a:cubicBezTo>
                  <a:cubicBezTo>
                    <a:pt x="1518" y="2"/>
                    <a:pt x="1518" y="2"/>
                    <a:pt x="1518" y="2"/>
                  </a:cubicBezTo>
                  <a:cubicBezTo>
                    <a:pt x="1520" y="2"/>
                    <a:pt x="1522" y="2"/>
                    <a:pt x="1524" y="2"/>
                  </a:cubicBezTo>
                  <a:cubicBezTo>
                    <a:pt x="1527" y="2"/>
                    <a:pt x="1531" y="2"/>
                    <a:pt x="1536" y="2"/>
                  </a:cubicBezTo>
                  <a:cubicBezTo>
                    <a:pt x="1557" y="2"/>
                    <a:pt x="1557" y="2"/>
                    <a:pt x="1557" y="2"/>
                  </a:cubicBezTo>
                  <a:cubicBezTo>
                    <a:pt x="1578" y="2"/>
                    <a:pt x="1578" y="2"/>
                    <a:pt x="1578" y="2"/>
                  </a:cubicBezTo>
                  <a:cubicBezTo>
                    <a:pt x="1584" y="2"/>
                    <a:pt x="1588" y="2"/>
                    <a:pt x="1591" y="2"/>
                  </a:cubicBezTo>
                  <a:cubicBezTo>
                    <a:pt x="1593" y="2"/>
                    <a:pt x="1595" y="2"/>
                    <a:pt x="1597" y="2"/>
                  </a:cubicBezTo>
                  <a:cubicBezTo>
                    <a:pt x="1598" y="26"/>
                    <a:pt x="1598" y="26"/>
                    <a:pt x="1598" y="26"/>
                  </a:cubicBezTo>
                  <a:cubicBezTo>
                    <a:pt x="1593" y="26"/>
                    <a:pt x="1593" y="26"/>
                    <a:pt x="1593" y="26"/>
                  </a:cubicBezTo>
                  <a:cubicBezTo>
                    <a:pt x="1592" y="20"/>
                    <a:pt x="1590" y="16"/>
                    <a:pt x="1586" y="13"/>
                  </a:cubicBezTo>
                  <a:cubicBezTo>
                    <a:pt x="1583" y="10"/>
                    <a:pt x="1578" y="9"/>
                    <a:pt x="1572" y="9"/>
                  </a:cubicBezTo>
                  <a:cubicBezTo>
                    <a:pt x="1569" y="9"/>
                    <a:pt x="1569" y="9"/>
                    <a:pt x="1569" y="9"/>
                  </a:cubicBezTo>
                  <a:cubicBezTo>
                    <a:pt x="1569" y="83"/>
                    <a:pt x="1569" y="83"/>
                    <a:pt x="1569" y="83"/>
                  </a:cubicBezTo>
                  <a:cubicBezTo>
                    <a:pt x="1569" y="87"/>
                    <a:pt x="1570" y="89"/>
                    <a:pt x="1571" y="91"/>
                  </a:cubicBezTo>
                  <a:cubicBezTo>
                    <a:pt x="1573" y="92"/>
                    <a:pt x="1576" y="93"/>
                    <a:pt x="1580" y="93"/>
                  </a:cubicBezTo>
                  <a:cubicBezTo>
                    <a:pt x="1581" y="93"/>
                    <a:pt x="1581" y="93"/>
                    <a:pt x="1581" y="93"/>
                  </a:cubicBezTo>
                  <a:cubicBezTo>
                    <a:pt x="1581" y="99"/>
                    <a:pt x="1581" y="99"/>
                    <a:pt x="1581" y="99"/>
                  </a:cubicBezTo>
                  <a:cubicBezTo>
                    <a:pt x="1576" y="98"/>
                    <a:pt x="1571" y="98"/>
                    <a:pt x="1567" y="98"/>
                  </a:cubicBezTo>
                  <a:cubicBezTo>
                    <a:pt x="1563" y="98"/>
                    <a:pt x="1560" y="98"/>
                    <a:pt x="1557" y="98"/>
                  </a:cubicBezTo>
                  <a:cubicBezTo>
                    <a:pt x="1553" y="98"/>
                    <a:pt x="1549" y="98"/>
                    <a:pt x="1545" y="98"/>
                  </a:cubicBezTo>
                  <a:cubicBezTo>
                    <a:pt x="1541" y="98"/>
                    <a:pt x="1537" y="98"/>
                    <a:pt x="1533" y="99"/>
                  </a:cubicBezTo>
                  <a:cubicBezTo>
                    <a:pt x="1533" y="99"/>
                    <a:pt x="1533" y="99"/>
                    <a:pt x="1533" y="99"/>
                  </a:cubicBezTo>
                  <a:close/>
                  <a:moveTo>
                    <a:pt x="1666" y="56"/>
                  </a:moveTo>
                  <a:cubicBezTo>
                    <a:pt x="1666" y="81"/>
                    <a:pt x="1666" y="81"/>
                    <a:pt x="1666" y="81"/>
                  </a:cubicBezTo>
                  <a:cubicBezTo>
                    <a:pt x="1666" y="86"/>
                    <a:pt x="1667" y="89"/>
                    <a:pt x="1669" y="91"/>
                  </a:cubicBezTo>
                  <a:cubicBezTo>
                    <a:pt x="1670" y="92"/>
                    <a:pt x="1673" y="93"/>
                    <a:pt x="1678" y="93"/>
                  </a:cubicBezTo>
                  <a:cubicBezTo>
                    <a:pt x="1680" y="93"/>
                    <a:pt x="1680" y="93"/>
                    <a:pt x="1680" y="93"/>
                  </a:cubicBezTo>
                  <a:cubicBezTo>
                    <a:pt x="1680" y="99"/>
                    <a:pt x="1680" y="99"/>
                    <a:pt x="1680" y="99"/>
                  </a:cubicBezTo>
                  <a:cubicBezTo>
                    <a:pt x="1675" y="98"/>
                    <a:pt x="1670" y="98"/>
                    <a:pt x="1666" y="98"/>
                  </a:cubicBezTo>
                  <a:cubicBezTo>
                    <a:pt x="1661" y="98"/>
                    <a:pt x="1658" y="98"/>
                    <a:pt x="1656" y="98"/>
                  </a:cubicBezTo>
                  <a:cubicBezTo>
                    <a:pt x="1653" y="98"/>
                    <a:pt x="1649" y="98"/>
                    <a:pt x="1645" y="98"/>
                  </a:cubicBezTo>
                  <a:cubicBezTo>
                    <a:pt x="1640" y="98"/>
                    <a:pt x="1635" y="98"/>
                    <a:pt x="1630" y="99"/>
                  </a:cubicBezTo>
                  <a:cubicBezTo>
                    <a:pt x="1630" y="93"/>
                    <a:pt x="1630" y="93"/>
                    <a:pt x="1630" y="93"/>
                  </a:cubicBezTo>
                  <a:cubicBezTo>
                    <a:pt x="1633" y="93"/>
                    <a:pt x="1633" y="93"/>
                    <a:pt x="1633" y="93"/>
                  </a:cubicBezTo>
                  <a:cubicBezTo>
                    <a:pt x="1638" y="93"/>
                    <a:pt x="1641" y="92"/>
                    <a:pt x="1642" y="91"/>
                  </a:cubicBezTo>
                  <a:cubicBezTo>
                    <a:pt x="1644" y="89"/>
                    <a:pt x="1644" y="86"/>
                    <a:pt x="1644" y="81"/>
                  </a:cubicBezTo>
                  <a:cubicBezTo>
                    <a:pt x="1644" y="56"/>
                    <a:pt x="1644" y="56"/>
                    <a:pt x="1644" y="56"/>
                  </a:cubicBezTo>
                  <a:cubicBezTo>
                    <a:pt x="1619" y="14"/>
                    <a:pt x="1619" y="14"/>
                    <a:pt x="1619" y="14"/>
                  </a:cubicBezTo>
                  <a:cubicBezTo>
                    <a:pt x="1619" y="14"/>
                    <a:pt x="1619" y="14"/>
                    <a:pt x="1619" y="14"/>
                  </a:cubicBezTo>
                  <a:cubicBezTo>
                    <a:pt x="1616" y="10"/>
                    <a:pt x="1613" y="7"/>
                    <a:pt x="1610" y="7"/>
                  </a:cubicBezTo>
                  <a:cubicBezTo>
                    <a:pt x="1608" y="7"/>
                    <a:pt x="1608" y="7"/>
                    <a:pt x="1608" y="7"/>
                  </a:cubicBezTo>
                  <a:cubicBezTo>
                    <a:pt x="1608" y="2"/>
                    <a:pt x="1608" y="2"/>
                    <a:pt x="1608" y="2"/>
                  </a:cubicBezTo>
                  <a:cubicBezTo>
                    <a:pt x="1612" y="2"/>
                    <a:pt x="1616" y="2"/>
                    <a:pt x="1620" y="2"/>
                  </a:cubicBezTo>
                  <a:cubicBezTo>
                    <a:pt x="1623" y="2"/>
                    <a:pt x="1627" y="3"/>
                    <a:pt x="1631" y="3"/>
                  </a:cubicBezTo>
                  <a:cubicBezTo>
                    <a:pt x="1636" y="3"/>
                    <a:pt x="1640" y="2"/>
                    <a:pt x="1644" y="2"/>
                  </a:cubicBezTo>
                  <a:cubicBezTo>
                    <a:pt x="1648" y="2"/>
                    <a:pt x="1651" y="2"/>
                    <a:pt x="1654" y="2"/>
                  </a:cubicBezTo>
                  <a:cubicBezTo>
                    <a:pt x="1654" y="7"/>
                    <a:pt x="1654" y="7"/>
                    <a:pt x="1654" y="7"/>
                  </a:cubicBezTo>
                  <a:cubicBezTo>
                    <a:pt x="1650" y="7"/>
                    <a:pt x="1647" y="7"/>
                    <a:pt x="1646" y="8"/>
                  </a:cubicBezTo>
                  <a:cubicBezTo>
                    <a:pt x="1644" y="9"/>
                    <a:pt x="1644" y="9"/>
                    <a:pt x="1644" y="11"/>
                  </a:cubicBezTo>
                  <a:cubicBezTo>
                    <a:pt x="1644" y="11"/>
                    <a:pt x="1644" y="11"/>
                    <a:pt x="1644" y="12"/>
                  </a:cubicBezTo>
                  <a:cubicBezTo>
                    <a:pt x="1644" y="12"/>
                    <a:pt x="1644" y="13"/>
                    <a:pt x="1644" y="13"/>
                  </a:cubicBezTo>
                  <a:cubicBezTo>
                    <a:pt x="1664" y="48"/>
                    <a:pt x="1664" y="48"/>
                    <a:pt x="1664" y="48"/>
                  </a:cubicBezTo>
                  <a:cubicBezTo>
                    <a:pt x="1683" y="13"/>
                    <a:pt x="1683" y="13"/>
                    <a:pt x="1683" y="13"/>
                  </a:cubicBezTo>
                  <a:cubicBezTo>
                    <a:pt x="1683" y="12"/>
                    <a:pt x="1683" y="12"/>
                    <a:pt x="1683" y="11"/>
                  </a:cubicBezTo>
                  <a:cubicBezTo>
                    <a:pt x="1683" y="11"/>
                    <a:pt x="1683" y="11"/>
                    <a:pt x="1683" y="10"/>
                  </a:cubicBezTo>
                  <a:cubicBezTo>
                    <a:pt x="1683" y="9"/>
                    <a:pt x="1683" y="8"/>
                    <a:pt x="1681" y="8"/>
                  </a:cubicBezTo>
                  <a:cubicBezTo>
                    <a:pt x="1679" y="7"/>
                    <a:pt x="1677" y="7"/>
                    <a:pt x="1673" y="7"/>
                  </a:cubicBezTo>
                  <a:cubicBezTo>
                    <a:pt x="1673" y="2"/>
                    <a:pt x="1673" y="2"/>
                    <a:pt x="1673" y="2"/>
                  </a:cubicBezTo>
                  <a:cubicBezTo>
                    <a:pt x="1676" y="2"/>
                    <a:pt x="1679" y="2"/>
                    <a:pt x="1682" y="2"/>
                  </a:cubicBezTo>
                  <a:cubicBezTo>
                    <a:pt x="1684" y="2"/>
                    <a:pt x="1686" y="3"/>
                    <a:pt x="1688" y="3"/>
                  </a:cubicBezTo>
                  <a:cubicBezTo>
                    <a:pt x="1691" y="3"/>
                    <a:pt x="1693" y="2"/>
                    <a:pt x="1695" y="2"/>
                  </a:cubicBezTo>
                  <a:cubicBezTo>
                    <a:pt x="1698" y="2"/>
                    <a:pt x="1700" y="2"/>
                    <a:pt x="1702" y="2"/>
                  </a:cubicBezTo>
                  <a:cubicBezTo>
                    <a:pt x="1702" y="7"/>
                    <a:pt x="1702" y="7"/>
                    <a:pt x="1702" y="7"/>
                  </a:cubicBezTo>
                  <a:cubicBezTo>
                    <a:pt x="1699" y="7"/>
                    <a:pt x="1697" y="8"/>
                    <a:pt x="1696" y="8"/>
                  </a:cubicBezTo>
                  <a:cubicBezTo>
                    <a:pt x="1695" y="9"/>
                    <a:pt x="1694" y="10"/>
                    <a:pt x="1692" y="13"/>
                  </a:cubicBezTo>
                  <a:lnTo>
                    <a:pt x="1666" y="56"/>
                  </a:lnTo>
                  <a:close/>
                </a:path>
              </a:pathLst>
            </a:custGeom>
            <a:solidFill>
              <a:srgbClr val="0A0A0A"/>
            </a:solidFill>
            <a:ln>
              <a:noFill/>
            </a:ln>
          </p:spPr>
          <p:txBody>
            <a:bodyPr anchor="ctr"/>
            <a:lstStyle/>
            <a:p>
              <a:pPr algn="ctr"/>
              <a:endParaRPr>
                <a:solidFill>
                  <a:srgbClr val="000000"/>
                </a:solidFill>
              </a:endParaRPr>
            </a:p>
          </p:txBody>
        </p:sp>
        <p:grpSp>
          <p:nvGrpSpPr>
            <p:cNvPr id="7" name="í$ļîdé"/>
            <p:cNvGrpSpPr/>
            <p:nvPr/>
          </p:nvGrpSpPr>
          <p:grpSpPr>
            <a:xfrm>
              <a:off x="10450629" y="404003"/>
              <a:ext cx="1011546" cy="270315"/>
              <a:chOff x="5102226" y="2428875"/>
              <a:chExt cx="5067300" cy="1354138"/>
            </a:xfrm>
            <a:solidFill>
              <a:srgbClr val="0A0A0A"/>
            </a:solidFill>
          </p:grpSpPr>
          <p:sp>
            <p:nvSpPr>
              <p:cNvPr id="10" name="ís1ïḋe"/>
              <p:cNvSpPr/>
              <p:nvPr/>
            </p:nvSpPr>
            <p:spPr bwMode="auto">
              <a:xfrm>
                <a:off x="5102226" y="2884488"/>
                <a:ext cx="1347788" cy="673100"/>
              </a:xfrm>
              <a:custGeom>
                <a:avLst/>
                <a:gdLst>
                  <a:gd name="T0" fmla="*/ 62 w 409"/>
                  <a:gd name="T1" fmla="*/ 79 h 204"/>
                  <a:gd name="T2" fmla="*/ 47 w 409"/>
                  <a:gd name="T3" fmla="*/ 55 h 204"/>
                  <a:gd name="T4" fmla="*/ 23 w 409"/>
                  <a:gd name="T5" fmla="*/ 49 h 204"/>
                  <a:gd name="T6" fmla="*/ 0 w 409"/>
                  <a:gd name="T7" fmla="*/ 87 h 204"/>
                  <a:gd name="T8" fmla="*/ 34 w 409"/>
                  <a:gd name="T9" fmla="*/ 193 h 204"/>
                  <a:gd name="T10" fmla="*/ 70 w 409"/>
                  <a:gd name="T11" fmla="*/ 186 h 204"/>
                  <a:gd name="T12" fmla="*/ 65 w 409"/>
                  <a:gd name="T13" fmla="*/ 129 h 204"/>
                  <a:gd name="T14" fmla="*/ 132 w 409"/>
                  <a:gd name="T15" fmla="*/ 63 h 204"/>
                  <a:gd name="T16" fmla="*/ 219 w 409"/>
                  <a:gd name="T17" fmla="*/ 42 h 204"/>
                  <a:gd name="T18" fmla="*/ 223 w 409"/>
                  <a:gd name="T19" fmla="*/ 63 h 204"/>
                  <a:gd name="T20" fmla="*/ 191 w 409"/>
                  <a:gd name="T21" fmla="*/ 105 h 204"/>
                  <a:gd name="T22" fmla="*/ 179 w 409"/>
                  <a:gd name="T23" fmla="*/ 103 h 204"/>
                  <a:gd name="T24" fmla="*/ 166 w 409"/>
                  <a:gd name="T25" fmla="*/ 77 h 204"/>
                  <a:gd name="T26" fmla="*/ 141 w 409"/>
                  <a:gd name="T27" fmla="*/ 85 h 204"/>
                  <a:gd name="T28" fmla="*/ 150 w 409"/>
                  <a:gd name="T29" fmla="*/ 113 h 204"/>
                  <a:gd name="T30" fmla="*/ 156 w 409"/>
                  <a:gd name="T31" fmla="*/ 127 h 204"/>
                  <a:gd name="T32" fmla="*/ 126 w 409"/>
                  <a:gd name="T33" fmla="*/ 142 h 204"/>
                  <a:gd name="T34" fmla="*/ 108 w 409"/>
                  <a:gd name="T35" fmla="*/ 153 h 204"/>
                  <a:gd name="T36" fmla="*/ 122 w 409"/>
                  <a:gd name="T37" fmla="*/ 177 h 204"/>
                  <a:gd name="T38" fmla="*/ 160 w 409"/>
                  <a:gd name="T39" fmla="*/ 156 h 204"/>
                  <a:gd name="T40" fmla="*/ 202 w 409"/>
                  <a:gd name="T41" fmla="*/ 149 h 204"/>
                  <a:gd name="T42" fmla="*/ 225 w 409"/>
                  <a:gd name="T43" fmla="*/ 169 h 204"/>
                  <a:gd name="T44" fmla="*/ 280 w 409"/>
                  <a:gd name="T45" fmla="*/ 173 h 204"/>
                  <a:gd name="T46" fmla="*/ 369 w 409"/>
                  <a:gd name="T47" fmla="*/ 139 h 204"/>
                  <a:gd name="T48" fmla="*/ 404 w 409"/>
                  <a:gd name="T49" fmla="*/ 129 h 204"/>
                  <a:gd name="T50" fmla="*/ 337 w 409"/>
                  <a:gd name="T51" fmla="*/ 21 h 204"/>
                  <a:gd name="T52" fmla="*/ 193 w 409"/>
                  <a:gd name="T53" fmla="*/ 12 h 204"/>
                  <a:gd name="T54" fmla="*/ 93 w 409"/>
                  <a:gd name="T55" fmla="*/ 54 h 204"/>
                  <a:gd name="T56" fmla="*/ 62 w 409"/>
                  <a:gd name="T57" fmla="*/ 79 h 204"/>
                  <a:gd name="T58" fmla="*/ 62 w 409"/>
                  <a:gd name="T59" fmla="*/ 79 h 204"/>
                  <a:gd name="T60" fmla="*/ 204 w 409"/>
                  <a:gd name="T61" fmla="*/ 125 h 204"/>
                  <a:gd name="T62" fmla="*/ 194 w 409"/>
                  <a:gd name="T63" fmla="*/ 124 h 204"/>
                  <a:gd name="T64" fmla="*/ 244 w 409"/>
                  <a:gd name="T65" fmla="*/ 90 h 204"/>
                  <a:gd name="T66" fmla="*/ 245 w 409"/>
                  <a:gd name="T67" fmla="*/ 60 h 204"/>
                  <a:gd name="T68" fmla="*/ 234 w 409"/>
                  <a:gd name="T69" fmla="*/ 45 h 204"/>
                  <a:gd name="T70" fmla="*/ 284 w 409"/>
                  <a:gd name="T71" fmla="*/ 43 h 204"/>
                  <a:gd name="T72" fmla="*/ 357 w 409"/>
                  <a:gd name="T73" fmla="*/ 75 h 204"/>
                  <a:gd name="T74" fmla="*/ 307 w 409"/>
                  <a:gd name="T75" fmla="*/ 112 h 204"/>
                  <a:gd name="T76" fmla="*/ 249 w 409"/>
                  <a:gd name="T77" fmla="*/ 142 h 204"/>
                  <a:gd name="T78" fmla="*/ 229 w 409"/>
                  <a:gd name="T79" fmla="*/ 127 h 204"/>
                  <a:gd name="T80" fmla="*/ 204 w 409"/>
                  <a:gd name="T81" fmla="*/ 125 h 2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409" h="204">
                    <a:moveTo>
                      <a:pt x="62" y="79"/>
                    </a:moveTo>
                    <a:cubicBezTo>
                      <a:pt x="56" y="77"/>
                      <a:pt x="57" y="61"/>
                      <a:pt x="47" y="55"/>
                    </a:cubicBezTo>
                    <a:cubicBezTo>
                      <a:pt x="38" y="49"/>
                      <a:pt x="30" y="49"/>
                      <a:pt x="23" y="49"/>
                    </a:cubicBezTo>
                    <a:cubicBezTo>
                      <a:pt x="16" y="50"/>
                      <a:pt x="1" y="62"/>
                      <a:pt x="0" y="87"/>
                    </a:cubicBezTo>
                    <a:cubicBezTo>
                      <a:pt x="0" y="112"/>
                      <a:pt x="25" y="181"/>
                      <a:pt x="34" y="193"/>
                    </a:cubicBezTo>
                    <a:cubicBezTo>
                      <a:pt x="43" y="204"/>
                      <a:pt x="74" y="198"/>
                      <a:pt x="70" y="186"/>
                    </a:cubicBezTo>
                    <a:cubicBezTo>
                      <a:pt x="65" y="175"/>
                      <a:pt x="57" y="144"/>
                      <a:pt x="65" y="129"/>
                    </a:cubicBezTo>
                    <a:cubicBezTo>
                      <a:pt x="73" y="115"/>
                      <a:pt x="88" y="89"/>
                      <a:pt x="132" y="63"/>
                    </a:cubicBezTo>
                    <a:cubicBezTo>
                      <a:pt x="177" y="38"/>
                      <a:pt x="211" y="39"/>
                      <a:pt x="219" y="42"/>
                    </a:cubicBezTo>
                    <a:cubicBezTo>
                      <a:pt x="227" y="45"/>
                      <a:pt x="224" y="59"/>
                      <a:pt x="223" y="63"/>
                    </a:cubicBezTo>
                    <a:cubicBezTo>
                      <a:pt x="221" y="67"/>
                      <a:pt x="191" y="102"/>
                      <a:pt x="191" y="105"/>
                    </a:cubicBezTo>
                    <a:cubicBezTo>
                      <a:pt x="190" y="108"/>
                      <a:pt x="180" y="114"/>
                      <a:pt x="179" y="103"/>
                    </a:cubicBezTo>
                    <a:cubicBezTo>
                      <a:pt x="179" y="92"/>
                      <a:pt x="177" y="81"/>
                      <a:pt x="166" y="77"/>
                    </a:cubicBezTo>
                    <a:cubicBezTo>
                      <a:pt x="156" y="73"/>
                      <a:pt x="146" y="71"/>
                      <a:pt x="141" y="85"/>
                    </a:cubicBezTo>
                    <a:cubicBezTo>
                      <a:pt x="137" y="99"/>
                      <a:pt x="144" y="109"/>
                      <a:pt x="150" y="113"/>
                    </a:cubicBezTo>
                    <a:cubicBezTo>
                      <a:pt x="155" y="118"/>
                      <a:pt x="164" y="126"/>
                      <a:pt x="156" y="127"/>
                    </a:cubicBezTo>
                    <a:cubicBezTo>
                      <a:pt x="149" y="127"/>
                      <a:pt x="126" y="142"/>
                      <a:pt x="126" y="142"/>
                    </a:cubicBezTo>
                    <a:cubicBezTo>
                      <a:pt x="126" y="142"/>
                      <a:pt x="111" y="140"/>
                      <a:pt x="108" y="153"/>
                    </a:cubicBezTo>
                    <a:cubicBezTo>
                      <a:pt x="106" y="166"/>
                      <a:pt x="115" y="181"/>
                      <a:pt x="122" y="177"/>
                    </a:cubicBezTo>
                    <a:cubicBezTo>
                      <a:pt x="128" y="173"/>
                      <a:pt x="148" y="161"/>
                      <a:pt x="160" y="156"/>
                    </a:cubicBezTo>
                    <a:cubicBezTo>
                      <a:pt x="173" y="151"/>
                      <a:pt x="194" y="144"/>
                      <a:pt x="202" y="149"/>
                    </a:cubicBezTo>
                    <a:cubicBezTo>
                      <a:pt x="210" y="154"/>
                      <a:pt x="211" y="162"/>
                      <a:pt x="225" y="169"/>
                    </a:cubicBezTo>
                    <a:cubicBezTo>
                      <a:pt x="240" y="177"/>
                      <a:pt x="268" y="178"/>
                      <a:pt x="280" y="173"/>
                    </a:cubicBezTo>
                    <a:cubicBezTo>
                      <a:pt x="292" y="167"/>
                      <a:pt x="356" y="138"/>
                      <a:pt x="369" y="139"/>
                    </a:cubicBezTo>
                    <a:cubicBezTo>
                      <a:pt x="383" y="140"/>
                      <a:pt x="398" y="154"/>
                      <a:pt x="404" y="129"/>
                    </a:cubicBezTo>
                    <a:cubicBezTo>
                      <a:pt x="409" y="104"/>
                      <a:pt x="378" y="37"/>
                      <a:pt x="337" y="21"/>
                    </a:cubicBezTo>
                    <a:cubicBezTo>
                      <a:pt x="295" y="5"/>
                      <a:pt x="248" y="0"/>
                      <a:pt x="193" y="12"/>
                    </a:cubicBezTo>
                    <a:cubicBezTo>
                      <a:pt x="139" y="23"/>
                      <a:pt x="113" y="34"/>
                      <a:pt x="93" y="54"/>
                    </a:cubicBezTo>
                    <a:cubicBezTo>
                      <a:pt x="73" y="73"/>
                      <a:pt x="68" y="82"/>
                      <a:pt x="62" y="79"/>
                    </a:cubicBezTo>
                    <a:cubicBezTo>
                      <a:pt x="62" y="79"/>
                      <a:pt x="62" y="79"/>
                      <a:pt x="62" y="79"/>
                    </a:cubicBezTo>
                    <a:close/>
                    <a:moveTo>
                      <a:pt x="204" y="125"/>
                    </a:moveTo>
                    <a:cubicBezTo>
                      <a:pt x="204" y="125"/>
                      <a:pt x="200" y="122"/>
                      <a:pt x="194" y="124"/>
                    </a:cubicBezTo>
                    <a:cubicBezTo>
                      <a:pt x="188" y="125"/>
                      <a:pt x="229" y="99"/>
                      <a:pt x="244" y="90"/>
                    </a:cubicBezTo>
                    <a:cubicBezTo>
                      <a:pt x="259" y="81"/>
                      <a:pt x="253" y="71"/>
                      <a:pt x="245" y="60"/>
                    </a:cubicBezTo>
                    <a:cubicBezTo>
                      <a:pt x="238" y="50"/>
                      <a:pt x="238" y="50"/>
                      <a:pt x="234" y="45"/>
                    </a:cubicBezTo>
                    <a:cubicBezTo>
                      <a:pt x="251" y="42"/>
                      <a:pt x="264" y="41"/>
                      <a:pt x="284" y="43"/>
                    </a:cubicBezTo>
                    <a:cubicBezTo>
                      <a:pt x="310" y="45"/>
                      <a:pt x="341" y="53"/>
                      <a:pt x="357" y="75"/>
                    </a:cubicBezTo>
                    <a:cubicBezTo>
                      <a:pt x="366" y="87"/>
                      <a:pt x="319" y="105"/>
                      <a:pt x="307" y="112"/>
                    </a:cubicBezTo>
                    <a:cubicBezTo>
                      <a:pt x="294" y="118"/>
                      <a:pt x="257" y="138"/>
                      <a:pt x="249" y="142"/>
                    </a:cubicBezTo>
                    <a:cubicBezTo>
                      <a:pt x="241" y="145"/>
                      <a:pt x="238" y="137"/>
                      <a:pt x="229" y="127"/>
                    </a:cubicBezTo>
                    <a:cubicBezTo>
                      <a:pt x="220" y="118"/>
                      <a:pt x="204" y="125"/>
                      <a:pt x="204" y="12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solidFill>
                    <a:srgbClr val="000000"/>
                  </a:solidFill>
                </a:endParaRPr>
              </a:p>
            </p:txBody>
          </p:sp>
          <p:sp>
            <p:nvSpPr>
              <p:cNvPr id="11" name="îślïḍê"/>
              <p:cNvSpPr/>
              <p:nvPr/>
            </p:nvSpPr>
            <p:spPr bwMode="auto">
              <a:xfrm>
                <a:off x="6911976" y="2584450"/>
                <a:ext cx="781050" cy="1198563"/>
              </a:xfrm>
              <a:custGeom>
                <a:avLst/>
                <a:gdLst>
                  <a:gd name="T0" fmla="*/ 35 w 237"/>
                  <a:gd name="T1" fmla="*/ 87 h 363"/>
                  <a:gd name="T2" fmla="*/ 18 w 237"/>
                  <a:gd name="T3" fmla="*/ 113 h 363"/>
                  <a:gd name="T4" fmla="*/ 29 w 237"/>
                  <a:gd name="T5" fmla="*/ 166 h 363"/>
                  <a:gd name="T6" fmla="*/ 18 w 237"/>
                  <a:gd name="T7" fmla="*/ 273 h 363"/>
                  <a:gd name="T8" fmla="*/ 7 w 237"/>
                  <a:gd name="T9" fmla="*/ 306 h 363"/>
                  <a:gd name="T10" fmla="*/ 16 w 237"/>
                  <a:gd name="T11" fmla="*/ 338 h 363"/>
                  <a:gd name="T12" fmla="*/ 35 w 237"/>
                  <a:gd name="T13" fmla="*/ 311 h 363"/>
                  <a:gd name="T14" fmla="*/ 48 w 237"/>
                  <a:gd name="T15" fmla="*/ 205 h 363"/>
                  <a:gd name="T16" fmla="*/ 52 w 237"/>
                  <a:gd name="T17" fmla="*/ 149 h 363"/>
                  <a:gd name="T18" fmla="*/ 54 w 237"/>
                  <a:gd name="T19" fmla="*/ 114 h 363"/>
                  <a:gd name="T20" fmla="*/ 35 w 237"/>
                  <a:gd name="T21" fmla="*/ 87 h 363"/>
                  <a:gd name="T22" fmla="*/ 35 w 237"/>
                  <a:gd name="T23" fmla="*/ 87 h 363"/>
                  <a:gd name="T24" fmla="*/ 112 w 237"/>
                  <a:gd name="T25" fmla="*/ 102 h 363"/>
                  <a:gd name="T26" fmla="*/ 94 w 237"/>
                  <a:gd name="T27" fmla="*/ 109 h 363"/>
                  <a:gd name="T28" fmla="*/ 98 w 237"/>
                  <a:gd name="T29" fmla="*/ 142 h 363"/>
                  <a:gd name="T30" fmla="*/ 103 w 237"/>
                  <a:gd name="T31" fmla="*/ 171 h 363"/>
                  <a:gd name="T32" fmla="*/ 106 w 237"/>
                  <a:gd name="T33" fmla="*/ 246 h 363"/>
                  <a:gd name="T34" fmla="*/ 127 w 237"/>
                  <a:gd name="T35" fmla="*/ 232 h 363"/>
                  <a:gd name="T36" fmla="*/ 133 w 237"/>
                  <a:gd name="T37" fmla="*/ 191 h 363"/>
                  <a:gd name="T38" fmla="*/ 135 w 237"/>
                  <a:gd name="T39" fmla="*/ 161 h 363"/>
                  <a:gd name="T40" fmla="*/ 133 w 237"/>
                  <a:gd name="T41" fmla="*/ 119 h 363"/>
                  <a:gd name="T42" fmla="*/ 112 w 237"/>
                  <a:gd name="T43" fmla="*/ 102 h 363"/>
                  <a:gd name="T44" fmla="*/ 112 w 237"/>
                  <a:gd name="T45" fmla="*/ 102 h 363"/>
                  <a:gd name="T46" fmla="*/ 209 w 237"/>
                  <a:gd name="T47" fmla="*/ 2 h 363"/>
                  <a:gd name="T48" fmla="*/ 186 w 237"/>
                  <a:gd name="T49" fmla="*/ 5 h 363"/>
                  <a:gd name="T50" fmla="*/ 184 w 237"/>
                  <a:gd name="T51" fmla="*/ 33 h 363"/>
                  <a:gd name="T52" fmla="*/ 190 w 237"/>
                  <a:gd name="T53" fmla="*/ 65 h 363"/>
                  <a:gd name="T54" fmla="*/ 191 w 237"/>
                  <a:gd name="T55" fmla="*/ 174 h 363"/>
                  <a:gd name="T56" fmla="*/ 189 w 237"/>
                  <a:gd name="T57" fmla="*/ 262 h 363"/>
                  <a:gd name="T58" fmla="*/ 199 w 237"/>
                  <a:gd name="T59" fmla="*/ 350 h 363"/>
                  <a:gd name="T60" fmla="*/ 221 w 237"/>
                  <a:gd name="T61" fmla="*/ 330 h 363"/>
                  <a:gd name="T62" fmla="*/ 212 w 237"/>
                  <a:gd name="T63" fmla="*/ 296 h 363"/>
                  <a:gd name="T64" fmla="*/ 208 w 237"/>
                  <a:gd name="T65" fmla="*/ 128 h 363"/>
                  <a:gd name="T66" fmla="*/ 217 w 237"/>
                  <a:gd name="T67" fmla="*/ 68 h 363"/>
                  <a:gd name="T68" fmla="*/ 234 w 237"/>
                  <a:gd name="T69" fmla="*/ 32 h 363"/>
                  <a:gd name="T70" fmla="*/ 209 w 237"/>
                  <a:gd name="T71" fmla="*/ 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237" h="363">
                    <a:moveTo>
                      <a:pt x="35" y="87"/>
                    </a:moveTo>
                    <a:cubicBezTo>
                      <a:pt x="23" y="88"/>
                      <a:pt x="16" y="93"/>
                      <a:pt x="18" y="113"/>
                    </a:cubicBezTo>
                    <a:cubicBezTo>
                      <a:pt x="21" y="132"/>
                      <a:pt x="33" y="134"/>
                      <a:pt x="29" y="166"/>
                    </a:cubicBezTo>
                    <a:cubicBezTo>
                      <a:pt x="25" y="197"/>
                      <a:pt x="18" y="262"/>
                      <a:pt x="18" y="273"/>
                    </a:cubicBezTo>
                    <a:cubicBezTo>
                      <a:pt x="18" y="283"/>
                      <a:pt x="9" y="299"/>
                      <a:pt x="7" y="306"/>
                    </a:cubicBezTo>
                    <a:cubicBezTo>
                      <a:pt x="4" y="313"/>
                      <a:pt x="0" y="335"/>
                      <a:pt x="16" y="338"/>
                    </a:cubicBezTo>
                    <a:cubicBezTo>
                      <a:pt x="32" y="341"/>
                      <a:pt x="33" y="320"/>
                      <a:pt x="35" y="311"/>
                    </a:cubicBezTo>
                    <a:cubicBezTo>
                      <a:pt x="38" y="301"/>
                      <a:pt x="48" y="218"/>
                      <a:pt x="48" y="205"/>
                    </a:cubicBezTo>
                    <a:cubicBezTo>
                      <a:pt x="47" y="192"/>
                      <a:pt x="49" y="160"/>
                      <a:pt x="52" y="149"/>
                    </a:cubicBezTo>
                    <a:cubicBezTo>
                      <a:pt x="55" y="138"/>
                      <a:pt x="59" y="128"/>
                      <a:pt x="54" y="114"/>
                    </a:cubicBezTo>
                    <a:cubicBezTo>
                      <a:pt x="49" y="101"/>
                      <a:pt x="47" y="86"/>
                      <a:pt x="35" y="87"/>
                    </a:cubicBezTo>
                    <a:cubicBezTo>
                      <a:pt x="35" y="87"/>
                      <a:pt x="35" y="87"/>
                      <a:pt x="35" y="87"/>
                    </a:cubicBezTo>
                    <a:close/>
                    <a:moveTo>
                      <a:pt x="112" y="102"/>
                    </a:moveTo>
                    <a:cubicBezTo>
                      <a:pt x="107" y="101"/>
                      <a:pt x="98" y="100"/>
                      <a:pt x="94" y="109"/>
                    </a:cubicBezTo>
                    <a:cubicBezTo>
                      <a:pt x="89" y="118"/>
                      <a:pt x="94" y="133"/>
                      <a:pt x="98" y="142"/>
                    </a:cubicBezTo>
                    <a:cubicBezTo>
                      <a:pt x="101" y="152"/>
                      <a:pt x="104" y="162"/>
                      <a:pt x="103" y="171"/>
                    </a:cubicBezTo>
                    <a:cubicBezTo>
                      <a:pt x="101" y="180"/>
                      <a:pt x="100" y="240"/>
                      <a:pt x="106" y="246"/>
                    </a:cubicBezTo>
                    <a:cubicBezTo>
                      <a:pt x="111" y="252"/>
                      <a:pt x="121" y="245"/>
                      <a:pt x="127" y="232"/>
                    </a:cubicBezTo>
                    <a:cubicBezTo>
                      <a:pt x="133" y="218"/>
                      <a:pt x="137" y="200"/>
                      <a:pt x="133" y="191"/>
                    </a:cubicBezTo>
                    <a:cubicBezTo>
                      <a:pt x="130" y="183"/>
                      <a:pt x="130" y="173"/>
                      <a:pt x="135" y="161"/>
                    </a:cubicBezTo>
                    <a:cubicBezTo>
                      <a:pt x="140" y="149"/>
                      <a:pt x="137" y="133"/>
                      <a:pt x="133" y="119"/>
                    </a:cubicBezTo>
                    <a:cubicBezTo>
                      <a:pt x="129" y="105"/>
                      <a:pt x="117" y="102"/>
                      <a:pt x="112" y="102"/>
                    </a:cubicBezTo>
                    <a:cubicBezTo>
                      <a:pt x="112" y="102"/>
                      <a:pt x="112" y="102"/>
                      <a:pt x="112" y="102"/>
                    </a:cubicBezTo>
                    <a:close/>
                    <a:moveTo>
                      <a:pt x="209" y="2"/>
                    </a:moveTo>
                    <a:cubicBezTo>
                      <a:pt x="203" y="1"/>
                      <a:pt x="190" y="0"/>
                      <a:pt x="186" y="5"/>
                    </a:cubicBezTo>
                    <a:cubicBezTo>
                      <a:pt x="181" y="10"/>
                      <a:pt x="179" y="21"/>
                      <a:pt x="184" y="33"/>
                    </a:cubicBezTo>
                    <a:cubicBezTo>
                      <a:pt x="190" y="46"/>
                      <a:pt x="191" y="57"/>
                      <a:pt x="190" y="65"/>
                    </a:cubicBezTo>
                    <a:cubicBezTo>
                      <a:pt x="189" y="72"/>
                      <a:pt x="191" y="153"/>
                      <a:pt x="191" y="174"/>
                    </a:cubicBezTo>
                    <a:cubicBezTo>
                      <a:pt x="191" y="195"/>
                      <a:pt x="188" y="235"/>
                      <a:pt x="189" y="262"/>
                    </a:cubicBezTo>
                    <a:cubicBezTo>
                      <a:pt x="190" y="289"/>
                      <a:pt x="189" y="337"/>
                      <a:pt x="199" y="350"/>
                    </a:cubicBezTo>
                    <a:cubicBezTo>
                      <a:pt x="210" y="363"/>
                      <a:pt x="225" y="344"/>
                      <a:pt x="221" y="330"/>
                    </a:cubicBezTo>
                    <a:cubicBezTo>
                      <a:pt x="217" y="317"/>
                      <a:pt x="216" y="321"/>
                      <a:pt x="212" y="296"/>
                    </a:cubicBezTo>
                    <a:cubicBezTo>
                      <a:pt x="209" y="270"/>
                      <a:pt x="208" y="138"/>
                      <a:pt x="208" y="128"/>
                    </a:cubicBezTo>
                    <a:cubicBezTo>
                      <a:pt x="209" y="117"/>
                      <a:pt x="212" y="79"/>
                      <a:pt x="217" y="68"/>
                    </a:cubicBezTo>
                    <a:cubicBezTo>
                      <a:pt x="221" y="57"/>
                      <a:pt x="237" y="45"/>
                      <a:pt x="234" y="32"/>
                    </a:cubicBezTo>
                    <a:cubicBezTo>
                      <a:pt x="236" y="20"/>
                      <a:pt x="215" y="4"/>
                      <a:pt x="209"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solidFill>
                    <a:srgbClr val="000000"/>
                  </a:solidFill>
                </a:endParaRPr>
              </a:p>
            </p:txBody>
          </p:sp>
          <p:sp>
            <p:nvSpPr>
              <p:cNvPr id="12" name="iśḷiḍê"/>
              <p:cNvSpPr/>
              <p:nvPr/>
            </p:nvSpPr>
            <p:spPr bwMode="auto">
              <a:xfrm>
                <a:off x="8172451" y="2600325"/>
                <a:ext cx="806450" cy="1046163"/>
              </a:xfrm>
              <a:custGeom>
                <a:avLst/>
                <a:gdLst>
                  <a:gd name="T0" fmla="*/ 144 w 245"/>
                  <a:gd name="T1" fmla="*/ 240 h 317"/>
                  <a:gd name="T2" fmla="*/ 216 w 245"/>
                  <a:gd name="T3" fmla="*/ 298 h 317"/>
                  <a:gd name="T4" fmla="*/ 221 w 245"/>
                  <a:gd name="T5" fmla="*/ 247 h 317"/>
                  <a:gd name="T6" fmla="*/ 155 w 245"/>
                  <a:gd name="T7" fmla="*/ 214 h 317"/>
                  <a:gd name="T8" fmla="*/ 144 w 245"/>
                  <a:gd name="T9" fmla="*/ 240 h 317"/>
                  <a:gd name="T10" fmla="*/ 144 w 245"/>
                  <a:gd name="T11" fmla="*/ 240 h 317"/>
                  <a:gd name="T12" fmla="*/ 117 w 245"/>
                  <a:gd name="T13" fmla="*/ 59 h 317"/>
                  <a:gd name="T14" fmla="*/ 114 w 245"/>
                  <a:gd name="T15" fmla="*/ 20 h 317"/>
                  <a:gd name="T16" fmla="*/ 132 w 245"/>
                  <a:gd name="T17" fmla="*/ 2 h 317"/>
                  <a:gd name="T18" fmla="*/ 151 w 245"/>
                  <a:gd name="T19" fmla="*/ 32 h 317"/>
                  <a:gd name="T20" fmla="*/ 142 w 245"/>
                  <a:gd name="T21" fmla="*/ 57 h 317"/>
                  <a:gd name="T22" fmla="*/ 136 w 245"/>
                  <a:gd name="T23" fmla="*/ 74 h 317"/>
                  <a:gd name="T24" fmla="*/ 131 w 245"/>
                  <a:gd name="T25" fmla="*/ 98 h 317"/>
                  <a:gd name="T26" fmla="*/ 151 w 245"/>
                  <a:gd name="T27" fmla="*/ 91 h 317"/>
                  <a:gd name="T28" fmla="*/ 177 w 245"/>
                  <a:gd name="T29" fmla="*/ 76 h 317"/>
                  <a:gd name="T30" fmla="*/ 208 w 245"/>
                  <a:gd name="T31" fmla="*/ 82 h 317"/>
                  <a:gd name="T32" fmla="*/ 199 w 245"/>
                  <a:gd name="T33" fmla="*/ 103 h 317"/>
                  <a:gd name="T34" fmla="*/ 172 w 245"/>
                  <a:gd name="T35" fmla="*/ 109 h 317"/>
                  <a:gd name="T36" fmla="*/ 124 w 245"/>
                  <a:gd name="T37" fmla="*/ 132 h 317"/>
                  <a:gd name="T38" fmla="*/ 107 w 245"/>
                  <a:gd name="T39" fmla="*/ 203 h 317"/>
                  <a:gd name="T40" fmla="*/ 65 w 245"/>
                  <a:gd name="T41" fmla="*/ 263 h 317"/>
                  <a:gd name="T42" fmla="*/ 32 w 245"/>
                  <a:gd name="T43" fmla="*/ 308 h 317"/>
                  <a:gd name="T44" fmla="*/ 14 w 245"/>
                  <a:gd name="T45" fmla="*/ 303 h 317"/>
                  <a:gd name="T46" fmla="*/ 8 w 245"/>
                  <a:gd name="T47" fmla="*/ 275 h 317"/>
                  <a:gd name="T48" fmla="*/ 24 w 245"/>
                  <a:gd name="T49" fmla="*/ 263 h 317"/>
                  <a:gd name="T50" fmla="*/ 36 w 245"/>
                  <a:gd name="T51" fmla="*/ 267 h 317"/>
                  <a:gd name="T52" fmla="*/ 70 w 245"/>
                  <a:gd name="T53" fmla="*/ 222 h 317"/>
                  <a:gd name="T54" fmla="*/ 93 w 245"/>
                  <a:gd name="T55" fmla="*/ 165 h 317"/>
                  <a:gd name="T56" fmla="*/ 98 w 245"/>
                  <a:gd name="T57" fmla="*/ 148 h 317"/>
                  <a:gd name="T58" fmla="*/ 79 w 245"/>
                  <a:gd name="T59" fmla="*/ 160 h 317"/>
                  <a:gd name="T60" fmla="*/ 46 w 245"/>
                  <a:gd name="T61" fmla="*/ 163 h 317"/>
                  <a:gd name="T62" fmla="*/ 20 w 245"/>
                  <a:gd name="T63" fmla="*/ 134 h 317"/>
                  <a:gd name="T64" fmla="*/ 30 w 245"/>
                  <a:gd name="T65" fmla="*/ 115 h 317"/>
                  <a:gd name="T66" fmla="*/ 64 w 245"/>
                  <a:gd name="T67" fmla="*/ 119 h 317"/>
                  <a:gd name="T68" fmla="*/ 105 w 245"/>
                  <a:gd name="T69" fmla="*/ 106 h 317"/>
                  <a:gd name="T70" fmla="*/ 106 w 245"/>
                  <a:gd name="T71" fmla="*/ 105 h 317"/>
                  <a:gd name="T72" fmla="*/ 117 w 245"/>
                  <a:gd name="T73" fmla="*/ 59 h 3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45" h="317">
                    <a:moveTo>
                      <a:pt x="144" y="240"/>
                    </a:moveTo>
                    <a:cubicBezTo>
                      <a:pt x="154" y="257"/>
                      <a:pt x="187" y="309"/>
                      <a:pt x="216" y="298"/>
                    </a:cubicBezTo>
                    <a:cubicBezTo>
                      <a:pt x="245" y="288"/>
                      <a:pt x="233" y="255"/>
                      <a:pt x="221" y="247"/>
                    </a:cubicBezTo>
                    <a:cubicBezTo>
                      <a:pt x="210" y="239"/>
                      <a:pt x="155" y="214"/>
                      <a:pt x="155" y="214"/>
                    </a:cubicBezTo>
                    <a:cubicBezTo>
                      <a:pt x="132" y="204"/>
                      <a:pt x="138" y="230"/>
                      <a:pt x="144" y="240"/>
                    </a:cubicBezTo>
                    <a:cubicBezTo>
                      <a:pt x="144" y="240"/>
                      <a:pt x="144" y="240"/>
                      <a:pt x="144" y="240"/>
                    </a:cubicBezTo>
                    <a:close/>
                    <a:moveTo>
                      <a:pt x="117" y="59"/>
                    </a:moveTo>
                    <a:cubicBezTo>
                      <a:pt x="120" y="57"/>
                      <a:pt x="113" y="32"/>
                      <a:pt x="114" y="20"/>
                    </a:cubicBezTo>
                    <a:cubicBezTo>
                      <a:pt x="115" y="8"/>
                      <a:pt x="124" y="0"/>
                      <a:pt x="132" y="2"/>
                    </a:cubicBezTo>
                    <a:cubicBezTo>
                      <a:pt x="140" y="4"/>
                      <a:pt x="152" y="23"/>
                      <a:pt x="151" y="32"/>
                    </a:cubicBezTo>
                    <a:cubicBezTo>
                      <a:pt x="150" y="42"/>
                      <a:pt x="145" y="53"/>
                      <a:pt x="142" y="57"/>
                    </a:cubicBezTo>
                    <a:cubicBezTo>
                      <a:pt x="139" y="60"/>
                      <a:pt x="137" y="64"/>
                      <a:pt x="136" y="74"/>
                    </a:cubicBezTo>
                    <a:cubicBezTo>
                      <a:pt x="135" y="80"/>
                      <a:pt x="133" y="89"/>
                      <a:pt x="131" y="98"/>
                    </a:cubicBezTo>
                    <a:cubicBezTo>
                      <a:pt x="140" y="95"/>
                      <a:pt x="148" y="93"/>
                      <a:pt x="151" y="91"/>
                    </a:cubicBezTo>
                    <a:cubicBezTo>
                      <a:pt x="157" y="87"/>
                      <a:pt x="168" y="83"/>
                      <a:pt x="177" y="76"/>
                    </a:cubicBezTo>
                    <a:cubicBezTo>
                      <a:pt x="187" y="68"/>
                      <a:pt x="197" y="76"/>
                      <a:pt x="208" y="82"/>
                    </a:cubicBezTo>
                    <a:cubicBezTo>
                      <a:pt x="218" y="88"/>
                      <a:pt x="209" y="98"/>
                      <a:pt x="199" y="103"/>
                    </a:cubicBezTo>
                    <a:cubicBezTo>
                      <a:pt x="188" y="109"/>
                      <a:pt x="179" y="106"/>
                      <a:pt x="172" y="109"/>
                    </a:cubicBezTo>
                    <a:cubicBezTo>
                      <a:pt x="166" y="112"/>
                      <a:pt x="138" y="124"/>
                      <a:pt x="124" y="132"/>
                    </a:cubicBezTo>
                    <a:cubicBezTo>
                      <a:pt x="121" y="152"/>
                      <a:pt x="113" y="188"/>
                      <a:pt x="107" y="203"/>
                    </a:cubicBezTo>
                    <a:cubicBezTo>
                      <a:pt x="101" y="221"/>
                      <a:pt x="77" y="248"/>
                      <a:pt x="65" y="263"/>
                    </a:cubicBezTo>
                    <a:cubicBezTo>
                      <a:pt x="52" y="279"/>
                      <a:pt x="45" y="300"/>
                      <a:pt x="32" y="308"/>
                    </a:cubicBezTo>
                    <a:cubicBezTo>
                      <a:pt x="19" y="317"/>
                      <a:pt x="16" y="311"/>
                      <a:pt x="14" y="303"/>
                    </a:cubicBezTo>
                    <a:cubicBezTo>
                      <a:pt x="12" y="295"/>
                      <a:pt x="0" y="285"/>
                      <a:pt x="8" y="275"/>
                    </a:cubicBezTo>
                    <a:cubicBezTo>
                      <a:pt x="16" y="264"/>
                      <a:pt x="18" y="252"/>
                      <a:pt x="24" y="263"/>
                    </a:cubicBezTo>
                    <a:cubicBezTo>
                      <a:pt x="29" y="273"/>
                      <a:pt x="38" y="267"/>
                      <a:pt x="36" y="267"/>
                    </a:cubicBezTo>
                    <a:cubicBezTo>
                      <a:pt x="34" y="266"/>
                      <a:pt x="62" y="236"/>
                      <a:pt x="70" y="222"/>
                    </a:cubicBezTo>
                    <a:cubicBezTo>
                      <a:pt x="79" y="207"/>
                      <a:pt x="89" y="173"/>
                      <a:pt x="93" y="165"/>
                    </a:cubicBezTo>
                    <a:cubicBezTo>
                      <a:pt x="94" y="163"/>
                      <a:pt x="96" y="157"/>
                      <a:pt x="98" y="148"/>
                    </a:cubicBezTo>
                    <a:cubicBezTo>
                      <a:pt x="91" y="152"/>
                      <a:pt x="84" y="156"/>
                      <a:pt x="79" y="160"/>
                    </a:cubicBezTo>
                    <a:cubicBezTo>
                      <a:pt x="68" y="168"/>
                      <a:pt x="66" y="171"/>
                      <a:pt x="46" y="163"/>
                    </a:cubicBezTo>
                    <a:cubicBezTo>
                      <a:pt x="26" y="154"/>
                      <a:pt x="21" y="145"/>
                      <a:pt x="20" y="134"/>
                    </a:cubicBezTo>
                    <a:cubicBezTo>
                      <a:pt x="18" y="123"/>
                      <a:pt x="24" y="116"/>
                      <a:pt x="30" y="115"/>
                    </a:cubicBezTo>
                    <a:cubicBezTo>
                      <a:pt x="37" y="113"/>
                      <a:pt x="53" y="117"/>
                      <a:pt x="64" y="119"/>
                    </a:cubicBezTo>
                    <a:cubicBezTo>
                      <a:pt x="76" y="121"/>
                      <a:pt x="99" y="108"/>
                      <a:pt x="105" y="106"/>
                    </a:cubicBezTo>
                    <a:cubicBezTo>
                      <a:pt x="105" y="106"/>
                      <a:pt x="106" y="105"/>
                      <a:pt x="106" y="105"/>
                    </a:cubicBezTo>
                    <a:cubicBezTo>
                      <a:pt x="111" y="82"/>
                      <a:pt x="115" y="60"/>
                      <a:pt x="117" y="5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solidFill>
                    <a:srgbClr val="000000"/>
                  </a:solidFill>
                </a:endParaRPr>
              </a:p>
            </p:txBody>
          </p:sp>
          <p:sp>
            <p:nvSpPr>
              <p:cNvPr id="13" name="iṧľíḑe"/>
              <p:cNvSpPr/>
              <p:nvPr/>
            </p:nvSpPr>
            <p:spPr bwMode="auto">
              <a:xfrm>
                <a:off x="9385301" y="2428875"/>
                <a:ext cx="784225" cy="1284288"/>
              </a:xfrm>
              <a:custGeom>
                <a:avLst/>
                <a:gdLst>
                  <a:gd name="T0" fmla="*/ 62 w 238"/>
                  <a:gd name="T1" fmla="*/ 102 h 389"/>
                  <a:gd name="T2" fmla="*/ 70 w 238"/>
                  <a:gd name="T3" fmla="*/ 150 h 389"/>
                  <a:gd name="T4" fmla="*/ 80 w 238"/>
                  <a:gd name="T5" fmla="*/ 191 h 389"/>
                  <a:gd name="T6" fmla="*/ 98 w 238"/>
                  <a:gd name="T7" fmla="*/ 182 h 389"/>
                  <a:gd name="T8" fmla="*/ 98 w 238"/>
                  <a:gd name="T9" fmla="*/ 198 h 389"/>
                  <a:gd name="T10" fmla="*/ 16 w 238"/>
                  <a:gd name="T11" fmla="*/ 237 h 389"/>
                  <a:gd name="T12" fmla="*/ 7 w 238"/>
                  <a:gd name="T13" fmla="*/ 265 h 389"/>
                  <a:gd name="T14" fmla="*/ 70 w 238"/>
                  <a:gd name="T15" fmla="*/ 235 h 389"/>
                  <a:gd name="T16" fmla="*/ 183 w 238"/>
                  <a:gd name="T17" fmla="*/ 180 h 389"/>
                  <a:gd name="T18" fmla="*/ 183 w 238"/>
                  <a:gd name="T19" fmla="*/ 205 h 389"/>
                  <a:gd name="T20" fmla="*/ 199 w 238"/>
                  <a:gd name="T21" fmla="*/ 209 h 389"/>
                  <a:gd name="T22" fmla="*/ 212 w 238"/>
                  <a:gd name="T23" fmla="*/ 164 h 389"/>
                  <a:gd name="T24" fmla="*/ 163 w 238"/>
                  <a:gd name="T25" fmla="*/ 161 h 389"/>
                  <a:gd name="T26" fmla="*/ 188 w 238"/>
                  <a:gd name="T27" fmla="*/ 110 h 389"/>
                  <a:gd name="T28" fmla="*/ 183 w 238"/>
                  <a:gd name="T29" fmla="*/ 77 h 389"/>
                  <a:gd name="T30" fmla="*/ 179 w 238"/>
                  <a:gd name="T31" fmla="*/ 43 h 389"/>
                  <a:gd name="T32" fmla="*/ 189 w 238"/>
                  <a:gd name="T33" fmla="*/ 22 h 389"/>
                  <a:gd name="T34" fmla="*/ 163 w 238"/>
                  <a:gd name="T35" fmla="*/ 5 h 389"/>
                  <a:gd name="T36" fmla="*/ 163 w 238"/>
                  <a:gd name="T37" fmla="*/ 42 h 389"/>
                  <a:gd name="T38" fmla="*/ 159 w 238"/>
                  <a:gd name="T39" fmla="*/ 65 h 389"/>
                  <a:gd name="T40" fmla="*/ 145 w 238"/>
                  <a:gd name="T41" fmla="*/ 96 h 389"/>
                  <a:gd name="T42" fmla="*/ 139 w 238"/>
                  <a:gd name="T43" fmla="*/ 145 h 389"/>
                  <a:gd name="T44" fmla="*/ 147 w 238"/>
                  <a:gd name="T45" fmla="*/ 172 h 389"/>
                  <a:gd name="T46" fmla="*/ 120 w 238"/>
                  <a:gd name="T47" fmla="*/ 172 h 389"/>
                  <a:gd name="T48" fmla="*/ 125 w 238"/>
                  <a:gd name="T49" fmla="*/ 127 h 389"/>
                  <a:gd name="T50" fmla="*/ 110 w 238"/>
                  <a:gd name="T51" fmla="*/ 117 h 389"/>
                  <a:gd name="T52" fmla="*/ 115 w 238"/>
                  <a:gd name="T53" fmla="*/ 39 h 389"/>
                  <a:gd name="T54" fmla="*/ 104 w 238"/>
                  <a:gd name="T55" fmla="*/ 73 h 389"/>
                  <a:gd name="T56" fmla="*/ 101 w 238"/>
                  <a:gd name="T57" fmla="*/ 134 h 389"/>
                  <a:gd name="T58" fmla="*/ 86 w 238"/>
                  <a:gd name="T59" fmla="*/ 96 h 389"/>
                  <a:gd name="T60" fmla="*/ 54 w 238"/>
                  <a:gd name="T61" fmla="*/ 88 h 389"/>
                  <a:gd name="T62" fmla="*/ 93 w 238"/>
                  <a:gd name="T63" fmla="*/ 244 h 389"/>
                  <a:gd name="T64" fmla="*/ 151 w 238"/>
                  <a:gd name="T65" fmla="*/ 216 h 389"/>
                  <a:gd name="T66" fmla="*/ 146 w 238"/>
                  <a:gd name="T67" fmla="*/ 262 h 389"/>
                  <a:gd name="T68" fmla="*/ 194 w 238"/>
                  <a:gd name="T69" fmla="*/ 265 h 389"/>
                  <a:gd name="T70" fmla="*/ 168 w 238"/>
                  <a:gd name="T71" fmla="*/ 297 h 389"/>
                  <a:gd name="T72" fmla="*/ 158 w 238"/>
                  <a:gd name="T73" fmla="*/ 349 h 389"/>
                  <a:gd name="T74" fmla="*/ 102 w 238"/>
                  <a:gd name="T75" fmla="*/ 372 h 389"/>
                  <a:gd name="T76" fmla="*/ 112 w 238"/>
                  <a:gd name="T77" fmla="*/ 355 h 389"/>
                  <a:gd name="T78" fmla="*/ 151 w 238"/>
                  <a:gd name="T79" fmla="*/ 319 h 389"/>
                  <a:gd name="T80" fmla="*/ 114 w 238"/>
                  <a:gd name="T81" fmla="*/ 312 h 389"/>
                  <a:gd name="T82" fmla="*/ 62 w 238"/>
                  <a:gd name="T83" fmla="*/ 309 h 389"/>
                  <a:gd name="T84" fmla="*/ 133 w 238"/>
                  <a:gd name="T85" fmla="*/ 280 h 389"/>
                  <a:gd name="T86" fmla="*/ 106 w 238"/>
                  <a:gd name="T87" fmla="*/ 259 h 3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238" h="389">
                    <a:moveTo>
                      <a:pt x="54" y="88"/>
                    </a:moveTo>
                    <a:cubicBezTo>
                      <a:pt x="55" y="91"/>
                      <a:pt x="59" y="99"/>
                      <a:pt x="62" y="102"/>
                    </a:cubicBezTo>
                    <a:cubicBezTo>
                      <a:pt x="66" y="106"/>
                      <a:pt x="73" y="113"/>
                      <a:pt x="72" y="116"/>
                    </a:cubicBezTo>
                    <a:cubicBezTo>
                      <a:pt x="72" y="120"/>
                      <a:pt x="70" y="144"/>
                      <a:pt x="70" y="150"/>
                    </a:cubicBezTo>
                    <a:cubicBezTo>
                      <a:pt x="70" y="156"/>
                      <a:pt x="67" y="172"/>
                      <a:pt x="71" y="176"/>
                    </a:cubicBezTo>
                    <a:cubicBezTo>
                      <a:pt x="74" y="180"/>
                      <a:pt x="80" y="191"/>
                      <a:pt x="80" y="191"/>
                    </a:cubicBezTo>
                    <a:cubicBezTo>
                      <a:pt x="80" y="191"/>
                      <a:pt x="88" y="193"/>
                      <a:pt x="90" y="187"/>
                    </a:cubicBezTo>
                    <a:cubicBezTo>
                      <a:pt x="92" y="180"/>
                      <a:pt x="98" y="182"/>
                      <a:pt x="98" y="182"/>
                    </a:cubicBezTo>
                    <a:cubicBezTo>
                      <a:pt x="98" y="182"/>
                      <a:pt x="110" y="187"/>
                      <a:pt x="107" y="190"/>
                    </a:cubicBezTo>
                    <a:cubicBezTo>
                      <a:pt x="104" y="193"/>
                      <a:pt x="105" y="194"/>
                      <a:pt x="98" y="198"/>
                    </a:cubicBezTo>
                    <a:cubicBezTo>
                      <a:pt x="92" y="202"/>
                      <a:pt x="39" y="231"/>
                      <a:pt x="39" y="231"/>
                    </a:cubicBezTo>
                    <a:cubicBezTo>
                      <a:pt x="39" y="231"/>
                      <a:pt x="21" y="236"/>
                      <a:pt x="16" y="237"/>
                    </a:cubicBezTo>
                    <a:cubicBezTo>
                      <a:pt x="11" y="238"/>
                      <a:pt x="4" y="236"/>
                      <a:pt x="2" y="243"/>
                    </a:cubicBezTo>
                    <a:cubicBezTo>
                      <a:pt x="0" y="250"/>
                      <a:pt x="2" y="260"/>
                      <a:pt x="7" y="265"/>
                    </a:cubicBezTo>
                    <a:cubicBezTo>
                      <a:pt x="10" y="266"/>
                      <a:pt x="22" y="271"/>
                      <a:pt x="33" y="266"/>
                    </a:cubicBezTo>
                    <a:cubicBezTo>
                      <a:pt x="47" y="260"/>
                      <a:pt x="60" y="244"/>
                      <a:pt x="70" y="235"/>
                    </a:cubicBezTo>
                    <a:cubicBezTo>
                      <a:pt x="88" y="221"/>
                      <a:pt x="104" y="211"/>
                      <a:pt x="119" y="204"/>
                    </a:cubicBezTo>
                    <a:cubicBezTo>
                      <a:pt x="134" y="198"/>
                      <a:pt x="167" y="182"/>
                      <a:pt x="183" y="180"/>
                    </a:cubicBezTo>
                    <a:cubicBezTo>
                      <a:pt x="199" y="178"/>
                      <a:pt x="202" y="186"/>
                      <a:pt x="199" y="190"/>
                    </a:cubicBezTo>
                    <a:cubicBezTo>
                      <a:pt x="197" y="195"/>
                      <a:pt x="188" y="203"/>
                      <a:pt x="183" y="205"/>
                    </a:cubicBezTo>
                    <a:cubicBezTo>
                      <a:pt x="179" y="208"/>
                      <a:pt x="181" y="213"/>
                      <a:pt x="181" y="213"/>
                    </a:cubicBezTo>
                    <a:cubicBezTo>
                      <a:pt x="181" y="213"/>
                      <a:pt x="185" y="213"/>
                      <a:pt x="199" y="209"/>
                    </a:cubicBezTo>
                    <a:cubicBezTo>
                      <a:pt x="214" y="205"/>
                      <a:pt x="234" y="205"/>
                      <a:pt x="236" y="200"/>
                    </a:cubicBezTo>
                    <a:cubicBezTo>
                      <a:pt x="238" y="196"/>
                      <a:pt x="230" y="165"/>
                      <a:pt x="212" y="164"/>
                    </a:cubicBezTo>
                    <a:cubicBezTo>
                      <a:pt x="193" y="163"/>
                      <a:pt x="172" y="168"/>
                      <a:pt x="167" y="170"/>
                    </a:cubicBezTo>
                    <a:cubicBezTo>
                      <a:pt x="162" y="171"/>
                      <a:pt x="157" y="167"/>
                      <a:pt x="163" y="161"/>
                    </a:cubicBezTo>
                    <a:cubicBezTo>
                      <a:pt x="169" y="154"/>
                      <a:pt x="178" y="146"/>
                      <a:pt x="182" y="133"/>
                    </a:cubicBezTo>
                    <a:cubicBezTo>
                      <a:pt x="186" y="119"/>
                      <a:pt x="192" y="116"/>
                      <a:pt x="188" y="110"/>
                    </a:cubicBezTo>
                    <a:cubicBezTo>
                      <a:pt x="183" y="104"/>
                      <a:pt x="176" y="92"/>
                      <a:pt x="173" y="90"/>
                    </a:cubicBezTo>
                    <a:cubicBezTo>
                      <a:pt x="170" y="88"/>
                      <a:pt x="173" y="81"/>
                      <a:pt x="183" y="77"/>
                    </a:cubicBezTo>
                    <a:cubicBezTo>
                      <a:pt x="193" y="72"/>
                      <a:pt x="204" y="61"/>
                      <a:pt x="198" y="54"/>
                    </a:cubicBezTo>
                    <a:cubicBezTo>
                      <a:pt x="192" y="46"/>
                      <a:pt x="180" y="50"/>
                      <a:pt x="179" y="43"/>
                    </a:cubicBezTo>
                    <a:cubicBezTo>
                      <a:pt x="179" y="35"/>
                      <a:pt x="173" y="31"/>
                      <a:pt x="179" y="29"/>
                    </a:cubicBezTo>
                    <a:cubicBezTo>
                      <a:pt x="185" y="27"/>
                      <a:pt x="191" y="25"/>
                      <a:pt x="189" y="22"/>
                    </a:cubicBezTo>
                    <a:cubicBezTo>
                      <a:pt x="187" y="18"/>
                      <a:pt x="184" y="12"/>
                      <a:pt x="180" y="6"/>
                    </a:cubicBezTo>
                    <a:cubicBezTo>
                      <a:pt x="175" y="1"/>
                      <a:pt x="164" y="0"/>
                      <a:pt x="163" y="5"/>
                    </a:cubicBezTo>
                    <a:cubicBezTo>
                      <a:pt x="161" y="11"/>
                      <a:pt x="161" y="21"/>
                      <a:pt x="161" y="26"/>
                    </a:cubicBezTo>
                    <a:cubicBezTo>
                      <a:pt x="161" y="31"/>
                      <a:pt x="160" y="38"/>
                      <a:pt x="163" y="42"/>
                    </a:cubicBezTo>
                    <a:cubicBezTo>
                      <a:pt x="167" y="46"/>
                      <a:pt x="168" y="48"/>
                      <a:pt x="167" y="52"/>
                    </a:cubicBezTo>
                    <a:cubicBezTo>
                      <a:pt x="166" y="55"/>
                      <a:pt x="166" y="61"/>
                      <a:pt x="159" y="65"/>
                    </a:cubicBezTo>
                    <a:cubicBezTo>
                      <a:pt x="151" y="69"/>
                      <a:pt x="147" y="69"/>
                      <a:pt x="145" y="74"/>
                    </a:cubicBezTo>
                    <a:cubicBezTo>
                      <a:pt x="142" y="80"/>
                      <a:pt x="142" y="94"/>
                      <a:pt x="145" y="96"/>
                    </a:cubicBezTo>
                    <a:cubicBezTo>
                      <a:pt x="147" y="97"/>
                      <a:pt x="155" y="95"/>
                      <a:pt x="153" y="105"/>
                    </a:cubicBezTo>
                    <a:cubicBezTo>
                      <a:pt x="150" y="116"/>
                      <a:pt x="138" y="141"/>
                      <a:pt x="139" y="145"/>
                    </a:cubicBezTo>
                    <a:cubicBezTo>
                      <a:pt x="140" y="150"/>
                      <a:pt x="148" y="148"/>
                      <a:pt x="148" y="153"/>
                    </a:cubicBezTo>
                    <a:cubicBezTo>
                      <a:pt x="148" y="159"/>
                      <a:pt x="151" y="169"/>
                      <a:pt x="147" y="172"/>
                    </a:cubicBezTo>
                    <a:cubicBezTo>
                      <a:pt x="143" y="176"/>
                      <a:pt x="130" y="180"/>
                      <a:pt x="130" y="180"/>
                    </a:cubicBezTo>
                    <a:cubicBezTo>
                      <a:pt x="130" y="180"/>
                      <a:pt x="116" y="184"/>
                      <a:pt x="120" y="172"/>
                    </a:cubicBezTo>
                    <a:cubicBezTo>
                      <a:pt x="123" y="160"/>
                      <a:pt x="126" y="141"/>
                      <a:pt x="127" y="137"/>
                    </a:cubicBezTo>
                    <a:cubicBezTo>
                      <a:pt x="127" y="133"/>
                      <a:pt x="131" y="128"/>
                      <a:pt x="125" y="127"/>
                    </a:cubicBezTo>
                    <a:cubicBezTo>
                      <a:pt x="120" y="127"/>
                      <a:pt x="126" y="117"/>
                      <a:pt x="119" y="120"/>
                    </a:cubicBezTo>
                    <a:cubicBezTo>
                      <a:pt x="113" y="122"/>
                      <a:pt x="108" y="125"/>
                      <a:pt x="110" y="117"/>
                    </a:cubicBezTo>
                    <a:cubicBezTo>
                      <a:pt x="111" y="108"/>
                      <a:pt x="121" y="80"/>
                      <a:pt x="124" y="63"/>
                    </a:cubicBezTo>
                    <a:cubicBezTo>
                      <a:pt x="126" y="46"/>
                      <a:pt x="120" y="43"/>
                      <a:pt x="115" y="39"/>
                    </a:cubicBezTo>
                    <a:cubicBezTo>
                      <a:pt x="110" y="36"/>
                      <a:pt x="95" y="44"/>
                      <a:pt x="95" y="50"/>
                    </a:cubicBezTo>
                    <a:cubicBezTo>
                      <a:pt x="95" y="56"/>
                      <a:pt x="103" y="65"/>
                      <a:pt x="104" y="73"/>
                    </a:cubicBezTo>
                    <a:cubicBezTo>
                      <a:pt x="105" y="81"/>
                      <a:pt x="103" y="107"/>
                      <a:pt x="104" y="110"/>
                    </a:cubicBezTo>
                    <a:cubicBezTo>
                      <a:pt x="104" y="113"/>
                      <a:pt x="102" y="130"/>
                      <a:pt x="101" y="134"/>
                    </a:cubicBezTo>
                    <a:cubicBezTo>
                      <a:pt x="100" y="137"/>
                      <a:pt x="83" y="150"/>
                      <a:pt x="85" y="136"/>
                    </a:cubicBezTo>
                    <a:cubicBezTo>
                      <a:pt x="88" y="122"/>
                      <a:pt x="89" y="105"/>
                      <a:pt x="86" y="96"/>
                    </a:cubicBezTo>
                    <a:cubicBezTo>
                      <a:pt x="82" y="87"/>
                      <a:pt x="67" y="75"/>
                      <a:pt x="62" y="74"/>
                    </a:cubicBezTo>
                    <a:cubicBezTo>
                      <a:pt x="58" y="74"/>
                      <a:pt x="54" y="84"/>
                      <a:pt x="54" y="88"/>
                    </a:cubicBezTo>
                    <a:cubicBezTo>
                      <a:pt x="54" y="88"/>
                      <a:pt x="54" y="88"/>
                      <a:pt x="54" y="88"/>
                    </a:cubicBezTo>
                    <a:close/>
                    <a:moveTo>
                      <a:pt x="93" y="244"/>
                    </a:moveTo>
                    <a:cubicBezTo>
                      <a:pt x="93" y="236"/>
                      <a:pt x="103" y="232"/>
                      <a:pt x="110" y="230"/>
                    </a:cubicBezTo>
                    <a:cubicBezTo>
                      <a:pt x="116" y="229"/>
                      <a:pt x="140" y="217"/>
                      <a:pt x="151" y="216"/>
                    </a:cubicBezTo>
                    <a:cubicBezTo>
                      <a:pt x="162" y="216"/>
                      <a:pt x="162" y="232"/>
                      <a:pt x="159" y="239"/>
                    </a:cubicBezTo>
                    <a:cubicBezTo>
                      <a:pt x="156" y="246"/>
                      <a:pt x="150" y="257"/>
                      <a:pt x="146" y="262"/>
                    </a:cubicBezTo>
                    <a:cubicBezTo>
                      <a:pt x="143" y="267"/>
                      <a:pt x="159" y="270"/>
                      <a:pt x="159" y="270"/>
                    </a:cubicBezTo>
                    <a:cubicBezTo>
                      <a:pt x="159" y="270"/>
                      <a:pt x="184" y="264"/>
                      <a:pt x="194" y="265"/>
                    </a:cubicBezTo>
                    <a:cubicBezTo>
                      <a:pt x="203" y="266"/>
                      <a:pt x="205" y="280"/>
                      <a:pt x="203" y="291"/>
                    </a:cubicBezTo>
                    <a:cubicBezTo>
                      <a:pt x="201" y="302"/>
                      <a:pt x="174" y="298"/>
                      <a:pt x="168" y="297"/>
                    </a:cubicBezTo>
                    <a:cubicBezTo>
                      <a:pt x="162" y="296"/>
                      <a:pt x="166" y="307"/>
                      <a:pt x="164" y="313"/>
                    </a:cubicBezTo>
                    <a:cubicBezTo>
                      <a:pt x="163" y="319"/>
                      <a:pt x="163" y="329"/>
                      <a:pt x="158" y="349"/>
                    </a:cubicBezTo>
                    <a:cubicBezTo>
                      <a:pt x="153" y="368"/>
                      <a:pt x="139" y="381"/>
                      <a:pt x="131" y="385"/>
                    </a:cubicBezTo>
                    <a:cubicBezTo>
                      <a:pt x="122" y="389"/>
                      <a:pt x="106" y="379"/>
                      <a:pt x="102" y="372"/>
                    </a:cubicBezTo>
                    <a:cubicBezTo>
                      <a:pt x="99" y="365"/>
                      <a:pt x="92" y="366"/>
                      <a:pt x="89" y="355"/>
                    </a:cubicBezTo>
                    <a:cubicBezTo>
                      <a:pt x="85" y="344"/>
                      <a:pt x="104" y="351"/>
                      <a:pt x="112" y="355"/>
                    </a:cubicBezTo>
                    <a:cubicBezTo>
                      <a:pt x="119" y="358"/>
                      <a:pt x="132" y="358"/>
                      <a:pt x="139" y="356"/>
                    </a:cubicBezTo>
                    <a:cubicBezTo>
                      <a:pt x="146" y="353"/>
                      <a:pt x="151" y="328"/>
                      <a:pt x="151" y="319"/>
                    </a:cubicBezTo>
                    <a:cubicBezTo>
                      <a:pt x="152" y="309"/>
                      <a:pt x="145" y="302"/>
                      <a:pt x="142" y="301"/>
                    </a:cubicBezTo>
                    <a:cubicBezTo>
                      <a:pt x="139" y="300"/>
                      <a:pt x="126" y="306"/>
                      <a:pt x="114" y="312"/>
                    </a:cubicBezTo>
                    <a:cubicBezTo>
                      <a:pt x="103" y="318"/>
                      <a:pt x="95" y="325"/>
                      <a:pt x="86" y="327"/>
                    </a:cubicBezTo>
                    <a:cubicBezTo>
                      <a:pt x="76" y="329"/>
                      <a:pt x="64" y="319"/>
                      <a:pt x="62" y="309"/>
                    </a:cubicBezTo>
                    <a:cubicBezTo>
                      <a:pt x="60" y="299"/>
                      <a:pt x="88" y="298"/>
                      <a:pt x="93" y="297"/>
                    </a:cubicBezTo>
                    <a:cubicBezTo>
                      <a:pt x="99" y="296"/>
                      <a:pt x="133" y="280"/>
                      <a:pt x="133" y="280"/>
                    </a:cubicBezTo>
                    <a:cubicBezTo>
                      <a:pt x="135" y="272"/>
                      <a:pt x="139" y="251"/>
                      <a:pt x="126" y="249"/>
                    </a:cubicBezTo>
                    <a:cubicBezTo>
                      <a:pt x="118" y="248"/>
                      <a:pt x="113" y="259"/>
                      <a:pt x="106" y="259"/>
                    </a:cubicBezTo>
                    <a:cubicBezTo>
                      <a:pt x="99" y="259"/>
                      <a:pt x="94" y="252"/>
                      <a:pt x="93" y="24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solidFill>
                    <a:srgbClr val="000000"/>
                  </a:solidFill>
                </a:endParaRPr>
              </a:p>
            </p:txBody>
          </p:sp>
        </p:grpSp>
      </p:grpSp>
      <p:pic>
        <p:nvPicPr>
          <p:cNvPr id="28" name="图片 27"/>
          <p:cNvPicPr>
            <a:picLocks noChangeAspect="1"/>
          </p:cNvPicPr>
          <p:nvPr userDrawn="1"/>
        </p:nvPicPr>
        <p:blipFill rotWithShape="1">
          <a:blip r:embed="rId2" cstate="email"/>
          <a:srcRect/>
          <a:stretch>
            <a:fillRect/>
          </a:stretch>
        </p:blipFill>
        <p:spPr>
          <a:xfrm>
            <a:off x="-1" y="-111239"/>
            <a:ext cx="1520613" cy="1143934"/>
          </a:xfrm>
          <a:prstGeom prst="rect">
            <a:avLst/>
          </a:prstGeom>
        </p:spPr>
      </p:pic>
      <p:pic>
        <p:nvPicPr>
          <p:cNvPr id="29" name="图片 28"/>
          <p:cNvPicPr>
            <a:picLocks noChangeAspect="1"/>
          </p:cNvPicPr>
          <p:nvPr userDrawn="1"/>
        </p:nvPicPr>
        <p:blipFill>
          <a:blip r:embed="rId3" cstate="email">
            <a:extLst>
              <a:ext uri="{BEBA8EAE-BF5A-486C-A8C5-ECC9F3942E4B}">
                <a14:imgProps xmlns:a14="http://schemas.microsoft.com/office/drawing/2010/main">
                  <a14:imgLayer r:embed="rId4">
                    <a14:imgEffect>
                      <a14:saturation sat="33000"/>
                    </a14:imgEffect>
                  </a14:imgLayer>
                </a14:imgProps>
              </a:ext>
            </a:extLst>
          </a:blip>
          <a:stretch>
            <a:fillRect/>
          </a:stretch>
        </p:blipFill>
        <p:spPr>
          <a:xfrm>
            <a:off x="0" y="4531283"/>
            <a:ext cx="12192000" cy="2323704"/>
          </a:xfrm>
          <a:prstGeom prst="rect">
            <a:avLst/>
          </a:prstGeom>
        </p:spPr>
      </p:pic>
      <p:sp>
        <p:nvSpPr>
          <p:cNvPr id="2" name="矩形 1"/>
          <p:cNvSpPr/>
          <p:nvPr userDrawn="1"/>
        </p:nvSpPr>
        <p:spPr>
          <a:xfrm>
            <a:off x="0" y="1028700"/>
            <a:ext cx="12192000" cy="5829300"/>
          </a:xfrm>
          <a:prstGeom prst="rect">
            <a:avLst/>
          </a:prstGeom>
          <a:gradFill>
            <a:gsLst>
              <a:gs pos="0">
                <a:schemeClr val="bg1">
                  <a:alpha val="0"/>
                </a:schemeClr>
              </a:gs>
              <a:gs pos="50000">
                <a:schemeClr val="bg1">
                  <a:alpha val="20000"/>
                </a:schemeClr>
              </a:gs>
              <a:gs pos="100000">
                <a:schemeClr val="bg1">
                  <a:alpha val="9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endParaRPr>
          </a:p>
        </p:txBody>
      </p:sp>
      <p:sp>
        <p:nvSpPr>
          <p:cNvPr id="5" name="图片占位符 4"/>
          <p:cNvSpPr>
            <a:spLocks noGrp="1"/>
          </p:cNvSpPr>
          <p:nvPr>
            <p:ph type="pic" sz="quarter" idx="11"/>
          </p:nvPr>
        </p:nvSpPr>
        <p:spPr>
          <a:xfrm>
            <a:off x="4207565" y="2828178"/>
            <a:ext cx="3776870" cy="2146852"/>
          </a:xfrm>
          <a:prstGeom prst="rect">
            <a:avLst/>
          </a:prstGeom>
        </p:spPr>
        <p:txBody>
          <a:bodyPr/>
          <a:lstStyle/>
          <a:p>
            <a:endParaRPr lang="zh-CN" altLang="en-US"/>
          </a:p>
        </p:txBody>
      </p:sp>
    </p:spTree>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3_标题和内容">
    <p:spTree>
      <p:nvGrpSpPr>
        <p:cNvPr id="1" name=""/>
        <p:cNvGrpSpPr/>
        <p:nvPr/>
      </p:nvGrpSpPr>
      <p:grpSpPr>
        <a:xfrm>
          <a:off x="0" y="0"/>
          <a:ext cx="0" cy="0"/>
          <a:chOff x="0" y="0"/>
          <a:chExt cx="0" cy="0"/>
        </a:xfrm>
      </p:grpSpPr>
      <p:sp>
        <p:nvSpPr>
          <p:cNvPr id="33" name="文本占位符 32"/>
          <p:cNvSpPr>
            <a:spLocks noGrp="1"/>
          </p:cNvSpPr>
          <p:nvPr>
            <p:ph type="body" sz="quarter" idx="10" hasCustomPrompt="1"/>
          </p:nvPr>
        </p:nvSpPr>
        <p:spPr>
          <a:xfrm>
            <a:off x="1587197" y="340254"/>
            <a:ext cx="3944854" cy="530225"/>
          </a:xfrm>
        </p:spPr>
        <p:txBody>
          <a:bodyPr lIns="0" rIns="0">
            <a:noAutofit/>
          </a:bodyPr>
          <a:lstStyle>
            <a:lvl1pPr marL="0" indent="0">
              <a:buNone/>
              <a:defRPr sz="3600" b="1">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请输入你的标题</a:t>
            </a:r>
          </a:p>
        </p:txBody>
      </p:sp>
      <p:cxnSp>
        <p:nvCxnSpPr>
          <p:cNvPr id="4" name="直接连接符 3"/>
          <p:cNvCxnSpPr/>
          <p:nvPr userDrawn="1"/>
        </p:nvCxnSpPr>
        <p:spPr>
          <a:xfrm>
            <a:off x="1083902" y="1028700"/>
            <a:ext cx="11108098" cy="0"/>
          </a:xfrm>
          <a:prstGeom prst="line">
            <a:avLst/>
          </a:prstGeom>
        </p:spPr>
        <p:style>
          <a:lnRef idx="1">
            <a:schemeClr val="accent1"/>
          </a:lnRef>
          <a:fillRef idx="0">
            <a:schemeClr val="accent1"/>
          </a:fillRef>
          <a:effectRef idx="0">
            <a:schemeClr val="accent1"/>
          </a:effectRef>
          <a:fontRef idx="minor">
            <a:schemeClr val="tx1"/>
          </a:fontRef>
        </p:style>
      </p:cxnSp>
      <p:grpSp>
        <p:nvGrpSpPr>
          <p:cNvPr id="3" name="组合 2"/>
          <p:cNvGrpSpPr/>
          <p:nvPr userDrawn="1"/>
        </p:nvGrpSpPr>
        <p:grpSpPr>
          <a:xfrm>
            <a:off x="9778483" y="337454"/>
            <a:ext cx="1740417" cy="533025"/>
            <a:chOff x="9778483" y="337454"/>
            <a:chExt cx="1740417" cy="533025"/>
          </a:xfrm>
        </p:grpSpPr>
        <p:grpSp>
          <p:nvGrpSpPr>
            <p:cNvPr id="6" name="íślïdé"/>
            <p:cNvGrpSpPr/>
            <p:nvPr/>
          </p:nvGrpSpPr>
          <p:grpSpPr>
            <a:xfrm>
              <a:off x="9778483" y="337454"/>
              <a:ext cx="532392" cy="533025"/>
              <a:chOff x="1735138" y="2095500"/>
              <a:chExt cx="2667000" cy="2670175"/>
            </a:xfrm>
            <a:solidFill>
              <a:schemeClr val="accent1"/>
            </a:solidFill>
          </p:grpSpPr>
          <p:sp>
            <p:nvSpPr>
              <p:cNvPr id="14" name="ïṡḻïḍê"/>
              <p:cNvSpPr/>
              <p:nvPr/>
            </p:nvSpPr>
            <p:spPr bwMode="auto">
              <a:xfrm>
                <a:off x="2913063" y="3238500"/>
                <a:ext cx="319088" cy="762000"/>
              </a:xfrm>
              <a:custGeom>
                <a:avLst/>
                <a:gdLst>
                  <a:gd name="T0" fmla="*/ 56 w 97"/>
                  <a:gd name="T1" fmla="*/ 193 h 231"/>
                  <a:gd name="T2" fmla="*/ 41 w 97"/>
                  <a:gd name="T3" fmla="*/ 193 h 231"/>
                  <a:gd name="T4" fmla="*/ 41 w 97"/>
                  <a:gd name="T5" fmla="*/ 22 h 231"/>
                  <a:gd name="T6" fmla="*/ 23 w 97"/>
                  <a:gd name="T7" fmla="*/ 0 h 231"/>
                  <a:gd name="T8" fmla="*/ 4 w 97"/>
                  <a:gd name="T9" fmla="*/ 22 h 231"/>
                  <a:gd name="T10" fmla="*/ 1 w 97"/>
                  <a:gd name="T11" fmla="*/ 175 h 231"/>
                  <a:gd name="T12" fmla="*/ 48 w 97"/>
                  <a:gd name="T13" fmla="*/ 231 h 231"/>
                  <a:gd name="T14" fmla="*/ 96 w 97"/>
                  <a:gd name="T15" fmla="*/ 175 h 231"/>
                  <a:gd name="T16" fmla="*/ 92 w 97"/>
                  <a:gd name="T17" fmla="*/ 22 h 231"/>
                  <a:gd name="T18" fmla="*/ 73 w 97"/>
                  <a:gd name="T19" fmla="*/ 0 h 231"/>
                  <a:gd name="T20" fmla="*/ 56 w 97"/>
                  <a:gd name="T21" fmla="*/ 22 h 231"/>
                  <a:gd name="T22" fmla="*/ 56 w 97"/>
                  <a:gd name="T23" fmla="*/ 193 h 2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97" h="231">
                    <a:moveTo>
                      <a:pt x="56" y="193"/>
                    </a:moveTo>
                    <a:cubicBezTo>
                      <a:pt x="41" y="193"/>
                      <a:pt x="41" y="193"/>
                      <a:pt x="41" y="193"/>
                    </a:cubicBezTo>
                    <a:cubicBezTo>
                      <a:pt x="41" y="136"/>
                      <a:pt x="41" y="79"/>
                      <a:pt x="41" y="22"/>
                    </a:cubicBezTo>
                    <a:cubicBezTo>
                      <a:pt x="40" y="11"/>
                      <a:pt x="38" y="1"/>
                      <a:pt x="23" y="0"/>
                    </a:cubicBezTo>
                    <a:cubicBezTo>
                      <a:pt x="13" y="0"/>
                      <a:pt x="4" y="7"/>
                      <a:pt x="4" y="22"/>
                    </a:cubicBezTo>
                    <a:cubicBezTo>
                      <a:pt x="3" y="73"/>
                      <a:pt x="2" y="124"/>
                      <a:pt x="1" y="175"/>
                    </a:cubicBezTo>
                    <a:cubicBezTo>
                      <a:pt x="0" y="206"/>
                      <a:pt x="15" y="231"/>
                      <a:pt x="48" y="231"/>
                    </a:cubicBezTo>
                    <a:cubicBezTo>
                      <a:pt x="82" y="231"/>
                      <a:pt x="97" y="206"/>
                      <a:pt x="96" y="175"/>
                    </a:cubicBezTo>
                    <a:cubicBezTo>
                      <a:pt x="95" y="124"/>
                      <a:pt x="94" y="73"/>
                      <a:pt x="92" y="22"/>
                    </a:cubicBezTo>
                    <a:cubicBezTo>
                      <a:pt x="92" y="7"/>
                      <a:pt x="84" y="0"/>
                      <a:pt x="73" y="0"/>
                    </a:cubicBezTo>
                    <a:cubicBezTo>
                      <a:pt x="58" y="1"/>
                      <a:pt x="56" y="11"/>
                      <a:pt x="56" y="22"/>
                    </a:cubicBezTo>
                    <a:cubicBezTo>
                      <a:pt x="56" y="79"/>
                      <a:pt x="56" y="136"/>
                      <a:pt x="56" y="19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solidFill>
                    <a:srgbClr val="000000"/>
                  </a:solidFill>
                </a:endParaRPr>
              </a:p>
            </p:txBody>
          </p:sp>
          <p:sp>
            <p:nvSpPr>
              <p:cNvPr id="15" name="ï$lîḍè"/>
              <p:cNvSpPr/>
              <p:nvPr/>
            </p:nvSpPr>
            <p:spPr bwMode="auto">
              <a:xfrm>
                <a:off x="2008188" y="2713038"/>
                <a:ext cx="257175" cy="342900"/>
              </a:xfrm>
              <a:custGeom>
                <a:avLst/>
                <a:gdLst>
                  <a:gd name="T0" fmla="*/ 13 w 78"/>
                  <a:gd name="T1" fmla="*/ 80 h 104"/>
                  <a:gd name="T2" fmla="*/ 6 w 78"/>
                  <a:gd name="T3" fmla="*/ 80 h 104"/>
                  <a:gd name="T4" fmla="*/ 1 w 78"/>
                  <a:gd name="T5" fmla="*/ 85 h 104"/>
                  <a:gd name="T6" fmla="*/ 7 w 78"/>
                  <a:gd name="T7" fmla="*/ 96 h 104"/>
                  <a:gd name="T8" fmla="*/ 36 w 78"/>
                  <a:gd name="T9" fmla="*/ 103 h 104"/>
                  <a:gd name="T10" fmla="*/ 40 w 78"/>
                  <a:gd name="T11" fmla="*/ 94 h 104"/>
                  <a:gd name="T12" fmla="*/ 26 w 78"/>
                  <a:gd name="T13" fmla="*/ 87 h 104"/>
                  <a:gd name="T14" fmla="*/ 20 w 78"/>
                  <a:gd name="T15" fmla="*/ 62 h 104"/>
                  <a:gd name="T16" fmla="*/ 27 w 78"/>
                  <a:gd name="T17" fmla="*/ 38 h 104"/>
                  <a:gd name="T18" fmla="*/ 32 w 78"/>
                  <a:gd name="T19" fmla="*/ 40 h 104"/>
                  <a:gd name="T20" fmla="*/ 38 w 78"/>
                  <a:gd name="T21" fmla="*/ 54 h 104"/>
                  <a:gd name="T22" fmla="*/ 35 w 78"/>
                  <a:gd name="T23" fmla="*/ 56 h 104"/>
                  <a:gd name="T24" fmla="*/ 28 w 78"/>
                  <a:gd name="T25" fmla="*/ 56 h 104"/>
                  <a:gd name="T26" fmla="*/ 26 w 78"/>
                  <a:gd name="T27" fmla="*/ 63 h 104"/>
                  <a:gd name="T28" fmla="*/ 34 w 78"/>
                  <a:gd name="T29" fmla="*/ 65 h 104"/>
                  <a:gd name="T30" fmla="*/ 38 w 78"/>
                  <a:gd name="T31" fmla="*/ 65 h 104"/>
                  <a:gd name="T32" fmla="*/ 37 w 78"/>
                  <a:gd name="T33" fmla="*/ 74 h 104"/>
                  <a:gd name="T34" fmla="*/ 37 w 78"/>
                  <a:gd name="T35" fmla="*/ 80 h 104"/>
                  <a:gd name="T36" fmla="*/ 45 w 78"/>
                  <a:gd name="T37" fmla="*/ 80 h 104"/>
                  <a:gd name="T38" fmla="*/ 45 w 78"/>
                  <a:gd name="T39" fmla="*/ 68 h 104"/>
                  <a:gd name="T40" fmla="*/ 49 w 78"/>
                  <a:gd name="T41" fmla="*/ 57 h 104"/>
                  <a:gd name="T42" fmla="*/ 58 w 78"/>
                  <a:gd name="T43" fmla="*/ 55 h 104"/>
                  <a:gd name="T44" fmla="*/ 66 w 78"/>
                  <a:gd name="T45" fmla="*/ 42 h 104"/>
                  <a:gd name="T46" fmla="*/ 71 w 78"/>
                  <a:gd name="T47" fmla="*/ 17 h 104"/>
                  <a:gd name="T48" fmla="*/ 73 w 78"/>
                  <a:gd name="T49" fmla="*/ 7 h 104"/>
                  <a:gd name="T50" fmla="*/ 38 w 78"/>
                  <a:gd name="T51" fmla="*/ 8 h 104"/>
                  <a:gd name="T52" fmla="*/ 16 w 78"/>
                  <a:gd name="T53" fmla="*/ 40 h 104"/>
                  <a:gd name="T54" fmla="*/ 12 w 78"/>
                  <a:gd name="T55" fmla="*/ 69 h 104"/>
                  <a:gd name="T56" fmla="*/ 13 w 78"/>
                  <a:gd name="T57" fmla="*/ 80 h 104"/>
                  <a:gd name="T58" fmla="*/ 13 w 78"/>
                  <a:gd name="T59" fmla="*/ 80 h 104"/>
                  <a:gd name="T60" fmla="*/ 44 w 78"/>
                  <a:gd name="T61" fmla="*/ 54 h 104"/>
                  <a:gd name="T62" fmla="*/ 42 w 78"/>
                  <a:gd name="T63" fmla="*/ 56 h 104"/>
                  <a:gd name="T64" fmla="*/ 42 w 78"/>
                  <a:gd name="T65" fmla="*/ 39 h 104"/>
                  <a:gd name="T66" fmla="*/ 35 w 78"/>
                  <a:gd name="T67" fmla="*/ 35 h 104"/>
                  <a:gd name="T68" fmla="*/ 29 w 78"/>
                  <a:gd name="T69" fmla="*/ 35 h 104"/>
                  <a:gd name="T70" fmla="*/ 36 w 78"/>
                  <a:gd name="T71" fmla="*/ 23 h 104"/>
                  <a:gd name="T72" fmla="*/ 54 w 78"/>
                  <a:gd name="T73" fmla="*/ 11 h 104"/>
                  <a:gd name="T74" fmla="*/ 55 w 78"/>
                  <a:gd name="T75" fmla="*/ 28 h 104"/>
                  <a:gd name="T76" fmla="*/ 54 w 78"/>
                  <a:gd name="T77" fmla="*/ 45 h 104"/>
                  <a:gd name="T78" fmla="*/ 48 w 78"/>
                  <a:gd name="T79" fmla="*/ 48 h 104"/>
                  <a:gd name="T80" fmla="*/ 44 w 78"/>
                  <a:gd name="T81" fmla="*/ 54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78" h="104">
                    <a:moveTo>
                      <a:pt x="13" y="80"/>
                    </a:moveTo>
                    <a:cubicBezTo>
                      <a:pt x="12" y="81"/>
                      <a:pt x="9" y="79"/>
                      <a:pt x="6" y="80"/>
                    </a:cubicBezTo>
                    <a:cubicBezTo>
                      <a:pt x="3" y="82"/>
                      <a:pt x="2" y="84"/>
                      <a:pt x="1" y="85"/>
                    </a:cubicBezTo>
                    <a:cubicBezTo>
                      <a:pt x="0" y="87"/>
                      <a:pt x="1" y="92"/>
                      <a:pt x="7" y="96"/>
                    </a:cubicBezTo>
                    <a:cubicBezTo>
                      <a:pt x="12" y="100"/>
                      <a:pt x="32" y="104"/>
                      <a:pt x="36" y="103"/>
                    </a:cubicBezTo>
                    <a:cubicBezTo>
                      <a:pt x="40" y="102"/>
                      <a:pt x="43" y="94"/>
                      <a:pt x="40" y="94"/>
                    </a:cubicBezTo>
                    <a:cubicBezTo>
                      <a:pt x="36" y="93"/>
                      <a:pt x="28" y="91"/>
                      <a:pt x="26" y="87"/>
                    </a:cubicBezTo>
                    <a:cubicBezTo>
                      <a:pt x="23" y="83"/>
                      <a:pt x="19" y="76"/>
                      <a:pt x="20" y="62"/>
                    </a:cubicBezTo>
                    <a:cubicBezTo>
                      <a:pt x="20" y="48"/>
                      <a:pt x="25" y="40"/>
                      <a:pt x="27" y="38"/>
                    </a:cubicBezTo>
                    <a:cubicBezTo>
                      <a:pt x="29" y="37"/>
                      <a:pt x="32" y="39"/>
                      <a:pt x="32" y="40"/>
                    </a:cubicBezTo>
                    <a:cubicBezTo>
                      <a:pt x="33" y="41"/>
                      <a:pt x="37" y="53"/>
                      <a:pt x="38" y="54"/>
                    </a:cubicBezTo>
                    <a:cubicBezTo>
                      <a:pt x="38" y="54"/>
                      <a:pt x="38" y="58"/>
                      <a:pt x="35" y="56"/>
                    </a:cubicBezTo>
                    <a:cubicBezTo>
                      <a:pt x="33" y="55"/>
                      <a:pt x="30" y="54"/>
                      <a:pt x="28" y="56"/>
                    </a:cubicBezTo>
                    <a:cubicBezTo>
                      <a:pt x="25" y="57"/>
                      <a:pt x="23" y="60"/>
                      <a:pt x="26" y="63"/>
                    </a:cubicBezTo>
                    <a:cubicBezTo>
                      <a:pt x="29" y="66"/>
                      <a:pt x="32" y="65"/>
                      <a:pt x="34" y="65"/>
                    </a:cubicBezTo>
                    <a:cubicBezTo>
                      <a:pt x="35" y="64"/>
                      <a:pt x="39" y="63"/>
                      <a:pt x="38" y="65"/>
                    </a:cubicBezTo>
                    <a:cubicBezTo>
                      <a:pt x="37" y="67"/>
                      <a:pt x="37" y="74"/>
                      <a:pt x="37" y="74"/>
                    </a:cubicBezTo>
                    <a:cubicBezTo>
                      <a:pt x="37" y="74"/>
                      <a:pt x="34" y="78"/>
                      <a:pt x="37" y="80"/>
                    </a:cubicBezTo>
                    <a:cubicBezTo>
                      <a:pt x="40" y="82"/>
                      <a:pt x="45" y="82"/>
                      <a:pt x="45" y="80"/>
                    </a:cubicBezTo>
                    <a:cubicBezTo>
                      <a:pt x="45" y="78"/>
                      <a:pt x="45" y="72"/>
                      <a:pt x="45" y="68"/>
                    </a:cubicBezTo>
                    <a:cubicBezTo>
                      <a:pt x="46" y="65"/>
                      <a:pt x="47" y="59"/>
                      <a:pt x="49" y="57"/>
                    </a:cubicBezTo>
                    <a:cubicBezTo>
                      <a:pt x="52" y="56"/>
                      <a:pt x="54" y="57"/>
                      <a:pt x="58" y="55"/>
                    </a:cubicBezTo>
                    <a:cubicBezTo>
                      <a:pt x="61" y="52"/>
                      <a:pt x="66" y="46"/>
                      <a:pt x="66" y="42"/>
                    </a:cubicBezTo>
                    <a:cubicBezTo>
                      <a:pt x="66" y="39"/>
                      <a:pt x="69" y="20"/>
                      <a:pt x="71" y="17"/>
                    </a:cubicBezTo>
                    <a:cubicBezTo>
                      <a:pt x="73" y="14"/>
                      <a:pt x="78" y="12"/>
                      <a:pt x="73" y="7"/>
                    </a:cubicBezTo>
                    <a:cubicBezTo>
                      <a:pt x="68" y="2"/>
                      <a:pt x="48" y="0"/>
                      <a:pt x="38" y="8"/>
                    </a:cubicBezTo>
                    <a:cubicBezTo>
                      <a:pt x="29" y="15"/>
                      <a:pt x="21" y="26"/>
                      <a:pt x="16" y="40"/>
                    </a:cubicBezTo>
                    <a:cubicBezTo>
                      <a:pt x="11" y="54"/>
                      <a:pt x="10" y="62"/>
                      <a:pt x="12" y="69"/>
                    </a:cubicBezTo>
                    <a:cubicBezTo>
                      <a:pt x="14" y="77"/>
                      <a:pt x="15" y="79"/>
                      <a:pt x="13" y="80"/>
                    </a:cubicBezTo>
                    <a:cubicBezTo>
                      <a:pt x="13" y="80"/>
                      <a:pt x="13" y="80"/>
                      <a:pt x="13" y="80"/>
                    </a:cubicBezTo>
                    <a:close/>
                    <a:moveTo>
                      <a:pt x="44" y="54"/>
                    </a:moveTo>
                    <a:cubicBezTo>
                      <a:pt x="44" y="54"/>
                      <a:pt x="43" y="54"/>
                      <a:pt x="42" y="56"/>
                    </a:cubicBezTo>
                    <a:cubicBezTo>
                      <a:pt x="42" y="57"/>
                      <a:pt x="42" y="44"/>
                      <a:pt x="42" y="39"/>
                    </a:cubicBezTo>
                    <a:cubicBezTo>
                      <a:pt x="42" y="34"/>
                      <a:pt x="38" y="34"/>
                      <a:pt x="35" y="35"/>
                    </a:cubicBezTo>
                    <a:cubicBezTo>
                      <a:pt x="31" y="35"/>
                      <a:pt x="31" y="35"/>
                      <a:pt x="29" y="35"/>
                    </a:cubicBezTo>
                    <a:cubicBezTo>
                      <a:pt x="31" y="31"/>
                      <a:pt x="33" y="28"/>
                      <a:pt x="36" y="23"/>
                    </a:cubicBezTo>
                    <a:cubicBezTo>
                      <a:pt x="40" y="17"/>
                      <a:pt x="46" y="11"/>
                      <a:pt x="54" y="11"/>
                    </a:cubicBezTo>
                    <a:cubicBezTo>
                      <a:pt x="58" y="10"/>
                      <a:pt x="56" y="24"/>
                      <a:pt x="55" y="28"/>
                    </a:cubicBezTo>
                    <a:cubicBezTo>
                      <a:pt x="55" y="31"/>
                      <a:pt x="55" y="43"/>
                      <a:pt x="54" y="45"/>
                    </a:cubicBezTo>
                    <a:cubicBezTo>
                      <a:pt x="54" y="48"/>
                      <a:pt x="52" y="47"/>
                      <a:pt x="48" y="48"/>
                    </a:cubicBezTo>
                    <a:cubicBezTo>
                      <a:pt x="45" y="49"/>
                      <a:pt x="44" y="54"/>
                      <a:pt x="44" y="5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solidFill>
                    <a:srgbClr val="000000"/>
                  </a:solidFill>
                </a:endParaRPr>
              </a:p>
            </p:txBody>
          </p:sp>
          <p:sp>
            <p:nvSpPr>
              <p:cNvPr id="16" name="îSļiḋé"/>
              <p:cNvSpPr/>
              <p:nvPr/>
            </p:nvSpPr>
            <p:spPr bwMode="auto">
              <a:xfrm>
                <a:off x="2540001" y="2389188"/>
                <a:ext cx="98425" cy="225425"/>
              </a:xfrm>
              <a:custGeom>
                <a:avLst/>
                <a:gdLst>
                  <a:gd name="T0" fmla="*/ 4 w 30"/>
                  <a:gd name="T1" fmla="*/ 2 h 68"/>
                  <a:gd name="T2" fmla="*/ 2 w 30"/>
                  <a:gd name="T3" fmla="*/ 10 h 68"/>
                  <a:gd name="T4" fmla="*/ 10 w 30"/>
                  <a:gd name="T5" fmla="*/ 22 h 68"/>
                  <a:gd name="T6" fmla="*/ 19 w 30"/>
                  <a:gd name="T7" fmla="*/ 50 h 68"/>
                  <a:gd name="T8" fmla="*/ 20 w 30"/>
                  <a:gd name="T9" fmla="*/ 60 h 68"/>
                  <a:gd name="T10" fmla="*/ 25 w 30"/>
                  <a:gd name="T11" fmla="*/ 67 h 68"/>
                  <a:gd name="T12" fmla="*/ 27 w 30"/>
                  <a:gd name="T13" fmla="*/ 58 h 68"/>
                  <a:gd name="T14" fmla="*/ 19 w 30"/>
                  <a:gd name="T15" fmla="*/ 30 h 68"/>
                  <a:gd name="T16" fmla="*/ 14 w 30"/>
                  <a:gd name="T17" fmla="*/ 15 h 68"/>
                  <a:gd name="T18" fmla="*/ 11 w 30"/>
                  <a:gd name="T19" fmla="*/ 6 h 68"/>
                  <a:gd name="T20" fmla="*/ 4 w 30"/>
                  <a:gd name="T21" fmla="*/ 2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0" h="68">
                    <a:moveTo>
                      <a:pt x="4" y="2"/>
                    </a:moveTo>
                    <a:cubicBezTo>
                      <a:pt x="1" y="3"/>
                      <a:pt x="0" y="5"/>
                      <a:pt x="2" y="10"/>
                    </a:cubicBezTo>
                    <a:cubicBezTo>
                      <a:pt x="5" y="14"/>
                      <a:pt x="8" y="13"/>
                      <a:pt x="10" y="22"/>
                    </a:cubicBezTo>
                    <a:cubicBezTo>
                      <a:pt x="13" y="30"/>
                      <a:pt x="18" y="47"/>
                      <a:pt x="19" y="50"/>
                    </a:cubicBezTo>
                    <a:cubicBezTo>
                      <a:pt x="20" y="53"/>
                      <a:pt x="20" y="58"/>
                      <a:pt x="20" y="60"/>
                    </a:cubicBezTo>
                    <a:cubicBezTo>
                      <a:pt x="20" y="62"/>
                      <a:pt x="21" y="68"/>
                      <a:pt x="25" y="67"/>
                    </a:cubicBezTo>
                    <a:cubicBezTo>
                      <a:pt x="30" y="66"/>
                      <a:pt x="28" y="61"/>
                      <a:pt x="27" y="58"/>
                    </a:cubicBezTo>
                    <a:cubicBezTo>
                      <a:pt x="27" y="55"/>
                      <a:pt x="21" y="33"/>
                      <a:pt x="19" y="30"/>
                    </a:cubicBezTo>
                    <a:cubicBezTo>
                      <a:pt x="18" y="27"/>
                      <a:pt x="15" y="18"/>
                      <a:pt x="14" y="15"/>
                    </a:cubicBezTo>
                    <a:cubicBezTo>
                      <a:pt x="14" y="12"/>
                      <a:pt x="14" y="9"/>
                      <a:pt x="11" y="6"/>
                    </a:cubicBezTo>
                    <a:cubicBezTo>
                      <a:pt x="9" y="4"/>
                      <a:pt x="7" y="0"/>
                      <a:pt x="4"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solidFill>
                    <a:srgbClr val="000000"/>
                  </a:solidFill>
                </a:endParaRPr>
              </a:p>
            </p:txBody>
          </p:sp>
          <p:sp>
            <p:nvSpPr>
              <p:cNvPr id="17" name="îŝļîḍé"/>
              <p:cNvSpPr/>
              <p:nvPr/>
            </p:nvSpPr>
            <p:spPr bwMode="auto">
              <a:xfrm>
                <a:off x="2608263" y="2376488"/>
                <a:ext cx="69850" cy="128588"/>
              </a:xfrm>
              <a:custGeom>
                <a:avLst/>
                <a:gdLst>
                  <a:gd name="T0" fmla="*/ 4 w 21"/>
                  <a:gd name="T1" fmla="*/ 1 h 39"/>
                  <a:gd name="T2" fmla="*/ 0 w 21"/>
                  <a:gd name="T3" fmla="*/ 5 h 39"/>
                  <a:gd name="T4" fmla="*/ 4 w 21"/>
                  <a:gd name="T5" fmla="*/ 13 h 39"/>
                  <a:gd name="T6" fmla="*/ 9 w 21"/>
                  <a:gd name="T7" fmla="*/ 19 h 39"/>
                  <a:gd name="T8" fmla="*/ 17 w 21"/>
                  <a:gd name="T9" fmla="*/ 38 h 39"/>
                  <a:gd name="T10" fmla="*/ 21 w 21"/>
                  <a:gd name="T11" fmla="*/ 32 h 39"/>
                  <a:gd name="T12" fmla="*/ 19 w 21"/>
                  <a:gd name="T13" fmla="*/ 21 h 39"/>
                  <a:gd name="T14" fmla="*/ 16 w 21"/>
                  <a:gd name="T15" fmla="*/ 14 h 39"/>
                  <a:gd name="T16" fmla="*/ 11 w 21"/>
                  <a:gd name="T17" fmla="*/ 3 h 39"/>
                  <a:gd name="T18" fmla="*/ 4 w 21"/>
                  <a:gd name="T19" fmla="*/ 1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1" h="39">
                    <a:moveTo>
                      <a:pt x="4" y="1"/>
                    </a:moveTo>
                    <a:cubicBezTo>
                      <a:pt x="2" y="2"/>
                      <a:pt x="0" y="2"/>
                      <a:pt x="0" y="5"/>
                    </a:cubicBezTo>
                    <a:cubicBezTo>
                      <a:pt x="0" y="8"/>
                      <a:pt x="3" y="11"/>
                      <a:pt x="4" y="13"/>
                    </a:cubicBezTo>
                    <a:cubicBezTo>
                      <a:pt x="6" y="15"/>
                      <a:pt x="8" y="17"/>
                      <a:pt x="9" y="19"/>
                    </a:cubicBezTo>
                    <a:cubicBezTo>
                      <a:pt x="9" y="22"/>
                      <a:pt x="15" y="37"/>
                      <a:pt x="17" y="38"/>
                    </a:cubicBezTo>
                    <a:cubicBezTo>
                      <a:pt x="19" y="39"/>
                      <a:pt x="21" y="36"/>
                      <a:pt x="21" y="32"/>
                    </a:cubicBezTo>
                    <a:cubicBezTo>
                      <a:pt x="21" y="28"/>
                      <a:pt x="20" y="23"/>
                      <a:pt x="19" y="21"/>
                    </a:cubicBezTo>
                    <a:cubicBezTo>
                      <a:pt x="17" y="20"/>
                      <a:pt x="16" y="17"/>
                      <a:pt x="16" y="14"/>
                    </a:cubicBezTo>
                    <a:cubicBezTo>
                      <a:pt x="16" y="10"/>
                      <a:pt x="13" y="6"/>
                      <a:pt x="11" y="3"/>
                    </a:cubicBezTo>
                    <a:cubicBezTo>
                      <a:pt x="8" y="0"/>
                      <a:pt x="5" y="1"/>
                      <a:pt x="4"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solidFill>
                    <a:srgbClr val="000000"/>
                  </a:solidFill>
                </a:endParaRPr>
              </a:p>
            </p:txBody>
          </p:sp>
          <p:sp>
            <p:nvSpPr>
              <p:cNvPr id="18" name="ïṩḻiďé"/>
              <p:cNvSpPr/>
              <p:nvPr/>
            </p:nvSpPr>
            <p:spPr bwMode="auto">
              <a:xfrm>
                <a:off x="2644776" y="2263775"/>
                <a:ext cx="155575" cy="300038"/>
              </a:xfrm>
              <a:custGeom>
                <a:avLst/>
                <a:gdLst>
                  <a:gd name="T0" fmla="*/ 7 w 47"/>
                  <a:gd name="T1" fmla="*/ 0 h 91"/>
                  <a:gd name="T2" fmla="*/ 1 w 47"/>
                  <a:gd name="T3" fmla="*/ 3 h 91"/>
                  <a:gd name="T4" fmla="*/ 4 w 47"/>
                  <a:gd name="T5" fmla="*/ 10 h 91"/>
                  <a:gd name="T6" fmla="*/ 8 w 47"/>
                  <a:gd name="T7" fmla="*/ 18 h 91"/>
                  <a:gd name="T8" fmla="*/ 20 w 47"/>
                  <a:gd name="T9" fmla="*/ 45 h 91"/>
                  <a:gd name="T10" fmla="*/ 29 w 47"/>
                  <a:gd name="T11" fmla="*/ 67 h 91"/>
                  <a:gd name="T12" fmla="*/ 41 w 47"/>
                  <a:gd name="T13" fmla="*/ 89 h 91"/>
                  <a:gd name="T14" fmla="*/ 44 w 47"/>
                  <a:gd name="T15" fmla="*/ 81 h 91"/>
                  <a:gd name="T16" fmla="*/ 38 w 47"/>
                  <a:gd name="T17" fmla="*/ 73 h 91"/>
                  <a:gd name="T18" fmla="*/ 20 w 47"/>
                  <a:gd name="T19" fmla="*/ 32 h 91"/>
                  <a:gd name="T20" fmla="*/ 16 w 47"/>
                  <a:gd name="T21" fmla="*/ 16 h 91"/>
                  <a:gd name="T22" fmla="*/ 16 w 47"/>
                  <a:gd name="T23" fmla="*/ 5 h 91"/>
                  <a:gd name="T24" fmla="*/ 7 w 47"/>
                  <a:gd name="T25" fmla="*/ 0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7" h="91">
                    <a:moveTo>
                      <a:pt x="7" y="0"/>
                    </a:moveTo>
                    <a:cubicBezTo>
                      <a:pt x="5" y="0"/>
                      <a:pt x="2" y="1"/>
                      <a:pt x="1" y="3"/>
                    </a:cubicBezTo>
                    <a:cubicBezTo>
                      <a:pt x="0" y="5"/>
                      <a:pt x="1" y="8"/>
                      <a:pt x="4" y="10"/>
                    </a:cubicBezTo>
                    <a:cubicBezTo>
                      <a:pt x="6" y="13"/>
                      <a:pt x="8" y="16"/>
                      <a:pt x="8" y="18"/>
                    </a:cubicBezTo>
                    <a:cubicBezTo>
                      <a:pt x="9" y="20"/>
                      <a:pt x="18" y="40"/>
                      <a:pt x="20" y="45"/>
                    </a:cubicBezTo>
                    <a:cubicBezTo>
                      <a:pt x="22" y="50"/>
                      <a:pt x="26" y="61"/>
                      <a:pt x="29" y="67"/>
                    </a:cubicBezTo>
                    <a:cubicBezTo>
                      <a:pt x="32" y="74"/>
                      <a:pt x="37" y="86"/>
                      <a:pt x="41" y="89"/>
                    </a:cubicBezTo>
                    <a:cubicBezTo>
                      <a:pt x="45" y="91"/>
                      <a:pt x="47" y="84"/>
                      <a:pt x="44" y="81"/>
                    </a:cubicBezTo>
                    <a:cubicBezTo>
                      <a:pt x="42" y="78"/>
                      <a:pt x="42" y="79"/>
                      <a:pt x="38" y="73"/>
                    </a:cubicBezTo>
                    <a:cubicBezTo>
                      <a:pt x="35" y="67"/>
                      <a:pt x="21" y="34"/>
                      <a:pt x="20" y="32"/>
                    </a:cubicBezTo>
                    <a:cubicBezTo>
                      <a:pt x="19" y="29"/>
                      <a:pt x="16" y="19"/>
                      <a:pt x="16" y="16"/>
                    </a:cubicBezTo>
                    <a:cubicBezTo>
                      <a:pt x="16" y="12"/>
                      <a:pt x="18" y="8"/>
                      <a:pt x="16" y="5"/>
                    </a:cubicBezTo>
                    <a:cubicBezTo>
                      <a:pt x="15" y="2"/>
                      <a:pt x="8" y="0"/>
                      <a:pt x="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solidFill>
                    <a:srgbClr val="000000"/>
                  </a:solidFill>
                </a:endParaRPr>
              </a:p>
            </p:txBody>
          </p:sp>
          <p:sp>
            <p:nvSpPr>
              <p:cNvPr id="19" name="ïṣ1ïḓè"/>
              <p:cNvSpPr/>
              <p:nvPr/>
            </p:nvSpPr>
            <p:spPr bwMode="auto">
              <a:xfrm>
                <a:off x="3508376" y="2495550"/>
                <a:ext cx="69850" cy="111125"/>
              </a:xfrm>
              <a:custGeom>
                <a:avLst/>
                <a:gdLst>
                  <a:gd name="T0" fmla="*/ 0 w 21"/>
                  <a:gd name="T1" fmla="*/ 11 h 34"/>
                  <a:gd name="T2" fmla="*/ 12 w 21"/>
                  <a:gd name="T3" fmla="*/ 33 h 34"/>
                  <a:gd name="T4" fmla="*/ 19 w 21"/>
                  <a:gd name="T5" fmla="*/ 21 h 34"/>
                  <a:gd name="T6" fmla="*/ 6 w 21"/>
                  <a:gd name="T7" fmla="*/ 5 h 34"/>
                  <a:gd name="T8" fmla="*/ 0 w 21"/>
                  <a:gd name="T9" fmla="*/ 11 h 34"/>
                </a:gdLst>
                <a:ahLst/>
                <a:cxnLst>
                  <a:cxn ang="0">
                    <a:pos x="T0" y="T1"/>
                  </a:cxn>
                  <a:cxn ang="0">
                    <a:pos x="T2" y="T3"/>
                  </a:cxn>
                  <a:cxn ang="0">
                    <a:pos x="T4" y="T5"/>
                  </a:cxn>
                  <a:cxn ang="0">
                    <a:pos x="T6" y="T7"/>
                  </a:cxn>
                  <a:cxn ang="0">
                    <a:pos x="T8" y="T9"/>
                  </a:cxn>
                </a:cxnLst>
                <a:rect l="0" t="0" r="r" b="b"/>
                <a:pathLst>
                  <a:path w="21" h="34">
                    <a:moveTo>
                      <a:pt x="0" y="11"/>
                    </a:moveTo>
                    <a:cubicBezTo>
                      <a:pt x="1" y="16"/>
                      <a:pt x="3" y="32"/>
                      <a:pt x="12" y="33"/>
                    </a:cubicBezTo>
                    <a:cubicBezTo>
                      <a:pt x="20" y="34"/>
                      <a:pt x="21" y="24"/>
                      <a:pt x="19" y="21"/>
                    </a:cubicBezTo>
                    <a:cubicBezTo>
                      <a:pt x="17" y="17"/>
                      <a:pt x="6" y="5"/>
                      <a:pt x="6" y="5"/>
                    </a:cubicBezTo>
                    <a:cubicBezTo>
                      <a:pt x="1" y="0"/>
                      <a:pt x="0" y="7"/>
                      <a:pt x="0" y="1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solidFill>
                    <a:srgbClr val="000000"/>
                  </a:solidFill>
                </a:endParaRPr>
              </a:p>
            </p:txBody>
          </p:sp>
          <p:sp>
            <p:nvSpPr>
              <p:cNvPr id="20" name="îsḻíḓê"/>
              <p:cNvSpPr/>
              <p:nvPr/>
            </p:nvSpPr>
            <p:spPr bwMode="auto">
              <a:xfrm>
                <a:off x="3967163" y="2887663"/>
                <a:ext cx="274638" cy="192088"/>
              </a:xfrm>
              <a:custGeom>
                <a:avLst/>
                <a:gdLst>
                  <a:gd name="T0" fmla="*/ 50 w 83"/>
                  <a:gd name="T1" fmla="*/ 1 h 58"/>
                  <a:gd name="T2" fmla="*/ 47 w 83"/>
                  <a:gd name="T3" fmla="*/ 4 h 58"/>
                  <a:gd name="T4" fmla="*/ 44 w 83"/>
                  <a:gd name="T5" fmla="*/ 8 h 58"/>
                  <a:gd name="T6" fmla="*/ 35 w 83"/>
                  <a:gd name="T7" fmla="*/ 10 h 58"/>
                  <a:gd name="T8" fmla="*/ 29 w 83"/>
                  <a:gd name="T9" fmla="*/ 12 h 58"/>
                  <a:gd name="T10" fmla="*/ 25 w 83"/>
                  <a:gd name="T11" fmla="*/ 16 h 58"/>
                  <a:gd name="T12" fmla="*/ 27 w 83"/>
                  <a:gd name="T13" fmla="*/ 18 h 58"/>
                  <a:gd name="T14" fmla="*/ 29 w 83"/>
                  <a:gd name="T15" fmla="*/ 20 h 58"/>
                  <a:gd name="T16" fmla="*/ 28 w 83"/>
                  <a:gd name="T17" fmla="*/ 23 h 58"/>
                  <a:gd name="T18" fmla="*/ 25 w 83"/>
                  <a:gd name="T19" fmla="*/ 21 h 58"/>
                  <a:gd name="T20" fmla="*/ 12 w 83"/>
                  <a:gd name="T21" fmla="*/ 8 h 58"/>
                  <a:gd name="T22" fmla="*/ 8 w 83"/>
                  <a:gd name="T23" fmla="*/ 3 h 58"/>
                  <a:gd name="T24" fmla="*/ 5 w 83"/>
                  <a:gd name="T25" fmla="*/ 0 h 58"/>
                  <a:gd name="T26" fmla="*/ 0 w 83"/>
                  <a:gd name="T27" fmla="*/ 3 h 58"/>
                  <a:gd name="T28" fmla="*/ 2 w 83"/>
                  <a:gd name="T29" fmla="*/ 10 h 58"/>
                  <a:gd name="T30" fmla="*/ 13 w 83"/>
                  <a:gd name="T31" fmla="*/ 17 h 58"/>
                  <a:gd name="T32" fmla="*/ 25 w 83"/>
                  <a:gd name="T33" fmla="*/ 27 h 58"/>
                  <a:gd name="T34" fmla="*/ 37 w 83"/>
                  <a:gd name="T35" fmla="*/ 42 h 58"/>
                  <a:gd name="T36" fmla="*/ 35 w 83"/>
                  <a:gd name="T37" fmla="*/ 47 h 58"/>
                  <a:gd name="T38" fmla="*/ 30 w 83"/>
                  <a:gd name="T39" fmla="*/ 44 h 58"/>
                  <a:gd name="T40" fmla="*/ 28 w 83"/>
                  <a:gd name="T41" fmla="*/ 44 h 58"/>
                  <a:gd name="T42" fmla="*/ 31 w 83"/>
                  <a:gd name="T43" fmla="*/ 49 h 58"/>
                  <a:gd name="T44" fmla="*/ 36 w 83"/>
                  <a:gd name="T45" fmla="*/ 58 h 58"/>
                  <a:gd name="T46" fmla="*/ 43 w 83"/>
                  <a:gd name="T47" fmla="*/ 48 h 58"/>
                  <a:gd name="T48" fmla="*/ 38 w 83"/>
                  <a:gd name="T49" fmla="*/ 37 h 58"/>
                  <a:gd name="T50" fmla="*/ 40 w 83"/>
                  <a:gd name="T51" fmla="*/ 35 h 58"/>
                  <a:gd name="T52" fmla="*/ 49 w 83"/>
                  <a:gd name="T53" fmla="*/ 38 h 58"/>
                  <a:gd name="T54" fmla="*/ 55 w 83"/>
                  <a:gd name="T55" fmla="*/ 38 h 58"/>
                  <a:gd name="T56" fmla="*/ 59 w 83"/>
                  <a:gd name="T57" fmla="*/ 32 h 58"/>
                  <a:gd name="T58" fmla="*/ 64 w 83"/>
                  <a:gd name="T59" fmla="*/ 33 h 58"/>
                  <a:gd name="T60" fmla="*/ 71 w 83"/>
                  <a:gd name="T61" fmla="*/ 36 h 58"/>
                  <a:gd name="T62" fmla="*/ 72 w 83"/>
                  <a:gd name="T63" fmla="*/ 30 h 58"/>
                  <a:gd name="T64" fmla="*/ 76 w 83"/>
                  <a:gd name="T65" fmla="*/ 29 h 58"/>
                  <a:gd name="T66" fmla="*/ 79 w 83"/>
                  <a:gd name="T67" fmla="*/ 31 h 58"/>
                  <a:gd name="T68" fmla="*/ 82 w 83"/>
                  <a:gd name="T69" fmla="*/ 27 h 58"/>
                  <a:gd name="T70" fmla="*/ 81 w 83"/>
                  <a:gd name="T71" fmla="*/ 22 h 58"/>
                  <a:gd name="T72" fmla="*/ 75 w 83"/>
                  <a:gd name="T73" fmla="*/ 24 h 58"/>
                  <a:gd name="T74" fmla="*/ 71 w 83"/>
                  <a:gd name="T75" fmla="*/ 26 h 58"/>
                  <a:gd name="T76" fmla="*/ 69 w 83"/>
                  <a:gd name="T77" fmla="*/ 27 h 58"/>
                  <a:gd name="T78" fmla="*/ 65 w 83"/>
                  <a:gd name="T79" fmla="*/ 26 h 58"/>
                  <a:gd name="T80" fmla="*/ 61 w 83"/>
                  <a:gd name="T81" fmla="*/ 23 h 58"/>
                  <a:gd name="T82" fmla="*/ 56 w 83"/>
                  <a:gd name="T83" fmla="*/ 25 h 58"/>
                  <a:gd name="T84" fmla="*/ 54 w 83"/>
                  <a:gd name="T85" fmla="*/ 28 h 58"/>
                  <a:gd name="T86" fmla="*/ 42 w 83"/>
                  <a:gd name="T87" fmla="*/ 28 h 58"/>
                  <a:gd name="T88" fmla="*/ 41 w 83"/>
                  <a:gd name="T89" fmla="*/ 31 h 58"/>
                  <a:gd name="T90" fmla="*/ 36 w 83"/>
                  <a:gd name="T91" fmla="*/ 32 h 58"/>
                  <a:gd name="T92" fmla="*/ 32 w 83"/>
                  <a:gd name="T93" fmla="*/ 28 h 58"/>
                  <a:gd name="T94" fmla="*/ 34 w 83"/>
                  <a:gd name="T95" fmla="*/ 25 h 58"/>
                  <a:gd name="T96" fmla="*/ 43 w 83"/>
                  <a:gd name="T97" fmla="*/ 24 h 58"/>
                  <a:gd name="T98" fmla="*/ 46 w 83"/>
                  <a:gd name="T99" fmla="*/ 23 h 58"/>
                  <a:gd name="T100" fmla="*/ 47 w 83"/>
                  <a:gd name="T101" fmla="*/ 20 h 58"/>
                  <a:gd name="T102" fmla="*/ 47 w 83"/>
                  <a:gd name="T103" fmla="*/ 18 h 58"/>
                  <a:gd name="T104" fmla="*/ 63 w 83"/>
                  <a:gd name="T105" fmla="*/ 17 h 58"/>
                  <a:gd name="T106" fmla="*/ 68 w 83"/>
                  <a:gd name="T107" fmla="*/ 13 h 58"/>
                  <a:gd name="T108" fmla="*/ 63 w 83"/>
                  <a:gd name="T109" fmla="*/ 8 h 58"/>
                  <a:gd name="T110" fmla="*/ 58 w 83"/>
                  <a:gd name="T111" fmla="*/ 13 h 58"/>
                  <a:gd name="T112" fmla="*/ 49 w 83"/>
                  <a:gd name="T113" fmla="*/ 16 h 58"/>
                  <a:gd name="T114" fmla="*/ 42 w 83"/>
                  <a:gd name="T115" fmla="*/ 17 h 58"/>
                  <a:gd name="T116" fmla="*/ 40 w 83"/>
                  <a:gd name="T117" fmla="*/ 13 h 58"/>
                  <a:gd name="T118" fmla="*/ 51 w 83"/>
                  <a:gd name="T119" fmla="*/ 10 h 58"/>
                  <a:gd name="T120" fmla="*/ 54 w 83"/>
                  <a:gd name="T121" fmla="*/ 2 h 58"/>
                  <a:gd name="T122" fmla="*/ 50 w 83"/>
                  <a:gd name="T123" fmla="*/ 1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83" h="58">
                    <a:moveTo>
                      <a:pt x="50" y="1"/>
                    </a:moveTo>
                    <a:cubicBezTo>
                      <a:pt x="50" y="1"/>
                      <a:pt x="48" y="3"/>
                      <a:pt x="47" y="4"/>
                    </a:cubicBezTo>
                    <a:cubicBezTo>
                      <a:pt x="47" y="5"/>
                      <a:pt x="45" y="8"/>
                      <a:pt x="44" y="8"/>
                    </a:cubicBezTo>
                    <a:cubicBezTo>
                      <a:pt x="43" y="8"/>
                      <a:pt x="37" y="10"/>
                      <a:pt x="35" y="10"/>
                    </a:cubicBezTo>
                    <a:cubicBezTo>
                      <a:pt x="34" y="10"/>
                      <a:pt x="29" y="11"/>
                      <a:pt x="29" y="12"/>
                    </a:cubicBezTo>
                    <a:cubicBezTo>
                      <a:pt x="28" y="14"/>
                      <a:pt x="25" y="16"/>
                      <a:pt x="25" y="16"/>
                    </a:cubicBezTo>
                    <a:cubicBezTo>
                      <a:pt x="25" y="16"/>
                      <a:pt x="25" y="18"/>
                      <a:pt x="27" y="18"/>
                    </a:cubicBezTo>
                    <a:cubicBezTo>
                      <a:pt x="29" y="18"/>
                      <a:pt x="29" y="20"/>
                      <a:pt x="29" y="20"/>
                    </a:cubicBezTo>
                    <a:cubicBezTo>
                      <a:pt x="29" y="20"/>
                      <a:pt x="29" y="24"/>
                      <a:pt x="28" y="23"/>
                    </a:cubicBezTo>
                    <a:cubicBezTo>
                      <a:pt x="27" y="22"/>
                      <a:pt x="27" y="23"/>
                      <a:pt x="25" y="21"/>
                    </a:cubicBezTo>
                    <a:cubicBezTo>
                      <a:pt x="24" y="20"/>
                      <a:pt x="12" y="8"/>
                      <a:pt x="12" y="8"/>
                    </a:cubicBezTo>
                    <a:cubicBezTo>
                      <a:pt x="12" y="8"/>
                      <a:pt x="9" y="4"/>
                      <a:pt x="8" y="3"/>
                    </a:cubicBezTo>
                    <a:cubicBezTo>
                      <a:pt x="8" y="2"/>
                      <a:pt x="7" y="0"/>
                      <a:pt x="5" y="0"/>
                    </a:cubicBezTo>
                    <a:cubicBezTo>
                      <a:pt x="3" y="0"/>
                      <a:pt x="1" y="1"/>
                      <a:pt x="0" y="3"/>
                    </a:cubicBezTo>
                    <a:cubicBezTo>
                      <a:pt x="0" y="4"/>
                      <a:pt x="0" y="7"/>
                      <a:pt x="2" y="10"/>
                    </a:cubicBezTo>
                    <a:cubicBezTo>
                      <a:pt x="5" y="13"/>
                      <a:pt x="10" y="15"/>
                      <a:pt x="13" y="17"/>
                    </a:cubicBezTo>
                    <a:cubicBezTo>
                      <a:pt x="18" y="20"/>
                      <a:pt x="22" y="24"/>
                      <a:pt x="25" y="27"/>
                    </a:cubicBezTo>
                    <a:cubicBezTo>
                      <a:pt x="28" y="31"/>
                      <a:pt x="35" y="38"/>
                      <a:pt x="37" y="42"/>
                    </a:cubicBezTo>
                    <a:cubicBezTo>
                      <a:pt x="38" y="46"/>
                      <a:pt x="37" y="47"/>
                      <a:pt x="35" y="47"/>
                    </a:cubicBezTo>
                    <a:cubicBezTo>
                      <a:pt x="34" y="47"/>
                      <a:pt x="31" y="45"/>
                      <a:pt x="30" y="44"/>
                    </a:cubicBezTo>
                    <a:cubicBezTo>
                      <a:pt x="29" y="43"/>
                      <a:pt x="28" y="44"/>
                      <a:pt x="28" y="44"/>
                    </a:cubicBezTo>
                    <a:cubicBezTo>
                      <a:pt x="28" y="44"/>
                      <a:pt x="28" y="45"/>
                      <a:pt x="31" y="49"/>
                    </a:cubicBezTo>
                    <a:cubicBezTo>
                      <a:pt x="33" y="52"/>
                      <a:pt x="34" y="57"/>
                      <a:pt x="36" y="58"/>
                    </a:cubicBezTo>
                    <a:cubicBezTo>
                      <a:pt x="37" y="58"/>
                      <a:pt x="45" y="53"/>
                      <a:pt x="43" y="48"/>
                    </a:cubicBezTo>
                    <a:cubicBezTo>
                      <a:pt x="42" y="43"/>
                      <a:pt x="39" y="38"/>
                      <a:pt x="38" y="37"/>
                    </a:cubicBezTo>
                    <a:cubicBezTo>
                      <a:pt x="37" y="36"/>
                      <a:pt x="38" y="34"/>
                      <a:pt x="40" y="35"/>
                    </a:cubicBezTo>
                    <a:cubicBezTo>
                      <a:pt x="42" y="36"/>
                      <a:pt x="45" y="38"/>
                      <a:pt x="49" y="38"/>
                    </a:cubicBezTo>
                    <a:cubicBezTo>
                      <a:pt x="53" y="38"/>
                      <a:pt x="54" y="39"/>
                      <a:pt x="55" y="38"/>
                    </a:cubicBezTo>
                    <a:cubicBezTo>
                      <a:pt x="57" y="36"/>
                      <a:pt x="59" y="33"/>
                      <a:pt x="59" y="32"/>
                    </a:cubicBezTo>
                    <a:cubicBezTo>
                      <a:pt x="60" y="31"/>
                      <a:pt x="62" y="31"/>
                      <a:pt x="64" y="33"/>
                    </a:cubicBezTo>
                    <a:cubicBezTo>
                      <a:pt x="66" y="36"/>
                      <a:pt x="69" y="38"/>
                      <a:pt x="71" y="36"/>
                    </a:cubicBezTo>
                    <a:cubicBezTo>
                      <a:pt x="72" y="33"/>
                      <a:pt x="70" y="30"/>
                      <a:pt x="72" y="30"/>
                    </a:cubicBezTo>
                    <a:cubicBezTo>
                      <a:pt x="74" y="29"/>
                      <a:pt x="75" y="27"/>
                      <a:pt x="76" y="29"/>
                    </a:cubicBezTo>
                    <a:cubicBezTo>
                      <a:pt x="77" y="30"/>
                      <a:pt x="78" y="32"/>
                      <a:pt x="79" y="31"/>
                    </a:cubicBezTo>
                    <a:cubicBezTo>
                      <a:pt x="79" y="30"/>
                      <a:pt x="81" y="29"/>
                      <a:pt x="82" y="27"/>
                    </a:cubicBezTo>
                    <a:cubicBezTo>
                      <a:pt x="83" y="25"/>
                      <a:pt x="82" y="22"/>
                      <a:pt x="81" y="22"/>
                    </a:cubicBezTo>
                    <a:cubicBezTo>
                      <a:pt x="79" y="23"/>
                      <a:pt x="76" y="23"/>
                      <a:pt x="75" y="24"/>
                    </a:cubicBezTo>
                    <a:cubicBezTo>
                      <a:pt x="74" y="24"/>
                      <a:pt x="72" y="24"/>
                      <a:pt x="71" y="26"/>
                    </a:cubicBezTo>
                    <a:cubicBezTo>
                      <a:pt x="70" y="27"/>
                      <a:pt x="70" y="27"/>
                      <a:pt x="69" y="27"/>
                    </a:cubicBezTo>
                    <a:cubicBezTo>
                      <a:pt x="68" y="27"/>
                      <a:pt x="66" y="28"/>
                      <a:pt x="65" y="26"/>
                    </a:cubicBezTo>
                    <a:cubicBezTo>
                      <a:pt x="63" y="25"/>
                      <a:pt x="63" y="23"/>
                      <a:pt x="61" y="23"/>
                    </a:cubicBezTo>
                    <a:cubicBezTo>
                      <a:pt x="60" y="23"/>
                      <a:pt x="56" y="24"/>
                      <a:pt x="56" y="25"/>
                    </a:cubicBezTo>
                    <a:cubicBezTo>
                      <a:pt x="55" y="26"/>
                      <a:pt x="57" y="28"/>
                      <a:pt x="54" y="28"/>
                    </a:cubicBezTo>
                    <a:cubicBezTo>
                      <a:pt x="51" y="28"/>
                      <a:pt x="43" y="27"/>
                      <a:pt x="42" y="28"/>
                    </a:cubicBezTo>
                    <a:cubicBezTo>
                      <a:pt x="41" y="28"/>
                      <a:pt x="42" y="30"/>
                      <a:pt x="41" y="31"/>
                    </a:cubicBezTo>
                    <a:cubicBezTo>
                      <a:pt x="39" y="31"/>
                      <a:pt x="37" y="33"/>
                      <a:pt x="36" y="32"/>
                    </a:cubicBezTo>
                    <a:cubicBezTo>
                      <a:pt x="35" y="31"/>
                      <a:pt x="32" y="28"/>
                      <a:pt x="32" y="28"/>
                    </a:cubicBezTo>
                    <a:cubicBezTo>
                      <a:pt x="32" y="28"/>
                      <a:pt x="30" y="25"/>
                      <a:pt x="34" y="25"/>
                    </a:cubicBezTo>
                    <a:cubicBezTo>
                      <a:pt x="37" y="25"/>
                      <a:pt x="42" y="24"/>
                      <a:pt x="43" y="24"/>
                    </a:cubicBezTo>
                    <a:cubicBezTo>
                      <a:pt x="44" y="24"/>
                      <a:pt x="46" y="24"/>
                      <a:pt x="46" y="23"/>
                    </a:cubicBezTo>
                    <a:cubicBezTo>
                      <a:pt x="45" y="21"/>
                      <a:pt x="48" y="22"/>
                      <a:pt x="47" y="20"/>
                    </a:cubicBezTo>
                    <a:cubicBezTo>
                      <a:pt x="46" y="19"/>
                      <a:pt x="45" y="18"/>
                      <a:pt x="47" y="18"/>
                    </a:cubicBezTo>
                    <a:cubicBezTo>
                      <a:pt x="50" y="17"/>
                      <a:pt x="58" y="18"/>
                      <a:pt x="63" y="17"/>
                    </a:cubicBezTo>
                    <a:cubicBezTo>
                      <a:pt x="67" y="16"/>
                      <a:pt x="67" y="14"/>
                      <a:pt x="68" y="13"/>
                    </a:cubicBezTo>
                    <a:cubicBezTo>
                      <a:pt x="68" y="11"/>
                      <a:pt x="65" y="8"/>
                      <a:pt x="63" y="8"/>
                    </a:cubicBezTo>
                    <a:cubicBezTo>
                      <a:pt x="62" y="9"/>
                      <a:pt x="60" y="12"/>
                      <a:pt x="58" y="13"/>
                    </a:cubicBezTo>
                    <a:cubicBezTo>
                      <a:pt x="56" y="13"/>
                      <a:pt x="49" y="15"/>
                      <a:pt x="49" y="16"/>
                    </a:cubicBezTo>
                    <a:cubicBezTo>
                      <a:pt x="48" y="16"/>
                      <a:pt x="43" y="17"/>
                      <a:pt x="42" y="17"/>
                    </a:cubicBezTo>
                    <a:cubicBezTo>
                      <a:pt x="41" y="17"/>
                      <a:pt x="36" y="13"/>
                      <a:pt x="40" y="13"/>
                    </a:cubicBezTo>
                    <a:cubicBezTo>
                      <a:pt x="44" y="12"/>
                      <a:pt x="49" y="11"/>
                      <a:pt x="51" y="10"/>
                    </a:cubicBezTo>
                    <a:cubicBezTo>
                      <a:pt x="53" y="8"/>
                      <a:pt x="55" y="3"/>
                      <a:pt x="54" y="2"/>
                    </a:cubicBezTo>
                    <a:cubicBezTo>
                      <a:pt x="54" y="1"/>
                      <a:pt x="51" y="0"/>
                      <a:pt x="5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solidFill>
                    <a:srgbClr val="000000"/>
                  </a:solidFill>
                </a:endParaRPr>
              </a:p>
            </p:txBody>
          </p:sp>
          <p:sp>
            <p:nvSpPr>
              <p:cNvPr id="21" name="ïşḷîďè"/>
              <p:cNvSpPr/>
              <p:nvPr/>
            </p:nvSpPr>
            <p:spPr bwMode="auto">
              <a:xfrm>
                <a:off x="3890963" y="2951163"/>
                <a:ext cx="161925" cy="125413"/>
              </a:xfrm>
              <a:custGeom>
                <a:avLst/>
                <a:gdLst>
                  <a:gd name="T0" fmla="*/ 36 w 49"/>
                  <a:gd name="T1" fmla="*/ 5 h 38"/>
                  <a:gd name="T2" fmla="*/ 33 w 49"/>
                  <a:gd name="T3" fmla="*/ 9 h 38"/>
                  <a:gd name="T4" fmla="*/ 37 w 49"/>
                  <a:gd name="T5" fmla="*/ 14 h 38"/>
                  <a:gd name="T6" fmla="*/ 30 w 49"/>
                  <a:gd name="T7" fmla="*/ 18 h 38"/>
                  <a:gd name="T8" fmla="*/ 22 w 49"/>
                  <a:gd name="T9" fmla="*/ 9 h 38"/>
                  <a:gd name="T10" fmla="*/ 16 w 49"/>
                  <a:gd name="T11" fmla="*/ 2 h 38"/>
                  <a:gd name="T12" fmla="*/ 13 w 49"/>
                  <a:gd name="T13" fmla="*/ 10 h 38"/>
                  <a:gd name="T14" fmla="*/ 20 w 49"/>
                  <a:gd name="T15" fmla="*/ 16 h 38"/>
                  <a:gd name="T16" fmla="*/ 25 w 49"/>
                  <a:gd name="T17" fmla="*/ 22 h 38"/>
                  <a:gd name="T18" fmla="*/ 21 w 49"/>
                  <a:gd name="T19" fmla="*/ 26 h 38"/>
                  <a:gd name="T20" fmla="*/ 10 w 49"/>
                  <a:gd name="T21" fmla="*/ 26 h 38"/>
                  <a:gd name="T22" fmla="*/ 8 w 49"/>
                  <a:gd name="T23" fmla="*/ 19 h 38"/>
                  <a:gd name="T24" fmla="*/ 6 w 49"/>
                  <a:gd name="T25" fmla="*/ 13 h 38"/>
                  <a:gd name="T26" fmla="*/ 3 w 49"/>
                  <a:gd name="T27" fmla="*/ 18 h 38"/>
                  <a:gd name="T28" fmla="*/ 2 w 49"/>
                  <a:gd name="T29" fmla="*/ 26 h 38"/>
                  <a:gd name="T30" fmla="*/ 14 w 49"/>
                  <a:gd name="T31" fmla="*/ 30 h 38"/>
                  <a:gd name="T32" fmla="*/ 23 w 49"/>
                  <a:gd name="T33" fmla="*/ 29 h 38"/>
                  <a:gd name="T34" fmla="*/ 28 w 49"/>
                  <a:gd name="T35" fmla="*/ 29 h 38"/>
                  <a:gd name="T36" fmla="*/ 32 w 49"/>
                  <a:gd name="T37" fmla="*/ 37 h 38"/>
                  <a:gd name="T38" fmla="*/ 38 w 49"/>
                  <a:gd name="T39" fmla="*/ 33 h 38"/>
                  <a:gd name="T40" fmla="*/ 34 w 49"/>
                  <a:gd name="T41" fmla="*/ 24 h 38"/>
                  <a:gd name="T42" fmla="*/ 35 w 49"/>
                  <a:gd name="T43" fmla="*/ 20 h 38"/>
                  <a:gd name="T44" fmla="*/ 42 w 49"/>
                  <a:gd name="T45" fmla="*/ 22 h 38"/>
                  <a:gd name="T46" fmla="*/ 48 w 49"/>
                  <a:gd name="T47" fmla="*/ 18 h 38"/>
                  <a:gd name="T48" fmla="*/ 41 w 49"/>
                  <a:gd name="T49" fmla="*/ 8 h 38"/>
                  <a:gd name="T50" fmla="*/ 36 w 49"/>
                  <a:gd name="T51" fmla="*/ 5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49" h="38">
                    <a:moveTo>
                      <a:pt x="36" y="5"/>
                    </a:moveTo>
                    <a:cubicBezTo>
                      <a:pt x="34" y="6"/>
                      <a:pt x="32" y="8"/>
                      <a:pt x="33" y="9"/>
                    </a:cubicBezTo>
                    <a:cubicBezTo>
                      <a:pt x="33" y="11"/>
                      <a:pt x="37" y="12"/>
                      <a:pt x="37" y="14"/>
                    </a:cubicBezTo>
                    <a:cubicBezTo>
                      <a:pt x="38" y="17"/>
                      <a:pt x="32" y="18"/>
                      <a:pt x="30" y="18"/>
                    </a:cubicBezTo>
                    <a:cubicBezTo>
                      <a:pt x="30" y="18"/>
                      <a:pt x="23" y="11"/>
                      <a:pt x="22" y="9"/>
                    </a:cubicBezTo>
                    <a:cubicBezTo>
                      <a:pt x="21" y="8"/>
                      <a:pt x="19" y="0"/>
                      <a:pt x="16" y="2"/>
                    </a:cubicBezTo>
                    <a:cubicBezTo>
                      <a:pt x="14" y="3"/>
                      <a:pt x="12" y="7"/>
                      <a:pt x="13" y="10"/>
                    </a:cubicBezTo>
                    <a:cubicBezTo>
                      <a:pt x="15" y="12"/>
                      <a:pt x="17" y="13"/>
                      <a:pt x="20" y="16"/>
                    </a:cubicBezTo>
                    <a:cubicBezTo>
                      <a:pt x="22" y="18"/>
                      <a:pt x="25" y="21"/>
                      <a:pt x="25" y="22"/>
                    </a:cubicBezTo>
                    <a:cubicBezTo>
                      <a:pt x="25" y="23"/>
                      <a:pt x="23" y="25"/>
                      <a:pt x="21" y="26"/>
                    </a:cubicBezTo>
                    <a:cubicBezTo>
                      <a:pt x="18" y="27"/>
                      <a:pt x="11" y="27"/>
                      <a:pt x="10" y="26"/>
                    </a:cubicBezTo>
                    <a:cubicBezTo>
                      <a:pt x="9" y="24"/>
                      <a:pt x="8" y="21"/>
                      <a:pt x="8" y="19"/>
                    </a:cubicBezTo>
                    <a:cubicBezTo>
                      <a:pt x="9" y="16"/>
                      <a:pt x="9" y="11"/>
                      <a:pt x="6" y="13"/>
                    </a:cubicBezTo>
                    <a:cubicBezTo>
                      <a:pt x="4" y="14"/>
                      <a:pt x="5" y="16"/>
                      <a:pt x="3" y="18"/>
                    </a:cubicBezTo>
                    <a:cubicBezTo>
                      <a:pt x="1" y="19"/>
                      <a:pt x="0" y="24"/>
                      <a:pt x="2" y="26"/>
                    </a:cubicBezTo>
                    <a:cubicBezTo>
                      <a:pt x="4" y="28"/>
                      <a:pt x="8" y="30"/>
                      <a:pt x="14" y="30"/>
                    </a:cubicBezTo>
                    <a:cubicBezTo>
                      <a:pt x="19" y="30"/>
                      <a:pt x="22" y="29"/>
                      <a:pt x="23" y="29"/>
                    </a:cubicBezTo>
                    <a:cubicBezTo>
                      <a:pt x="25" y="29"/>
                      <a:pt x="28" y="27"/>
                      <a:pt x="28" y="29"/>
                    </a:cubicBezTo>
                    <a:cubicBezTo>
                      <a:pt x="28" y="30"/>
                      <a:pt x="29" y="38"/>
                      <a:pt x="32" y="37"/>
                    </a:cubicBezTo>
                    <a:cubicBezTo>
                      <a:pt x="35" y="37"/>
                      <a:pt x="39" y="35"/>
                      <a:pt x="38" y="33"/>
                    </a:cubicBezTo>
                    <a:cubicBezTo>
                      <a:pt x="38" y="30"/>
                      <a:pt x="34" y="24"/>
                      <a:pt x="34" y="24"/>
                    </a:cubicBezTo>
                    <a:cubicBezTo>
                      <a:pt x="34" y="24"/>
                      <a:pt x="34" y="20"/>
                      <a:pt x="35" y="20"/>
                    </a:cubicBezTo>
                    <a:cubicBezTo>
                      <a:pt x="37" y="21"/>
                      <a:pt x="40" y="21"/>
                      <a:pt x="42" y="22"/>
                    </a:cubicBezTo>
                    <a:cubicBezTo>
                      <a:pt x="44" y="22"/>
                      <a:pt x="49" y="20"/>
                      <a:pt x="48" y="18"/>
                    </a:cubicBezTo>
                    <a:cubicBezTo>
                      <a:pt x="47" y="15"/>
                      <a:pt x="42" y="10"/>
                      <a:pt x="41" y="8"/>
                    </a:cubicBezTo>
                    <a:cubicBezTo>
                      <a:pt x="40" y="6"/>
                      <a:pt x="38" y="4"/>
                      <a:pt x="36"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solidFill>
                    <a:srgbClr val="000000"/>
                  </a:solidFill>
                </a:endParaRPr>
              </a:p>
            </p:txBody>
          </p:sp>
          <p:sp>
            <p:nvSpPr>
              <p:cNvPr id="22" name="îṡlïḋe"/>
              <p:cNvSpPr/>
              <p:nvPr/>
            </p:nvSpPr>
            <p:spPr bwMode="auto">
              <a:xfrm>
                <a:off x="3373438" y="2324100"/>
                <a:ext cx="254000" cy="223838"/>
              </a:xfrm>
              <a:custGeom>
                <a:avLst/>
                <a:gdLst>
                  <a:gd name="T0" fmla="*/ 54 w 77"/>
                  <a:gd name="T1" fmla="*/ 14 h 68"/>
                  <a:gd name="T2" fmla="*/ 47 w 77"/>
                  <a:gd name="T3" fmla="*/ 25 h 68"/>
                  <a:gd name="T4" fmla="*/ 46 w 77"/>
                  <a:gd name="T5" fmla="*/ 25 h 68"/>
                  <a:gd name="T6" fmla="*/ 35 w 77"/>
                  <a:gd name="T7" fmla="*/ 23 h 68"/>
                  <a:gd name="T8" fmla="*/ 27 w 77"/>
                  <a:gd name="T9" fmla="*/ 19 h 68"/>
                  <a:gd name="T10" fmla="*/ 22 w 77"/>
                  <a:gd name="T11" fmla="*/ 22 h 68"/>
                  <a:gd name="T12" fmla="*/ 25 w 77"/>
                  <a:gd name="T13" fmla="*/ 32 h 68"/>
                  <a:gd name="T14" fmla="*/ 34 w 77"/>
                  <a:gd name="T15" fmla="*/ 35 h 68"/>
                  <a:gd name="T16" fmla="*/ 40 w 77"/>
                  <a:gd name="T17" fmla="*/ 34 h 68"/>
                  <a:gd name="T18" fmla="*/ 37 w 77"/>
                  <a:gd name="T19" fmla="*/ 38 h 68"/>
                  <a:gd name="T20" fmla="*/ 25 w 77"/>
                  <a:gd name="T21" fmla="*/ 50 h 68"/>
                  <a:gd name="T22" fmla="*/ 11 w 77"/>
                  <a:gd name="T23" fmla="*/ 57 h 68"/>
                  <a:gd name="T24" fmla="*/ 9 w 77"/>
                  <a:gd name="T25" fmla="*/ 55 h 68"/>
                  <a:gd name="T26" fmla="*/ 3 w 77"/>
                  <a:gd name="T27" fmla="*/ 56 h 68"/>
                  <a:gd name="T28" fmla="*/ 2 w 77"/>
                  <a:gd name="T29" fmla="*/ 64 h 68"/>
                  <a:gd name="T30" fmla="*/ 6 w 77"/>
                  <a:gd name="T31" fmla="*/ 67 h 68"/>
                  <a:gd name="T32" fmla="*/ 19 w 77"/>
                  <a:gd name="T33" fmla="*/ 59 h 68"/>
                  <a:gd name="T34" fmla="*/ 36 w 77"/>
                  <a:gd name="T35" fmla="*/ 49 h 68"/>
                  <a:gd name="T36" fmla="*/ 48 w 77"/>
                  <a:gd name="T37" fmla="*/ 33 h 68"/>
                  <a:gd name="T38" fmla="*/ 63 w 77"/>
                  <a:gd name="T39" fmla="*/ 33 h 68"/>
                  <a:gd name="T40" fmla="*/ 70 w 77"/>
                  <a:gd name="T41" fmla="*/ 34 h 68"/>
                  <a:gd name="T42" fmla="*/ 75 w 77"/>
                  <a:gd name="T43" fmla="*/ 30 h 68"/>
                  <a:gd name="T44" fmla="*/ 68 w 77"/>
                  <a:gd name="T45" fmla="*/ 25 h 68"/>
                  <a:gd name="T46" fmla="*/ 59 w 77"/>
                  <a:gd name="T47" fmla="*/ 26 h 68"/>
                  <a:gd name="T48" fmla="*/ 54 w 77"/>
                  <a:gd name="T49" fmla="*/ 25 h 68"/>
                  <a:gd name="T50" fmla="*/ 57 w 77"/>
                  <a:gd name="T51" fmla="*/ 20 h 68"/>
                  <a:gd name="T52" fmla="*/ 61 w 77"/>
                  <a:gd name="T53" fmla="*/ 16 h 68"/>
                  <a:gd name="T54" fmla="*/ 66 w 77"/>
                  <a:gd name="T55" fmla="*/ 11 h 68"/>
                  <a:gd name="T56" fmla="*/ 65 w 77"/>
                  <a:gd name="T57" fmla="*/ 2 h 68"/>
                  <a:gd name="T58" fmla="*/ 58 w 77"/>
                  <a:gd name="T59" fmla="*/ 4 h 68"/>
                  <a:gd name="T60" fmla="*/ 54 w 77"/>
                  <a:gd name="T61" fmla="*/ 14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68">
                    <a:moveTo>
                      <a:pt x="54" y="14"/>
                    </a:moveTo>
                    <a:cubicBezTo>
                      <a:pt x="54" y="14"/>
                      <a:pt x="50" y="19"/>
                      <a:pt x="47" y="25"/>
                    </a:cubicBezTo>
                    <a:cubicBezTo>
                      <a:pt x="46" y="25"/>
                      <a:pt x="46" y="25"/>
                      <a:pt x="46" y="25"/>
                    </a:cubicBezTo>
                    <a:cubicBezTo>
                      <a:pt x="44" y="25"/>
                      <a:pt x="37" y="25"/>
                      <a:pt x="35" y="23"/>
                    </a:cubicBezTo>
                    <a:cubicBezTo>
                      <a:pt x="32" y="22"/>
                      <a:pt x="28" y="19"/>
                      <a:pt x="27" y="19"/>
                    </a:cubicBezTo>
                    <a:cubicBezTo>
                      <a:pt x="25" y="18"/>
                      <a:pt x="23" y="19"/>
                      <a:pt x="22" y="22"/>
                    </a:cubicBezTo>
                    <a:cubicBezTo>
                      <a:pt x="21" y="25"/>
                      <a:pt x="21" y="28"/>
                      <a:pt x="25" y="32"/>
                    </a:cubicBezTo>
                    <a:cubicBezTo>
                      <a:pt x="29" y="37"/>
                      <a:pt x="30" y="36"/>
                      <a:pt x="34" y="35"/>
                    </a:cubicBezTo>
                    <a:cubicBezTo>
                      <a:pt x="36" y="35"/>
                      <a:pt x="38" y="34"/>
                      <a:pt x="40" y="34"/>
                    </a:cubicBezTo>
                    <a:cubicBezTo>
                      <a:pt x="38" y="36"/>
                      <a:pt x="37" y="38"/>
                      <a:pt x="37" y="38"/>
                    </a:cubicBezTo>
                    <a:cubicBezTo>
                      <a:pt x="35" y="40"/>
                      <a:pt x="29" y="47"/>
                      <a:pt x="25" y="50"/>
                    </a:cubicBezTo>
                    <a:cubicBezTo>
                      <a:pt x="21" y="52"/>
                      <a:pt x="11" y="57"/>
                      <a:pt x="11" y="57"/>
                    </a:cubicBezTo>
                    <a:cubicBezTo>
                      <a:pt x="12" y="58"/>
                      <a:pt x="9" y="58"/>
                      <a:pt x="9" y="55"/>
                    </a:cubicBezTo>
                    <a:cubicBezTo>
                      <a:pt x="8" y="52"/>
                      <a:pt x="6" y="54"/>
                      <a:pt x="3" y="56"/>
                    </a:cubicBezTo>
                    <a:cubicBezTo>
                      <a:pt x="0" y="58"/>
                      <a:pt x="2" y="62"/>
                      <a:pt x="2" y="64"/>
                    </a:cubicBezTo>
                    <a:cubicBezTo>
                      <a:pt x="1" y="66"/>
                      <a:pt x="1" y="68"/>
                      <a:pt x="6" y="67"/>
                    </a:cubicBezTo>
                    <a:cubicBezTo>
                      <a:pt x="10" y="66"/>
                      <a:pt x="14" y="62"/>
                      <a:pt x="19" y="59"/>
                    </a:cubicBezTo>
                    <a:cubicBezTo>
                      <a:pt x="24" y="57"/>
                      <a:pt x="32" y="53"/>
                      <a:pt x="36" y="49"/>
                    </a:cubicBezTo>
                    <a:cubicBezTo>
                      <a:pt x="39" y="46"/>
                      <a:pt x="45" y="38"/>
                      <a:pt x="48" y="33"/>
                    </a:cubicBezTo>
                    <a:cubicBezTo>
                      <a:pt x="53" y="33"/>
                      <a:pt x="61" y="33"/>
                      <a:pt x="63" y="33"/>
                    </a:cubicBezTo>
                    <a:cubicBezTo>
                      <a:pt x="65" y="33"/>
                      <a:pt x="67" y="35"/>
                      <a:pt x="70" y="34"/>
                    </a:cubicBezTo>
                    <a:cubicBezTo>
                      <a:pt x="73" y="34"/>
                      <a:pt x="77" y="33"/>
                      <a:pt x="75" y="30"/>
                    </a:cubicBezTo>
                    <a:cubicBezTo>
                      <a:pt x="73" y="27"/>
                      <a:pt x="71" y="24"/>
                      <a:pt x="68" y="25"/>
                    </a:cubicBezTo>
                    <a:cubicBezTo>
                      <a:pt x="65" y="26"/>
                      <a:pt x="61" y="26"/>
                      <a:pt x="59" y="26"/>
                    </a:cubicBezTo>
                    <a:cubicBezTo>
                      <a:pt x="59" y="26"/>
                      <a:pt x="56" y="26"/>
                      <a:pt x="54" y="25"/>
                    </a:cubicBezTo>
                    <a:cubicBezTo>
                      <a:pt x="55" y="23"/>
                      <a:pt x="57" y="21"/>
                      <a:pt x="57" y="20"/>
                    </a:cubicBezTo>
                    <a:cubicBezTo>
                      <a:pt x="59" y="18"/>
                      <a:pt x="60" y="17"/>
                      <a:pt x="61" y="16"/>
                    </a:cubicBezTo>
                    <a:cubicBezTo>
                      <a:pt x="62" y="16"/>
                      <a:pt x="65" y="14"/>
                      <a:pt x="66" y="11"/>
                    </a:cubicBezTo>
                    <a:cubicBezTo>
                      <a:pt x="67" y="9"/>
                      <a:pt x="66" y="3"/>
                      <a:pt x="65" y="2"/>
                    </a:cubicBezTo>
                    <a:cubicBezTo>
                      <a:pt x="63" y="0"/>
                      <a:pt x="59" y="1"/>
                      <a:pt x="58" y="4"/>
                    </a:cubicBezTo>
                    <a:cubicBezTo>
                      <a:pt x="56" y="7"/>
                      <a:pt x="55" y="14"/>
                      <a:pt x="54" y="1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solidFill>
                    <a:srgbClr val="000000"/>
                  </a:solidFill>
                </a:endParaRPr>
              </a:p>
            </p:txBody>
          </p:sp>
          <p:sp>
            <p:nvSpPr>
              <p:cNvPr id="23" name="í$ḻíde"/>
              <p:cNvSpPr/>
              <p:nvPr/>
            </p:nvSpPr>
            <p:spPr bwMode="auto">
              <a:xfrm>
                <a:off x="2625726" y="2725738"/>
                <a:ext cx="890588" cy="1277938"/>
              </a:xfrm>
              <a:custGeom>
                <a:avLst/>
                <a:gdLst>
                  <a:gd name="T0" fmla="*/ 135 w 270"/>
                  <a:gd name="T1" fmla="*/ 22 h 387"/>
                  <a:gd name="T2" fmla="*/ 131 w 270"/>
                  <a:gd name="T3" fmla="*/ 22 h 387"/>
                  <a:gd name="T4" fmla="*/ 117 w 270"/>
                  <a:gd name="T5" fmla="*/ 6 h 387"/>
                  <a:gd name="T6" fmla="*/ 99 w 270"/>
                  <a:gd name="T7" fmla="*/ 6 h 387"/>
                  <a:gd name="T8" fmla="*/ 85 w 270"/>
                  <a:gd name="T9" fmla="*/ 0 h 387"/>
                  <a:gd name="T10" fmla="*/ 100 w 270"/>
                  <a:gd name="T11" fmla="*/ 20 h 387"/>
                  <a:gd name="T12" fmla="*/ 113 w 270"/>
                  <a:gd name="T13" fmla="*/ 20 h 387"/>
                  <a:gd name="T14" fmla="*/ 126 w 270"/>
                  <a:gd name="T15" fmla="*/ 23 h 387"/>
                  <a:gd name="T16" fmla="*/ 88 w 270"/>
                  <a:gd name="T17" fmla="*/ 45 h 387"/>
                  <a:gd name="T18" fmla="*/ 82 w 270"/>
                  <a:gd name="T19" fmla="*/ 108 h 387"/>
                  <a:gd name="T20" fmla="*/ 60 w 270"/>
                  <a:gd name="T21" fmla="*/ 108 h 387"/>
                  <a:gd name="T22" fmla="*/ 35 w 270"/>
                  <a:gd name="T23" fmla="*/ 142 h 387"/>
                  <a:gd name="T24" fmla="*/ 25 w 270"/>
                  <a:gd name="T25" fmla="*/ 309 h 387"/>
                  <a:gd name="T26" fmla="*/ 0 w 270"/>
                  <a:gd name="T27" fmla="*/ 387 h 387"/>
                  <a:gd name="T28" fmla="*/ 30 w 270"/>
                  <a:gd name="T29" fmla="*/ 387 h 387"/>
                  <a:gd name="T30" fmla="*/ 45 w 270"/>
                  <a:gd name="T31" fmla="*/ 367 h 387"/>
                  <a:gd name="T32" fmla="*/ 37 w 270"/>
                  <a:gd name="T33" fmla="*/ 387 h 387"/>
                  <a:gd name="T34" fmla="*/ 63 w 270"/>
                  <a:gd name="T35" fmla="*/ 387 h 387"/>
                  <a:gd name="T36" fmla="*/ 70 w 270"/>
                  <a:gd name="T37" fmla="*/ 353 h 387"/>
                  <a:gd name="T38" fmla="*/ 78 w 270"/>
                  <a:gd name="T39" fmla="*/ 167 h 387"/>
                  <a:gd name="T40" fmla="*/ 90 w 270"/>
                  <a:gd name="T41" fmla="*/ 151 h 387"/>
                  <a:gd name="T42" fmla="*/ 130 w 270"/>
                  <a:gd name="T43" fmla="*/ 151 h 387"/>
                  <a:gd name="T44" fmla="*/ 130 w 270"/>
                  <a:gd name="T45" fmla="*/ 69 h 387"/>
                  <a:gd name="T46" fmla="*/ 113 w 270"/>
                  <a:gd name="T47" fmla="*/ 48 h 387"/>
                  <a:gd name="T48" fmla="*/ 135 w 270"/>
                  <a:gd name="T49" fmla="*/ 27 h 387"/>
                  <a:gd name="T50" fmla="*/ 156 w 270"/>
                  <a:gd name="T51" fmla="*/ 48 h 387"/>
                  <a:gd name="T52" fmla="*/ 139 w 270"/>
                  <a:gd name="T53" fmla="*/ 69 h 387"/>
                  <a:gd name="T54" fmla="*/ 139 w 270"/>
                  <a:gd name="T55" fmla="*/ 151 h 387"/>
                  <a:gd name="T56" fmla="*/ 180 w 270"/>
                  <a:gd name="T57" fmla="*/ 151 h 387"/>
                  <a:gd name="T58" fmla="*/ 191 w 270"/>
                  <a:gd name="T59" fmla="*/ 167 h 387"/>
                  <a:gd name="T60" fmla="*/ 200 w 270"/>
                  <a:gd name="T61" fmla="*/ 353 h 387"/>
                  <a:gd name="T62" fmla="*/ 207 w 270"/>
                  <a:gd name="T63" fmla="*/ 387 h 387"/>
                  <a:gd name="T64" fmla="*/ 233 w 270"/>
                  <a:gd name="T65" fmla="*/ 387 h 387"/>
                  <a:gd name="T66" fmla="*/ 224 w 270"/>
                  <a:gd name="T67" fmla="*/ 367 h 387"/>
                  <a:gd name="T68" fmla="*/ 239 w 270"/>
                  <a:gd name="T69" fmla="*/ 387 h 387"/>
                  <a:gd name="T70" fmla="*/ 270 w 270"/>
                  <a:gd name="T71" fmla="*/ 387 h 387"/>
                  <a:gd name="T72" fmla="*/ 244 w 270"/>
                  <a:gd name="T73" fmla="*/ 309 h 387"/>
                  <a:gd name="T74" fmla="*/ 235 w 270"/>
                  <a:gd name="T75" fmla="*/ 142 h 387"/>
                  <a:gd name="T76" fmla="*/ 209 w 270"/>
                  <a:gd name="T77" fmla="*/ 108 h 387"/>
                  <a:gd name="T78" fmla="*/ 188 w 270"/>
                  <a:gd name="T79" fmla="*/ 108 h 387"/>
                  <a:gd name="T80" fmla="*/ 182 w 270"/>
                  <a:gd name="T81" fmla="*/ 45 h 387"/>
                  <a:gd name="T82" fmla="*/ 144 w 270"/>
                  <a:gd name="T83" fmla="*/ 23 h 387"/>
                  <a:gd name="T84" fmla="*/ 157 w 270"/>
                  <a:gd name="T85" fmla="*/ 20 h 387"/>
                  <a:gd name="T86" fmla="*/ 170 w 270"/>
                  <a:gd name="T87" fmla="*/ 20 h 387"/>
                  <a:gd name="T88" fmla="*/ 184 w 270"/>
                  <a:gd name="T89" fmla="*/ 0 h 387"/>
                  <a:gd name="T90" fmla="*/ 170 w 270"/>
                  <a:gd name="T91" fmla="*/ 6 h 387"/>
                  <a:gd name="T92" fmla="*/ 153 w 270"/>
                  <a:gd name="T93" fmla="*/ 6 h 387"/>
                  <a:gd name="T94" fmla="*/ 139 w 270"/>
                  <a:gd name="T95" fmla="*/ 22 h 387"/>
                  <a:gd name="T96" fmla="*/ 135 w 270"/>
                  <a:gd name="T97" fmla="*/ 22 h 3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70" h="387">
                    <a:moveTo>
                      <a:pt x="135" y="22"/>
                    </a:moveTo>
                    <a:cubicBezTo>
                      <a:pt x="133" y="22"/>
                      <a:pt x="132" y="22"/>
                      <a:pt x="131" y="22"/>
                    </a:cubicBezTo>
                    <a:cubicBezTo>
                      <a:pt x="130" y="15"/>
                      <a:pt x="126" y="6"/>
                      <a:pt x="117" y="6"/>
                    </a:cubicBezTo>
                    <a:cubicBezTo>
                      <a:pt x="110" y="6"/>
                      <a:pt x="106" y="6"/>
                      <a:pt x="99" y="6"/>
                    </a:cubicBezTo>
                    <a:cubicBezTo>
                      <a:pt x="93" y="6"/>
                      <a:pt x="88" y="4"/>
                      <a:pt x="85" y="0"/>
                    </a:cubicBezTo>
                    <a:cubicBezTo>
                      <a:pt x="87" y="9"/>
                      <a:pt x="90" y="18"/>
                      <a:pt x="100" y="20"/>
                    </a:cubicBezTo>
                    <a:cubicBezTo>
                      <a:pt x="104" y="20"/>
                      <a:pt x="109" y="20"/>
                      <a:pt x="113" y="20"/>
                    </a:cubicBezTo>
                    <a:cubicBezTo>
                      <a:pt x="120" y="20"/>
                      <a:pt x="123" y="21"/>
                      <a:pt x="126" y="23"/>
                    </a:cubicBezTo>
                    <a:cubicBezTo>
                      <a:pt x="109" y="24"/>
                      <a:pt x="93" y="30"/>
                      <a:pt x="88" y="45"/>
                    </a:cubicBezTo>
                    <a:cubicBezTo>
                      <a:pt x="83" y="59"/>
                      <a:pt x="85" y="92"/>
                      <a:pt x="82" y="108"/>
                    </a:cubicBezTo>
                    <a:cubicBezTo>
                      <a:pt x="75" y="108"/>
                      <a:pt x="67" y="108"/>
                      <a:pt x="60" y="108"/>
                    </a:cubicBezTo>
                    <a:cubicBezTo>
                      <a:pt x="42" y="107"/>
                      <a:pt x="36" y="123"/>
                      <a:pt x="35" y="142"/>
                    </a:cubicBezTo>
                    <a:cubicBezTo>
                      <a:pt x="32" y="198"/>
                      <a:pt x="28" y="253"/>
                      <a:pt x="25" y="309"/>
                    </a:cubicBezTo>
                    <a:cubicBezTo>
                      <a:pt x="23" y="352"/>
                      <a:pt x="14" y="372"/>
                      <a:pt x="0" y="387"/>
                    </a:cubicBezTo>
                    <a:cubicBezTo>
                      <a:pt x="10" y="387"/>
                      <a:pt x="20" y="387"/>
                      <a:pt x="30" y="387"/>
                    </a:cubicBezTo>
                    <a:cubicBezTo>
                      <a:pt x="35" y="383"/>
                      <a:pt x="38" y="378"/>
                      <a:pt x="45" y="367"/>
                    </a:cubicBezTo>
                    <a:cubicBezTo>
                      <a:pt x="42" y="377"/>
                      <a:pt x="40" y="382"/>
                      <a:pt x="37" y="387"/>
                    </a:cubicBezTo>
                    <a:cubicBezTo>
                      <a:pt x="46" y="387"/>
                      <a:pt x="54" y="387"/>
                      <a:pt x="63" y="387"/>
                    </a:cubicBezTo>
                    <a:cubicBezTo>
                      <a:pt x="68" y="377"/>
                      <a:pt x="70" y="365"/>
                      <a:pt x="70" y="353"/>
                    </a:cubicBezTo>
                    <a:cubicBezTo>
                      <a:pt x="73" y="291"/>
                      <a:pt x="76" y="229"/>
                      <a:pt x="78" y="167"/>
                    </a:cubicBezTo>
                    <a:cubicBezTo>
                      <a:pt x="79" y="157"/>
                      <a:pt x="82" y="151"/>
                      <a:pt x="90" y="151"/>
                    </a:cubicBezTo>
                    <a:cubicBezTo>
                      <a:pt x="103" y="151"/>
                      <a:pt x="117" y="151"/>
                      <a:pt x="130" y="151"/>
                    </a:cubicBezTo>
                    <a:cubicBezTo>
                      <a:pt x="130" y="124"/>
                      <a:pt x="130" y="96"/>
                      <a:pt x="130" y="69"/>
                    </a:cubicBezTo>
                    <a:cubicBezTo>
                      <a:pt x="121" y="67"/>
                      <a:pt x="113" y="58"/>
                      <a:pt x="113" y="48"/>
                    </a:cubicBezTo>
                    <a:cubicBezTo>
                      <a:pt x="113" y="36"/>
                      <a:pt x="123" y="27"/>
                      <a:pt x="135" y="27"/>
                    </a:cubicBezTo>
                    <a:cubicBezTo>
                      <a:pt x="147" y="27"/>
                      <a:pt x="156" y="36"/>
                      <a:pt x="156" y="48"/>
                    </a:cubicBezTo>
                    <a:cubicBezTo>
                      <a:pt x="156" y="58"/>
                      <a:pt x="149" y="67"/>
                      <a:pt x="139" y="69"/>
                    </a:cubicBezTo>
                    <a:cubicBezTo>
                      <a:pt x="139" y="96"/>
                      <a:pt x="139" y="124"/>
                      <a:pt x="139" y="151"/>
                    </a:cubicBezTo>
                    <a:cubicBezTo>
                      <a:pt x="153" y="151"/>
                      <a:pt x="166" y="151"/>
                      <a:pt x="180" y="151"/>
                    </a:cubicBezTo>
                    <a:cubicBezTo>
                      <a:pt x="188" y="151"/>
                      <a:pt x="191" y="157"/>
                      <a:pt x="191" y="167"/>
                    </a:cubicBezTo>
                    <a:cubicBezTo>
                      <a:pt x="194" y="229"/>
                      <a:pt x="197" y="291"/>
                      <a:pt x="200" y="353"/>
                    </a:cubicBezTo>
                    <a:cubicBezTo>
                      <a:pt x="200" y="365"/>
                      <a:pt x="202" y="377"/>
                      <a:pt x="207" y="387"/>
                    </a:cubicBezTo>
                    <a:cubicBezTo>
                      <a:pt x="215" y="387"/>
                      <a:pt x="224" y="387"/>
                      <a:pt x="233" y="387"/>
                    </a:cubicBezTo>
                    <a:cubicBezTo>
                      <a:pt x="230" y="382"/>
                      <a:pt x="227" y="377"/>
                      <a:pt x="224" y="367"/>
                    </a:cubicBezTo>
                    <a:cubicBezTo>
                      <a:pt x="232" y="378"/>
                      <a:pt x="235" y="383"/>
                      <a:pt x="239" y="387"/>
                    </a:cubicBezTo>
                    <a:cubicBezTo>
                      <a:pt x="249" y="387"/>
                      <a:pt x="260" y="387"/>
                      <a:pt x="270" y="387"/>
                    </a:cubicBezTo>
                    <a:cubicBezTo>
                      <a:pt x="256" y="372"/>
                      <a:pt x="247" y="352"/>
                      <a:pt x="244" y="309"/>
                    </a:cubicBezTo>
                    <a:cubicBezTo>
                      <a:pt x="242" y="253"/>
                      <a:pt x="238" y="198"/>
                      <a:pt x="235" y="142"/>
                    </a:cubicBezTo>
                    <a:cubicBezTo>
                      <a:pt x="234" y="123"/>
                      <a:pt x="228" y="107"/>
                      <a:pt x="209" y="108"/>
                    </a:cubicBezTo>
                    <a:cubicBezTo>
                      <a:pt x="202" y="108"/>
                      <a:pt x="195" y="108"/>
                      <a:pt x="188" y="108"/>
                    </a:cubicBezTo>
                    <a:cubicBezTo>
                      <a:pt x="185" y="92"/>
                      <a:pt x="186" y="59"/>
                      <a:pt x="182" y="45"/>
                    </a:cubicBezTo>
                    <a:cubicBezTo>
                      <a:pt x="176" y="30"/>
                      <a:pt x="161" y="24"/>
                      <a:pt x="144" y="23"/>
                    </a:cubicBezTo>
                    <a:cubicBezTo>
                      <a:pt x="146" y="21"/>
                      <a:pt x="150" y="20"/>
                      <a:pt x="157" y="20"/>
                    </a:cubicBezTo>
                    <a:cubicBezTo>
                      <a:pt x="161" y="20"/>
                      <a:pt x="166" y="20"/>
                      <a:pt x="170" y="20"/>
                    </a:cubicBezTo>
                    <a:cubicBezTo>
                      <a:pt x="180" y="18"/>
                      <a:pt x="183" y="9"/>
                      <a:pt x="184" y="0"/>
                    </a:cubicBezTo>
                    <a:cubicBezTo>
                      <a:pt x="181" y="4"/>
                      <a:pt x="177" y="6"/>
                      <a:pt x="170" y="6"/>
                    </a:cubicBezTo>
                    <a:cubicBezTo>
                      <a:pt x="164" y="6"/>
                      <a:pt x="159" y="6"/>
                      <a:pt x="153" y="6"/>
                    </a:cubicBezTo>
                    <a:cubicBezTo>
                      <a:pt x="144" y="6"/>
                      <a:pt x="140" y="15"/>
                      <a:pt x="139" y="22"/>
                    </a:cubicBezTo>
                    <a:cubicBezTo>
                      <a:pt x="138" y="22"/>
                      <a:pt x="136" y="22"/>
                      <a:pt x="135" y="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solidFill>
                    <a:srgbClr val="000000"/>
                  </a:solidFill>
                </a:endParaRPr>
              </a:p>
            </p:txBody>
          </p:sp>
          <p:sp>
            <p:nvSpPr>
              <p:cNvPr id="24" name="ïŝľîḑê"/>
              <p:cNvSpPr/>
              <p:nvPr/>
            </p:nvSpPr>
            <p:spPr bwMode="auto">
              <a:xfrm>
                <a:off x="1735138" y="2095500"/>
                <a:ext cx="2667000" cy="2670175"/>
              </a:xfrm>
              <a:custGeom>
                <a:avLst/>
                <a:gdLst>
                  <a:gd name="T0" fmla="*/ 404 w 809"/>
                  <a:gd name="T1" fmla="*/ 0 h 809"/>
                  <a:gd name="T2" fmla="*/ 809 w 809"/>
                  <a:gd name="T3" fmla="*/ 404 h 809"/>
                  <a:gd name="T4" fmla="*/ 404 w 809"/>
                  <a:gd name="T5" fmla="*/ 809 h 809"/>
                  <a:gd name="T6" fmla="*/ 0 w 809"/>
                  <a:gd name="T7" fmla="*/ 404 h 809"/>
                  <a:gd name="T8" fmla="*/ 404 w 809"/>
                  <a:gd name="T9" fmla="*/ 0 h 809"/>
                  <a:gd name="T10" fmla="*/ 404 w 809"/>
                  <a:gd name="T11" fmla="*/ 0 h 809"/>
                  <a:gd name="T12" fmla="*/ 404 w 809"/>
                  <a:gd name="T13" fmla="*/ 14 h 809"/>
                  <a:gd name="T14" fmla="*/ 14 w 809"/>
                  <a:gd name="T15" fmla="*/ 404 h 809"/>
                  <a:gd name="T16" fmla="*/ 404 w 809"/>
                  <a:gd name="T17" fmla="*/ 795 h 809"/>
                  <a:gd name="T18" fmla="*/ 795 w 809"/>
                  <a:gd name="T19" fmla="*/ 404 h 809"/>
                  <a:gd name="T20" fmla="*/ 404 w 809"/>
                  <a:gd name="T21" fmla="*/ 14 h 8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09" h="809">
                    <a:moveTo>
                      <a:pt x="404" y="0"/>
                    </a:moveTo>
                    <a:cubicBezTo>
                      <a:pt x="627" y="0"/>
                      <a:pt x="809" y="182"/>
                      <a:pt x="809" y="404"/>
                    </a:cubicBezTo>
                    <a:cubicBezTo>
                      <a:pt x="809" y="627"/>
                      <a:pt x="627" y="809"/>
                      <a:pt x="404" y="809"/>
                    </a:cubicBezTo>
                    <a:cubicBezTo>
                      <a:pt x="181" y="809"/>
                      <a:pt x="0" y="627"/>
                      <a:pt x="0" y="404"/>
                    </a:cubicBezTo>
                    <a:cubicBezTo>
                      <a:pt x="0" y="182"/>
                      <a:pt x="181" y="0"/>
                      <a:pt x="404" y="0"/>
                    </a:cubicBezTo>
                    <a:cubicBezTo>
                      <a:pt x="404" y="0"/>
                      <a:pt x="404" y="0"/>
                      <a:pt x="404" y="0"/>
                    </a:cubicBezTo>
                    <a:close/>
                    <a:moveTo>
                      <a:pt x="404" y="14"/>
                    </a:moveTo>
                    <a:cubicBezTo>
                      <a:pt x="189" y="14"/>
                      <a:pt x="14" y="189"/>
                      <a:pt x="14" y="404"/>
                    </a:cubicBezTo>
                    <a:cubicBezTo>
                      <a:pt x="14" y="619"/>
                      <a:pt x="189" y="795"/>
                      <a:pt x="404" y="795"/>
                    </a:cubicBezTo>
                    <a:cubicBezTo>
                      <a:pt x="619" y="795"/>
                      <a:pt x="795" y="619"/>
                      <a:pt x="795" y="404"/>
                    </a:cubicBezTo>
                    <a:cubicBezTo>
                      <a:pt x="795" y="189"/>
                      <a:pt x="619" y="14"/>
                      <a:pt x="404" y="1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solidFill>
                    <a:srgbClr val="000000"/>
                  </a:solidFill>
                </a:endParaRPr>
              </a:p>
            </p:txBody>
          </p:sp>
          <p:sp>
            <p:nvSpPr>
              <p:cNvPr id="25" name="išlíḑe"/>
              <p:cNvSpPr/>
              <p:nvPr/>
            </p:nvSpPr>
            <p:spPr bwMode="auto">
              <a:xfrm>
                <a:off x="1897063" y="3373438"/>
                <a:ext cx="2333625" cy="1227138"/>
              </a:xfrm>
              <a:custGeom>
                <a:avLst/>
                <a:gdLst>
                  <a:gd name="T0" fmla="*/ 21 w 708"/>
                  <a:gd name="T1" fmla="*/ 23 h 372"/>
                  <a:gd name="T2" fmla="*/ 53 w 708"/>
                  <a:gd name="T3" fmla="*/ 35 h 372"/>
                  <a:gd name="T4" fmla="*/ 51 w 708"/>
                  <a:gd name="T5" fmla="*/ 26 h 372"/>
                  <a:gd name="T6" fmla="*/ 18 w 708"/>
                  <a:gd name="T7" fmla="*/ 47 h 372"/>
                  <a:gd name="T8" fmla="*/ 18 w 708"/>
                  <a:gd name="T9" fmla="*/ 88 h 372"/>
                  <a:gd name="T10" fmla="*/ 48 w 708"/>
                  <a:gd name="T11" fmla="*/ 67 h 372"/>
                  <a:gd name="T12" fmla="*/ 18 w 708"/>
                  <a:gd name="T13" fmla="*/ 88 h 372"/>
                  <a:gd name="T14" fmla="*/ 62 w 708"/>
                  <a:gd name="T15" fmla="*/ 109 h 372"/>
                  <a:gd name="T16" fmla="*/ 64 w 708"/>
                  <a:gd name="T17" fmla="*/ 147 h 372"/>
                  <a:gd name="T18" fmla="*/ 42 w 708"/>
                  <a:gd name="T19" fmla="*/ 155 h 372"/>
                  <a:gd name="T20" fmla="*/ 57 w 708"/>
                  <a:gd name="T21" fmla="*/ 206 h 372"/>
                  <a:gd name="T22" fmla="*/ 116 w 708"/>
                  <a:gd name="T23" fmla="*/ 203 h 372"/>
                  <a:gd name="T24" fmla="*/ 93 w 708"/>
                  <a:gd name="T25" fmla="*/ 174 h 372"/>
                  <a:gd name="T26" fmla="*/ 46 w 708"/>
                  <a:gd name="T27" fmla="*/ 181 h 372"/>
                  <a:gd name="T28" fmla="*/ 129 w 708"/>
                  <a:gd name="T29" fmla="*/ 265 h 372"/>
                  <a:gd name="T30" fmla="*/ 149 w 708"/>
                  <a:gd name="T31" fmla="*/ 251 h 372"/>
                  <a:gd name="T32" fmla="*/ 121 w 708"/>
                  <a:gd name="T33" fmla="*/ 221 h 372"/>
                  <a:gd name="T34" fmla="*/ 111 w 708"/>
                  <a:gd name="T35" fmla="*/ 252 h 372"/>
                  <a:gd name="T36" fmla="*/ 164 w 708"/>
                  <a:gd name="T37" fmla="*/ 295 h 372"/>
                  <a:gd name="T38" fmla="*/ 175 w 708"/>
                  <a:gd name="T39" fmla="*/ 321 h 372"/>
                  <a:gd name="T40" fmla="*/ 132 w 708"/>
                  <a:gd name="T41" fmla="*/ 292 h 372"/>
                  <a:gd name="T42" fmla="*/ 146 w 708"/>
                  <a:gd name="T43" fmla="*/ 291 h 372"/>
                  <a:gd name="T44" fmla="*/ 211 w 708"/>
                  <a:gd name="T45" fmla="*/ 283 h 372"/>
                  <a:gd name="T46" fmla="*/ 260 w 708"/>
                  <a:gd name="T47" fmla="*/ 308 h 372"/>
                  <a:gd name="T48" fmla="*/ 205 w 708"/>
                  <a:gd name="T49" fmla="*/ 335 h 372"/>
                  <a:gd name="T50" fmla="*/ 342 w 708"/>
                  <a:gd name="T51" fmla="*/ 329 h 372"/>
                  <a:gd name="T52" fmla="*/ 344 w 708"/>
                  <a:gd name="T53" fmla="*/ 352 h 372"/>
                  <a:gd name="T54" fmla="*/ 303 w 708"/>
                  <a:gd name="T55" fmla="*/ 320 h 372"/>
                  <a:gd name="T56" fmla="*/ 320 w 708"/>
                  <a:gd name="T57" fmla="*/ 364 h 372"/>
                  <a:gd name="T58" fmla="*/ 360 w 708"/>
                  <a:gd name="T59" fmla="*/ 321 h 372"/>
                  <a:gd name="T60" fmla="*/ 416 w 708"/>
                  <a:gd name="T61" fmla="*/ 315 h 372"/>
                  <a:gd name="T62" fmla="*/ 384 w 708"/>
                  <a:gd name="T63" fmla="*/ 368 h 372"/>
                  <a:gd name="T64" fmla="*/ 464 w 708"/>
                  <a:gd name="T65" fmla="*/ 350 h 372"/>
                  <a:gd name="T66" fmla="*/ 433 w 708"/>
                  <a:gd name="T67" fmla="*/ 313 h 372"/>
                  <a:gd name="T68" fmla="*/ 508 w 708"/>
                  <a:gd name="T69" fmla="*/ 337 h 372"/>
                  <a:gd name="T70" fmla="*/ 500 w 708"/>
                  <a:gd name="T71" fmla="*/ 285 h 372"/>
                  <a:gd name="T72" fmla="*/ 483 w 708"/>
                  <a:gd name="T73" fmla="*/ 294 h 372"/>
                  <a:gd name="T74" fmla="*/ 508 w 708"/>
                  <a:gd name="T75" fmla="*/ 337 h 372"/>
                  <a:gd name="T76" fmla="*/ 515 w 708"/>
                  <a:gd name="T77" fmla="*/ 276 h 372"/>
                  <a:gd name="T78" fmla="*/ 548 w 708"/>
                  <a:gd name="T79" fmla="*/ 279 h 372"/>
                  <a:gd name="T80" fmla="*/ 550 w 708"/>
                  <a:gd name="T81" fmla="*/ 283 h 372"/>
                  <a:gd name="T82" fmla="*/ 547 w 708"/>
                  <a:gd name="T83" fmla="*/ 316 h 372"/>
                  <a:gd name="T84" fmla="*/ 609 w 708"/>
                  <a:gd name="T85" fmla="*/ 250 h 372"/>
                  <a:gd name="T86" fmla="*/ 608 w 708"/>
                  <a:gd name="T87" fmla="*/ 227 h 372"/>
                  <a:gd name="T88" fmla="*/ 573 w 708"/>
                  <a:gd name="T89" fmla="*/ 241 h 372"/>
                  <a:gd name="T90" fmla="*/ 609 w 708"/>
                  <a:gd name="T91" fmla="*/ 250 h 372"/>
                  <a:gd name="T92" fmla="*/ 656 w 708"/>
                  <a:gd name="T93" fmla="*/ 184 h 372"/>
                  <a:gd name="T94" fmla="*/ 613 w 708"/>
                  <a:gd name="T95" fmla="*/ 172 h 372"/>
                  <a:gd name="T96" fmla="*/ 625 w 708"/>
                  <a:gd name="T97" fmla="*/ 165 h 372"/>
                  <a:gd name="T98" fmla="*/ 650 w 708"/>
                  <a:gd name="T99" fmla="*/ 169 h 372"/>
                  <a:gd name="T100" fmla="*/ 651 w 708"/>
                  <a:gd name="T101" fmla="*/ 215 h 372"/>
                  <a:gd name="T102" fmla="*/ 635 w 708"/>
                  <a:gd name="T103" fmla="*/ 139 h 372"/>
                  <a:gd name="T104" fmla="*/ 683 w 708"/>
                  <a:gd name="T105" fmla="*/ 137 h 372"/>
                  <a:gd name="T106" fmla="*/ 655 w 708"/>
                  <a:gd name="T107" fmla="*/ 73 h 372"/>
                  <a:gd name="T108" fmla="*/ 690 w 708"/>
                  <a:gd name="T109" fmla="*/ 98 h 372"/>
                  <a:gd name="T110" fmla="*/ 684 w 708"/>
                  <a:gd name="T111" fmla="*/ 17 h 372"/>
                  <a:gd name="T112" fmla="*/ 698 w 708"/>
                  <a:gd name="T113" fmla="*/ 34 h 372"/>
                  <a:gd name="T114" fmla="*/ 659 w 708"/>
                  <a:gd name="T115" fmla="*/ 29 h 372"/>
                  <a:gd name="T116" fmla="*/ 659 w 708"/>
                  <a:gd name="T117" fmla="*/ 11 h 372"/>
                  <a:gd name="T118" fmla="*/ 663 w 708"/>
                  <a:gd name="T119" fmla="*/ 6 h 3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708" h="372">
                    <a:moveTo>
                      <a:pt x="0" y="6"/>
                    </a:moveTo>
                    <a:cubicBezTo>
                      <a:pt x="19" y="6"/>
                      <a:pt x="19" y="6"/>
                      <a:pt x="19" y="6"/>
                    </a:cubicBezTo>
                    <a:cubicBezTo>
                      <a:pt x="19" y="8"/>
                      <a:pt x="19" y="8"/>
                      <a:pt x="19" y="8"/>
                    </a:cubicBezTo>
                    <a:cubicBezTo>
                      <a:pt x="15" y="9"/>
                      <a:pt x="11" y="11"/>
                      <a:pt x="8" y="14"/>
                    </a:cubicBezTo>
                    <a:cubicBezTo>
                      <a:pt x="5" y="18"/>
                      <a:pt x="4" y="22"/>
                      <a:pt x="4" y="26"/>
                    </a:cubicBezTo>
                    <a:cubicBezTo>
                      <a:pt x="4" y="29"/>
                      <a:pt x="5" y="32"/>
                      <a:pt x="6" y="33"/>
                    </a:cubicBezTo>
                    <a:cubicBezTo>
                      <a:pt x="7" y="35"/>
                      <a:pt x="9" y="36"/>
                      <a:pt x="11" y="36"/>
                    </a:cubicBezTo>
                    <a:cubicBezTo>
                      <a:pt x="14" y="36"/>
                      <a:pt x="18" y="32"/>
                      <a:pt x="21" y="23"/>
                    </a:cubicBezTo>
                    <a:cubicBezTo>
                      <a:pt x="21" y="23"/>
                      <a:pt x="21" y="23"/>
                      <a:pt x="21" y="23"/>
                    </a:cubicBezTo>
                    <a:cubicBezTo>
                      <a:pt x="22" y="22"/>
                      <a:pt x="22" y="22"/>
                      <a:pt x="22" y="21"/>
                    </a:cubicBezTo>
                    <a:cubicBezTo>
                      <a:pt x="25" y="15"/>
                      <a:pt x="27" y="11"/>
                      <a:pt x="30" y="9"/>
                    </a:cubicBezTo>
                    <a:cubicBezTo>
                      <a:pt x="31" y="8"/>
                      <a:pt x="32" y="7"/>
                      <a:pt x="34" y="7"/>
                    </a:cubicBezTo>
                    <a:cubicBezTo>
                      <a:pt x="35" y="6"/>
                      <a:pt x="36" y="6"/>
                      <a:pt x="38" y="6"/>
                    </a:cubicBezTo>
                    <a:cubicBezTo>
                      <a:pt x="43" y="6"/>
                      <a:pt x="47" y="8"/>
                      <a:pt x="50" y="11"/>
                    </a:cubicBezTo>
                    <a:cubicBezTo>
                      <a:pt x="53" y="15"/>
                      <a:pt x="55" y="19"/>
                      <a:pt x="55" y="25"/>
                    </a:cubicBezTo>
                    <a:cubicBezTo>
                      <a:pt x="55" y="28"/>
                      <a:pt x="54" y="31"/>
                      <a:pt x="53" y="35"/>
                    </a:cubicBezTo>
                    <a:cubicBezTo>
                      <a:pt x="52" y="38"/>
                      <a:pt x="51" y="40"/>
                      <a:pt x="51" y="40"/>
                    </a:cubicBezTo>
                    <a:cubicBezTo>
                      <a:pt x="51" y="41"/>
                      <a:pt x="52" y="41"/>
                      <a:pt x="52" y="42"/>
                    </a:cubicBezTo>
                    <a:cubicBezTo>
                      <a:pt x="53" y="42"/>
                      <a:pt x="53" y="42"/>
                      <a:pt x="55" y="42"/>
                    </a:cubicBezTo>
                    <a:cubicBezTo>
                      <a:pt x="55" y="44"/>
                      <a:pt x="55" y="44"/>
                      <a:pt x="55" y="44"/>
                    </a:cubicBezTo>
                    <a:cubicBezTo>
                      <a:pt x="38" y="45"/>
                      <a:pt x="38" y="45"/>
                      <a:pt x="38" y="45"/>
                    </a:cubicBezTo>
                    <a:cubicBezTo>
                      <a:pt x="38" y="43"/>
                      <a:pt x="38" y="43"/>
                      <a:pt x="38" y="43"/>
                    </a:cubicBezTo>
                    <a:cubicBezTo>
                      <a:pt x="42" y="42"/>
                      <a:pt x="45" y="40"/>
                      <a:pt x="48" y="37"/>
                    </a:cubicBezTo>
                    <a:cubicBezTo>
                      <a:pt x="50" y="34"/>
                      <a:pt x="51" y="30"/>
                      <a:pt x="51" y="26"/>
                    </a:cubicBezTo>
                    <a:cubicBezTo>
                      <a:pt x="51" y="24"/>
                      <a:pt x="51" y="22"/>
                      <a:pt x="49" y="20"/>
                    </a:cubicBezTo>
                    <a:cubicBezTo>
                      <a:pt x="48" y="19"/>
                      <a:pt x="47" y="18"/>
                      <a:pt x="45" y="18"/>
                    </a:cubicBezTo>
                    <a:cubicBezTo>
                      <a:pt x="42" y="18"/>
                      <a:pt x="39" y="21"/>
                      <a:pt x="37" y="28"/>
                    </a:cubicBezTo>
                    <a:cubicBezTo>
                      <a:pt x="36" y="29"/>
                      <a:pt x="36" y="29"/>
                      <a:pt x="36" y="29"/>
                    </a:cubicBezTo>
                    <a:cubicBezTo>
                      <a:pt x="34" y="33"/>
                      <a:pt x="33" y="37"/>
                      <a:pt x="32" y="39"/>
                    </a:cubicBezTo>
                    <a:cubicBezTo>
                      <a:pt x="31" y="40"/>
                      <a:pt x="30" y="42"/>
                      <a:pt x="29" y="43"/>
                    </a:cubicBezTo>
                    <a:cubicBezTo>
                      <a:pt x="27" y="44"/>
                      <a:pt x="26" y="45"/>
                      <a:pt x="24" y="46"/>
                    </a:cubicBezTo>
                    <a:cubicBezTo>
                      <a:pt x="22" y="47"/>
                      <a:pt x="20" y="47"/>
                      <a:pt x="18" y="47"/>
                    </a:cubicBezTo>
                    <a:cubicBezTo>
                      <a:pt x="13" y="47"/>
                      <a:pt x="9" y="46"/>
                      <a:pt x="6" y="42"/>
                    </a:cubicBezTo>
                    <a:cubicBezTo>
                      <a:pt x="2" y="38"/>
                      <a:pt x="1" y="34"/>
                      <a:pt x="1" y="28"/>
                    </a:cubicBezTo>
                    <a:cubicBezTo>
                      <a:pt x="1" y="25"/>
                      <a:pt x="1" y="21"/>
                      <a:pt x="2" y="17"/>
                    </a:cubicBezTo>
                    <a:cubicBezTo>
                      <a:pt x="3" y="14"/>
                      <a:pt x="4" y="12"/>
                      <a:pt x="4" y="12"/>
                    </a:cubicBezTo>
                    <a:cubicBezTo>
                      <a:pt x="4" y="11"/>
                      <a:pt x="3" y="10"/>
                      <a:pt x="3" y="9"/>
                    </a:cubicBezTo>
                    <a:cubicBezTo>
                      <a:pt x="2" y="9"/>
                      <a:pt x="1" y="9"/>
                      <a:pt x="0" y="9"/>
                    </a:cubicBezTo>
                    <a:cubicBezTo>
                      <a:pt x="0" y="6"/>
                      <a:pt x="0" y="6"/>
                      <a:pt x="0" y="6"/>
                    </a:cubicBezTo>
                    <a:close/>
                    <a:moveTo>
                      <a:pt x="18" y="88"/>
                    </a:moveTo>
                    <a:cubicBezTo>
                      <a:pt x="16" y="89"/>
                      <a:pt x="14" y="90"/>
                      <a:pt x="13" y="91"/>
                    </a:cubicBezTo>
                    <a:cubicBezTo>
                      <a:pt x="12" y="92"/>
                      <a:pt x="12" y="94"/>
                      <a:pt x="12" y="96"/>
                    </a:cubicBezTo>
                    <a:cubicBezTo>
                      <a:pt x="10" y="96"/>
                      <a:pt x="10" y="96"/>
                      <a:pt x="10" y="96"/>
                    </a:cubicBezTo>
                    <a:cubicBezTo>
                      <a:pt x="5" y="68"/>
                      <a:pt x="5" y="68"/>
                      <a:pt x="5" y="68"/>
                    </a:cubicBezTo>
                    <a:cubicBezTo>
                      <a:pt x="7" y="67"/>
                      <a:pt x="7" y="67"/>
                      <a:pt x="7" y="67"/>
                    </a:cubicBezTo>
                    <a:cubicBezTo>
                      <a:pt x="8" y="70"/>
                      <a:pt x="8" y="71"/>
                      <a:pt x="10" y="72"/>
                    </a:cubicBezTo>
                    <a:cubicBezTo>
                      <a:pt x="11" y="73"/>
                      <a:pt x="13" y="73"/>
                      <a:pt x="16" y="73"/>
                    </a:cubicBezTo>
                    <a:cubicBezTo>
                      <a:pt x="48" y="67"/>
                      <a:pt x="48" y="67"/>
                      <a:pt x="48" y="67"/>
                    </a:cubicBezTo>
                    <a:cubicBezTo>
                      <a:pt x="50" y="66"/>
                      <a:pt x="52" y="66"/>
                      <a:pt x="53" y="64"/>
                    </a:cubicBezTo>
                    <a:cubicBezTo>
                      <a:pt x="54" y="63"/>
                      <a:pt x="54" y="61"/>
                      <a:pt x="54" y="59"/>
                    </a:cubicBezTo>
                    <a:cubicBezTo>
                      <a:pt x="56" y="59"/>
                      <a:pt x="56" y="59"/>
                      <a:pt x="56" y="59"/>
                    </a:cubicBezTo>
                    <a:cubicBezTo>
                      <a:pt x="61" y="88"/>
                      <a:pt x="61" y="88"/>
                      <a:pt x="61" y="88"/>
                    </a:cubicBezTo>
                    <a:cubicBezTo>
                      <a:pt x="59" y="88"/>
                      <a:pt x="59" y="88"/>
                      <a:pt x="59" y="88"/>
                    </a:cubicBezTo>
                    <a:cubicBezTo>
                      <a:pt x="59" y="85"/>
                      <a:pt x="58" y="84"/>
                      <a:pt x="56" y="83"/>
                    </a:cubicBezTo>
                    <a:cubicBezTo>
                      <a:pt x="55" y="82"/>
                      <a:pt x="53" y="82"/>
                      <a:pt x="51" y="83"/>
                    </a:cubicBezTo>
                    <a:cubicBezTo>
                      <a:pt x="18" y="88"/>
                      <a:pt x="18" y="88"/>
                      <a:pt x="18" y="88"/>
                    </a:cubicBezTo>
                    <a:close/>
                    <a:moveTo>
                      <a:pt x="41" y="158"/>
                    </a:moveTo>
                    <a:cubicBezTo>
                      <a:pt x="37" y="157"/>
                      <a:pt x="33" y="155"/>
                      <a:pt x="30" y="152"/>
                    </a:cubicBezTo>
                    <a:cubicBezTo>
                      <a:pt x="27" y="149"/>
                      <a:pt x="24" y="145"/>
                      <a:pt x="23" y="141"/>
                    </a:cubicBezTo>
                    <a:cubicBezTo>
                      <a:pt x="22" y="137"/>
                      <a:pt x="21" y="134"/>
                      <a:pt x="22" y="131"/>
                    </a:cubicBezTo>
                    <a:cubicBezTo>
                      <a:pt x="22" y="128"/>
                      <a:pt x="23" y="125"/>
                      <a:pt x="24" y="122"/>
                    </a:cubicBezTo>
                    <a:cubicBezTo>
                      <a:pt x="26" y="118"/>
                      <a:pt x="28" y="116"/>
                      <a:pt x="31" y="113"/>
                    </a:cubicBezTo>
                    <a:cubicBezTo>
                      <a:pt x="34" y="111"/>
                      <a:pt x="37" y="109"/>
                      <a:pt x="41" y="108"/>
                    </a:cubicBezTo>
                    <a:cubicBezTo>
                      <a:pt x="49" y="105"/>
                      <a:pt x="55" y="106"/>
                      <a:pt x="62" y="109"/>
                    </a:cubicBezTo>
                    <a:cubicBezTo>
                      <a:pt x="68" y="112"/>
                      <a:pt x="72" y="117"/>
                      <a:pt x="75" y="125"/>
                    </a:cubicBezTo>
                    <a:cubicBezTo>
                      <a:pt x="76" y="128"/>
                      <a:pt x="76" y="131"/>
                      <a:pt x="76" y="135"/>
                    </a:cubicBezTo>
                    <a:cubicBezTo>
                      <a:pt x="76" y="138"/>
                      <a:pt x="76" y="140"/>
                      <a:pt x="76" y="140"/>
                    </a:cubicBezTo>
                    <a:cubicBezTo>
                      <a:pt x="76" y="141"/>
                      <a:pt x="77" y="141"/>
                      <a:pt x="77" y="141"/>
                    </a:cubicBezTo>
                    <a:cubicBezTo>
                      <a:pt x="78" y="142"/>
                      <a:pt x="79" y="142"/>
                      <a:pt x="80" y="142"/>
                    </a:cubicBezTo>
                    <a:cubicBezTo>
                      <a:pt x="80" y="144"/>
                      <a:pt x="80" y="144"/>
                      <a:pt x="80" y="144"/>
                    </a:cubicBezTo>
                    <a:cubicBezTo>
                      <a:pt x="65" y="149"/>
                      <a:pt x="65" y="149"/>
                      <a:pt x="65" y="149"/>
                    </a:cubicBezTo>
                    <a:cubicBezTo>
                      <a:pt x="64" y="147"/>
                      <a:pt x="64" y="147"/>
                      <a:pt x="64" y="147"/>
                    </a:cubicBezTo>
                    <a:cubicBezTo>
                      <a:pt x="68" y="145"/>
                      <a:pt x="70" y="142"/>
                      <a:pt x="72" y="139"/>
                    </a:cubicBezTo>
                    <a:cubicBezTo>
                      <a:pt x="73" y="137"/>
                      <a:pt x="73" y="133"/>
                      <a:pt x="72" y="130"/>
                    </a:cubicBezTo>
                    <a:cubicBezTo>
                      <a:pt x="71" y="126"/>
                      <a:pt x="68" y="123"/>
                      <a:pt x="64" y="122"/>
                    </a:cubicBezTo>
                    <a:cubicBezTo>
                      <a:pt x="59" y="121"/>
                      <a:pt x="54" y="122"/>
                      <a:pt x="47" y="124"/>
                    </a:cubicBezTo>
                    <a:cubicBezTo>
                      <a:pt x="40" y="126"/>
                      <a:pt x="34" y="129"/>
                      <a:pt x="31" y="132"/>
                    </a:cubicBezTo>
                    <a:cubicBezTo>
                      <a:pt x="28" y="136"/>
                      <a:pt x="27" y="140"/>
                      <a:pt x="29" y="144"/>
                    </a:cubicBezTo>
                    <a:cubicBezTo>
                      <a:pt x="30" y="146"/>
                      <a:pt x="31" y="149"/>
                      <a:pt x="34" y="151"/>
                    </a:cubicBezTo>
                    <a:cubicBezTo>
                      <a:pt x="36" y="153"/>
                      <a:pt x="39" y="154"/>
                      <a:pt x="42" y="155"/>
                    </a:cubicBezTo>
                    <a:cubicBezTo>
                      <a:pt x="41" y="158"/>
                      <a:pt x="41" y="158"/>
                      <a:pt x="41" y="158"/>
                    </a:cubicBezTo>
                    <a:close/>
                    <a:moveTo>
                      <a:pt x="60" y="193"/>
                    </a:moveTo>
                    <a:cubicBezTo>
                      <a:pt x="73" y="185"/>
                      <a:pt x="73" y="185"/>
                      <a:pt x="73" y="185"/>
                    </a:cubicBezTo>
                    <a:cubicBezTo>
                      <a:pt x="81" y="198"/>
                      <a:pt x="81" y="198"/>
                      <a:pt x="81" y="198"/>
                    </a:cubicBezTo>
                    <a:cubicBezTo>
                      <a:pt x="68" y="207"/>
                      <a:pt x="68" y="207"/>
                      <a:pt x="68" y="207"/>
                    </a:cubicBezTo>
                    <a:cubicBezTo>
                      <a:pt x="66" y="208"/>
                      <a:pt x="64" y="208"/>
                      <a:pt x="63" y="208"/>
                    </a:cubicBezTo>
                    <a:cubicBezTo>
                      <a:pt x="61" y="208"/>
                      <a:pt x="60" y="207"/>
                      <a:pt x="59" y="205"/>
                    </a:cubicBezTo>
                    <a:cubicBezTo>
                      <a:pt x="57" y="206"/>
                      <a:pt x="57" y="206"/>
                      <a:pt x="57" y="206"/>
                    </a:cubicBezTo>
                    <a:cubicBezTo>
                      <a:pt x="72" y="231"/>
                      <a:pt x="72" y="231"/>
                      <a:pt x="72" y="231"/>
                    </a:cubicBezTo>
                    <a:cubicBezTo>
                      <a:pt x="74" y="230"/>
                      <a:pt x="74" y="230"/>
                      <a:pt x="74" y="230"/>
                    </a:cubicBezTo>
                    <a:cubicBezTo>
                      <a:pt x="73" y="228"/>
                      <a:pt x="72" y="226"/>
                      <a:pt x="73" y="224"/>
                    </a:cubicBezTo>
                    <a:cubicBezTo>
                      <a:pt x="73" y="223"/>
                      <a:pt x="75" y="222"/>
                      <a:pt x="77" y="220"/>
                    </a:cubicBezTo>
                    <a:cubicBezTo>
                      <a:pt x="105" y="203"/>
                      <a:pt x="105" y="203"/>
                      <a:pt x="105" y="203"/>
                    </a:cubicBezTo>
                    <a:cubicBezTo>
                      <a:pt x="107" y="201"/>
                      <a:pt x="109" y="201"/>
                      <a:pt x="110" y="201"/>
                    </a:cubicBezTo>
                    <a:cubicBezTo>
                      <a:pt x="112" y="201"/>
                      <a:pt x="113" y="202"/>
                      <a:pt x="114" y="204"/>
                    </a:cubicBezTo>
                    <a:cubicBezTo>
                      <a:pt x="116" y="203"/>
                      <a:pt x="116" y="203"/>
                      <a:pt x="116" y="203"/>
                    </a:cubicBezTo>
                    <a:cubicBezTo>
                      <a:pt x="101" y="179"/>
                      <a:pt x="101" y="179"/>
                      <a:pt x="101" y="179"/>
                    </a:cubicBezTo>
                    <a:cubicBezTo>
                      <a:pt x="99" y="180"/>
                      <a:pt x="99" y="180"/>
                      <a:pt x="99" y="180"/>
                    </a:cubicBezTo>
                    <a:cubicBezTo>
                      <a:pt x="100" y="182"/>
                      <a:pt x="101" y="183"/>
                      <a:pt x="100" y="185"/>
                    </a:cubicBezTo>
                    <a:cubicBezTo>
                      <a:pt x="100" y="186"/>
                      <a:pt x="98" y="188"/>
                      <a:pt x="96" y="189"/>
                    </a:cubicBezTo>
                    <a:cubicBezTo>
                      <a:pt x="85" y="196"/>
                      <a:pt x="85" y="196"/>
                      <a:pt x="85" y="196"/>
                    </a:cubicBezTo>
                    <a:cubicBezTo>
                      <a:pt x="76" y="183"/>
                      <a:pt x="76" y="183"/>
                      <a:pt x="76" y="183"/>
                    </a:cubicBezTo>
                    <a:cubicBezTo>
                      <a:pt x="88" y="176"/>
                      <a:pt x="88" y="176"/>
                      <a:pt x="88" y="176"/>
                    </a:cubicBezTo>
                    <a:cubicBezTo>
                      <a:pt x="90" y="174"/>
                      <a:pt x="92" y="174"/>
                      <a:pt x="93" y="174"/>
                    </a:cubicBezTo>
                    <a:cubicBezTo>
                      <a:pt x="95" y="174"/>
                      <a:pt x="96" y="175"/>
                      <a:pt x="98" y="177"/>
                    </a:cubicBezTo>
                    <a:cubicBezTo>
                      <a:pt x="99" y="176"/>
                      <a:pt x="99" y="176"/>
                      <a:pt x="99" y="176"/>
                    </a:cubicBezTo>
                    <a:cubicBezTo>
                      <a:pt x="84" y="152"/>
                      <a:pt x="84" y="152"/>
                      <a:pt x="84" y="152"/>
                    </a:cubicBezTo>
                    <a:cubicBezTo>
                      <a:pt x="82" y="153"/>
                      <a:pt x="82" y="153"/>
                      <a:pt x="82" y="153"/>
                    </a:cubicBezTo>
                    <a:cubicBezTo>
                      <a:pt x="83" y="155"/>
                      <a:pt x="84" y="157"/>
                      <a:pt x="83" y="158"/>
                    </a:cubicBezTo>
                    <a:cubicBezTo>
                      <a:pt x="83" y="159"/>
                      <a:pt x="82" y="161"/>
                      <a:pt x="79" y="162"/>
                    </a:cubicBezTo>
                    <a:cubicBezTo>
                      <a:pt x="52" y="180"/>
                      <a:pt x="52" y="180"/>
                      <a:pt x="52" y="180"/>
                    </a:cubicBezTo>
                    <a:cubicBezTo>
                      <a:pt x="49" y="181"/>
                      <a:pt x="47" y="182"/>
                      <a:pt x="46" y="181"/>
                    </a:cubicBezTo>
                    <a:cubicBezTo>
                      <a:pt x="44" y="181"/>
                      <a:pt x="43" y="180"/>
                      <a:pt x="42" y="178"/>
                    </a:cubicBezTo>
                    <a:cubicBezTo>
                      <a:pt x="40" y="179"/>
                      <a:pt x="40" y="179"/>
                      <a:pt x="40" y="179"/>
                    </a:cubicBezTo>
                    <a:cubicBezTo>
                      <a:pt x="56" y="204"/>
                      <a:pt x="56" y="204"/>
                      <a:pt x="56" y="204"/>
                    </a:cubicBezTo>
                    <a:cubicBezTo>
                      <a:pt x="57" y="203"/>
                      <a:pt x="57" y="203"/>
                      <a:pt x="57" y="203"/>
                    </a:cubicBezTo>
                    <a:cubicBezTo>
                      <a:pt x="56" y="201"/>
                      <a:pt x="56" y="199"/>
                      <a:pt x="56" y="197"/>
                    </a:cubicBezTo>
                    <a:cubicBezTo>
                      <a:pt x="56" y="196"/>
                      <a:pt x="58" y="195"/>
                      <a:pt x="60" y="193"/>
                    </a:cubicBezTo>
                    <a:cubicBezTo>
                      <a:pt x="60" y="193"/>
                      <a:pt x="60" y="193"/>
                      <a:pt x="60" y="193"/>
                    </a:cubicBezTo>
                    <a:close/>
                    <a:moveTo>
                      <a:pt x="129" y="265"/>
                    </a:moveTo>
                    <a:cubicBezTo>
                      <a:pt x="146" y="249"/>
                      <a:pt x="146" y="249"/>
                      <a:pt x="146" y="249"/>
                    </a:cubicBezTo>
                    <a:cubicBezTo>
                      <a:pt x="148" y="247"/>
                      <a:pt x="149" y="245"/>
                      <a:pt x="149" y="244"/>
                    </a:cubicBezTo>
                    <a:cubicBezTo>
                      <a:pt x="150" y="242"/>
                      <a:pt x="149" y="241"/>
                      <a:pt x="147" y="239"/>
                    </a:cubicBezTo>
                    <a:cubicBezTo>
                      <a:pt x="149" y="238"/>
                      <a:pt x="149" y="238"/>
                      <a:pt x="149" y="238"/>
                    </a:cubicBezTo>
                    <a:cubicBezTo>
                      <a:pt x="160" y="250"/>
                      <a:pt x="160" y="250"/>
                      <a:pt x="160" y="250"/>
                    </a:cubicBezTo>
                    <a:cubicBezTo>
                      <a:pt x="159" y="251"/>
                      <a:pt x="159" y="251"/>
                      <a:pt x="159" y="251"/>
                    </a:cubicBezTo>
                    <a:cubicBezTo>
                      <a:pt x="157" y="249"/>
                      <a:pt x="155" y="248"/>
                      <a:pt x="154" y="248"/>
                    </a:cubicBezTo>
                    <a:cubicBezTo>
                      <a:pt x="152" y="248"/>
                      <a:pt x="151" y="249"/>
                      <a:pt x="149" y="251"/>
                    </a:cubicBezTo>
                    <a:cubicBezTo>
                      <a:pt x="132" y="267"/>
                      <a:pt x="132" y="267"/>
                      <a:pt x="132" y="267"/>
                    </a:cubicBezTo>
                    <a:cubicBezTo>
                      <a:pt x="129" y="270"/>
                      <a:pt x="127" y="271"/>
                      <a:pt x="125" y="272"/>
                    </a:cubicBezTo>
                    <a:cubicBezTo>
                      <a:pt x="123" y="273"/>
                      <a:pt x="121" y="274"/>
                      <a:pt x="119" y="274"/>
                    </a:cubicBezTo>
                    <a:cubicBezTo>
                      <a:pt x="116" y="274"/>
                      <a:pt x="114" y="273"/>
                      <a:pt x="111" y="272"/>
                    </a:cubicBezTo>
                    <a:cubicBezTo>
                      <a:pt x="108" y="270"/>
                      <a:pt x="105" y="268"/>
                      <a:pt x="103" y="265"/>
                    </a:cubicBezTo>
                    <a:cubicBezTo>
                      <a:pt x="98" y="260"/>
                      <a:pt x="96" y="256"/>
                      <a:pt x="96" y="251"/>
                    </a:cubicBezTo>
                    <a:cubicBezTo>
                      <a:pt x="96" y="246"/>
                      <a:pt x="98" y="242"/>
                      <a:pt x="103" y="238"/>
                    </a:cubicBezTo>
                    <a:cubicBezTo>
                      <a:pt x="121" y="221"/>
                      <a:pt x="121" y="221"/>
                      <a:pt x="121" y="221"/>
                    </a:cubicBezTo>
                    <a:cubicBezTo>
                      <a:pt x="122" y="219"/>
                      <a:pt x="123" y="217"/>
                      <a:pt x="124" y="216"/>
                    </a:cubicBezTo>
                    <a:cubicBezTo>
                      <a:pt x="124" y="215"/>
                      <a:pt x="123" y="213"/>
                      <a:pt x="121" y="211"/>
                    </a:cubicBezTo>
                    <a:cubicBezTo>
                      <a:pt x="123" y="210"/>
                      <a:pt x="123" y="210"/>
                      <a:pt x="123" y="210"/>
                    </a:cubicBezTo>
                    <a:cubicBezTo>
                      <a:pt x="143" y="231"/>
                      <a:pt x="143" y="231"/>
                      <a:pt x="143" y="231"/>
                    </a:cubicBezTo>
                    <a:cubicBezTo>
                      <a:pt x="141" y="232"/>
                      <a:pt x="141" y="232"/>
                      <a:pt x="141" y="232"/>
                    </a:cubicBezTo>
                    <a:cubicBezTo>
                      <a:pt x="140" y="231"/>
                      <a:pt x="138" y="230"/>
                      <a:pt x="137" y="230"/>
                    </a:cubicBezTo>
                    <a:cubicBezTo>
                      <a:pt x="135" y="230"/>
                      <a:pt x="133" y="231"/>
                      <a:pt x="131" y="233"/>
                    </a:cubicBezTo>
                    <a:cubicBezTo>
                      <a:pt x="111" y="252"/>
                      <a:pt x="111" y="252"/>
                      <a:pt x="111" y="252"/>
                    </a:cubicBezTo>
                    <a:cubicBezTo>
                      <a:pt x="108" y="254"/>
                      <a:pt x="106" y="257"/>
                      <a:pt x="106" y="259"/>
                    </a:cubicBezTo>
                    <a:cubicBezTo>
                      <a:pt x="106" y="262"/>
                      <a:pt x="107" y="264"/>
                      <a:pt x="109" y="267"/>
                    </a:cubicBezTo>
                    <a:cubicBezTo>
                      <a:pt x="112" y="270"/>
                      <a:pt x="115" y="271"/>
                      <a:pt x="118" y="271"/>
                    </a:cubicBezTo>
                    <a:cubicBezTo>
                      <a:pt x="122" y="270"/>
                      <a:pt x="125" y="268"/>
                      <a:pt x="129" y="265"/>
                    </a:cubicBezTo>
                    <a:cubicBezTo>
                      <a:pt x="129" y="265"/>
                      <a:pt x="129" y="265"/>
                      <a:pt x="129" y="265"/>
                    </a:cubicBezTo>
                    <a:close/>
                    <a:moveTo>
                      <a:pt x="146" y="291"/>
                    </a:moveTo>
                    <a:cubicBezTo>
                      <a:pt x="153" y="287"/>
                      <a:pt x="153" y="287"/>
                      <a:pt x="153" y="287"/>
                    </a:cubicBezTo>
                    <a:cubicBezTo>
                      <a:pt x="164" y="295"/>
                      <a:pt x="164" y="295"/>
                      <a:pt x="164" y="295"/>
                    </a:cubicBezTo>
                    <a:cubicBezTo>
                      <a:pt x="161" y="304"/>
                      <a:pt x="161" y="304"/>
                      <a:pt x="161" y="304"/>
                    </a:cubicBezTo>
                    <a:cubicBezTo>
                      <a:pt x="161" y="305"/>
                      <a:pt x="161" y="305"/>
                      <a:pt x="160" y="305"/>
                    </a:cubicBezTo>
                    <a:cubicBezTo>
                      <a:pt x="160" y="306"/>
                      <a:pt x="160" y="306"/>
                      <a:pt x="160" y="306"/>
                    </a:cubicBezTo>
                    <a:cubicBezTo>
                      <a:pt x="159" y="307"/>
                      <a:pt x="158" y="308"/>
                      <a:pt x="158" y="308"/>
                    </a:cubicBezTo>
                    <a:cubicBezTo>
                      <a:pt x="157" y="307"/>
                      <a:pt x="155" y="307"/>
                      <a:pt x="153" y="305"/>
                    </a:cubicBezTo>
                    <a:cubicBezTo>
                      <a:pt x="152" y="307"/>
                      <a:pt x="152" y="307"/>
                      <a:pt x="152" y="307"/>
                    </a:cubicBezTo>
                    <a:cubicBezTo>
                      <a:pt x="174" y="322"/>
                      <a:pt x="174" y="322"/>
                      <a:pt x="174" y="322"/>
                    </a:cubicBezTo>
                    <a:cubicBezTo>
                      <a:pt x="175" y="321"/>
                      <a:pt x="175" y="321"/>
                      <a:pt x="175" y="321"/>
                    </a:cubicBezTo>
                    <a:cubicBezTo>
                      <a:pt x="174" y="320"/>
                      <a:pt x="174" y="320"/>
                      <a:pt x="173" y="319"/>
                    </a:cubicBezTo>
                    <a:cubicBezTo>
                      <a:pt x="173" y="318"/>
                      <a:pt x="173" y="316"/>
                      <a:pt x="174" y="315"/>
                    </a:cubicBezTo>
                    <a:cubicBezTo>
                      <a:pt x="186" y="268"/>
                      <a:pt x="186" y="268"/>
                      <a:pt x="186" y="268"/>
                    </a:cubicBezTo>
                    <a:cubicBezTo>
                      <a:pt x="181" y="264"/>
                      <a:pt x="181" y="264"/>
                      <a:pt x="181" y="264"/>
                    </a:cubicBezTo>
                    <a:cubicBezTo>
                      <a:pt x="141" y="290"/>
                      <a:pt x="141" y="290"/>
                      <a:pt x="141" y="290"/>
                    </a:cubicBezTo>
                    <a:cubicBezTo>
                      <a:pt x="139" y="291"/>
                      <a:pt x="138" y="291"/>
                      <a:pt x="137" y="292"/>
                    </a:cubicBezTo>
                    <a:cubicBezTo>
                      <a:pt x="135" y="292"/>
                      <a:pt x="134" y="291"/>
                      <a:pt x="133" y="291"/>
                    </a:cubicBezTo>
                    <a:cubicBezTo>
                      <a:pt x="132" y="292"/>
                      <a:pt x="132" y="292"/>
                      <a:pt x="132" y="292"/>
                    </a:cubicBezTo>
                    <a:cubicBezTo>
                      <a:pt x="145" y="301"/>
                      <a:pt x="145" y="301"/>
                      <a:pt x="145" y="301"/>
                    </a:cubicBezTo>
                    <a:cubicBezTo>
                      <a:pt x="146" y="300"/>
                      <a:pt x="146" y="300"/>
                      <a:pt x="146" y="300"/>
                    </a:cubicBezTo>
                    <a:cubicBezTo>
                      <a:pt x="145" y="299"/>
                      <a:pt x="145" y="299"/>
                      <a:pt x="145" y="299"/>
                    </a:cubicBezTo>
                    <a:cubicBezTo>
                      <a:pt x="144" y="298"/>
                      <a:pt x="143" y="297"/>
                      <a:pt x="143" y="296"/>
                    </a:cubicBezTo>
                    <a:cubicBezTo>
                      <a:pt x="142" y="295"/>
                      <a:pt x="143" y="294"/>
                      <a:pt x="143" y="293"/>
                    </a:cubicBezTo>
                    <a:cubicBezTo>
                      <a:pt x="144" y="293"/>
                      <a:pt x="144" y="293"/>
                      <a:pt x="144" y="292"/>
                    </a:cubicBezTo>
                    <a:cubicBezTo>
                      <a:pt x="145" y="292"/>
                      <a:pt x="145" y="292"/>
                      <a:pt x="146" y="291"/>
                    </a:cubicBezTo>
                    <a:cubicBezTo>
                      <a:pt x="146" y="291"/>
                      <a:pt x="146" y="291"/>
                      <a:pt x="146" y="291"/>
                    </a:cubicBezTo>
                    <a:close/>
                    <a:moveTo>
                      <a:pt x="156" y="285"/>
                    </a:moveTo>
                    <a:cubicBezTo>
                      <a:pt x="169" y="276"/>
                      <a:pt x="169" y="276"/>
                      <a:pt x="169" y="276"/>
                    </a:cubicBezTo>
                    <a:cubicBezTo>
                      <a:pt x="164" y="291"/>
                      <a:pt x="164" y="291"/>
                      <a:pt x="164" y="291"/>
                    </a:cubicBezTo>
                    <a:cubicBezTo>
                      <a:pt x="156" y="285"/>
                      <a:pt x="156" y="285"/>
                      <a:pt x="156" y="285"/>
                    </a:cubicBezTo>
                    <a:close/>
                    <a:moveTo>
                      <a:pt x="213" y="294"/>
                    </a:moveTo>
                    <a:cubicBezTo>
                      <a:pt x="214" y="292"/>
                      <a:pt x="214" y="290"/>
                      <a:pt x="214" y="288"/>
                    </a:cubicBezTo>
                    <a:cubicBezTo>
                      <a:pt x="213" y="287"/>
                      <a:pt x="212" y="286"/>
                      <a:pt x="210" y="285"/>
                    </a:cubicBezTo>
                    <a:cubicBezTo>
                      <a:pt x="211" y="283"/>
                      <a:pt x="211" y="283"/>
                      <a:pt x="211" y="283"/>
                    </a:cubicBezTo>
                    <a:cubicBezTo>
                      <a:pt x="230" y="292"/>
                      <a:pt x="230" y="292"/>
                      <a:pt x="230" y="292"/>
                    </a:cubicBezTo>
                    <a:cubicBezTo>
                      <a:pt x="239" y="329"/>
                      <a:pt x="239" y="329"/>
                      <a:pt x="239" y="329"/>
                    </a:cubicBezTo>
                    <a:cubicBezTo>
                      <a:pt x="248" y="311"/>
                      <a:pt x="248" y="311"/>
                      <a:pt x="248" y="311"/>
                    </a:cubicBezTo>
                    <a:cubicBezTo>
                      <a:pt x="249" y="308"/>
                      <a:pt x="250" y="306"/>
                      <a:pt x="249" y="305"/>
                    </a:cubicBezTo>
                    <a:cubicBezTo>
                      <a:pt x="249" y="304"/>
                      <a:pt x="248" y="302"/>
                      <a:pt x="245" y="301"/>
                    </a:cubicBezTo>
                    <a:cubicBezTo>
                      <a:pt x="246" y="299"/>
                      <a:pt x="246" y="299"/>
                      <a:pt x="246" y="299"/>
                    </a:cubicBezTo>
                    <a:cubicBezTo>
                      <a:pt x="261" y="306"/>
                      <a:pt x="261" y="306"/>
                      <a:pt x="261" y="306"/>
                    </a:cubicBezTo>
                    <a:cubicBezTo>
                      <a:pt x="260" y="308"/>
                      <a:pt x="260" y="308"/>
                      <a:pt x="260" y="308"/>
                    </a:cubicBezTo>
                    <a:cubicBezTo>
                      <a:pt x="258" y="307"/>
                      <a:pt x="256" y="307"/>
                      <a:pt x="255" y="308"/>
                    </a:cubicBezTo>
                    <a:cubicBezTo>
                      <a:pt x="254" y="308"/>
                      <a:pt x="252" y="310"/>
                      <a:pt x="251" y="312"/>
                    </a:cubicBezTo>
                    <a:cubicBezTo>
                      <a:pt x="234" y="350"/>
                      <a:pt x="234" y="350"/>
                      <a:pt x="234" y="350"/>
                    </a:cubicBezTo>
                    <a:cubicBezTo>
                      <a:pt x="228" y="348"/>
                      <a:pt x="228" y="348"/>
                      <a:pt x="228" y="348"/>
                    </a:cubicBezTo>
                    <a:cubicBezTo>
                      <a:pt x="215" y="297"/>
                      <a:pt x="215" y="297"/>
                      <a:pt x="215" y="297"/>
                    </a:cubicBezTo>
                    <a:cubicBezTo>
                      <a:pt x="202" y="325"/>
                      <a:pt x="202" y="325"/>
                      <a:pt x="202" y="325"/>
                    </a:cubicBezTo>
                    <a:cubicBezTo>
                      <a:pt x="201" y="328"/>
                      <a:pt x="200" y="330"/>
                      <a:pt x="201" y="331"/>
                    </a:cubicBezTo>
                    <a:cubicBezTo>
                      <a:pt x="201" y="332"/>
                      <a:pt x="203" y="334"/>
                      <a:pt x="205" y="335"/>
                    </a:cubicBezTo>
                    <a:cubicBezTo>
                      <a:pt x="204" y="337"/>
                      <a:pt x="204" y="337"/>
                      <a:pt x="204" y="337"/>
                    </a:cubicBezTo>
                    <a:cubicBezTo>
                      <a:pt x="189" y="329"/>
                      <a:pt x="189" y="329"/>
                      <a:pt x="189" y="329"/>
                    </a:cubicBezTo>
                    <a:cubicBezTo>
                      <a:pt x="190" y="328"/>
                      <a:pt x="190" y="328"/>
                      <a:pt x="190" y="328"/>
                    </a:cubicBezTo>
                    <a:cubicBezTo>
                      <a:pt x="192" y="329"/>
                      <a:pt x="194" y="329"/>
                      <a:pt x="195" y="328"/>
                    </a:cubicBezTo>
                    <a:cubicBezTo>
                      <a:pt x="196" y="328"/>
                      <a:pt x="198" y="326"/>
                      <a:pt x="199" y="324"/>
                    </a:cubicBezTo>
                    <a:cubicBezTo>
                      <a:pt x="213" y="294"/>
                      <a:pt x="213" y="294"/>
                      <a:pt x="213" y="294"/>
                    </a:cubicBezTo>
                    <a:close/>
                    <a:moveTo>
                      <a:pt x="340" y="352"/>
                    </a:moveTo>
                    <a:cubicBezTo>
                      <a:pt x="342" y="329"/>
                      <a:pt x="342" y="329"/>
                      <a:pt x="342" y="329"/>
                    </a:cubicBezTo>
                    <a:cubicBezTo>
                      <a:pt x="342" y="326"/>
                      <a:pt x="342" y="324"/>
                      <a:pt x="341" y="323"/>
                    </a:cubicBezTo>
                    <a:cubicBezTo>
                      <a:pt x="340" y="322"/>
                      <a:pt x="339" y="321"/>
                      <a:pt x="336" y="321"/>
                    </a:cubicBezTo>
                    <a:cubicBezTo>
                      <a:pt x="337" y="319"/>
                      <a:pt x="337" y="319"/>
                      <a:pt x="337" y="319"/>
                    </a:cubicBezTo>
                    <a:cubicBezTo>
                      <a:pt x="353" y="320"/>
                      <a:pt x="353" y="320"/>
                      <a:pt x="353" y="320"/>
                    </a:cubicBezTo>
                    <a:cubicBezTo>
                      <a:pt x="353" y="322"/>
                      <a:pt x="353" y="322"/>
                      <a:pt x="353" y="322"/>
                    </a:cubicBezTo>
                    <a:cubicBezTo>
                      <a:pt x="351" y="322"/>
                      <a:pt x="349" y="323"/>
                      <a:pt x="348" y="324"/>
                    </a:cubicBezTo>
                    <a:cubicBezTo>
                      <a:pt x="347" y="325"/>
                      <a:pt x="346" y="327"/>
                      <a:pt x="346" y="329"/>
                    </a:cubicBezTo>
                    <a:cubicBezTo>
                      <a:pt x="344" y="352"/>
                      <a:pt x="344" y="352"/>
                      <a:pt x="344" y="352"/>
                    </a:cubicBezTo>
                    <a:cubicBezTo>
                      <a:pt x="343" y="356"/>
                      <a:pt x="343" y="359"/>
                      <a:pt x="342" y="361"/>
                    </a:cubicBezTo>
                    <a:cubicBezTo>
                      <a:pt x="341" y="363"/>
                      <a:pt x="340" y="364"/>
                      <a:pt x="339" y="366"/>
                    </a:cubicBezTo>
                    <a:cubicBezTo>
                      <a:pt x="337" y="368"/>
                      <a:pt x="334" y="369"/>
                      <a:pt x="331" y="370"/>
                    </a:cubicBezTo>
                    <a:cubicBezTo>
                      <a:pt x="328" y="371"/>
                      <a:pt x="325" y="371"/>
                      <a:pt x="321" y="371"/>
                    </a:cubicBezTo>
                    <a:cubicBezTo>
                      <a:pt x="314" y="370"/>
                      <a:pt x="309" y="368"/>
                      <a:pt x="306" y="365"/>
                    </a:cubicBezTo>
                    <a:cubicBezTo>
                      <a:pt x="303" y="361"/>
                      <a:pt x="302" y="356"/>
                      <a:pt x="302" y="350"/>
                    </a:cubicBezTo>
                    <a:cubicBezTo>
                      <a:pt x="304" y="326"/>
                      <a:pt x="304" y="326"/>
                      <a:pt x="304" y="326"/>
                    </a:cubicBezTo>
                    <a:cubicBezTo>
                      <a:pt x="305" y="323"/>
                      <a:pt x="304" y="321"/>
                      <a:pt x="303" y="320"/>
                    </a:cubicBezTo>
                    <a:cubicBezTo>
                      <a:pt x="303" y="319"/>
                      <a:pt x="301" y="318"/>
                      <a:pt x="299" y="318"/>
                    </a:cubicBezTo>
                    <a:cubicBezTo>
                      <a:pt x="299" y="316"/>
                      <a:pt x="299" y="316"/>
                      <a:pt x="299" y="316"/>
                    </a:cubicBezTo>
                    <a:cubicBezTo>
                      <a:pt x="328" y="318"/>
                      <a:pt x="328" y="318"/>
                      <a:pt x="328" y="318"/>
                    </a:cubicBezTo>
                    <a:cubicBezTo>
                      <a:pt x="328" y="320"/>
                      <a:pt x="328" y="320"/>
                      <a:pt x="328" y="320"/>
                    </a:cubicBezTo>
                    <a:cubicBezTo>
                      <a:pt x="325" y="320"/>
                      <a:pt x="323" y="321"/>
                      <a:pt x="322" y="322"/>
                    </a:cubicBezTo>
                    <a:cubicBezTo>
                      <a:pt x="321" y="323"/>
                      <a:pt x="321" y="324"/>
                      <a:pt x="320" y="327"/>
                    </a:cubicBezTo>
                    <a:cubicBezTo>
                      <a:pt x="318" y="355"/>
                      <a:pt x="318" y="355"/>
                      <a:pt x="318" y="355"/>
                    </a:cubicBezTo>
                    <a:cubicBezTo>
                      <a:pt x="318" y="359"/>
                      <a:pt x="318" y="362"/>
                      <a:pt x="320" y="364"/>
                    </a:cubicBezTo>
                    <a:cubicBezTo>
                      <a:pt x="321" y="366"/>
                      <a:pt x="323" y="367"/>
                      <a:pt x="327" y="367"/>
                    </a:cubicBezTo>
                    <a:cubicBezTo>
                      <a:pt x="331" y="367"/>
                      <a:pt x="334" y="366"/>
                      <a:pt x="336" y="364"/>
                    </a:cubicBezTo>
                    <a:cubicBezTo>
                      <a:pt x="338" y="361"/>
                      <a:pt x="340" y="358"/>
                      <a:pt x="340" y="352"/>
                    </a:cubicBezTo>
                    <a:cubicBezTo>
                      <a:pt x="340" y="352"/>
                      <a:pt x="340" y="352"/>
                      <a:pt x="340" y="352"/>
                    </a:cubicBezTo>
                    <a:close/>
                    <a:moveTo>
                      <a:pt x="368" y="329"/>
                    </a:moveTo>
                    <a:cubicBezTo>
                      <a:pt x="368" y="327"/>
                      <a:pt x="367" y="325"/>
                      <a:pt x="366" y="324"/>
                    </a:cubicBezTo>
                    <a:cubicBezTo>
                      <a:pt x="365" y="323"/>
                      <a:pt x="363" y="323"/>
                      <a:pt x="361" y="323"/>
                    </a:cubicBezTo>
                    <a:cubicBezTo>
                      <a:pt x="360" y="321"/>
                      <a:pt x="360" y="321"/>
                      <a:pt x="360" y="321"/>
                    </a:cubicBezTo>
                    <a:cubicBezTo>
                      <a:pt x="382" y="318"/>
                      <a:pt x="382" y="318"/>
                      <a:pt x="382" y="318"/>
                    </a:cubicBezTo>
                    <a:cubicBezTo>
                      <a:pt x="410" y="344"/>
                      <a:pt x="410" y="344"/>
                      <a:pt x="410" y="344"/>
                    </a:cubicBezTo>
                    <a:cubicBezTo>
                      <a:pt x="407" y="324"/>
                      <a:pt x="407" y="324"/>
                      <a:pt x="407" y="324"/>
                    </a:cubicBezTo>
                    <a:cubicBezTo>
                      <a:pt x="407" y="321"/>
                      <a:pt x="406" y="320"/>
                      <a:pt x="405" y="319"/>
                    </a:cubicBezTo>
                    <a:cubicBezTo>
                      <a:pt x="404" y="318"/>
                      <a:pt x="402" y="317"/>
                      <a:pt x="400" y="317"/>
                    </a:cubicBezTo>
                    <a:cubicBezTo>
                      <a:pt x="399" y="316"/>
                      <a:pt x="399" y="316"/>
                      <a:pt x="399" y="316"/>
                    </a:cubicBezTo>
                    <a:cubicBezTo>
                      <a:pt x="416" y="313"/>
                      <a:pt x="416" y="313"/>
                      <a:pt x="416" y="313"/>
                    </a:cubicBezTo>
                    <a:cubicBezTo>
                      <a:pt x="416" y="315"/>
                      <a:pt x="416" y="315"/>
                      <a:pt x="416" y="315"/>
                    </a:cubicBezTo>
                    <a:cubicBezTo>
                      <a:pt x="414" y="316"/>
                      <a:pt x="412" y="316"/>
                      <a:pt x="411" y="318"/>
                    </a:cubicBezTo>
                    <a:cubicBezTo>
                      <a:pt x="410" y="319"/>
                      <a:pt x="410" y="321"/>
                      <a:pt x="411" y="323"/>
                    </a:cubicBezTo>
                    <a:cubicBezTo>
                      <a:pt x="416" y="365"/>
                      <a:pt x="416" y="365"/>
                      <a:pt x="416" y="365"/>
                    </a:cubicBezTo>
                    <a:cubicBezTo>
                      <a:pt x="411" y="366"/>
                      <a:pt x="411" y="366"/>
                      <a:pt x="411" y="366"/>
                    </a:cubicBezTo>
                    <a:cubicBezTo>
                      <a:pt x="372" y="330"/>
                      <a:pt x="372" y="330"/>
                      <a:pt x="372" y="330"/>
                    </a:cubicBezTo>
                    <a:cubicBezTo>
                      <a:pt x="376" y="361"/>
                      <a:pt x="376" y="361"/>
                      <a:pt x="376" y="361"/>
                    </a:cubicBezTo>
                    <a:cubicBezTo>
                      <a:pt x="377" y="364"/>
                      <a:pt x="377" y="366"/>
                      <a:pt x="379" y="367"/>
                    </a:cubicBezTo>
                    <a:cubicBezTo>
                      <a:pt x="380" y="368"/>
                      <a:pt x="381" y="368"/>
                      <a:pt x="384" y="368"/>
                    </a:cubicBezTo>
                    <a:cubicBezTo>
                      <a:pt x="384" y="370"/>
                      <a:pt x="384" y="370"/>
                      <a:pt x="384" y="370"/>
                    </a:cubicBezTo>
                    <a:cubicBezTo>
                      <a:pt x="368" y="372"/>
                      <a:pt x="368" y="372"/>
                      <a:pt x="368" y="372"/>
                    </a:cubicBezTo>
                    <a:cubicBezTo>
                      <a:pt x="367" y="370"/>
                      <a:pt x="367" y="370"/>
                      <a:pt x="367" y="370"/>
                    </a:cubicBezTo>
                    <a:cubicBezTo>
                      <a:pt x="370" y="370"/>
                      <a:pt x="371" y="369"/>
                      <a:pt x="372" y="368"/>
                    </a:cubicBezTo>
                    <a:cubicBezTo>
                      <a:pt x="373" y="366"/>
                      <a:pt x="373" y="364"/>
                      <a:pt x="373" y="362"/>
                    </a:cubicBezTo>
                    <a:cubicBezTo>
                      <a:pt x="368" y="329"/>
                      <a:pt x="368" y="329"/>
                      <a:pt x="368" y="329"/>
                    </a:cubicBezTo>
                    <a:close/>
                    <a:moveTo>
                      <a:pt x="461" y="345"/>
                    </a:moveTo>
                    <a:cubicBezTo>
                      <a:pt x="462" y="348"/>
                      <a:pt x="463" y="349"/>
                      <a:pt x="464" y="350"/>
                    </a:cubicBezTo>
                    <a:cubicBezTo>
                      <a:pt x="465" y="351"/>
                      <a:pt x="467" y="351"/>
                      <a:pt x="469" y="351"/>
                    </a:cubicBezTo>
                    <a:cubicBezTo>
                      <a:pt x="470" y="352"/>
                      <a:pt x="470" y="352"/>
                      <a:pt x="470" y="352"/>
                    </a:cubicBezTo>
                    <a:cubicBezTo>
                      <a:pt x="442" y="360"/>
                      <a:pt x="442" y="360"/>
                      <a:pt x="442" y="360"/>
                    </a:cubicBezTo>
                    <a:cubicBezTo>
                      <a:pt x="441" y="359"/>
                      <a:pt x="441" y="359"/>
                      <a:pt x="441" y="359"/>
                    </a:cubicBezTo>
                    <a:cubicBezTo>
                      <a:pt x="444" y="358"/>
                      <a:pt x="445" y="357"/>
                      <a:pt x="446" y="355"/>
                    </a:cubicBezTo>
                    <a:cubicBezTo>
                      <a:pt x="446" y="354"/>
                      <a:pt x="446" y="352"/>
                      <a:pt x="446" y="350"/>
                    </a:cubicBezTo>
                    <a:cubicBezTo>
                      <a:pt x="436" y="318"/>
                      <a:pt x="436" y="318"/>
                      <a:pt x="436" y="318"/>
                    </a:cubicBezTo>
                    <a:cubicBezTo>
                      <a:pt x="436" y="316"/>
                      <a:pt x="435" y="314"/>
                      <a:pt x="433" y="313"/>
                    </a:cubicBezTo>
                    <a:cubicBezTo>
                      <a:pt x="432" y="312"/>
                      <a:pt x="430" y="312"/>
                      <a:pt x="428" y="313"/>
                    </a:cubicBezTo>
                    <a:cubicBezTo>
                      <a:pt x="428" y="311"/>
                      <a:pt x="428" y="311"/>
                      <a:pt x="428" y="311"/>
                    </a:cubicBezTo>
                    <a:cubicBezTo>
                      <a:pt x="456" y="303"/>
                      <a:pt x="456" y="303"/>
                      <a:pt x="456" y="303"/>
                    </a:cubicBezTo>
                    <a:cubicBezTo>
                      <a:pt x="456" y="305"/>
                      <a:pt x="456" y="305"/>
                      <a:pt x="456" y="305"/>
                    </a:cubicBezTo>
                    <a:cubicBezTo>
                      <a:pt x="454" y="306"/>
                      <a:pt x="452" y="307"/>
                      <a:pt x="452" y="308"/>
                    </a:cubicBezTo>
                    <a:cubicBezTo>
                      <a:pt x="451" y="309"/>
                      <a:pt x="451" y="311"/>
                      <a:pt x="452" y="314"/>
                    </a:cubicBezTo>
                    <a:cubicBezTo>
                      <a:pt x="461" y="345"/>
                      <a:pt x="461" y="345"/>
                      <a:pt x="461" y="345"/>
                    </a:cubicBezTo>
                    <a:close/>
                    <a:moveTo>
                      <a:pt x="508" y="337"/>
                    </a:moveTo>
                    <a:cubicBezTo>
                      <a:pt x="511" y="336"/>
                      <a:pt x="511" y="336"/>
                      <a:pt x="511" y="336"/>
                    </a:cubicBezTo>
                    <a:cubicBezTo>
                      <a:pt x="507" y="287"/>
                      <a:pt x="507" y="287"/>
                      <a:pt x="507" y="287"/>
                    </a:cubicBezTo>
                    <a:cubicBezTo>
                      <a:pt x="507" y="285"/>
                      <a:pt x="507" y="284"/>
                      <a:pt x="507" y="282"/>
                    </a:cubicBezTo>
                    <a:cubicBezTo>
                      <a:pt x="508" y="281"/>
                      <a:pt x="509" y="280"/>
                      <a:pt x="510" y="279"/>
                    </a:cubicBezTo>
                    <a:cubicBezTo>
                      <a:pt x="509" y="277"/>
                      <a:pt x="509" y="277"/>
                      <a:pt x="509" y="277"/>
                    </a:cubicBezTo>
                    <a:cubicBezTo>
                      <a:pt x="495" y="285"/>
                      <a:pt x="495" y="285"/>
                      <a:pt x="495" y="285"/>
                    </a:cubicBezTo>
                    <a:cubicBezTo>
                      <a:pt x="496" y="286"/>
                      <a:pt x="496" y="286"/>
                      <a:pt x="496" y="286"/>
                    </a:cubicBezTo>
                    <a:cubicBezTo>
                      <a:pt x="498" y="286"/>
                      <a:pt x="499" y="285"/>
                      <a:pt x="500" y="285"/>
                    </a:cubicBezTo>
                    <a:cubicBezTo>
                      <a:pt x="501" y="285"/>
                      <a:pt x="502" y="286"/>
                      <a:pt x="503" y="287"/>
                    </a:cubicBezTo>
                    <a:cubicBezTo>
                      <a:pt x="503" y="287"/>
                      <a:pt x="503" y="287"/>
                      <a:pt x="503" y="288"/>
                    </a:cubicBezTo>
                    <a:cubicBezTo>
                      <a:pt x="503" y="288"/>
                      <a:pt x="503" y="289"/>
                      <a:pt x="503" y="290"/>
                    </a:cubicBezTo>
                    <a:cubicBezTo>
                      <a:pt x="506" y="316"/>
                      <a:pt x="506" y="316"/>
                      <a:pt x="506" y="316"/>
                    </a:cubicBezTo>
                    <a:cubicBezTo>
                      <a:pt x="485" y="298"/>
                      <a:pt x="485" y="298"/>
                      <a:pt x="485" y="298"/>
                    </a:cubicBezTo>
                    <a:cubicBezTo>
                      <a:pt x="484" y="297"/>
                      <a:pt x="484" y="297"/>
                      <a:pt x="484" y="297"/>
                    </a:cubicBezTo>
                    <a:cubicBezTo>
                      <a:pt x="484" y="297"/>
                      <a:pt x="484" y="296"/>
                      <a:pt x="483" y="296"/>
                    </a:cubicBezTo>
                    <a:cubicBezTo>
                      <a:pt x="483" y="295"/>
                      <a:pt x="483" y="295"/>
                      <a:pt x="483" y="294"/>
                    </a:cubicBezTo>
                    <a:cubicBezTo>
                      <a:pt x="484" y="293"/>
                      <a:pt x="485" y="292"/>
                      <a:pt x="486" y="292"/>
                    </a:cubicBezTo>
                    <a:cubicBezTo>
                      <a:pt x="486" y="291"/>
                      <a:pt x="486" y="291"/>
                      <a:pt x="486" y="291"/>
                    </a:cubicBezTo>
                    <a:cubicBezTo>
                      <a:pt x="486" y="290"/>
                      <a:pt x="486" y="290"/>
                      <a:pt x="486" y="290"/>
                    </a:cubicBezTo>
                    <a:cubicBezTo>
                      <a:pt x="462" y="302"/>
                      <a:pt x="462" y="302"/>
                      <a:pt x="462" y="302"/>
                    </a:cubicBezTo>
                    <a:cubicBezTo>
                      <a:pt x="463" y="304"/>
                      <a:pt x="463" y="304"/>
                      <a:pt x="463" y="304"/>
                    </a:cubicBezTo>
                    <a:cubicBezTo>
                      <a:pt x="464" y="303"/>
                      <a:pt x="465" y="303"/>
                      <a:pt x="467" y="303"/>
                    </a:cubicBezTo>
                    <a:cubicBezTo>
                      <a:pt x="468" y="304"/>
                      <a:pt x="469" y="305"/>
                      <a:pt x="471" y="306"/>
                    </a:cubicBezTo>
                    <a:cubicBezTo>
                      <a:pt x="508" y="337"/>
                      <a:pt x="508" y="337"/>
                      <a:pt x="508" y="337"/>
                    </a:cubicBezTo>
                    <a:close/>
                    <a:moveTo>
                      <a:pt x="547" y="316"/>
                    </a:moveTo>
                    <a:cubicBezTo>
                      <a:pt x="546" y="315"/>
                      <a:pt x="546" y="315"/>
                      <a:pt x="546" y="315"/>
                    </a:cubicBezTo>
                    <a:cubicBezTo>
                      <a:pt x="548" y="313"/>
                      <a:pt x="549" y="311"/>
                      <a:pt x="549" y="310"/>
                    </a:cubicBezTo>
                    <a:cubicBezTo>
                      <a:pt x="549" y="308"/>
                      <a:pt x="548" y="307"/>
                      <a:pt x="547" y="305"/>
                    </a:cubicBezTo>
                    <a:cubicBezTo>
                      <a:pt x="526" y="279"/>
                      <a:pt x="526" y="279"/>
                      <a:pt x="526" y="279"/>
                    </a:cubicBezTo>
                    <a:cubicBezTo>
                      <a:pt x="524" y="277"/>
                      <a:pt x="523" y="276"/>
                      <a:pt x="521" y="276"/>
                    </a:cubicBezTo>
                    <a:cubicBezTo>
                      <a:pt x="520" y="275"/>
                      <a:pt x="518" y="276"/>
                      <a:pt x="516" y="277"/>
                    </a:cubicBezTo>
                    <a:cubicBezTo>
                      <a:pt x="515" y="276"/>
                      <a:pt x="515" y="276"/>
                      <a:pt x="515" y="276"/>
                    </a:cubicBezTo>
                    <a:cubicBezTo>
                      <a:pt x="550" y="248"/>
                      <a:pt x="550" y="248"/>
                      <a:pt x="550" y="248"/>
                    </a:cubicBezTo>
                    <a:cubicBezTo>
                      <a:pt x="559" y="258"/>
                      <a:pt x="559" y="258"/>
                      <a:pt x="559" y="258"/>
                    </a:cubicBezTo>
                    <a:cubicBezTo>
                      <a:pt x="558" y="260"/>
                      <a:pt x="558" y="260"/>
                      <a:pt x="558" y="260"/>
                    </a:cubicBezTo>
                    <a:cubicBezTo>
                      <a:pt x="555" y="257"/>
                      <a:pt x="552" y="256"/>
                      <a:pt x="549" y="256"/>
                    </a:cubicBezTo>
                    <a:cubicBezTo>
                      <a:pt x="547" y="255"/>
                      <a:pt x="544" y="257"/>
                      <a:pt x="540" y="260"/>
                    </a:cubicBezTo>
                    <a:cubicBezTo>
                      <a:pt x="535" y="264"/>
                      <a:pt x="535" y="264"/>
                      <a:pt x="535" y="264"/>
                    </a:cubicBezTo>
                    <a:cubicBezTo>
                      <a:pt x="547" y="280"/>
                      <a:pt x="547" y="280"/>
                      <a:pt x="547" y="280"/>
                    </a:cubicBezTo>
                    <a:cubicBezTo>
                      <a:pt x="548" y="279"/>
                      <a:pt x="548" y="279"/>
                      <a:pt x="548" y="279"/>
                    </a:cubicBezTo>
                    <a:cubicBezTo>
                      <a:pt x="550" y="278"/>
                      <a:pt x="551" y="276"/>
                      <a:pt x="551" y="274"/>
                    </a:cubicBezTo>
                    <a:cubicBezTo>
                      <a:pt x="551" y="271"/>
                      <a:pt x="550" y="269"/>
                      <a:pt x="548" y="266"/>
                    </a:cubicBezTo>
                    <a:cubicBezTo>
                      <a:pt x="550" y="264"/>
                      <a:pt x="550" y="264"/>
                      <a:pt x="550" y="264"/>
                    </a:cubicBezTo>
                    <a:cubicBezTo>
                      <a:pt x="565" y="284"/>
                      <a:pt x="565" y="284"/>
                      <a:pt x="565" y="284"/>
                    </a:cubicBezTo>
                    <a:cubicBezTo>
                      <a:pt x="564" y="285"/>
                      <a:pt x="564" y="285"/>
                      <a:pt x="564" y="285"/>
                    </a:cubicBezTo>
                    <a:cubicBezTo>
                      <a:pt x="561" y="282"/>
                      <a:pt x="559" y="280"/>
                      <a:pt x="557" y="280"/>
                    </a:cubicBezTo>
                    <a:cubicBezTo>
                      <a:pt x="554" y="280"/>
                      <a:pt x="552" y="280"/>
                      <a:pt x="550" y="282"/>
                    </a:cubicBezTo>
                    <a:cubicBezTo>
                      <a:pt x="550" y="283"/>
                      <a:pt x="550" y="283"/>
                      <a:pt x="550" y="283"/>
                    </a:cubicBezTo>
                    <a:cubicBezTo>
                      <a:pt x="560" y="295"/>
                      <a:pt x="560" y="295"/>
                      <a:pt x="560" y="295"/>
                    </a:cubicBezTo>
                    <a:cubicBezTo>
                      <a:pt x="561" y="297"/>
                      <a:pt x="562" y="298"/>
                      <a:pt x="563" y="298"/>
                    </a:cubicBezTo>
                    <a:cubicBezTo>
                      <a:pt x="564" y="298"/>
                      <a:pt x="566" y="297"/>
                      <a:pt x="568" y="295"/>
                    </a:cubicBezTo>
                    <a:cubicBezTo>
                      <a:pt x="572" y="292"/>
                      <a:pt x="574" y="289"/>
                      <a:pt x="575" y="286"/>
                    </a:cubicBezTo>
                    <a:cubicBezTo>
                      <a:pt x="576" y="282"/>
                      <a:pt x="575" y="279"/>
                      <a:pt x="573" y="274"/>
                    </a:cubicBezTo>
                    <a:cubicBezTo>
                      <a:pt x="575" y="273"/>
                      <a:pt x="575" y="273"/>
                      <a:pt x="575" y="273"/>
                    </a:cubicBezTo>
                    <a:cubicBezTo>
                      <a:pt x="583" y="287"/>
                      <a:pt x="583" y="287"/>
                      <a:pt x="583" y="287"/>
                    </a:cubicBezTo>
                    <a:cubicBezTo>
                      <a:pt x="547" y="316"/>
                      <a:pt x="547" y="316"/>
                      <a:pt x="547" y="316"/>
                    </a:cubicBezTo>
                    <a:close/>
                    <a:moveTo>
                      <a:pt x="595" y="239"/>
                    </a:moveTo>
                    <a:cubicBezTo>
                      <a:pt x="596" y="238"/>
                      <a:pt x="596" y="238"/>
                      <a:pt x="596" y="238"/>
                    </a:cubicBezTo>
                    <a:cubicBezTo>
                      <a:pt x="598" y="236"/>
                      <a:pt x="599" y="233"/>
                      <a:pt x="599" y="231"/>
                    </a:cubicBezTo>
                    <a:cubicBezTo>
                      <a:pt x="598" y="229"/>
                      <a:pt x="597" y="226"/>
                      <a:pt x="594" y="224"/>
                    </a:cubicBezTo>
                    <a:cubicBezTo>
                      <a:pt x="591" y="221"/>
                      <a:pt x="588" y="220"/>
                      <a:pt x="586" y="220"/>
                    </a:cubicBezTo>
                    <a:cubicBezTo>
                      <a:pt x="583" y="220"/>
                      <a:pt x="581" y="222"/>
                      <a:pt x="579" y="225"/>
                    </a:cubicBezTo>
                    <a:cubicBezTo>
                      <a:pt x="595" y="239"/>
                      <a:pt x="595" y="239"/>
                      <a:pt x="595" y="239"/>
                    </a:cubicBezTo>
                    <a:close/>
                    <a:moveTo>
                      <a:pt x="609" y="250"/>
                    </a:moveTo>
                    <a:cubicBezTo>
                      <a:pt x="598" y="241"/>
                      <a:pt x="598" y="241"/>
                      <a:pt x="598" y="241"/>
                    </a:cubicBezTo>
                    <a:cubicBezTo>
                      <a:pt x="599" y="240"/>
                      <a:pt x="599" y="240"/>
                      <a:pt x="599" y="240"/>
                    </a:cubicBezTo>
                    <a:cubicBezTo>
                      <a:pt x="625" y="245"/>
                      <a:pt x="625" y="245"/>
                      <a:pt x="625" y="245"/>
                    </a:cubicBezTo>
                    <a:cubicBezTo>
                      <a:pt x="637" y="230"/>
                      <a:pt x="637" y="230"/>
                      <a:pt x="637" y="230"/>
                    </a:cubicBezTo>
                    <a:cubicBezTo>
                      <a:pt x="636" y="229"/>
                      <a:pt x="636" y="229"/>
                      <a:pt x="636" y="229"/>
                    </a:cubicBezTo>
                    <a:cubicBezTo>
                      <a:pt x="635" y="230"/>
                      <a:pt x="634" y="231"/>
                      <a:pt x="633" y="231"/>
                    </a:cubicBezTo>
                    <a:cubicBezTo>
                      <a:pt x="632" y="231"/>
                      <a:pt x="630" y="231"/>
                      <a:pt x="628" y="231"/>
                    </a:cubicBezTo>
                    <a:cubicBezTo>
                      <a:pt x="608" y="227"/>
                      <a:pt x="608" y="227"/>
                      <a:pt x="608" y="227"/>
                    </a:cubicBezTo>
                    <a:cubicBezTo>
                      <a:pt x="609" y="224"/>
                      <a:pt x="609" y="221"/>
                      <a:pt x="609" y="218"/>
                    </a:cubicBezTo>
                    <a:cubicBezTo>
                      <a:pt x="608" y="215"/>
                      <a:pt x="607" y="213"/>
                      <a:pt x="604" y="211"/>
                    </a:cubicBezTo>
                    <a:cubicBezTo>
                      <a:pt x="601" y="208"/>
                      <a:pt x="597" y="207"/>
                      <a:pt x="593" y="209"/>
                    </a:cubicBezTo>
                    <a:cubicBezTo>
                      <a:pt x="589" y="210"/>
                      <a:pt x="585" y="213"/>
                      <a:pt x="580" y="218"/>
                    </a:cubicBezTo>
                    <a:cubicBezTo>
                      <a:pt x="562" y="240"/>
                      <a:pt x="562" y="240"/>
                      <a:pt x="562" y="240"/>
                    </a:cubicBezTo>
                    <a:cubicBezTo>
                      <a:pt x="563" y="241"/>
                      <a:pt x="563" y="241"/>
                      <a:pt x="563" y="241"/>
                    </a:cubicBezTo>
                    <a:cubicBezTo>
                      <a:pt x="565" y="240"/>
                      <a:pt x="567" y="239"/>
                      <a:pt x="568" y="239"/>
                    </a:cubicBezTo>
                    <a:cubicBezTo>
                      <a:pt x="569" y="239"/>
                      <a:pt x="571" y="239"/>
                      <a:pt x="573" y="241"/>
                    </a:cubicBezTo>
                    <a:cubicBezTo>
                      <a:pt x="598" y="262"/>
                      <a:pt x="598" y="262"/>
                      <a:pt x="598" y="262"/>
                    </a:cubicBezTo>
                    <a:cubicBezTo>
                      <a:pt x="600" y="264"/>
                      <a:pt x="602" y="266"/>
                      <a:pt x="602" y="267"/>
                    </a:cubicBezTo>
                    <a:cubicBezTo>
                      <a:pt x="602" y="269"/>
                      <a:pt x="601" y="270"/>
                      <a:pt x="600" y="272"/>
                    </a:cubicBezTo>
                    <a:cubicBezTo>
                      <a:pt x="601" y="273"/>
                      <a:pt x="601" y="273"/>
                      <a:pt x="601" y="273"/>
                    </a:cubicBezTo>
                    <a:cubicBezTo>
                      <a:pt x="620" y="251"/>
                      <a:pt x="620" y="251"/>
                      <a:pt x="620" y="251"/>
                    </a:cubicBezTo>
                    <a:cubicBezTo>
                      <a:pt x="619" y="249"/>
                      <a:pt x="619" y="249"/>
                      <a:pt x="619" y="249"/>
                    </a:cubicBezTo>
                    <a:cubicBezTo>
                      <a:pt x="617" y="251"/>
                      <a:pt x="616" y="252"/>
                      <a:pt x="614" y="252"/>
                    </a:cubicBezTo>
                    <a:cubicBezTo>
                      <a:pt x="613" y="253"/>
                      <a:pt x="611" y="252"/>
                      <a:pt x="609" y="250"/>
                    </a:cubicBezTo>
                    <a:cubicBezTo>
                      <a:pt x="609" y="250"/>
                      <a:pt x="609" y="250"/>
                      <a:pt x="609" y="250"/>
                    </a:cubicBezTo>
                    <a:close/>
                    <a:moveTo>
                      <a:pt x="651" y="215"/>
                    </a:moveTo>
                    <a:cubicBezTo>
                      <a:pt x="634" y="206"/>
                      <a:pt x="634" y="206"/>
                      <a:pt x="634" y="206"/>
                    </a:cubicBezTo>
                    <a:cubicBezTo>
                      <a:pt x="635" y="204"/>
                      <a:pt x="635" y="204"/>
                      <a:pt x="635" y="204"/>
                    </a:cubicBezTo>
                    <a:cubicBezTo>
                      <a:pt x="639" y="206"/>
                      <a:pt x="643" y="206"/>
                      <a:pt x="648" y="205"/>
                    </a:cubicBezTo>
                    <a:cubicBezTo>
                      <a:pt x="652" y="203"/>
                      <a:pt x="655" y="200"/>
                      <a:pt x="657" y="196"/>
                    </a:cubicBezTo>
                    <a:cubicBezTo>
                      <a:pt x="659" y="194"/>
                      <a:pt x="659" y="191"/>
                      <a:pt x="659" y="189"/>
                    </a:cubicBezTo>
                    <a:cubicBezTo>
                      <a:pt x="659" y="187"/>
                      <a:pt x="658" y="185"/>
                      <a:pt x="656" y="184"/>
                    </a:cubicBezTo>
                    <a:cubicBezTo>
                      <a:pt x="653" y="183"/>
                      <a:pt x="648" y="185"/>
                      <a:pt x="641" y="190"/>
                    </a:cubicBezTo>
                    <a:cubicBezTo>
                      <a:pt x="640" y="190"/>
                      <a:pt x="640" y="190"/>
                      <a:pt x="640" y="190"/>
                    </a:cubicBezTo>
                    <a:cubicBezTo>
                      <a:pt x="640" y="191"/>
                      <a:pt x="639" y="191"/>
                      <a:pt x="638" y="192"/>
                    </a:cubicBezTo>
                    <a:cubicBezTo>
                      <a:pt x="633" y="196"/>
                      <a:pt x="629" y="198"/>
                      <a:pt x="626" y="198"/>
                    </a:cubicBezTo>
                    <a:cubicBezTo>
                      <a:pt x="625" y="199"/>
                      <a:pt x="623" y="199"/>
                      <a:pt x="622" y="198"/>
                    </a:cubicBezTo>
                    <a:cubicBezTo>
                      <a:pt x="620" y="198"/>
                      <a:pt x="619" y="198"/>
                      <a:pt x="618" y="197"/>
                    </a:cubicBezTo>
                    <a:cubicBezTo>
                      <a:pt x="614" y="195"/>
                      <a:pt x="611" y="191"/>
                      <a:pt x="610" y="186"/>
                    </a:cubicBezTo>
                    <a:cubicBezTo>
                      <a:pt x="609" y="182"/>
                      <a:pt x="610" y="177"/>
                      <a:pt x="613" y="172"/>
                    </a:cubicBezTo>
                    <a:cubicBezTo>
                      <a:pt x="614" y="169"/>
                      <a:pt x="616" y="167"/>
                      <a:pt x="619" y="165"/>
                    </a:cubicBezTo>
                    <a:cubicBezTo>
                      <a:pt x="622" y="162"/>
                      <a:pt x="623" y="161"/>
                      <a:pt x="623" y="161"/>
                    </a:cubicBezTo>
                    <a:cubicBezTo>
                      <a:pt x="624" y="160"/>
                      <a:pt x="624" y="159"/>
                      <a:pt x="623" y="159"/>
                    </a:cubicBezTo>
                    <a:cubicBezTo>
                      <a:pt x="623" y="158"/>
                      <a:pt x="622" y="158"/>
                      <a:pt x="621" y="157"/>
                    </a:cubicBezTo>
                    <a:cubicBezTo>
                      <a:pt x="622" y="155"/>
                      <a:pt x="622" y="155"/>
                      <a:pt x="622" y="155"/>
                    </a:cubicBezTo>
                    <a:cubicBezTo>
                      <a:pt x="637" y="163"/>
                      <a:pt x="637" y="163"/>
                      <a:pt x="637" y="163"/>
                    </a:cubicBezTo>
                    <a:cubicBezTo>
                      <a:pt x="636" y="165"/>
                      <a:pt x="636" y="165"/>
                      <a:pt x="636" y="165"/>
                    </a:cubicBezTo>
                    <a:cubicBezTo>
                      <a:pt x="632" y="163"/>
                      <a:pt x="628" y="163"/>
                      <a:pt x="625" y="165"/>
                    </a:cubicBezTo>
                    <a:cubicBezTo>
                      <a:pt x="621" y="166"/>
                      <a:pt x="618" y="169"/>
                      <a:pt x="616" y="173"/>
                    </a:cubicBezTo>
                    <a:cubicBezTo>
                      <a:pt x="615" y="175"/>
                      <a:pt x="615" y="177"/>
                      <a:pt x="615" y="179"/>
                    </a:cubicBezTo>
                    <a:cubicBezTo>
                      <a:pt x="615" y="181"/>
                      <a:pt x="616" y="182"/>
                      <a:pt x="618" y="183"/>
                    </a:cubicBezTo>
                    <a:cubicBezTo>
                      <a:pt x="620" y="184"/>
                      <a:pt x="624" y="183"/>
                      <a:pt x="630" y="179"/>
                    </a:cubicBezTo>
                    <a:cubicBezTo>
                      <a:pt x="630" y="178"/>
                      <a:pt x="630" y="178"/>
                      <a:pt x="630" y="178"/>
                    </a:cubicBezTo>
                    <a:cubicBezTo>
                      <a:pt x="634" y="175"/>
                      <a:pt x="637" y="173"/>
                      <a:pt x="639" y="172"/>
                    </a:cubicBezTo>
                    <a:cubicBezTo>
                      <a:pt x="641" y="170"/>
                      <a:pt x="643" y="170"/>
                      <a:pt x="644" y="169"/>
                    </a:cubicBezTo>
                    <a:cubicBezTo>
                      <a:pt x="646" y="169"/>
                      <a:pt x="648" y="169"/>
                      <a:pt x="650" y="169"/>
                    </a:cubicBezTo>
                    <a:cubicBezTo>
                      <a:pt x="652" y="169"/>
                      <a:pt x="654" y="170"/>
                      <a:pt x="656" y="171"/>
                    </a:cubicBezTo>
                    <a:cubicBezTo>
                      <a:pt x="660" y="173"/>
                      <a:pt x="663" y="177"/>
                      <a:pt x="664" y="182"/>
                    </a:cubicBezTo>
                    <a:cubicBezTo>
                      <a:pt x="665" y="186"/>
                      <a:pt x="664" y="191"/>
                      <a:pt x="661" y="197"/>
                    </a:cubicBezTo>
                    <a:cubicBezTo>
                      <a:pt x="659" y="199"/>
                      <a:pt x="657" y="202"/>
                      <a:pt x="654" y="205"/>
                    </a:cubicBezTo>
                    <a:cubicBezTo>
                      <a:pt x="652" y="207"/>
                      <a:pt x="650" y="209"/>
                      <a:pt x="650" y="209"/>
                    </a:cubicBezTo>
                    <a:cubicBezTo>
                      <a:pt x="650" y="210"/>
                      <a:pt x="650" y="211"/>
                      <a:pt x="650" y="211"/>
                    </a:cubicBezTo>
                    <a:cubicBezTo>
                      <a:pt x="650" y="212"/>
                      <a:pt x="651" y="213"/>
                      <a:pt x="652" y="213"/>
                    </a:cubicBezTo>
                    <a:cubicBezTo>
                      <a:pt x="651" y="215"/>
                      <a:pt x="651" y="215"/>
                      <a:pt x="651" y="215"/>
                    </a:cubicBezTo>
                    <a:close/>
                    <a:moveTo>
                      <a:pt x="678" y="136"/>
                    </a:moveTo>
                    <a:cubicBezTo>
                      <a:pt x="647" y="124"/>
                      <a:pt x="647" y="124"/>
                      <a:pt x="647" y="124"/>
                    </a:cubicBezTo>
                    <a:cubicBezTo>
                      <a:pt x="644" y="123"/>
                      <a:pt x="643" y="122"/>
                      <a:pt x="642" y="121"/>
                    </a:cubicBezTo>
                    <a:cubicBezTo>
                      <a:pt x="642" y="120"/>
                      <a:pt x="642" y="118"/>
                      <a:pt x="642" y="116"/>
                    </a:cubicBezTo>
                    <a:cubicBezTo>
                      <a:pt x="641" y="115"/>
                      <a:pt x="641" y="115"/>
                      <a:pt x="641" y="115"/>
                    </a:cubicBezTo>
                    <a:cubicBezTo>
                      <a:pt x="630" y="142"/>
                      <a:pt x="630" y="142"/>
                      <a:pt x="630" y="142"/>
                    </a:cubicBezTo>
                    <a:cubicBezTo>
                      <a:pt x="632" y="143"/>
                      <a:pt x="632" y="143"/>
                      <a:pt x="632" y="143"/>
                    </a:cubicBezTo>
                    <a:cubicBezTo>
                      <a:pt x="633" y="141"/>
                      <a:pt x="634" y="139"/>
                      <a:pt x="635" y="139"/>
                    </a:cubicBezTo>
                    <a:cubicBezTo>
                      <a:pt x="637" y="138"/>
                      <a:pt x="639" y="138"/>
                      <a:pt x="641" y="139"/>
                    </a:cubicBezTo>
                    <a:cubicBezTo>
                      <a:pt x="672" y="151"/>
                      <a:pt x="672" y="151"/>
                      <a:pt x="672" y="151"/>
                    </a:cubicBezTo>
                    <a:cubicBezTo>
                      <a:pt x="674" y="152"/>
                      <a:pt x="676" y="153"/>
                      <a:pt x="677" y="154"/>
                    </a:cubicBezTo>
                    <a:cubicBezTo>
                      <a:pt x="677" y="156"/>
                      <a:pt x="677" y="158"/>
                      <a:pt x="676" y="160"/>
                    </a:cubicBezTo>
                    <a:cubicBezTo>
                      <a:pt x="678" y="161"/>
                      <a:pt x="678" y="161"/>
                      <a:pt x="678" y="161"/>
                    </a:cubicBezTo>
                    <a:cubicBezTo>
                      <a:pt x="689" y="133"/>
                      <a:pt x="689" y="133"/>
                      <a:pt x="689" y="133"/>
                    </a:cubicBezTo>
                    <a:cubicBezTo>
                      <a:pt x="687" y="133"/>
                      <a:pt x="687" y="133"/>
                      <a:pt x="687" y="133"/>
                    </a:cubicBezTo>
                    <a:cubicBezTo>
                      <a:pt x="686" y="135"/>
                      <a:pt x="685" y="136"/>
                      <a:pt x="683" y="137"/>
                    </a:cubicBezTo>
                    <a:cubicBezTo>
                      <a:pt x="682" y="137"/>
                      <a:pt x="680" y="137"/>
                      <a:pt x="678" y="136"/>
                    </a:cubicBezTo>
                    <a:cubicBezTo>
                      <a:pt x="678" y="136"/>
                      <a:pt x="678" y="136"/>
                      <a:pt x="678" y="136"/>
                    </a:cubicBezTo>
                    <a:close/>
                    <a:moveTo>
                      <a:pt x="656" y="57"/>
                    </a:moveTo>
                    <a:cubicBezTo>
                      <a:pt x="669" y="60"/>
                      <a:pt x="669" y="60"/>
                      <a:pt x="669" y="60"/>
                    </a:cubicBezTo>
                    <a:cubicBezTo>
                      <a:pt x="668" y="62"/>
                      <a:pt x="668" y="62"/>
                      <a:pt x="668" y="62"/>
                    </a:cubicBezTo>
                    <a:cubicBezTo>
                      <a:pt x="665" y="62"/>
                      <a:pt x="662" y="62"/>
                      <a:pt x="660" y="63"/>
                    </a:cubicBezTo>
                    <a:cubicBezTo>
                      <a:pt x="658" y="64"/>
                      <a:pt x="657" y="67"/>
                      <a:pt x="656" y="70"/>
                    </a:cubicBezTo>
                    <a:cubicBezTo>
                      <a:pt x="655" y="73"/>
                      <a:pt x="655" y="73"/>
                      <a:pt x="655" y="73"/>
                    </a:cubicBezTo>
                    <a:cubicBezTo>
                      <a:pt x="693" y="82"/>
                      <a:pt x="693" y="82"/>
                      <a:pt x="693" y="82"/>
                    </a:cubicBezTo>
                    <a:cubicBezTo>
                      <a:pt x="696" y="83"/>
                      <a:pt x="698" y="83"/>
                      <a:pt x="699" y="82"/>
                    </a:cubicBezTo>
                    <a:cubicBezTo>
                      <a:pt x="700" y="81"/>
                      <a:pt x="701" y="80"/>
                      <a:pt x="702" y="77"/>
                    </a:cubicBezTo>
                    <a:cubicBezTo>
                      <a:pt x="704" y="78"/>
                      <a:pt x="704" y="78"/>
                      <a:pt x="704" y="78"/>
                    </a:cubicBezTo>
                    <a:cubicBezTo>
                      <a:pt x="697" y="106"/>
                      <a:pt x="697" y="106"/>
                      <a:pt x="697" y="106"/>
                    </a:cubicBezTo>
                    <a:cubicBezTo>
                      <a:pt x="695" y="106"/>
                      <a:pt x="695" y="106"/>
                      <a:pt x="695" y="106"/>
                    </a:cubicBezTo>
                    <a:cubicBezTo>
                      <a:pt x="696" y="103"/>
                      <a:pt x="696" y="102"/>
                      <a:pt x="695" y="100"/>
                    </a:cubicBezTo>
                    <a:cubicBezTo>
                      <a:pt x="694" y="99"/>
                      <a:pt x="692" y="98"/>
                      <a:pt x="690" y="98"/>
                    </a:cubicBezTo>
                    <a:cubicBezTo>
                      <a:pt x="652" y="89"/>
                      <a:pt x="652" y="89"/>
                      <a:pt x="652" y="89"/>
                    </a:cubicBezTo>
                    <a:cubicBezTo>
                      <a:pt x="651" y="92"/>
                      <a:pt x="651" y="92"/>
                      <a:pt x="651" y="92"/>
                    </a:cubicBezTo>
                    <a:cubicBezTo>
                      <a:pt x="650" y="96"/>
                      <a:pt x="651" y="98"/>
                      <a:pt x="652" y="100"/>
                    </a:cubicBezTo>
                    <a:cubicBezTo>
                      <a:pt x="653" y="102"/>
                      <a:pt x="655" y="104"/>
                      <a:pt x="658" y="105"/>
                    </a:cubicBezTo>
                    <a:cubicBezTo>
                      <a:pt x="658" y="107"/>
                      <a:pt x="658" y="107"/>
                      <a:pt x="658" y="107"/>
                    </a:cubicBezTo>
                    <a:cubicBezTo>
                      <a:pt x="645" y="104"/>
                      <a:pt x="645" y="104"/>
                      <a:pt x="645" y="104"/>
                    </a:cubicBezTo>
                    <a:cubicBezTo>
                      <a:pt x="656" y="57"/>
                      <a:pt x="656" y="57"/>
                      <a:pt x="656" y="57"/>
                    </a:cubicBezTo>
                    <a:close/>
                    <a:moveTo>
                      <a:pt x="684" y="17"/>
                    </a:moveTo>
                    <a:cubicBezTo>
                      <a:pt x="699" y="18"/>
                      <a:pt x="699" y="18"/>
                      <a:pt x="699" y="18"/>
                    </a:cubicBezTo>
                    <a:cubicBezTo>
                      <a:pt x="701" y="18"/>
                      <a:pt x="703" y="17"/>
                      <a:pt x="704" y="16"/>
                    </a:cubicBezTo>
                    <a:cubicBezTo>
                      <a:pt x="705" y="15"/>
                      <a:pt x="706" y="13"/>
                      <a:pt x="706" y="11"/>
                    </a:cubicBezTo>
                    <a:cubicBezTo>
                      <a:pt x="708" y="11"/>
                      <a:pt x="708" y="11"/>
                      <a:pt x="708" y="11"/>
                    </a:cubicBezTo>
                    <a:cubicBezTo>
                      <a:pt x="708" y="40"/>
                      <a:pt x="708" y="40"/>
                      <a:pt x="708" y="40"/>
                    </a:cubicBezTo>
                    <a:cubicBezTo>
                      <a:pt x="706" y="40"/>
                      <a:pt x="706" y="40"/>
                      <a:pt x="706" y="40"/>
                    </a:cubicBezTo>
                    <a:cubicBezTo>
                      <a:pt x="706" y="38"/>
                      <a:pt x="705" y="36"/>
                      <a:pt x="704" y="35"/>
                    </a:cubicBezTo>
                    <a:cubicBezTo>
                      <a:pt x="703" y="34"/>
                      <a:pt x="701" y="34"/>
                      <a:pt x="698" y="34"/>
                    </a:cubicBezTo>
                    <a:cubicBezTo>
                      <a:pt x="687" y="33"/>
                      <a:pt x="687" y="33"/>
                      <a:pt x="687" y="33"/>
                    </a:cubicBezTo>
                    <a:cubicBezTo>
                      <a:pt x="663" y="46"/>
                      <a:pt x="663" y="46"/>
                      <a:pt x="663" y="46"/>
                    </a:cubicBezTo>
                    <a:cubicBezTo>
                      <a:pt x="661" y="47"/>
                      <a:pt x="660" y="48"/>
                      <a:pt x="659" y="49"/>
                    </a:cubicBezTo>
                    <a:cubicBezTo>
                      <a:pt x="658" y="50"/>
                      <a:pt x="658" y="51"/>
                      <a:pt x="658" y="53"/>
                    </a:cubicBezTo>
                    <a:cubicBezTo>
                      <a:pt x="656" y="53"/>
                      <a:pt x="656" y="53"/>
                      <a:pt x="656" y="53"/>
                    </a:cubicBezTo>
                    <a:cubicBezTo>
                      <a:pt x="656" y="26"/>
                      <a:pt x="656" y="26"/>
                      <a:pt x="656" y="26"/>
                    </a:cubicBezTo>
                    <a:cubicBezTo>
                      <a:pt x="658" y="26"/>
                      <a:pt x="658" y="26"/>
                      <a:pt x="658" y="26"/>
                    </a:cubicBezTo>
                    <a:cubicBezTo>
                      <a:pt x="658" y="27"/>
                      <a:pt x="658" y="28"/>
                      <a:pt x="659" y="29"/>
                    </a:cubicBezTo>
                    <a:cubicBezTo>
                      <a:pt x="659" y="29"/>
                      <a:pt x="660" y="30"/>
                      <a:pt x="660" y="30"/>
                    </a:cubicBezTo>
                    <a:cubicBezTo>
                      <a:pt x="661" y="30"/>
                      <a:pt x="661" y="30"/>
                      <a:pt x="661" y="30"/>
                    </a:cubicBezTo>
                    <a:cubicBezTo>
                      <a:pt x="662" y="29"/>
                      <a:pt x="662" y="29"/>
                      <a:pt x="662" y="29"/>
                    </a:cubicBezTo>
                    <a:cubicBezTo>
                      <a:pt x="681" y="20"/>
                      <a:pt x="681" y="20"/>
                      <a:pt x="681" y="20"/>
                    </a:cubicBezTo>
                    <a:cubicBezTo>
                      <a:pt x="664" y="10"/>
                      <a:pt x="664" y="10"/>
                      <a:pt x="664" y="10"/>
                    </a:cubicBezTo>
                    <a:cubicBezTo>
                      <a:pt x="663" y="10"/>
                      <a:pt x="663" y="10"/>
                      <a:pt x="663" y="10"/>
                    </a:cubicBezTo>
                    <a:cubicBezTo>
                      <a:pt x="662" y="9"/>
                      <a:pt x="662" y="9"/>
                      <a:pt x="661" y="9"/>
                    </a:cubicBezTo>
                    <a:cubicBezTo>
                      <a:pt x="660" y="9"/>
                      <a:pt x="660" y="10"/>
                      <a:pt x="659" y="11"/>
                    </a:cubicBezTo>
                    <a:cubicBezTo>
                      <a:pt x="659" y="11"/>
                      <a:pt x="659" y="13"/>
                      <a:pt x="659" y="14"/>
                    </a:cubicBezTo>
                    <a:cubicBezTo>
                      <a:pt x="659" y="15"/>
                      <a:pt x="659" y="15"/>
                      <a:pt x="659" y="15"/>
                    </a:cubicBezTo>
                    <a:cubicBezTo>
                      <a:pt x="657" y="15"/>
                      <a:pt x="657" y="15"/>
                      <a:pt x="657" y="15"/>
                    </a:cubicBezTo>
                    <a:cubicBezTo>
                      <a:pt x="657" y="0"/>
                      <a:pt x="657" y="0"/>
                      <a:pt x="657" y="0"/>
                    </a:cubicBezTo>
                    <a:cubicBezTo>
                      <a:pt x="659" y="0"/>
                      <a:pt x="659" y="0"/>
                      <a:pt x="659" y="0"/>
                    </a:cubicBezTo>
                    <a:cubicBezTo>
                      <a:pt x="659" y="1"/>
                      <a:pt x="659" y="1"/>
                      <a:pt x="659" y="1"/>
                    </a:cubicBezTo>
                    <a:cubicBezTo>
                      <a:pt x="659" y="1"/>
                      <a:pt x="659" y="2"/>
                      <a:pt x="660" y="3"/>
                    </a:cubicBezTo>
                    <a:cubicBezTo>
                      <a:pt x="660" y="4"/>
                      <a:pt x="661" y="5"/>
                      <a:pt x="663" y="6"/>
                    </a:cubicBezTo>
                    <a:lnTo>
                      <a:pt x="684" y="17"/>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solidFill>
                    <a:srgbClr val="000000"/>
                  </a:solidFill>
                </a:endParaRPr>
              </a:p>
            </p:txBody>
          </p:sp>
          <p:sp>
            <p:nvSpPr>
              <p:cNvPr id="26" name="îṩḻîḓè"/>
              <p:cNvSpPr/>
              <p:nvPr/>
            </p:nvSpPr>
            <p:spPr bwMode="auto">
              <a:xfrm>
                <a:off x="2840038" y="4119563"/>
                <a:ext cx="493713" cy="128588"/>
              </a:xfrm>
              <a:custGeom>
                <a:avLst/>
                <a:gdLst>
                  <a:gd name="T0" fmla="*/ 0 w 150"/>
                  <a:gd name="T1" fmla="*/ 36 h 39"/>
                  <a:gd name="T2" fmla="*/ 9 w 150"/>
                  <a:gd name="T3" fmla="*/ 33 h 39"/>
                  <a:gd name="T4" fmla="*/ 8 w 150"/>
                  <a:gd name="T5" fmla="*/ 7 h 39"/>
                  <a:gd name="T6" fmla="*/ 3 w 150"/>
                  <a:gd name="T7" fmla="*/ 7 h 39"/>
                  <a:gd name="T8" fmla="*/ 1 w 150"/>
                  <a:gd name="T9" fmla="*/ 5 h 39"/>
                  <a:gd name="T10" fmla="*/ 17 w 150"/>
                  <a:gd name="T11" fmla="*/ 0 h 39"/>
                  <a:gd name="T12" fmla="*/ 19 w 150"/>
                  <a:gd name="T13" fmla="*/ 33 h 39"/>
                  <a:gd name="T14" fmla="*/ 28 w 150"/>
                  <a:gd name="T15" fmla="*/ 36 h 39"/>
                  <a:gd name="T16" fmla="*/ 21 w 150"/>
                  <a:gd name="T17" fmla="*/ 38 h 39"/>
                  <a:gd name="T18" fmla="*/ 6 w 150"/>
                  <a:gd name="T19" fmla="*/ 38 h 39"/>
                  <a:gd name="T20" fmla="*/ 0 w 150"/>
                  <a:gd name="T21" fmla="*/ 38 h 39"/>
                  <a:gd name="T22" fmla="*/ 46 w 150"/>
                  <a:gd name="T23" fmla="*/ 24 h 39"/>
                  <a:gd name="T24" fmla="*/ 48 w 150"/>
                  <a:gd name="T25" fmla="*/ 34 h 39"/>
                  <a:gd name="T26" fmla="*/ 61 w 150"/>
                  <a:gd name="T27" fmla="*/ 34 h 39"/>
                  <a:gd name="T28" fmla="*/ 60 w 150"/>
                  <a:gd name="T29" fmla="*/ 25 h 39"/>
                  <a:gd name="T30" fmla="*/ 51 w 150"/>
                  <a:gd name="T31" fmla="*/ 21 h 39"/>
                  <a:gd name="T32" fmla="*/ 60 w 150"/>
                  <a:gd name="T33" fmla="*/ 12 h 39"/>
                  <a:gd name="T34" fmla="*/ 59 w 150"/>
                  <a:gd name="T35" fmla="*/ 4 h 39"/>
                  <a:gd name="T36" fmla="*/ 48 w 150"/>
                  <a:gd name="T37" fmla="*/ 4 h 39"/>
                  <a:gd name="T38" fmla="*/ 49 w 150"/>
                  <a:gd name="T39" fmla="*/ 11 h 39"/>
                  <a:gd name="T40" fmla="*/ 56 w 150"/>
                  <a:gd name="T41" fmla="*/ 15 h 39"/>
                  <a:gd name="T42" fmla="*/ 41 w 150"/>
                  <a:gd name="T43" fmla="*/ 15 h 39"/>
                  <a:gd name="T44" fmla="*/ 43 w 150"/>
                  <a:gd name="T45" fmla="*/ 3 h 39"/>
                  <a:gd name="T46" fmla="*/ 65 w 150"/>
                  <a:gd name="T47" fmla="*/ 3 h 39"/>
                  <a:gd name="T48" fmla="*/ 67 w 150"/>
                  <a:gd name="T49" fmla="*/ 13 h 39"/>
                  <a:gd name="T50" fmla="*/ 68 w 150"/>
                  <a:gd name="T51" fmla="*/ 21 h 39"/>
                  <a:gd name="T52" fmla="*/ 66 w 150"/>
                  <a:gd name="T53" fmla="*/ 36 h 39"/>
                  <a:gd name="T54" fmla="*/ 41 w 150"/>
                  <a:gd name="T55" fmla="*/ 36 h 39"/>
                  <a:gd name="T56" fmla="*/ 39 w 150"/>
                  <a:gd name="T57" fmla="*/ 23 h 39"/>
                  <a:gd name="T58" fmla="*/ 47 w 150"/>
                  <a:gd name="T59" fmla="*/ 19 h 39"/>
                  <a:gd name="T60" fmla="*/ 80 w 150"/>
                  <a:gd name="T61" fmla="*/ 33 h 39"/>
                  <a:gd name="T62" fmla="*/ 87 w 150"/>
                  <a:gd name="T63" fmla="*/ 36 h 39"/>
                  <a:gd name="T64" fmla="*/ 100 w 150"/>
                  <a:gd name="T65" fmla="*/ 20 h 39"/>
                  <a:gd name="T66" fmla="*/ 95 w 150"/>
                  <a:gd name="T67" fmla="*/ 25 h 39"/>
                  <a:gd name="T68" fmla="*/ 79 w 150"/>
                  <a:gd name="T69" fmla="*/ 23 h 39"/>
                  <a:gd name="T70" fmla="*/ 81 w 150"/>
                  <a:gd name="T71" fmla="*/ 4 h 39"/>
                  <a:gd name="T72" fmla="*/ 105 w 150"/>
                  <a:gd name="T73" fmla="*/ 5 h 39"/>
                  <a:gd name="T74" fmla="*/ 108 w 150"/>
                  <a:gd name="T75" fmla="*/ 26 h 39"/>
                  <a:gd name="T76" fmla="*/ 96 w 150"/>
                  <a:gd name="T77" fmla="*/ 38 h 39"/>
                  <a:gd name="T78" fmla="*/ 81 w 150"/>
                  <a:gd name="T79" fmla="*/ 38 h 39"/>
                  <a:gd name="T80" fmla="*/ 77 w 150"/>
                  <a:gd name="T81" fmla="*/ 36 h 39"/>
                  <a:gd name="T82" fmla="*/ 98 w 150"/>
                  <a:gd name="T83" fmla="*/ 19 h 39"/>
                  <a:gd name="T84" fmla="*/ 98 w 150"/>
                  <a:gd name="T85" fmla="*/ 6 h 39"/>
                  <a:gd name="T86" fmla="*/ 87 w 150"/>
                  <a:gd name="T87" fmla="*/ 6 h 39"/>
                  <a:gd name="T88" fmla="*/ 88 w 150"/>
                  <a:gd name="T89" fmla="*/ 19 h 39"/>
                  <a:gd name="T90" fmla="*/ 93 w 150"/>
                  <a:gd name="T91" fmla="*/ 21 h 39"/>
                  <a:gd name="T92" fmla="*/ 128 w 150"/>
                  <a:gd name="T93" fmla="*/ 20 h 39"/>
                  <a:gd name="T94" fmla="*/ 129 w 150"/>
                  <a:gd name="T95" fmla="*/ 33 h 39"/>
                  <a:gd name="T96" fmla="*/ 139 w 150"/>
                  <a:gd name="T97" fmla="*/ 34 h 39"/>
                  <a:gd name="T98" fmla="*/ 139 w 150"/>
                  <a:gd name="T99" fmla="*/ 21 h 39"/>
                  <a:gd name="T100" fmla="*/ 133 w 150"/>
                  <a:gd name="T101" fmla="*/ 18 h 39"/>
                  <a:gd name="T102" fmla="*/ 146 w 150"/>
                  <a:gd name="T103" fmla="*/ 6 h 39"/>
                  <a:gd name="T104" fmla="*/ 139 w 150"/>
                  <a:gd name="T105" fmla="*/ 4 h 39"/>
                  <a:gd name="T106" fmla="*/ 126 w 150"/>
                  <a:gd name="T107" fmla="*/ 19 h 39"/>
                  <a:gd name="T108" fmla="*/ 131 w 150"/>
                  <a:gd name="T109" fmla="*/ 15 h 39"/>
                  <a:gd name="T110" fmla="*/ 147 w 150"/>
                  <a:gd name="T111" fmla="*/ 16 h 39"/>
                  <a:gd name="T112" fmla="*/ 146 w 150"/>
                  <a:gd name="T113" fmla="*/ 35 h 39"/>
                  <a:gd name="T114" fmla="*/ 121 w 150"/>
                  <a:gd name="T115" fmla="*/ 35 h 39"/>
                  <a:gd name="T116" fmla="*/ 118 w 150"/>
                  <a:gd name="T117" fmla="*/ 13 h 39"/>
                  <a:gd name="T118" fmla="*/ 130 w 150"/>
                  <a:gd name="T119" fmla="*/ 2 h 39"/>
                  <a:gd name="T120" fmla="*/ 145 w 150"/>
                  <a:gd name="T121" fmla="*/ 1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50" h="39">
                    <a:moveTo>
                      <a:pt x="0" y="38"/>
                    </a:moveTo>
                    <a:cubicBezTo>
                      <a:pt x="0" y="36"/>
                      <a:pt x="0" y="36"/>
                      <a:pt x="0" y="36"/>
                    </a:cubicBezTo>
                    <a:cubicBezTo>
                      <a:pt x="4" y="36"/>
                      <a:pt x="6" y="36"/>
                      <a:pt x="8" y="35"/>
                    </a:cubicBezTo>
                    <a:cubicBezTo>
                      <a:pt x="9" y="35"/>
                      <a:pt x="9" y="34"/>
                      <a:pt x="9" y="33"/>
                    </a:cubicBezTo>
                    <a:cubicBezTo>
                      <a:pt x="9" y="10"/>
                      <a:pt x="9" y="10"/>
                      <a:pt x="9" y="10"/>
                    </a:cubicBezTo>
                    <a:cubicBezTo>
                      <a:pt x="9" y="9"/>
                      <a:pt x="9" y="8"/>
                      <a:pt x="8" y="7"/>
                    </a:cubicBezTo>
                    <a:cubicBezTo>
                      <a:pt x="8" y="7"/>
                      <a:pt x="7" y="7"/>
                      <a:pt x="5" y="7"/>
                    </a:cubicBezTo>
                    <a:cubicBezTo>
                      <a:pt x="5" y="7"/>
                      <a:pt x="4" y="7"/>
                      <a:pt x="3" y="7"/>
                    </a:cubicBezTo>
                    <a:cubicBezTo>
                      <a:pt x="2" y="7"/>
                      <a:pt x="2" y="7"/>
                      <a:pt x="1" y="7"/>
                    </a:cubicBezTo>
                    <a:cubicBezTo>
                      <a:pt x="1" y="5"/>
                      <a:pt x="1" y="5"/>
                      <a:pt x="1" y="5"/>
                    </a:cubicBezTo>
                    <a:cubicBezTo>
                      <a:pt x="4" y="4"/>
                      <a:pt x="7" y="4"/>
                      <a:pt x="9" y="3"/>
                    </a:cubicBezTo>
                    <a:cubicBezTo>
                      <a:pt x="12" y="3"/>
                      <a:pt x="14" y="2"/>
                      <a:pt x="17" y="0"/>
                    </a:cubicBezTo>
                    <a:cubicBezTo>
                      <a:pt x="19" y="0"/>
                      <a:pt x="19" y="0"/>
                      <a:pt x="19" y="0"/>
                    </a:cubicBezTo>
                    <a:cubicBezTo>
                      <a:pt x="19" y="33"/>
                      <a:pt x="19" y="33"/>
                      <a:pt x="19" y="33"/>
                    </a:cubicBezTo>
                    <a:cubicBezTo>
                      <a:pt x="19" y="34"/>
                      <a:pt x="20" y="35"/>
                      <a:pt x="21" y="35"/>
                    </a:cubicBezTo>
                    <a:cubicBezTo>
                      <a:pt x="22" y="36"/>
                      <a:pt x="24" y="36"/>
                      <a:pt x="28" y="36"/>
                    </a:cubicBezTo>
                    <a:cubicBezTo>
                      <a:pt x="28" y="38"/>
                      <a:pt x="28" y="38"/>
                      <a:pt x="28" y="38"/>
                    </a:cubicBezTo>
                    <a:cubicBezTo>
                      <a:pt x="26" y="38"/>
                      <a:pt x="23" y="38"/>
                      <a:pt x="21" y="38"/>
                    </a:cubicBezTo>
                    <a:cubicBezTo>
                      <a:pt x="19" y="38"/>
                      <a:pt x="16" y="38"/>
                      <a:pt x="14" y="38"/>
                    </a:cubicBezTo>
                    <a:cubicBezTo>
                      <a:pt x="11" y="38"/>
                      <a:pt x="8" y="38"/>
                      <a:pt x="6" y="38"/>
                    </a:cubicBezTo>
                    <a:cubicBezTo>
                      <a:pt x="4" y="38"/>
                      <a:pt x="2" y="38"/>
                      <a:pt x="0" y="38"/>
                    </a:cubicBezTo>
                    <a:cubicBezTo>
                      <a:pt x="0" y="38"/>
                      <a:pt x="0" y="38"/>
                      <a:pt x="0" y="38"/>
                    </a:cubicBezTo>
                    <a:close/>
                    <a:moveTo>
                      <a:pt x="51" y="21"/>
                    </a:moveTo>
                    <a:cubicBezTo>
                      <a:pt x="49" y="22"/>
                      <a:pt x="48" y="23"/>
                      <a:pt x="46" y="24"/>
                    </a:cubicBezTo>
                    <a:cubicBezTo>
                      <a:pt x="45" y="26"/>
                      <a:pt x="45" y="27"/>
                      <a:pt x="45" y="28"/>
                    </a:cubicBezTo>
                    <a:cubicBezTo>
                      <a:pt x="45" y="31"/>
                      <a:pt x="46" y="32"/>
                      <a:pt x="48" y="34"/>
                    </a:cubicBezTo>
                    <a:cubicBezTo>
                      <a:pt x="50" y="35"/>
                      <a:pt x="52" y="36"/>
                      <a:pt x="55" y="36"/>
                    </a:cubicBezTo>
                    <a:cubicBezTo>
                      <a:pt x="57" y="36"/>
                      <a:pt x="59" y="36"/>
                      <a:pt x="61" y="34"/>
                    </a:cubicBezTo>
                    <a:cubicBezTo>
                      <a:pt x="62" y="33"/>
                      <a:pt x="63" y="32"/>
                      <a:pt x="63" y="30"/>
                    </a:cubicBezTo>
                    <a:cubicBezTo>
                      <a:pt x="63" y="28"/>
                      <a:pt x="62" y="27"/>
                      <a:pt x="60" y="25"/>
                    </a:cubicBezTo>
                    <a:cubicBezTo>
                      <a:pt x="58" y="24"/>
                      <a:pt x="55" y="23"/>
                      <a:pt x="51" y="21"/>
                    </a:cubicBezTo>
                    <a:cubicBezTo>
                      <a:pt x="51" y="21"/>
                      <a:pt x="51" y="21"/>
                      <a:pt x="51" y="21"/>
                    </a:cubicBezTo>
                    <a:close/>
                    <a:moveTo>
                      <a:pt x="56" y="15"/>
                    </a:moveTo>
                    <a:cubicBezTo>
                      <a:pt x="58" y="14"/>
                      <a:pt x="59" y="13"/>
                      <a:pt x="60" y="12"/>
                    </a:cubicBezTo>
                    <a:cubicBezTo>
                      <a:pt x="61" y="11"/>
                      <a:pt x="61" y="10"/>
                      <a:pt x="61" y="8"/>
                    </a:cubicBezTo>
                    <a:cubicBezTo>
                      <a:pt x="61" y="7"/>
                      <a:pt x="60" y="5"/>
                      <a:pt x="59" y="4"/>
                    </a:cubicBezTo>
                    <a:cubicBezTo>
                      <a:pt x="57" y="3"/>
                      <a:pt x="56" y="3"/>
                      <a:pt x="53" y="3"/>
                    </a:cubicBezTo>
                    <a:cubicBezTo>
                      <a:pt x="51" y="3"/>
                      <a:pt x="50" y="3"/>
                      <a:pt x="48" y="4"/>
                    </a:cubicBezTo>
                    <a:cubicBezTo>
                      <a:pt x="47" y="5"/>
                      <a:pt x="46" y="6"/>
                      <a:pt x="46" y="7"/>
                    </a:cubicBezTo>
                    <a:cubicBezTo>
                      <a:pt x="46" y="9"/>
                      <a:pt x="47" y="10"/>
                      <a:pt x="49" y="11"/>
                    </a:cubicBezTo>
                    <a:cubicBezTo>
                      <a:pt x="50" y="13"/>
                      <a:pt x="53" y="14"/>
                      <a:pt x="56" y="15"/>
                    </a:cubicBezTo>
                    <a:cubicBezTo>
                      <a:pt x="56" y="15"/>
                      <a:pt x="56" y="15"/>
                      <a:pt x="56" y="15"/>
                    </a:cubicBezTo>
                    <a:close/>
                    <a:moveTo>
                      <a:pt x="47" y="19"/>
                    </a:moveTo>
                    <a:cubicBezTo>
                      <a:pt x="44" y="18"/>
                      <a:pt x="42" y="16"/>
                      <a:pt x="41" y="15"/>
                    </a:cubicBezTo>
                    <a:cubicBezTo>
                      <a:pt x="39" y="13"/>
                      <a:pt x="39" y="12"/>
                      <a:pt x="39" y="10"/>
                    </a:cubicBezTo>
                    <a:cubicBezTo>
                      <a:pt x="39" y="7"/>
                      <a:pt x="40" y="5"/>
                      <a:pt x="43" y="3"/>
                    </a:cubicBezTo>
                    <a:cubicBezTo>
                      <a:pt x="46" y="1"/>
                      <a:pt x="50" y="0"/>
                      <a:pt x="55" y="0"/>
                    </a:cubicBezTo>
                    <a:cubicBezTo>
                      <a:pt x="59" y="0"/>
                      <a:pt x="62" y="1"/>
                      <a:pt x="65" y="3"/>
                    </a:cubicBezTo>
                    <a:cubicBezTo>
                      <a:pt x="67" y="4"/>
                      <a:pt x="69" y="6"/>
                      <a:pt x="69" y="8"/>
                    </a:cubicBezTo>
                    <a:cubicBezTo>
                      <a:pt x="69" y="10"/>
                      <a:pt x="68" y="11"/>
                      <a:pt x="67" y="13"/>
                    </a:cubicBezTo>
                    <a:cubicBezTo>
                      <a:pt x="65" y="14"/>
                      <a:pt x="63" y="15"/>
                      <a:pt x="60" y="17"/>
                    </a:cubicBezTo>
                    <a:cubicBezTo>
                      <a:pt x="64" y="18"/>
                      <a:pt x="66" y="20"/>
                      <a:pt x="68" y="21"/>
                    </a:cubicBezTo>
                    <a:cubicBezTo>
                      <a:pt x="70" y="23"/>
                      <a:pt x="71" y="25"/>
                      <a:pt x="71" y="28"/>
                    </a:cubicBezTo>
                    <a:cubicBezTo>
                      <a:pt x="71" y="31"/>
                      <a:pt x="69" y="34"/>
                      <a:pt x="66" y="36"/>
                    </a:cubicBezTo>
                    <a:cubicBezTo>
                      <a:pt x="63" y="38"/>
                      <a:pt x="59" y="39"/>
                      <a:pt x="54" y="39"/>
                    </a:cubicBezTo>
                    <a:cubicBezTo>
                      <a:pt x="48" y="39"/>
                      <a:pt x="44" y="38"/>
                      <a:pt x="41" y="36"/>
                    </a:cubicBezTo>
                    <a:cubicBezTo>
                      <a:pt x="38" y="34"/>
                      <a:pt x="36" y="32"/>
                      <a:pt x="36" y="29"/>
                    </a:cubicBezTo>
                    <a:cubicBezTo>
                      <a:pt x="36" y="27"/>
                      <a:pt x="37" y="25"/>
                      <a:pt x="39" y="23"/>
                    </a:cubicBezTo>
                    <a:cubicBezTo>
                      <a:pt x="40" y="22"/>
                      <a:pt x="43" y="20"/>
                      <a:pt x="47" y="19"/>
                    </a:cubicBezTo>
                    <a:cubicBezTo>
                      <a:pt x="47" y="19"/>
                      <a:pt x="47" y="19"/>
                      <a:pt x="47" y="19"/>
                    </a:cubicBezTo>
                    <a:close/>
                    <a:moveTo>
                      <a:pt x="77" y="36"/>
                    </a:moveTo>
                    <a:cubicBezTo>
                      <a:pt x="80" y="33"/>
                      <a:pt x="80" y="33"/>
                      <a:pt x="80" y="33"/>
                    </a:cubicBezTo>
                    <a:cubicBezTo>
                      <a:pt x="81" y="34"/>
                      <a:pt x="82" y="35"/>
                      <a:pt x="83" y="35"/>
                    </a:cubicBezTo>
                    <a:cubicBezTo>
                      <a:pt x="85" y="35"/>
                      <a:pt x="86" y="36"/>
                      <a:pt x="87" y="36"/>
                    </a:cubicBezTo>
                    <a:cubicBezTo>
                      <a:pt x="91" y="36"/>
                      <a:pt x="94" y="34"/>
                      <a:pt x="97" y="31"/>
                    </a:cubicBezTo>
                    <a:cubicBezTo>
                      <a:pt x="99" y="28"/>
                      <a:pt x="100" y="25"/>
                      <a:pt x="100" y="20"/>
                    </a:cubicBezTo>
                    <a:cubicBezTo>
                      <a:pt x="100" y="20"/>
                      <a:pt x="100" y="20"/>
                      <a:pt x="100" y="20"/>
                    </a:cubicBezTo>
                    <a:cubicBezTo>
                      <a:pt x="99" y="22"/>
                      <a:pt x="97" y="24"/>
                      <a:pt x="95" y="25"/>
                    </a:cubicBezTo>
                    <a:cubicBezTo>
                      <a:pt x="93" y="26"/>
                      <a:pt x="91" y="26"/>
                      <a:pt x="88" y="26"/>
                    </a:cubicBezTo>
                    <a:cubicBezTo>
                      <a:pt x="85" y="26"/>
                      <a:pt x="82" y="25"/>
                      <a:pt x="79" y="23"/>
                    </a:cubicBezTo>
                    <a:cubicBezTo>
                      <a:pt x="77" y="21"/>
                      <a:pt x="76" y="18"/>
                      <a:pt x="76" y="15"/>
                    </a:cubicBezTo>
                    <a:cubicBezTo>
                      <a:pt x="76" y="11"/>
                      <a:pt x="78" y="7"/>
                      <a:pt x="81" y="4"/>
                    </a:cubicBezTo>
                    <a:cubicBezTo>
                      <a:pt x="84" y="2"/>
                      <a:pt x="88" y="0"/>
                      <a:pt x="93" y="0"/>
                    </a:cubicBezTo>
                    <a:cubicBezTo>
                      <a:pt x="98" y="0"/>
                      <a:pt x="102" y="2"/>
                      <a:pt x="105" y="5"/>
                    </a:cubicBezTo>
                    <a:cubicBezTo>
                      <a:pt x="108" y="8"/>
                      <a:pt x="110" y="12"/>
                      <a:pt x="110" y="17"/>
                    </a:cubicBezTo>
                    <a:cubicBezTo>
                      <a:pt x="110" y="20"/>
                      <a:pt x="109" y="23"/>
                      <a:pt x="108" y="26"/>
                    </a:cubicBezTo>
                    <a:cubicBezTo>
                      <a:pt x="107" y="29"/>
                      <a:pt x="106" y="31"/>
                      <a:pt x="104" y="33"/>
                    </a:cubicBezTo>
                    <a:cubicBezTo>
                      <a:pt x="101" y="35"/>
                      <a:pt x="99" y="36"/>
                      <a:pt x="96" y="38"/>
                    </a:cubicBezTo>
                    <a:cubicBezTo>
                      <a:pt x="93" y="39"/>
                      <a:pt x="91" y="39"/>
                      <a:pt x="87" y="39"/>
                    </a:cubicBezTo>
                    <a:cubicBezTo>
                      <a:pt x="85" y="39"/>
                      <a:pt x="83" y="39"/>
                      <a:pt x="81" y="38"/>
                    </a:cubicBezTo>
                    <a:cubicBezTo>
                      <a:pt x="80" y="38"/>
                      <a:pt x="78" y="37"/>
                      <a:pt x="77" y="36"/>
                    </a:cubicBezTo>
                    <a:cubicBezTo>
                      <a:pt x="77" y="36"/>
                      <a:pt x="77" y="36"/>
                      <a:pt x="77" y="36"/>
                    </a:cubicBezTo>
                    <a:close/>
                    <a:moveTo>
                      <a:pt x="93" y="21"/>
                    </a:moveTo>
                    <a:cubicBezTo>
                      <a:pt x="95" y="21"/>
                      <a:pt x="97" y="21"/>
                      <a:pt x="98" y="19"/>
                    </a:cubicBezTo>
                    <a:cubicBezTo>
                      <a:pt x="99" y="18"/>
                      <a:pt x="100" y="16"/>
                      <a:pt x="100" y="14"/>
                    </a:cubicBezTo>
                    <a:cubicBezTo>
                      <a:pt x="100" y="11"/>
                      <a:pt x="99" y="8"/>
                      <a:pt x="98" y="6"/>
                    </a:cubicBezTo>
                    <a:cubicBezTo>
                      <a:pt x="96" y="4"/>
                      <a:pt x="94" y="3"/>
                      <a:pt x="92" y="3"/>
                    </a:cubicBezTo>
                    <a:cubicBezTo>
                      <a:pt x="90" y="3"/>
                      <a:pt x="88" y="4"/>
                      <a:pt x="87" y="6"/>
                    </a:cubicBezTo>
                    <a:cubicBezTo>
                      <a:pt x="86" y="7"/>
                      <a:pt x="86" y="9"/>
                      <a:pt x="86" y="12"/>
                    </a:cubicBezTo>
                    <a:cubicBezTo>
                      <a:pt x="86" y="15"/>
                      <a:pt x="87" y="17"/>
                      <a:pt x="88" y="19"/>
                    </a:cubicBezTo>
                    <a:cubicBezTo>
                      <a:pt x="89" y="21"/>
                      <a:pt x="91" y="21"/>
                      <a:pt x="93" y="21"/>
                    </a:cubicBezTo>
                    <a:cubicBezTo>
                      <a:pt x="93" y="21"/>
                      <a:pt x="93" y="21"/>
                      <a:pt x="93" y="21"/>
                    </a:cubicBezTo>
                    <a:close/>
                    <a:moveTo>
                      <a:pt x="133" y="18"/>
                    </a:moveTo>
                    <a:cubicBezTo>
                      <a:pt x="131" y="18"/>
                      <a:pt x="130" y="19"/>
                      <a:pt x="128" y="20"/>
                    </a:cubicBezTo>
                    <a:cubicBezTo>
                      <a:pt x="127" y="21"/>
                      <a:pt x="127" y="23"/>
                      <a:pt x="127" y="25"/>
                    </a:cubicBezTo>
                    <a:cubicBezTo>
                      <a:pt x="127" y="29"/>
                      <a:pt x="127" y="31"/>
                      <a:pt x="129" y="33"/>
                    </a:cubicBezTo>
                    <a:cubicBezTo>
                      <a:pt x="130" y="35"/>
                      <a:pt x="132" y="36"/>
                      <a:pt x="134" y="36"/>
                    </a:cubicBezTo>
                    <a:cubicBezTo>
                      <a:pt x="136" y="36"/>
                      <a:pt x="138" y="35"/>
                      <a:pt x="139" y="34"/>
                    </a:cubicBezTo>
                    <a:cubicBezTo>
                      <a:pt x="140" y="33"/>
                      <a:pt x="140" y="31"/>
                      <a:pt x="140" y="28"/>
                    </a:cubicBezTo>
                    <a:cubicBezTo>
                      <a:pt x="140" y="25"/>
                      <a:pt x="140" y="22"/>
                      <a:pt x="139" y="21"/>
                    </a:cubicBezTo>
                    <a:cubicBezTo>
                      <a:pt x="137" y="19"/>
                      <a:pt x="136" y="18"/>
                      <a:pt x="133" y="18"/>
                    </a:cubicBezTo>
                    <a:cubicBezTo>
                      <a:pt x="133" y="18"/>
                      <a:pt x="133" y="18"/>
                      <a:pt x="133" y="18"/>
                    </a:cubicBezTo>
                    <a:close/>
                    <a:moveTo>
                      <a:pt x="150" y="4"/>
                    </a:moveTo>
                    <a:cubicBezTo>
                      <a:pt x="146" y="6"/>
                      <a:pt x="146" y="6"/>
                      <a:pt x="146" y="6"/>
                    </a:cubicBezTo>
                    <a:cubicBezTo>
                      <a:pt x="145" y="5"/>
                      <a:pt x="144" y="5"/>
                      <a:pt x="143" y="5"/>
                    </a:cubicBezTo>
                    <a:cubicBezTo>
                      <a:pt x="142" y="4"/>
                      <a:pt x="141" y="4"/>
                      <a:pt x="139" y="4"/>
                    </a:cubicBezTo>
                    <a:cubicBezTo>
                      <a:pt x="135" y="4"/>
                      <a:pt x="132" y="5"/>
                      <a:pt x="130" y="8"/>
                    </a:cubicBezTo>
                    <a:cubicBezTo>
                      <a:pt x="127" y="11"/>
                      <a:pt x="126" y="15"/>
                      <a:pt x="126" y="19"/>
                    </a:cubicBezTo>
                    <a:cubicBezTo>
                      <a:pt x="126" y="19"/>
                      <a:pt x="126" y="19"/>
                      <a:pt x="126" y="19"/>
                    </a:cubicBezTo>
                    <a:cubicBezTo>
                      <a:pt x="127" y="17"/>
                      <a:pt x="129" y="16"/>
                      <a:pt x="131" y="15"/>
                    </a:cubicBezTo>
                    <a:cubicBezTo>
                      <a:pt x="133" y="14"/>
                      <a:pt x="135" y="13"/>
                      <a:pt x="138" y="13"/>
                    </a:cubicBezTo>
                    <a:cubicBezTo>
                      <a:pt x="142" y="13"/>
                      <a:pt x="145" y="14"/>
                      <a:pt x="147" y="16"/>
                    </a:cubicBezTo>
                    <a:cubicBezTo>
                      <a:pt x="149" y="18"/>
                      <a:pt x="150" y="21"/>
                      <a:pt x="150" y="25"/>
                    </a:cubicBezTo>
                    <a:cubicBezTo>
                      <a:pt x="150" y="29"/>
                      <a:pt x="149" y="32"/>
                      <a:pt x="146" y="35"/>
                    </a:cubicBezTo>
                    <a:cubicBezTo>
                      <a:pt x="143" y="38"/>
                      <a:pt x="139" y="39"/>
                      <a:pt x="134" y="39"/>
                    </a:cubicBezTo>
                    <a:cubicBezTo>
                      <a:pt x="128" y="39"/>
                      <a:pt x="124" y="38"/>
                      <a:pt x="121" y="35"/>
                    </a:cubicBezTo>
                    <a:cubicBezTo>
                      <a:pt x="118" y="32"/>
                      <a:pt x="116" y="27"/>
                      <a:pt x="116" y="22"/>
                    </a:cubicBezTo>
                    <a:cubicBezTo>
                      <a:pt x="116" y="19"/>
                      <a:pt x="117" y="16"/>
                      <a:pt x="118" y="13"/>
                    </a:cubicBezTo>
                    <a:cubicBezTo>
                      <a:pt x="119" y="11"/>
                      <a:pt x="121" y="9"/>
                      <a:pt x="123" y="7"/>
                    </a:cubicBezTo>
                    <a:cubicBezTo>
                      <a:pt x="125" y="5"/>
                      <a:pt x="127" y="3"/>
                      <a:pt x="130" y="2"/>
                    </a:cubicBezTo>
                    <a:cubicBezTo>
                      <a:pt x="133" y="1"/>
                      <a:pt x="136" y="0"/>
                      <a:pt x="139" y="0"/>
                    </a:cubicBezTo>
                    <a:cubicBezTo>
                      <a:pt x="141" y="0"/>
                      <a:pt x="143" y="1"/>
                      <a:pt x="145" y="1"/>
                    </a:cubicBezTo>
                    <a:cubicBezTo>
                      <a:pt x="147" y="2"/>
                      <a:pt x="148" y="3"/>
                      <a:pt x="150"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solidFill>
                    <a:srgbClr val="000000"/>
                  </a:solidFill>
                </a:endParaRPr>
              </a:p>
            </p:txBody>
          </p:sp>
          <p:sp>
            <p:nvSpPr>
              <p:cNvPr id="27" name="ïsļîḑè"/>
              <p:cNvSpPr/>
              <p:nvPr/>
            </p:nvSpPr>
            <p:spPr bwMode="auto">
              <a:xfrm>
                <a:off x="2190751" y="2551113"/>
                <a:ext cx="1754188" cy="1651000"/>
              </a:xfrm>
              <a:custGeom>
                <a:avLst/>
                <a:gdLst>
                  <a:gd name="T0" fmla="*/ 266 w 532"/>
                  <a:gd name="T1" fmla="*/ 0 h 500"/>
                  <a:gd name="T2" fmla="*/ 532 w 532"/>
                  <a:gd name="T3" fmla="*/ 266 h 500"/>
                  <a:gd name="T4" fmla="*/ 395 w 532"/>
                  <a:gd name="T5" fmla="*/ 500 h 500"/>
                  <a:gd name="T6" fmla="*/ 389 w 532"/>
                  <a:gd name="T7" fmla="*/ 489 h 500"/>
                  <a:gd name="T8" fmla="*/ 521 w 532"/>
                  <a:gd name="T9" fmla="*/ 266 h 500"/>
                  <a:gd name="T10" fmla="*/ 266 w 532"/>
                  <a:gd name="T11" fmla="*/ 12 h 500"/>
                  <a:gd name="T12" fmla="*/ 11 w 532"/>
                  <a:gd name="T13" fmla="*/ 266 h 500"/>
                  <a:gd name="T14" fmla="*/ 144 w 532"/>
                  <a:gd name="T15" fmla="*/ 490 h 500"/>
                  <a:gd name="T16" fmla="*/ 139 w 532"/>
                  <a:gd name="T17" fmla="*/ 500 h 500"/>
                  <a:gd name="T18" fmla="*/ 0 w 532"/>
                  <a:gd name="T19" fmla="*/ 266 h 500"/>
                  <a:gd name="T20" fmla="*/ 266 w 532"/>
                  <a:gd name="T21" fmla="*/ 0 h 5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32" h="500">
                    <a:moveTo>
                      <a:pt x="266" y="0"/>
                    </a:moveTo>
                    <a:cubicBezTo>
                      <a:pt x="413" y="0"/>
                      <a:pt x="532" y="120"/>
                      <a:pt x="532" y="266"/>
                    </a:cubicBezTo>
                    <a:cubicBezTo>
                      <a:pt x="532" y="367"/>
                      <a:pt x="477" y="454"/>
                      <a:pt x="395" y="500"/>
                    </a:cubicBezTo>
                    <a:cubicBezTo>
                      <a:pt x="389" y="489"/>
                      <a:pt x="389" y="489"/>
                      <a:pt x="389" y="489"/>
                    </a:cubicBezTo>
                    <a:cubicBezTo>
                      <a:pt x="468" y="446"/>
                      <a:pt x="521" y="362"/>
                      <a:pt x="521" y="266"/>
                    </a:cubicBezTo>
                    <a:cubicBezTo>
                      <a:pt x="521" y="126"/>
                      <a:pt x="407" y="12"/>
                      <a:pt x="266" y="12"/>
                    </a:cubicBezTo>
                    <a:cubicBezTo>
                      <a:pt x="126" y="12"/>
                      <a:pt x="11" y="126"/>
                      <a:pt x="11" y="266"/>
                    </a:cubicBezTo>
                    <a:cubicBezTo>
                      <a:pt x="11" y="363"/>
                      <a:pt x="65" y="447"/>
                      <a:pt x="144" y="490"/>
                    </a:cubicBezTo>
                    <a:cubicBezTo>
                      <a:pt x="139" y="500"/>
                      <a:pt x="139" y="500"/>
                      <a:pt x="139" y="500"/>
                    </a:cubicBezTo>
                    <a:cubicBezTo>
                      <a:pt x="56" y="455"/>
                      <a:pt x="0" y="367"/>
                      <a:pt x="0" y="266"/>
                    </a:cubicBezTo>
                    <a:cubicBezTo>
                      <a:pt x="0" y="120"/>
                      <a:pt x="120" y="0"/>
                      <a:pt x="266"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solidFill>
                    <a:srgbClr val="000000"/>
                  </a:solidFill>
                </a:endParaRPr>
              </a:p>
            </p:txBody>
          </p:sp>
        </p:grpSp>
        <p:sp>
          <p:nvSpPr>
            <p:cNvPr id="8" name="íšľïḋé"/>
            <p:cNvSpPr/>
            <p:nvPr/>
          </p:nvSpPr>
          <p:spPr bwMode="auto">
            <a:xfrm>
              <a:off x="10398657" y="734847"/>
              <a:ext cx="1120243" cy="66549"/>
            </a:xfrm>
            <a:custGeom>
              <a:avLst/>
              <a:gdLst>
                <a:gd name="T0" fmla="*/ 2 w 1702"/>
                <a:gd name="T1" fmla="*/ 29 h 101"/>
                <a:gd name="T2" fmla="*/ 49 w 1702"/>
                <a:gd name="T3" fmla="*/ 13 h 101"/>
                <a:gd name="T4" fmla="*/ 59 w 1702"/>
                <a:gd name="T5" fmla="*/ 92 h 101"/>
                <a:gd name="T6" fmla="*/ 87 w 1702"/>
                <a:gd name="T7" fmla="*/ 93 h 101"/>
                <a:gd name="T8" fmla="*/ 110 w 1702"/>
                <a:gd name="T9" fmla="*/ 3 h 101"/>
                <a:gd name="T10" fmla="*/ 133 w 1702"/>
                <a:gd name="T11" fmla="*/ 99 h 101"/>
                <a:gd name="T12" fmla="*/ 235 w 1702"/>
                <a:gd name="T13" fmla="*/ 34 h 101"/>
                <a:gd name="T14" fmla="*/ 240 w 1702"/>
                <a:gd name="T15" fmla="*/ 77 h 101"/>
                <a:gd name="T16" fmla="*/ 254 w 1702"/>
                <a:gd name="T17" fmla="*/ 99 h 101"/>
                <a:gd name="T18" fmla="*/ 263 w 1702"/>
                <a:gd name="T19" fmla="*/ 2 h 101"/>
                <a:gd name="T20" fmla="*/ 326 w 1702"/>
                <a:gd name="T21" fmla="*/ 9 h 101"/>
                <a:gd name="T22" fmla="*/ 354 w 1702"/>
                <a:gd name="T23" fmla="*/ 9 h 101"/>
                <a:gd name="T24" fmla="*/ 318 w 1702"/>
                <a:gd name="T25" fmla="*/ 93 h 101"/>
                <a:gd name="T26" fmla="*/ 299 w 1702"/>
                <a:gd name="T27" fmla="*/ 98 h 101"/>
                <a:gd name="T28" fmla="*/ 377 w 1702"/>
                <a:gd name="T29" fmla="*/ 2 h 101"/>
                <a:gd name="T30" fmla="*/ 415 w 1702"/>
                <a:gd name="T31" fmla="*/ 82 h 101"/>
                <a:gd name="T32" fmla="*/ 454 w 1702"/>
                <a:gd name="T33" fmla="*/ 2 h 101"/>
                <a:gd name="T34" fmla="*/ 398 w 1702"/>
                <a:gd name="T35" fmla="*/ 93 h 101"/>
                <a:gd name="T36" fmla="*/ 510 w 1702"/>
                <a:gd name="T37" fmla="*/ 93 h 101"/>
                <a:gd name="T38" fmla="*/ 528 w 1702"/>
                <a:gd name="T39" fmla="*/ 2 h 101"/>
                <a:gd name="T40" fmla="*/ 534 w 1702"/>
                <a:gd name="T41" fmla="*/ 93 h 101"/>
                <a:gd name="T42" fmla="*/ 669 w 1702"/>
                <a:gd name="T43" fmla="*/ 9 h 101"/>
                <a:gd name="T44" fmla="*/ 680 w 1702"/>
                <a:gd name="T45" fmla="*/ 17 h 101"/>
                <a:gd name="T46" fmla="*/ 598 w 1702"/>
                <a:gd name="T47" fmla="*/ 98 h 101"/>
                <a:gd name="T48" fmla="*/ 607 w 1702"/>
                <a:gd name="T49" fmla="*/ 3 h 101"/>
                <a:gd name="T50" fmla="*/ 793 w 1702"/>
                <a:gd name="T51" fmla="*/ 3 h 101"/>
                <a:gd name="T52" fmla="*/ 827 w 1702"/>
                <a:gd name="T53" fmla="*/ 89 h 101"/>
                <a:gd name="T54" fmla="*/ 860 w 1702"/>
                <a:gd name="T55" fmla="*/ 2 h 101"/>
                <a:gd name="T56" fmla="*/ 781 w 1702"/>
                <a:gd name="T57" fmla="*/ 16 h 101"/>
                <a:gd name="T58" fmla="*/ 981 w 1702"/>
                <a:gd name="T59" fmla="*/ 7 h 101"/>
                <a:gd name="T60" fmla="*/ 914 w 1702"/>
                <a:gd name="T61" fmla="*/ 99 h 101"/>
                <a:gd name="T62" fmla="*/ 882 w 1702"/>
                <a:gd name="T63" fmla="*/ 7 h 101"/>
                <a:gd name="T64" fmla="*/ 1006 w 1702"/>
                <a:gd name="T65" fmla="*/ 91 h 101"/>
                <a:gd name="T66" fmla="*/ 1042 w 1702"/>
                <a:gd name="T67" fmla="*/ 2 h 101"/>
                <a:gd name="T68" fmla="*/ 1020 w 1702"/>
                <a:gd name="T69" fmla="*/ 98 h 101"/>
                <a:gd name="T70" fmla="*/ 1054 w 1702"/>
                <a:gd name="T71" fmla="*/ 2 h 101"/>
                <a:gd name="T72" fmla="*/ 1090 w 1702"/>
                <a:gd name="T73" fmla="*/ 15 h 101"/>
                <a:gd name="T74" fmla="*/ 1137 w 1702"/>
                <a:gd name="T75" fmla="*/ 2 h 101"/>
                <a:gd name="T76" fmla="*/ 1173 w 1702"/>
                <a:gd name="T77" fmla="*/ 91 h 101"/>
                <a:gd name="T78" fmla="*/ 1224 w 1702"/>
                <a:gd name="T79" fmla="*/ 2 h 101"/>
                <a:gd name="T80" fmla="*/ 1210 w 1702"/>
                <a:gd name="T81" fmla="*/ 46 h 101"/>
                <a:gd name="T82" fmla="*/ 1211 w 1702"/>
                <a:gd name="T83" fmla="*/ 52 h 101"/>
                <a:gd name="T84" fmla="*/ 1221 w 1702"/>
                <a:gd name="T85" fmla="*/ 98 h 101"/>
                <a:gd name="T86" fmla="*/ 1267 w 1702"/>
                <a:gd name="T87" fmla="*/ 9 h 101"/>
                <a:gd name="T88" fmla="*/ 1333 w 1702"/>
                <a:gd name="T89" fmla="*/ 40 h 101"/>
                <a:gd name="T90" fmla="*/ 1324 w 1702"/>
                <a:gd name="T91" fmla="*/ 96 h 101"/>
                <a:gd name="T92" fmla="*/ 1302 w 1702"/>
                <a:gd name="T93" fmla="*/ 93 h 101"/>
                <a:gd name="T94" fmla="*/ 1318 w 1702"/>
                <a:gd name="T95" fmla="*/ 28 h 101"/>
                <a:gd name="T96" fmla="*/ 1413 w 1702"/>
                <a:gd name="T97" fmla="*/ 88 h 101"/>
                <a:gd name="T98" fmla="*/ 1431 w 1702"/>
                <a:gd name="T99" fmla="*/ 4 h 101"/>
                <a:gd name="T100" fmla="*/ 1407 w 1702"/>
                <a:gd name="T101" fmla="*/ 38 h 101"/>
                <a:gd name="T102" fmla="*/ 1370 w 1702"/>
                <a:gd name="T103" fmla="*/ 73 h 101"/>
                <a:gd name="T104" fmla="*/ 1465 w 1702"/>
                <a:gd name="T105" fmla="*/ 9 h 101"/>
                <a:gd name="T106" fmla="*/ 1491 w 1702"/>
                <a:gd name="T107" fmla="*/ 16 h 101"/>
                <a:gd name="T108" fmla="*/ 1456 w 1702"/>
                <a:gd name="T109" fmla="*/ 99 h 101"/>
                <a:gd name="T110" fmla="*/ 1517 w 1702"/>
                <a:gd name="T111" fmla="*/ 26 h 101"/>
                <a:gd name="T112" fmla="*/ 1586 w 1702"/>
                <a:gd name="T113" fmla="*/ 13 h 101"/>
                <a:gd name="T114" fmla="*/ 1545 w 1702"/>
                <a:gd name="T115" fmla="*/ 98 h 101"/>
                <a:gd name="T116" fmla="*/ 1656 w 1702"/>
                <a:gd name="T117" fmla="*/ 98 h 101"/>
                <a:gd name="T118" fmla="*/ 1610 w 1702"/>
                <a:gd name="T119" fmla="*/ 7 h 101"/>
                <a:gd name="T120" fmla="*/ 1644 w 1702"/>
                <a:gd name="T121" fmla="*/ 12 h 101"/>
                <a:gd name="T122" fmla="*/ 1688 w 1702"/>
                <a:gd name="T123" fmla="*/ 3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702" h="101">
                  <a:moveTo>
                    <a:pt x="1" y="66"/>
                  </a:moveTo>
                  <a:cubicBezTo>
                    <a:pt x="11" y="66"/>
                    <a:pt x="11" y="66"/>
                    <a:pt x="11" y="66"/>
                  </a:cubicBezTo>
                  <a:cubicBezTo>
                    <a:pt x="11" y="75"/>
                    <a:pt x="13" y="81"/>
                    <a:pt x="16" y="85"/>
                  </a:cubicBezTo>
                  <a:cubicBezTo>
                    <a:pt x="20" y="90"/>
                    <a:pt x="25" y="92"/>
                    <a:pt x="32" y="92"/>
                  </a:cubicBezTo>
                  <a:cubicBezTo>
                    <a:pt x="37" y="92"/>
                    <a:pt x="41" y="90"/>
                    <a:pt x="44" y="88"/>
                  </a:cubicBezTo>
                  <a:cubicBezTo>
                    <a:pt x="48" y="85"/>
                    <a:pt x="49" y="82"/>
                    <a:pt x="49" y="77"/>
                  </a:cubicBezTo>
                  <a:cubicBezTo>
                    <a:pt x="49" y="74"/>
                    <a:pt x="48" y="71"/>
                    <a:pt x="46" y="68"/>
                  </a:cubicBezTo>
                  <a:cubicBezTo>
                    <a:pt x="44" y="66"/>
                    <a:pt x="39" y="63"/>
                    <a:pt x="31" y="60"/>
                  </a:cubicBezTo>
                  <a:cubicBezTo>
                    <a:pt x="20" y="55"/>
                    <a:pt x="12" y="51"/>
                    <a:pt x="8" y="46"/>
                  </a:cubicBezTo>
                  <a:cubicBezTo>
                    <a:pt x="4" y="41"/>
                    <a:pt x="2" y="36"/>
                    <a:pt x="2" y="29"/>
                  </a:cubicBezTo>
                  <a:cubicBezTo>
                    <a:pt x="2" y="20"/>
                    <a:pt x="5" y="13"/>
                    <a:pt x="11" y="8"/>
                  </a:cubicBezTo>
                  <a:cubicBezTo>
                    <a:pt x="17" y="2"/>
                    <a:pt x="25" y="0"/>
                    <a:pt x="34" y="0"/>
                  </a:cubicBezTo>
                  <a:cubicBezTo>
                    <a:pt x="38" y="0"/>
                    <a:pt x="42" y="0"/>
                    <a:pt x="47" y="1"/>
                  </a:cubicBezTo>
                  <a:cubicBezTo>
                    <a:pt x="51" y="1"/>
                    <a:pt x="56" y="2"/>
                    <a:pt x="62" y="3"/>
                  </a:cubicBezTo>
                  <a:cubicBezTo>
                    <a:pt x="62" y="4"/>
                    <a:pt x="62" y="4"/>
                    <a:pt x="62" y="4"/>
                  </a:cubicBezTo>
                  <a:cubicBezTo>
                    <a:pt x="62" y="9"/>
                    <a:pt x="62" y="14"/>
                    <a:pt x="62" y="17"/>
                  </a:cubicBezTo>
                  <a:cubicBezTo>
                    <a:pt x="62" y="19"/>
                    <a:pt x="62" y="23"/>
                    <a:pt x="62" y="29"/>
                  </a:cubicBezTo>
                  <a:cubicBezTo>
                    <a:pt x="62" y="29"/>
                    <a:pt x="62" y="29"/>
                    <a:pt x="62" y="29"/>
                  </a:cubicBezTo>
                  <a:cubicBezTo>
                    <a:pt x="54" y="29"/>
                    <a:pt x="54" y="29"/>
                    <a:pt x="54" y="29"/>
                  </a:cubicBezTo>
                  <a:cubicBezTo>
                    <a:pt x="54" y="22"/>
                    <a:pt x="53" y="17"/>
                    <a:pt x="49" y="13"/>
                  </a:cubicBezTo>
                  <a:cubicBezTo>
                    <a:pt x="46" y="10"/>
                    <a:pt x="42" y="8"/>
                    <a:pt x="36" y="8"/>
                  </a:cubicBezTo>
                  <a:cubicBezTo>
                    <a:pt x="31" y="8"/>
                    <a:pt x="27" y="9"/>
                    <a:pt x="25" y="11"/>
                  </a:cubicBezTo>
                  <a:cubicBezTo>
                    <a:pt x="22" y="14"/>
                    <a:pt x="21" y="17"/>
                    <a:pt x="21" y="21"/>
                  </a:cubicBezTo>
                  <a:cubicBezTo>
                    <a:pt x="21" y="24"/>
                    <a:pt x="22" y="27"/>
                    <a:pt x="24" y="30"/>
                  </a:cubicBezTo>
                  <a:cubicBezTo>
                    <a:pt x="26" y="32"/>
                    <a:pt x="31" y="35"/>
                    <a:pt x="39" y="38"/>
                  </a:cubicBezTo>
                  <a:cubicBezTo>
                    <a:pt x="40" y="38"/>
                    <a:pt x="41" y="39"/>
                    <a:pt x="43" y="40"/>
                  </a:cubicBezTo>
                  <a:cubicBezTo>
                    <a:pt x="51" y="43"/>
                    <a:pt x="57" y="46"/>
                    <a:pt x="60" y="49"/>
                  </a:cubicBezTo>
                  <a:cubicBezTo>
                    <a:pt x="63" y="51"/>
                    <a:pt x="65" y="55"/>
                    <a:pt x="66" y="58"/>
                  </a:cubicBezTo>
                  <a:cubicBezTo>
                    <a:pt x="68" y="61"/>
                    <a:pt x="69" y="65"/>
                    <a:pt x="69" y="69"/>
                  </a:cubicBezTo>
                  <a:cubicBezTo>
                    <a:pt x="69" y="79"/>
                    <a:pt x="65" y="86"/>
                    <a:pt x="59" y="92"/>
                  </a:cubicBezTo>
                  <a:cubicBezTo>
                    <a:pt x="53" y="98"/>
                    <a:pt x="44" y="101"/>
                    <a:pt x="33" y="101"/>
                  </a:cubicBezTo>
                  <a:cubicBezTo>
                    <a:pt x="27" y="101"/>
                    <a:pt x="21" y="100"/>
                    <a:pt x="16" y="99"/>
                  </a:cubicBezTo>
                  <a:cubicBezTo>
                    <a:pt x="11" y="98"/>
                    <a:pt x="5" y="96"/>
                    <a:pt x="0" y="93"/>
                  </a:cubicBezTo>
                  <a:cubicBezTo>
                    <a:pt x="1" y="90"/>
                    <a:pt x="1" y="87"/>
                    <a:pt x="1" y="83"/>
                  </a:cubicBezTo>
                  <a:cubicBezTo>
                    <a:pt x="1" y="80"/>
                    <a:pt x="1" y="77"/>
                    <a:pt x="1" y="73"/>
                  </a:cubicBezTo>
                  <a:cubicBezTo>
                    <a:pt x="1" y="71"/>
                    <a:pt x="1" y="70"/>
                    <a:pt x="1" y="69"/>
                  </a:cubicBezTo>
                  <a:cubicBezTo>
                    <a:pt x="1" y="68"/>
                    <a:pt x="1" y="67"/>
                    <a:pt x="1" y="66"/>
                  </a:cubicBezTo>
                  <a:cubicBezTo>
                    <a:pt x="1" y="66"/>
                    <a:pt x="1" y="66"/>
                    <a:pt x="1" y="66"/>
                  </a:cubicBezTo>
                  <a:close/>
                  <a:moveTo>
                    <a:pt x="87" y="99"/>
                  </a:moveTo>
                  <a:cubicBezTo>
                    <a:pt x="87" y="93"/>
                    <a:pt x="87" y="93"/>
                    <a:pt x="87" y="93"/>
                  </a:cubicBezTo>
                  <a:cubicBezTo>
                    <a:pt x="88" y="93"/>
                    <a:pt x="88" y="93"/>
                    <a:pt x="88" y="93"/>
                  </a:cubicBezTo>
                  <a:cubicBezTo>
                    <a:pt x="93" y="93"/>
                    <a:pt x="95" y="92"/>
                    <a:pt x="97" y="91"/>
                  </a:cubicBezTo>
                  <a:cubicBezTo>
                    <a:pt x="98" y="89"/>
                    <a:pt x="99" y="86"/>
                    <a:pt x="99" y="81"/>
                  </a:cubicBezTo>
                  <a:cubicBezTo>
                    <a:pt x="99" y="16"/>
                    <a:pt x="99" y="16"/>
                    <a:pt x="99" y="16"/>
                  </a:cubicBezTo>
                  <a:cubicBezTo>
                    <a:pt x="99" y="13"/>
                    <a:pt x="98" y="11"/>
                    <a:pt x="97" y="9"/>
                  </a:cubicBezTo>
                  <a:cubicBezTo>
                    <a:pt x="95" y="8"/>
                    <a:pt x="93" y="7"/>
                    <a:pt x="89" y="7"/>
                  </a:cubicBezTo>
                  <a:cubicBezTo>
                    <a:pt x="87" y="7"/>
                    <a:pt x="87" y="7"/>
                    <a:pt x="87" y="7"/>
                  </a:cubicBezTo>
                  <a:cubicBezTo>
                    <a:pt x="87" y="2"/>
                    <a:pt x="87" y="2"/>
                    <a:pt x="87" y="2"/>
                  </a:cubicBezTo>
                  <a:cubicBezTo>
                    <a:pt x="91" y="2"/>
                    <a:pt x="95" y="2"/>
                    <a:pt x="99" y="2"/>
                  </a:cubicBezTo>
                  <a:cubicBezTo>
                    <a:pt x="103" y="3"/>
                    <a:pt x="107" y="3"/>
                    <a:pt x="110" y="3"/>
                  </a:cubicBezTo>
                  <a:cubicBezTo>
                    <a:pt x="114" y="3"/>
                    <a:pt x="118" y="3"/>
                    <a:pt x="122" y="2"/>
                  </a:cubicBezTo>
                  <a:cubicBezTo>
                    <a:pt x="126" y="2"/>
                    <a:pt x="129" y="2"/>
                    <a:pt x="133" y="2"/>
                  </a:cubicBezTo>
                  <a:cubicBezTo>
                    <a:pt x="133" y="7"/>
                    <a:pt x="133" y="7"/>
                    <a:pt x="133" y="7"/>
                  </a:cubicBezTo>
                  <a:cubicBezTo>
                    <a:pt x="129" y="7"/>
                    <a:pt x="126" y="8"/>
                    <a:pt x="125" y="9"/>
                  </a:cubicBezTo>
                  <a:cubicBezTo>
                    <a:pt x="123" y="10"/>
                    <a:pt x="122" y="12"/>
                    <a:pt x="122" y="16"/>
                  </a:cubicBezTo>
                  <a:cubicBezTo>
                    <a:pt x="122" y="81"/>
                    <a:pt x="122" y="81"/>
                    <a:pt x="122" y="81"/>
                  </a:cubicBezTo>
                  <a:cubicBezTo>
                    <a:pt x="122" y="86"/>
                    <a:pt x="123" y="89"/>
                    <a:pt x="124" y="91"/>
                  </a:cubicBezTo>
                  <a:cubicBezTo>
                    <a:pt x="126" y="92"/>
                    <a:pt x="128" y="93"/>
                    <a:pt x="133" y="93"/>
                  </a:cubicBezTo>
                  <a:cubicBezTo>
                    <a:pt x="133" y="93"/>
                    <a:pt x="133" y="93"/>
                    <a:pt x="133" y="93"/>
                  </a:cubicBezTo>
                  <a:cubicBezTo>
                    <a:pt x="133" y="99"/>
                    <a:pt x="133" y="99"/>
                    <a:pt x="133" y="99"/>
                  </a:cubicBezTo>
                  <a:cubicBezTo>
                    <a:pt x="130" y="98"/>
                    <a:pt x="126" y="98"/>
                    <a:pt x="122" y="98"/>
                  </a:cubicBezTo>
                  <a:cubicBezTo>
                    <a:pt x="118" y="98"/>
                    <a:pt x="114" y="98"/>
                    <a:pt x="110" y="98"/>
                  </a:cubicBezTo>
                  <a:cubicBezTo>
                    <a:pt x="107" y="98"/>
                    <a:pt x="104" y="98"/>
                    <a:pt x="100" y="98"/>
                  </a:cubicBezTo>
                  <a:cubicBezTo>
                    <a:pt x="96" y="98"/>
                    <a:pt x="92" y="98"/>
                    <a:pt x="87" y="99"/>
                  </a:cubicBezTo>
                  <a:cubicBezTo>
                    <a:pt x="87" y="99"/>
                    <a:pt x="87" y="99"/>
                    <a:pt x="87" y="99"/>
                  </a:cubicBezTo>
                  <a:close/>
                  <a:moveTo>
                    <a:pt x="236" y="4"/>
                  </a:moveTo>
                  <a:cubicBezTo>
                    <a:pt x="236" y="8"/>
                    <a:pt x="235" y="11"/>
                    <a:pt x="235" y="14"/>
                  </a:cubicBezTo>
                  <a:cubicBezTo>
                    <a:pt x="235" y="17"/>
                    <a:pt x="235" y="20"/>
                    <a:pt x="235" y="23"/>
                  </a:cubicBezTo>
                  <a:cubicBezTo>
                    <a:pt x="235" y="24"/>
                    <a:pt x="235" y="26"/>
                    <a:pt x="235" y="27"/>
                  </a:cubicBezTo>
                  <a:cubicBezTo>
                    <a:pt x="235" y="29"/>
                    <a:pt x="235" y="31"/>
                    <a:pt x="235" y="34"/>
                  </a:cubicBezTo>
                  <a:cubicBezTo>
                    <a:pt x="227" y="34"/>
                    <a:pt x="227" y="34"/>
                    <a:pt x="227" y="34"/>
                  </a:cubicBezTo>
                  <a:cubicBezTo>
                    <a:pt x="226" y="25"/>
                    <a:pt x="224" y="18"/>
                    <a:pt x="220" y="14"/>
                  </a:cubicBezTo>
                  <a:cubicBezTo>
                    <a:pt x="216" y="10"/>
                    <a:pt x="211" y="7"/>
                    <a:pt x="205" y="7"/>
                  </a:cubicBezTo>
                  <a:cubicBezTo>
                    <a:pt x="195" y="7"/>
                    <a:pt x="188" y="11"/>
                    <a:pt x="183" y="18"/>
                  </a:cubicBezTo>
                  <a:cubicBezTo>
                    <a:pt x="178" y="25"/>
                    <a:pt x="175" y="35"/>
                    <a:pt x="175" y="47"/>
                  </a:cubicBezTo>
                  <a:cubicBezTo>
                    <a:pt x="175" y="60"/>
                    <a:pt x="178" y="71"/>
                    <a:pt x="184" y="78"/>
                  </a:cubicBezTo>
                  <a:cubicBezTo>
                    <a:pt x="189" y="86"/>
                    <a:pt x="197" y="90"/>
                    <a:pt x="206" y="90"/>
                  </a:cubicBezTo>
                  <a:cubicBezTo>
                    <a:pt x="211" y="90"/>
                    <a:pt x="216" y="89"/>
                    <a:pt x="220" y="86"/>
                  </a:cubicBezTo>
                  <a:cubicBezTo>
                    <a:pt x="224" y="83"/>
                    <a:pt x="229" y="79"/>
                    <a:pt x="233" y="73"/>
                  </a:cubicBezTo>
                  <a:cubicBezTo>
                    <a:pt x="240" y="77"/>
                    <a:pt x="240" y="77"/>
                    <a:pt x="240" y="77"/>
                  </a:cubicBezTo>
                  <a:cubicBezTo>
                    <a:pt x="234" y="85"/>
                    <a:pt x="229" y="91"/>
                    <a:pt x="222" y="95"/>
                  </a:cubicBezTo>
                  <a:cubicBezTo>
                    <a:pt x="215" y="99"/>
                    <a:pt x="208" y="101"/>
                    <a:pt x="199" y="101"/>
                  </a:cubicBezTo>
                  <a:cubicBezTo>
                    <a:pt x="184" y="101"/>
                    <a:pt x="172" y="96"/>
                    <a:pt x="164" y="87"/>
                  </a:cubicBezTo>
                  <a:cubicBezTo>
                    <a:pt x="155" y="78"/>
                    <a:pt x="151" y="66"/>
                    <a:pt x="151" y="50"/>
                  </a:cubicBezTo>
                  <a:cubicBezTo>
                    <a:pt x="151" y="35"/>
                    <a:pt x="156" y="23"/>
                    <a:pt x="165" y="14"/>
                  </a:cubicBezTo>
                  <a:cubicBezTo>
                    <a:pt x="175" y="4"/>
                    <a:pt x="187" y="0"/>
                    <a:pt x="203" y="0"/>
                  </a:cubicBezTo>
                  <a:cubicBezTo>
                    <a:pt x="209" y="0"/>
                    <a:pt x="218" y="1"/>
                    <a:pt x="233" y="4"/>
                  </a:cubicBezTo>
                  <a:cubicBezTo>
                    <a:pt x="234" y="4"/>
                    <a:pt x="235" y="4"/>
                    <a:pt x="236" y="4"/>
                  </a:cubicBezTo>
                  <a:cubicBezTo>
                    <a:pt x="236" y="4"/>
                    <a:pt x="236" y="4"/>
                    <a:pt x="236" y="4"/>
                  </a:cubicBezTo>
                  <a:close/>
                  <a:moveTo>
                    <a:pt x="254" y="99"/>
                  </a:moveTo>
                  <a:cubicBezTo>
                    <a:pt x="254" y="93"/>
                    <a:pt x="254" y="93"/>
                    <a:pt x="254" y="93"/>
                  </a:cubicBezTo>
                  <a:cubicBezTo>
                    <a:pt x="255" y="93"/>
                    <a:pt x="255" y="93"/>
                    <a:pt x="255" y="93"/>
                  </a:cubicBezTo>
                  <a:cubicBezTo>
                    <a:pt x="259" y="93"/>
                    <a:pt x="262" y="92"/>
                    <a:pt x="263" y="91"/>
                  </a:cubicBezTo>
                  <a:cubicBezTo>
                    <a:pt x="265" y="89"/>
                    <a:pt x="265" y="86"/>
                    <a:pt x="265" y="81"/>
                  </a:cubicBezTo>
                  <a:cubicBezTo>
                    <a:pt x="265" y="16"/>
                    <a:pt x="265" y="16"/>
                    <a:pt x="265" y="16"/>
                  </a:cubicBezTo>
                  <a:cubicBezTo>
                    <a:pt x="265" y="13"/>
                    <a:pt x="265" y="11"/>
                    <a:pt x="263" y="9"/>
                  </a:cubicBezTo>
                  <a:cubicBezTo>
                    <a:pt x="262" y="8"/>
                    <a:pt x="259" y="7"/>
                    <a:pt x="256" y="7"/>
                  </a:cubicBezTo>
                  <a:cubicBezTo>
                    <a:pt x="254" y="7"/>
                    <a:pt x="254" y="7"/>
                    <a:pt x="254" y="7"/>
                  </a:cubicBezTo>
                  <a:cubicBezTo>
                    <a:pt x="254" y="2"/>
                    <a:pt x="254" y="2"/>
                    <a:pt x="254" y="2"/>
                  </a:cubicBezTo>
                  <a:cubicBezTo>
                    <a:pt x="257" y="2"/>
                    <a:pt x="260" y="2"/>
                    <a:pt x="263" y="2"/>
                  </a:cubicBezTo>
                  <a:cubicBezTo>
                    <a:pt x="267" y="3"/>
                    <a:pt x="271" y="3"/>
                    <a:pt x="277" y="3"/>
                  </a:cubicBezTo>
                  <a:cubicBezTo>
                    <a:pt x="282" y="3"/>
                    <a:pt x="286" y="3"/>
                    <a:pt x="290" y="2"/>
                  </a:cubicBezTo>
                  <a:cubicBezTo>
                    <a:pt x="294" y="2"/>
                    <a:pt x="297" y="2"/>
                    <a:pt x="299" y="2"/>
                  </a:cubicBezTo>
                  <a:cubicBezTo>
                    <a:pt x="299" y="7"/>
                    <a:pt x="299" y="7"/>
                    <a:pt x="299" y="7"/>
                  </a:cubicBezTo>
                  <a:cubicBezTo>
                    <a:pt x="295" y="7"/>
                    <a:pt x="292" y="8"/>
                    <a:pt x="291" y="9"/>
                  </a:cubicBezTo>
                  <a:cubicBezTo>
                    <a:pt x="289" y="10"/>
                    <a:pt x="288" y="12"/>
                    <a:pt x="288" y="16"/>
                  </a:cubicBezTo>
                  <a:cubicBezTo>
                    <a:pt x="288" y="43"/>
                    <a:pt x="288" y="43"/>
                    <a:pt x="288" y="43"/>
                  </a:cubicBezTo>
                  <a:cubicBezTo>
                    <a:pt x="329" y="43"/>
                    <a:pt x="329" y="43"/>
                    <a:pt x="329" y="43"/>
                  </a:cubicBezTo>
                  <a:cubicBezTo>
                    <a:pt x="329" y="16"/>
                    <a:pt x="329" y="16"/>
                    <a:pt x="329" y="16"/>
                  </a:cubicBezTo>
                  <a:cubicBezTo>
                    <a:pt x="329" y="13"/>
                    <a:pt x="328" y="10"/>
                    <a:pt x="326" y="9"/>
                  </a:cubicBezTo>
                  <a:cubicBezTo>
                    <a:pt x="325" y="8"/>
                    <a:pt x="322" y="7"/>
                    <a:pt x="318" y="7"/>
                  </a:cubicBezTo>
                  <a:cubicBezTo>
                    <a:pt x="317" y="7"/>
                    <a:pt x="317" y="7"/>
                    <a:pt x="317" y="7"/>
                  </a:cubicBezTo>
                  <a:cubicBezTo>
                    <a:pt x="317" y="2"/>
                    <a:pt x="317" y="2"/>
                    <a:pt x="317" y="2"/>
                  </a:cubicBezTo>
                  <a:cubicBezTo>
                    <a:pt x="321" y="2"/>
                    <a:pt x="324" y="2"/>
                    <a:pt x="328" y="2"/>
                  </a:cubicBezTo>
                  <a:cubicBezTo>
                    <a:pt x="331" y="3"/>
                    <a:pt x="336" y="3"/>
                    <a:pt x="340" y="3"/>
                  </a:cubicBezTo>
                  <a:cubicBezTo>
                    <a:pt x="345" y="3"/>
                    <a:pt x="349" y="3"/>
                    <a:pt x="352" y="2"/>
                  </a:cubicBezTo>
                  <a:cubicBezTo>
                    <a:pt x="356" y="2"/>
                    <a:pt x="359" y="2"/>
                    <a:pt x="362" y="2"/>
                  </a:cubicBezTo>
                  <a:cubicBezTo>
                    <a:pt x="362" y="7"/>
                    <a:pt x="362" y="7"/>
                    <a:pt x="362" y="7"/>
                  </a:cubicBezTo>
                  <a:cubicBezTo>
                    <a:pt x="361" y="7"/>
                    <a:pt x="361" y="7"/>
                    <a:pt x="361" y="7"/>
                  </a:cubicBezTo>
                  <a:cubicBezTo>
                    <a:pt x="357" y="7"/>
                    <a:pt x="355" y="8"/>
                    <a:pt x="354" y="9"/>
                  </a:cubicBezTo>
                  <a:cubicBezTo>
                    <a:pt x="352" y="11"/>
                    <a:pt x="351" y="13"/>
                    <a:pt x="351" y="16"/>
                  </a:cubicBezTo>
                  <a:cubicBezTo>
                    <a:pt x="351" y="81"/>
                    <a:pt x="351" y="81"/>
                    <a:pt x="351" y="81"/>
                  </a:cubicBezTo>
                  <a:cubicBezTo>
                    <a:pt x="351" y="86"/>
                    <a:pt x="352" y="89"/>
                    <a:pt x="354" y="90"/>
                  </a:cubicBezTo>
                  <a:cubicBezTo>
                    <a:pt x="355" y="92"/>
                    <a:pt x="358" y="93"/>
                    <a:pt x="362" y="93"/>
                  </a:cubicBezTo>
                  <a:cubicBezTo>
                    <a:pt x="362" y="99"/>
                    <a:pt x="362" y="99"/>
                    <a:pt x="362" y="99"/>
                  </a:cubicBezTo>
                  <a:cubicBezTo>
                    <a:pt x="358" y="98"/>
                    <a:pt x="354" y="98"/>
                    <a:pt x="350" y="98"/>
                  </a:cubicBezTo>
                  <a:cubicBezTo>
                    <a:pt x="346" y="98"/>
                    <a:pt x="343" y="98"/>
                    <a:pt x="340" y="98"/>
                  </a:cubicBezTo>
                  <a:cubicBezTo>
                    <a:pt x="338" y="98"/>
                    <a:pt x="336" y="98"/>
                    <a:pt x="332" y="98"/>
                  </a:cubicBezTo>
                  <a:cubicBezTo>
                    <a:pt x="328" y="98"/>
                    <a:pt x="323" y="98"/>
                    <a:pt x="318" y="99"/>
                  </a:cubicBezTo>
                  <a:cubicBezTo>
                    <a:pt x="318" y="93"/>
                    <a:pt x="318" y="93"/>
                    <a:pt x="318" y="93"/>
                  </a:cubicBezTo>
                  <a:cubicBezTo>
                    <a:pt x="318" y="93"/>
                    <a:pt x="318" y="93"/>
                    <a:pt x="318" y="93"/>
                  </a:cubicBezTo>
                  <a:cubicBezTo>
                    <a:pt x="323" y="93"/>
                    <a:pt x="325" y="92"/>
                    <a:pt x="327" y="91"/>
                  </a:cubicBezTo>
                  <a:cubicBezTo>
                    <a:pt x="328" y="89"/>
                    <a:pt x="329" y="86"/>
                    <a:pt x="329" y="81"/>
                  </a:cubicBezTo>
                  <a:cubicBezTo>
                    <a:pt x="329" y="50"/>
                    <a:pt x="329" y="50"/>
                    <a:pt x="329" y="50"/>
                  </a:cubicBezTo>
                  <a:cubicBezTo>
                    <a:pt x="288" y="50"/>
                    <a:pt x="288" y="50"/>
                    <a:pt x="288" y="50"/>
                  </a:cubicBezTo>
                  <a:cubicBezTo>
                    <a:pt x="288" y="81"/>
                    <a:pt x="288" y="81"/>
                    <a:pt x="288" y="81"/>
                  </a:cubicBezTo>
                  <a:cubicBezTo>
                    <a:pt x="288" y="86"/>
                    <a:pt x="289" y="89"/>
                    <a:pt x="290" y="91"/>
                  </a:cubicBezTo>
                  <a:cubicBezTo>
                    <a:pt x="292" y="92"/>
                    <a:pt x="294" y="93"/>
                    <a:pt x="299" y="93"/>
                  </a:cubicBezTo>
                  <a:cubicBezTo>
                    <a:pt x="299" y="93"/>
                    <a:pt x="299" y="93"/>
                    <a:pt x="299" y="93"/>
                  </a:cubicBezTo>
                  <a:cubicBezTo>
                    <a:pt x="299" y="98"/>
                    <a:pt x="299" y="98"/>
                    <a:pt x="299" y="98"/>
                  </a:cubicBezTo>
                  <a:cubicBezTo>
                    <a:pt x="294" y="98"/>
                    <a:pt x="290" y="98"/>
                    <a:pt x="286" y="98"/>
                  </a:cubicBezTo>
                  <a:cubicBezTo>
                    <a:pt x="282" y="98"/>
                    <a:pt x="279" y="98"/>
                    <a:pt x="277" y="98"/>
                  </a:cubicBezTo>
                  <a:cubicBezTo>
                    <a:pt x="273" y="98"/>
                    <a:pt x="270" y="98"/>
                    <a:pt x="266" y="98"/>
                  </a:cubicBezTo>
                  <a:cubicBezTo>
                    <a:pt x="262" y="98"/>
                    <a:pt x="258" y="98"/>
                    <a:pt x="254" y="99"/>
                  </a:cubicBezTo>
                  <a:cubicBezTo>
                    <a:pt x="254" y="99"/>
                    <a:pt x="254" y="99"/>
                    <a:pt x="254" y="99"/>
                  </a:cubicBezTo>
                  <a:close/>
                  <a:moveTo>
                    <a:pt x="388" y="16"/>
                  </a:moveTo>
                  <a:cubicBezTo>
                    <a:pt x="388" y="13"/>
                    <a:pt x="387" y="11"/>
                    <a:pt x="386" y="9"/>
                  </a:cubicBezTo>
                  <a:cubicBezTo>
                    <a:pt x="384" y="8"/>
                    <a:pt x="382" y="7"/>
                    <a:pt x="378" y="7"/>
                  </a:cubicBezTo>
                  <a:cubicBezTo>
                    <a:pt x="377" y="7"/>
                    <a:pt x="377" y="7"/>
                    <a:pt x="377" y="7"/>
                  </a:cubicBezTo>
                  <a:cubicBezTo>
                    <a:pt x="377" y="2"/>
                    <a:pt x="377" y="2"/>
                    <a:pt x="377" y="2"/>
                  </a:cubicBezTo>
                  <a:cubicBezTo>
                    <a:pt x="382" y="2"/>
                    <a:pt x="386" y="2"/>
                    <a:pt x="390" y="3"/>
                  </a:cubicBezTo>
                  <a:cubicBezTo>
                    <a:pt x="393" y="3"/>
                    <a:pt x="397" y="3"/>
                    <a:pt x="400" y="3"/>
                  </a:cubicBezTo>
                  <a:cubicBezTo>
                    <a:pt x="403" y="3"/>
                    <a:pt x="406" y="3"/>
                    <a:pt x="410" y="3"/>
                  </a:cubicBezTo>
                  <a:cubicBezTo>
                    <a:pt x="414" y="2"/>
                    <a:pt x="418" y="2"/>
                    <a:pt x="423" y="2"/>
                  </a:cubicBezTo>
                  <a:cubicBezTo>
                    <a:pt x="423" y="7"/>
                    <a:pt x="423" y="7"/>
                    <a:pt x="423" y="7"/>
                  </a:cubicBezTo>
                  <a:cubicBezTo>
                    <a:pt x="418" y="7"/>
                    <a:pt x="415" y="8"/>
                    <a:pt x="414" y="9"/>
                  </a:cubicBezTo>
                  <a:cubicBezTo>
                    <a:pt x="412" y="10"/>
                    <a:pt x="411" y="12"/>
                    <a:pt x="411" y="16"/>
                  </a:cubicBezTo>
                  <a:cubicBezTo>
                    <a:pt x="411" y="60"/>
                    <a:pt x="411" y="60"/>
                    <a:pt x="411" y="60"/>
                  </a:cubicBezTo>
                  <a:cubicBezTo>
                    <a:pt x="411" y="67"/>
                    <a:pt x="412" y="72"/>
                    <a:pt x="412" y="75"/>
                  </a:cubicBezTo>
                  <a:cubicBezTo>
                    <a:pt x="413" y="78"/>
                    <a:pt x="414" y="80"/>
                    <a:pt x="415" y="82"/>
                  </a:cubicBezTo>
                  <a:cubicBezTo>
                    <a:pt x="417" y="84"/>
                    <a:pt x="420" y="86"/>
                    <a:pt x="423" y="88"/>
                  </a:cubicBezTo>
                  <a:cubicBezTo>
                    <a:pt x="426" y="89"/>
                    <a:pt x="430" y="89"/>
                    <a:pt x="434" y="89"/>
                  </a:cubicBezTo>
                  <a:cubicBezTo>
                    <a:pt x="442" y="89"/>
                    <a:pt x="448" y="87"/>
                    <a:pt x="452" y="83"/>
                  </a:cubicBezTo>
                  <a:cubicBezTo>
                    <a:pt x="456" y="78"/>
                    <a:pt x="457" y="70"/>
                    <a:pt x="457" y="60"/>
                  </a:cubicBezTo>
                  <a:cubicBezTo>
                    <a:pt x="457" y="59"/>
                    <a:pt x="457" y="59"/>
                    <a:pt x="457" y="59"/>
                  </a:cubicBezTo>
                  <a:cubicBezTo>
                    <a:pt x="457" y="18"/>
                    <a:pt x="457" y="18"/>
                    <a:pt x="457" y="18"/>
                  </a:cubicBezTo>
                  <a:cubicBezTo>
                    <a:pt x="457" y="14"/>
                    <a:pt x="457" y="11"/>
                    <a:pt x="455" y="9"/>
                  </a:cubicBezTo>
                  <a:cubicBezTo>
                    <a:pt x="454" y="8"/>
                    <a:pt x="451" y="7"/>
                    <a:pt x="446" y="7"/>
                  </a:cubicBezTo>
                  <a:cubicBezTo>
                    <a:pt x="446" y="2"/>
                    <a:pt x="446" y="2"/>
                    <a:pt x="446" y="2"/>
                  </a:cubicBezTo>
                  <a:cubicBezTo>
                    <a:pt x="449" y="2"/>
                    <a:pt x="452" y="2"/>
                    <a:pt x="454" y="2"/>
                  </a:cubicBezTo>
                  <a:cubicBezTo>
                    <a:pt x="456" y="2"/>
                    <a:pt x="458" y="3"/>
                    <a:pt x="460" y="3"/>
                  </a:cubicBezTo>
                  <a:cubicBezTo>
                    <a:pt x="462" y="3"/>
                    <a:pt x="465" y="2"/>
                    <a:pt x="467" y="2"/>
                  </a:cubicBezTo>
                  <a:cubicBezTo>
                    <a:pt x="469" y="2"/>
                    <a:pt x="472" y="2"/>
                    <a:pt x="474" y="2"/>
                  </a:cubicBezTo>
                  <a:cubicBezTo>
                    <a:pt x="474" y="7"/>
                    <a:pt x="474" y="7"/>
                    <a:pt x="474" y="7"/>
                  </a:cubicBezTo>
                  <a:cubicBezTo>
                    <a:pt x="471" y="7"/>
                    <a:pt x="469" y="8"/>
                    <a:pt x="468" y="9"/>
                  </a:cubicBezTo>
                  <a:cubicBezTo>
                    <a:pt x="467" y="10"/>
                    <a:pt x="466" y="13"/>
                    <a:pt x="466" y="18"/>
                  </a:cubicBezTo>
                  <a:cubicBezTo>
                    <a:pt x="465" y="62"/>
                    <a:pt x="465" y="62"/>
                    <a:pt x="465" y="62"/>
                  </a:cubicBezTo>
                  <a:cubicBezTo>
                    <a:pt x="465" y="76"/>
                    <a:pt x="462" y="86"/>
                    <a:pt x="456" y="92"/>
                  </a:cubicBezTo>
                  <a:cubicBezTo>
                    <a:pt x="450" y="98"/>
                    <a:pt x="440" y="101"/>
                    <a:pt x="427" y="101"/>
                  </a:cubicBezTo>
                  <a:cubicBezTo>
                    <a:pt x="414" y="101"/>
                    <a:pt x="405" y="98"/>
                    <a:pt x="398" y="93"/>
                  </a:cubicBezTo>
                  <a:cubicBezTo>
                    <a:pt x="391" y="87"/>
                    <a:pt x="388" y="79"/>
                    <a:pt x="388" y="69"/>
                  </a:cubicBezTo>
                  <a:cubicBezTo>
                    <a:pt x="388" y="16"/>
                    <a:pt x="388" y="16"/>
                    <a:pt x="388" y="16"/>
                  </a:cubicBezTo>
                  <a:close/>
                  <a:moveTo>
                    <a:pt x="524" y="27"/>
                  </a:moveTo>
                  <a:cubicBezTo>
                    <a:pt x="511" y="60"/>
                    <a:pt x="511" y="60"/>
                    <a:pt x="511" y="60"/>
                  </a:cubicBezTo>
                  <a:cubicBezTo>
                    <a:pt x="536" y="60"/>
                    <a:pt x="536" y="60"/>
                    <a:pt x="536" y="60"/>
                  </a:cubicBezTo>
                  <a:cubicBezTo>
                    <a:pt x="524" y="27"/>
                    <a:pt x="524" y="27"/>
                    <a:pt x="524" y="27"/>
                  </a:cubicBezTo>
                  <a:close/>
                  <a:moveTo>
                    <a:pt x="501" y="84"/>
                  </a:moveTo>
                  <a:cubicBezTo>
                    <a:pt x="500" y="85"/>
                    <a:pt x="500" y="86"/>
                    <a:pt x="500" y="86"/>
                  </a:cubicBezTo>
                  <a:cubicBezTo>
                    <a:pt x="500" y="87"/>
                    <a:pt x="500" y="88"/>
                    <a:pt x="500" y="88"/>
                  </a:cubicBezTo>
                  <a:cubicBezTo>
                    <a:pt x="500" y="91"/>
                    <a:pt x="503" y="92"/>
                    <a:pt x="510" y="93"/>
                  </a:cubicBezTo>
                  <a:cubicBezTo>
                    <a:pt x="510" y="93"/>
                    <a:pt x="510" y="93"/>
                    <a:pt x="510" y="93"/>
                  </a:cubicBezTo>
                  <a:cubicBezTo>
                    <a:pt x="510" y="99"/>
                    <a:pt x="510" y="99"/>
                    <a:pt x="510" y="99"/>
                  </a:cubicBezTo>
                  <a:cubicBezTo>
                    <a:pt x="507" y="98"/>
                    <a:pt x="505" y="98"/>
                    <a:pt x="502" y="98"/>
                  </a:cubicBezTo>
                  <a:cubicBezTo>
                    <a:pt x="499" y="98"/>
                    <a:pt x="497" y="98"/>
                    <a:pt x="495" y="98"/>
                  </a:cubicBezTo>
                  <a:cubicBezTo>
                    <a:pt x="493" y="98"/>
                    <a:pt x="492" y="98"/>
                    <a:pt x="490" y="98"/>
                  </a:cubicBezTo>
                  <a:cubicBezTo>
                    <a:pt x="488" y="98"/>
                    <a:pt x="484" y="98"/>
                    <a:pt x="480" y="99"/>
                  </a:cubicBezTo>
                  <a:cubicBezTo>
                    <a:pt x="480" y="93"/>
                    <a:pt x="480" y="93"/>
                    <a:pt x="480" y="93"/>
                  </a:cubicBezTo>
                  <a:cubicBezTo>
                    <a:pt x="483" y="92"/>
                    <a:pt x="485" y="91"/>
                    <a:pt x="487" y="90"/>
                  </a:cubicBezTo>
                  <a:cubicBezTo>
                    <a:pt x="489" y="88"/>
                    <a:pt x="491" y="85"/>
                    <a:pt x="493" y="81"/>
                  </a:cubicBezTo>
                  <a:cubicBezTo>
                    <a:pt x="528" y="2"/>
                    <a:pt x="528" y="2"/>
                    <a:pt x="528" y="2"/>
                  </a:cubicBezTo>
                  <a:cubicBezTo>
                    <a:pt x="537" y="2"/>
                    <a:pt x="537" y="2"/>
                    <a:pt x="537" y="2"/>
                  </a:cubicBezTo>
                  <a:cubicBezTo>
                    <a:pt x="568" y="86"/>
                    <a:pt x="568" y="86"/>
                    <a:pt x="568" y="86"/>
                  </a:cubicBezTo>
                  <a:cubicBezTo>
                    <a:pt x="569" y="89"/>
                    <a:pt x="571" y="90"/>
                    <a:pt x="572" y="91"/>
                  </a:cubicBezTo>
                  <a:cubicBezTo>
                    <a:pt x="574" y="92"/>
                    <a:pt x="576" y="93"/>
                    <a:pt x="579" y="93"/>
                  </a:cubicBezTo>
                  <a:cubicBezTo>
                    <a:pt x="579" y="99"/>
                    <a:pt x="579" y="99"/>
                    <a:pt x="579" y="99"/>
                  </a:cubicBezTo>
                  <a:cubicBezTo>
                    <a:pt x="575" y="98"/>
                    <a:pt x="571" y="98"/>
                    <a:pt x="567" y="98"/>
                  </a:cubicBezTo>
                  <a:cubicBezTo>
                    <a:pt x="564" y="98"/>
                    <a:pt x="560" y="98"/>
                    <a:pt x="557" y="98"/>
                  </a:cubicBezTo>
                  <a:cubicBezTo>
                    <a:pt x="554" y="98"/>
                    <a:pt x="551" y="98"/>
                    <a:pt x="547" y="98"/>
                  </a:cubicBezTo>
                  <a:cubicBezTo>
                    <a:pt x="543" y="98"/>
                    <a:pt x="538" y="98"/>
                    <a:pt x="534" y="99"/>
                  </a:cubicBezTo>
                  <a:cubicBezTo>
                    <a:pt x="534" y="93"/>
                    <a:pt x="534" y="93"/>
                    <a:pt x="534" y="93"/>
                  </a:cubicBezTo>
                  <a:cubicBezTo>
                    <a:pt x="539" y="93"/>
                    <a:pt x="542" y="92"/>
                    <a:pt x="543" y="92"/>
                  </a:cubicBezTo>
                  <a:cubicBezTo>
                    <a:pt x="545" y="91"/>
                    <a:pt x="545" y="90"/>
                    <a:pt x="545" y="88"/>
                  </a:cubicBezTo>
                  <a:cubicBezTo>
                    <a:pt x="545" y="88"/>
                    <a:pt x="545" y="87"/>
                    <a:pt x="545" y="87"/>
                  </a:cubicBezTo>
                  <a:cubicBezTo>
                    <a:pt x="545" y="86"/>
                    <a:pt x="545" y="86"/>
                    <a:pt x="545" y="85"/>
                  </a:cubicBezTo>
                  <a:cubicBezTo>
                    <a:pt x="538" y="67"/>
                    <a:pt x="538" y="67"/>
                    <a:pt x="538" y="67"/>
                  </a:cubicBezTo>
                  <a:cubicBezTo>
                    <a:pt x="508" y="67"/>
                    <a:pt x="508" y="67"/>
                    <a:pt x="508" y="67"/>
                  </a:cubicBezTo>
                  <a:cubicBezTo>
                    <a:pt x="501" y="84"/>
                    <a:pt x="501" y="84"/>
                    <a:pt x="501" y="84"/>
                  </a:cubicBezTo>
                  <a:close/>
                  <a:moveTo>
                    <a:pt x="672" y="64"/>
                  </a:moveTo>
                  <a:cubicBezTo>
                    <a:pt x="672" y="17"/>
                    <a:pt x="672" y="17"/>
                    <a:pt x="672" y="17"/>
                  </a:cubicBezTo>
                  <a:cubicBezTo>
                    <a:pt x="672" y="13"/>
                    <a:pt x="671" y="10"/>
                    <a:pt x="669" y="9"/>
                  </a:cubicBezTo>
                  <a:cubicBezTo>
                    <a:pt x="668" y="8"/>
                    <a:pt x="664" y="7"/>
                    <a:pt x="659" y="7"/>
                  </a:cubicBezTo>
                  <a:cubicBezTo>
                    <a:pt x="659" y="2"/>
                    <a:pt x="659" y="2"/>
                    <a:pt x="659" y="2"/>
                  </a:cubicBezTo>
                  <a:cubicBezTo>
                    <a:pt x="661" y="2"/>
                    <a:pt x="664" y="2"/>
                    <a:pt x="666" y="2"/>
                  </a:cubicBezTo>
                  <a:cubicBezTo>
                    <a:pt x="669" y="2"/>
                    <a:pt x="672" y="2"/>
                    <a:pt x="675" y="2"/>
                  </a:cubicBezTo>
                  <a:cubicBezTo>
                    <a:pt x="678" y="2"/>
                    <a:pt x="680" y="2"/>
                    <a:pt x="683" y="2"/>
                  </a:cubicBezTo>
                  <a:cubicBezTo>
                    <a:pt x="685" y="2"/>
                    <a:pt x="688" y="2"/>
                    <a:pt x="690" y="2"/>
                  </a:cubicBezTo>
                  <a:cubicBezTo>
                    <a:pt x="690" y="7"/>
                    <a:pt x="690" y="7"/>
                    <a:pt x="690" y="7"/>
                  </a:cubicBezTo>
                  <a:cubicBezTo>
                    <a:pt x="689" y="7"/>
                    <a:pt x="689" y="7"/>
                    <a:pt x="689" y="7"/>
                  </a:cubicBezTo>
                  <a:cubicBezTo>
                    <a:pt x="686" y="7"/>
                    <a:pt x="683" y="8"/>
                    <a:pt x="682" y="9"/>
                  </a:cubicBezTo>
                  <a:cubicBezTo>
                    <a:pt x="681" y="11"/>
                    <a:pt x="680" y="13"/>
                    <a:pt x="680" y="17"/>
                  </a:cubicBezTo>
                  <a:cubicBezTo>
                    <a:pt x="680" y="99"/>
                    <a:pt x="680" y="99"/>
                    <a:pt x="680" y="99"/>
                  </a:cubicBezTo>
                  <a:cubicBezTo>
                    <a:pt x="671" y="99"/>
                    <a:pt x="671" y="99"/>
                    <a:pt x="671" y="99"/>
                  </a:cubicBezTo>
                  <a:cubicBezTo>
                    <a:pt x="610" y="20"/>
                    <a:pt x="610" y="20"/>
                    <a:pt x="610" y="20"/>
                  </a:cubicBezTo>
                  <a:cubicBezTo>
                    <a:pt x="610" y="81"/>
                    <a:pt x="610" y="81"/>
                    <a:pt x="610" y="81"/>
                  </a:cubicBezTo>
                  <a:cubicBezTo>
                    <a:pt x="610" y="86"/>
                    <a:pt x="611" y="89"/>
                    <a:pt x="612" y="91"/>
                  </a:cubicBezTo>
                  <a:cubicBezTo>
                    <a:pt x="614" y="92"/>
                    <a:pt x="617" y="93"/>
                    <a:pt x="623" y="93"/>
                  </a:cubicBezTo>
                  <a:cubicBezTo>
                    <a:pt x="623" y="99"/>
                    <a:pt x="623" y="99"/>
                    <a:pt x="623" y="99"/>
                  </a:cubicBezTo>
                  <a:cubicBezTo>
                    <a:pt x="620" y="98"/>
                    <a:pt x="617" y="98"/>
                    <a:pt x="614" y="98"/>
                  </a:cubicBezTo>
                  <a:cubicBezTo>
                    <a:pt x="611" y="98"/>
                    <a:pt x="608" y="98"/>
                    <a:pt x="605" y="98"/>
                  </a:cubicBezTo>
                  <a:cubicBezTo>
                    <a:pt x="603" y="98"/>
                    <a:pt x="600" y="98"/>
                    <a:pt x="598" y="98"/>
                  </a:cubicBezTo>
                  <a:cubicBezTo>
                    <a:pt x="595" y="98"/>
                    <a:pt x="592" y="98"/>
                    <a:pt x="590" y="99"/>
                  </a:cubicBezTo>
                  <a:cubicBezTo>
                    <a:pt x="590" y="93"/>
                    <a:pt x="590" y="93"/>
                    <a:pt x="590" y="93"/>
                  </a:cubicBezTo>
                  <a:cubicBezTo>
                    <a:pt x="595" y="93"/>
                    <a:pt x="598" y="92"/>
                    <a:pt x="599" y="91"/>
                  </a:cubicBezTo>
                  <a:cubicBezTo>
                    <a:pt x="601" y="89"/>
                    <a:pt x="602" y="86"/>
                    <a:pt x="602" y="81"/>
                  </a:cubicBezTo>
                  <a:cubicBezTo>
                    <a:pt x="602" y="17"/>
                    <a:pt x="602" y="17"/>
                    <a:pt x="602" y="17"/>
                  </a:cubicBezTo>
                  <a:cubicBezTo>
                    <a:pt x="602" y="13"/>
                    <a:pt x="601" y="11"/>
                    <a:pt x="599" y="9"/>
                  </a:cubicBezTo>
                  <a:cubicBezTo>
                    <a:pt x="598" y="8"/>
                    <a:pt x="595" y="8"/>
                    <a:pt x="591" y="7"/>
                  </a:cubicBezTo>
                  <a:cubicBezTo>
                    <a:pt x="591" y="2"/>
                    <a:pt x="591" y="2"/>
                    <a:pt x="591" y="2"/>
                  </a:cubicBezTo>
                  <a:cubicBezTo>
                    <a:pt x="595" y="2"/>
                    <a:pt x="599" y="2"/>
                    <a:pt x="601" y="2"/>
                  </a:cubicBezTo>
                  <a:cubicBezTo>
                    <a:pt x="603" y="2"/>
                    <a:pt x="605" y="3"/>
                    <a:pt x="607" y="3"/>
                  </a:cubicBezTo>
                  <a:cubicBezTo>
                    <a:pt x="609" y="3"/>
                    <a:pt x="612" y="2"/>
                    <a:pt x="614" y="2"/>
                  </a:cubicBezTo>
                  <a:cubicBezTo>
                    <a:pt x="617" y="2"/>
                    <a:pt x="620" y="2"/>
                    <a:pt x="623" y="2"/>
                  </a:cubicBezTo>
                  <a:cubicBezTo>
                    <a:pt x="672" y="64"/>
                    <a:pt x="672" y="64"/>
                    <a:pt x="672" y="64"/>
                  </a:cubicBezTo>
                  <a:close/>
                  <a:moveTo>
                    <a:pt x="781" y="16"/>
                  </a:moveTo>
                  <a:cubicBezTo>
                    <a:pt x="781" y="13"/>
                    <a:pt x="780" y="11"/>
                    <a:pt x="779" y="9"/>
                  </a:cubicBezTo>
                  <a:cubicBezTo>
                    <a:pt x="777" y="8"/>
                    <a:pt x="775" y="7"/>
                    <a:pt x="771" y="7"/>
                  </a:cubicBezTo>
                  <a:cubicBezTo>
                    <a:pt x="770" y="7"/>
                    <a:pt x="770" y="7"/>
                    <a:pt x="770" y="7"/>
                  </a:cubicBezTo>
                  <a:cubicBezTo>
                    <a:pt x="770" y="2"/>
                    <a:pt x="770" y="2"/>
                    <a:pt x="770" y="2"/>
                  </a:cubicBezTo>
                  <a:cubicBezTo>
                    <a:pt x="775" y="2"/>
                    <a:pt x="779" y="2"/>
                    <a:pt x="782" y="3"/>
                  </a:cubicBezTo>
                  <a:cubicBezTo>
                    <a:pt x="786" y="3"/>
                    <a:pt x="790" y="3"/>
                    <a:pt x="793" y="3"/>
                  </a:cubicBezTo>
                  <a:cubicBezTo>
                    <a:pt x="796" y="3"/>
                    <a:pt x="799" y="3"/>
                    <a:pt x="803" y="3"/>
                  </a:cubicBezTo>
                  <a:cubicBezTo>
                    <a:pt x="807" y="2"/>
                    <a:pt x="811" y="2"/>
                    <a:pt x="815" y="2"/>
                  </a:cubicBezTo>
                  <a:cubicBezTo>
                    <a:pt x="815" y="7"/>
                    <a:pt x="815" y="7"/>
                    <a:pt x="815" y="7"/>
                  </a:cubicBezTo>
                  <a:cubicBezTo>
                    <a:pt x="811" y="7"/>
                    <a:pt x="808" y="8"/>
                    <a:pt x="807" y="9"/>
                  </a:cubicBezTo>
                  <a:cubicBezTo>
                    <a:pt x="805" y="10"/>
                    <a:pt x="804" y="12"/>
                    <a:pt x="804" y="16"/>
                  </a:cubicBezTo>
                  <a:cubicBezTo>
                    <a:pt x="804" y="60"/>
                    <a:pt x="804" y="60"/>
                    <a:pt x="804" y="60"/>
                  </a:cubicBezTo>
                  <a:cubicBezTo>
                    <a:pt x="804" y="67"/>
                    <a:pt x="805" y="72"/>
                    <a:pt x="805" y="75"/>
                  </a:cubicBezTo>
                  <a:cubicBezTo>
                    <a:pt x="806" y="78"/>
                    <a:pt x="807" y="80"/>
                    <a:pt x="808" y="82"/>
                  </a:cubicBezTo>
                  <a:cubicBezTo>
                    <a:pt x="810" y="84"/>
                    <a:pt x="813" y="86"/>
                    <a:pt x="816" y="88"/>
                  </a:cubicBezTo>
                  <a:cubicBezTo>
                    <a:pt x="819" y="89"/>
                    <a:pt x="822" y="89"/>
                    <a:pt x="827" y="89"/>
                  </a:cubicBezTo>
                  <a:cubicBezTo>
                    <a:pt x="835" y="89"/>
                    <a:pt x="841" y="87"/>
                    <a:pt x="845" y="83"/>
                  </a:cubicBezTo>
                  <a:cubicBezTo>
                    <a:pt x="848" y="78"/>
                    <a:pt x="850" y="70"/>
                    <a:pt x="850" y="60"/>
                  </a:cubicBezTo>
                  <a:cubicBezTo>
                    <a:pt x="850" y="59"/>
                    <a:pt x="850" y="59"/>
                    <a:pt x="850" y="59"/>
                  </a:cubicBezTo>
                  <a:cubicBezTo>
                    <a:pt x="850" y="18"/>
                    <a:pt x="850" y="18"/>
                    <a:pt x="850" y="18"/>
                  </a:cubicBezTo>
                  <a:cubicBezTo>
                    <a:pt x="850" y="14"/>
                    <a:pt x="849" y="11"/>
                    <a:pt x="848" y="9"/>
                  </a:cubicBezTo>
                  <a:cubicBezTo>
                    <a:pt x="847" y="8"/>
                    <a:pt x="844" y="7"/>
                    <a:pt x="839" y="7"/>
                  </a:cubicBezTo>
                  <a:cubicBezTo>
                    <a:pt x="839" y="2"/>
                    <a:pt x="839" y="2"/>
                    <a:pt x="839" y="2"/>
                  </a:cubicBezTo>
                  <a:cubicBezTo>
                    <a:pt x="842" y="2"/>
                    <a:pt x="845" y="2"/>
                    <a:pt x="847" y="2"/>
                  </a:cubicBezTo>
                  <a:cubicBezTo>
                    <a:pt x="849" y="2"/>
                    <a:pt x="851" y="3"/>
                    <a:pt x="853" y="3"/>
                  </a:cubicBezTo>
                  <a:cubicBezTo>
                    <a:pt x="855" y="3"/>
                    <a:pt x="857" y="2"/>
                    <a:pt x="860" y="2"/>
                  </a:cubicBezTo>
                  <a:cubicBezTo>
                    <a:pt x="862" y="2"/>
                    <a:pt x="865" y="2"/>
                    <a:pt x="867" y="2"/>
                  </a:cubicBezTo>
                  <a:cubicBezTo>
                    <a:pt x="867" y="7"/>
                    <a:pt x="867" y="7"/>
                    <a:pt x="867" y="7"/>
                  </a:cubicBezTo>
                  <a:cubicBezTo>
                    <a:pt x="864" y="7"/>
                    <a:pt x="862" y="8"/>
                    <a:pt x="861" y="9"/>
                  </a:cubicBezTo>
                  <a:cubicBezTo>
                    <a:pt x="860" y="10"/>
                    <a:pt x="859" y="13"/>
                    <a:pt x="859" y="18"/>
                  </a:cubicBezTo>
                  <a:cubicBezTo>
                    <a:pt x="858" y="62"/>
                    <a:pt x="858" y="62"/>
                    <a:pt x="858" y="62"/>
                  </a:cubicBezTo>
                  <a:cubicBezTo>
                    <a:pt x="858" y="76"/>
                    <a:pt x="855" y="86"/>
                    <a:pt x="849" y="92"/>
                  </a:cubicBezTo>
                  <a:cubicBezTo>
                    <a:pt x="843" y="98"/>
                    <a:pt x="833" y="101"/>
                    <a:pt x="820" y="101"/>
                  </a:cubicBezTo>
                  <a:cubicBezTo>
                    <a:pt x="807" y="101"/>
                    <a:pt x="797" y="98"/>
                    <a:pt x="791" y="93"/>
                  </a:cubicBezTo>
                  <a:cubicBezTo>
                    <a:pt x="784" y="87"/>
                    <a:pt x="781" y="79"/>
                    <a:pt x="781" y="69"/>
                  </a:cubicBezTo>
                  <a:cubicBezTo>
                    <a:pt x="781" y="16"/>
                    <a:pt x="781" y="16"/>
                    <a:pt x="781" y="16"/>
                  </a:cubicBezTo>
                  <a:close/>
                  <a:moveTo>
                    <a:pt x="963" y="64"/>
                  </a:moveTo>
                  <a:cubicBezTo>
                    <a:pt x="963" y="17"/>
                    <a:pt x="963" y="17"/>
                    <a:pt x="963" y="17"/>
                  </a:cubicBezTo>
                  <a:cubicBezTo>
                    <a:pt x="963" y="13"/>
                    <a:pt x="962" y="10"/>
                    <a:pt x="961" y="9"/>
                  </a:cubicBezTo>
                  <a:cubicBezTo>
                    <a:pt x="959" y="8"/>
                    <a:pt x="956" y="7"/>
                    <a:pt x="950" y="7"/>
                  </a:cubicBezTo>
                  <a:cubicBezTo>
                    <a:pt x="950" y="2"/>
                    <a:pt x="950" y="2"/>
                    <a:pt x="950" y="2"/>
                  </a:cubicBezTo>
                  <a:cubicBezTo>
                    <a:pt x="953" y="2"/>
                    <a:pt x="955" y="2"/>
                    <a:pt x="958" y="2"/>
                  </a:cubicBezTo>
                  <a:cubicBezTo>
                    <a:pt x="960" y="2"/>
                    <a:pt x="963" y="2"/>
                    <a:pt x="966" y="2"/>
                  </a:cubicBezTo>
                  <a:cubicBezTo>
                    <a:pt x="969" y="2"/>
                    <a:pt x="972" y="2"/>
                    <a:pt x="974" y="2"/>
                  </a:cubicBezTo>
                  <a:cubicBezTo>
                    <a:pt x="977" y="2"/>
                    <a:pt x="979" y="2"/>
                    <a:pt x="981" y="2"/>
                  </a:cubicBezTo>
                  <a:cubicBezTo>
                    <a:pt x="981" y="7"/>
                    <a:pt x="981" y="7"/>
                    <a:pt x="981" y="7"/>
                  </a:cubicBezTo>
                  <a:cubicBezTo>
                    <a:pt x="980" y="7"/>
                    <a:pt x="980" y="7"/>
                    <a:pt x="980" y="7"/>
                  </a:cubicBezTo>
                  <a:cubicBezTo>
                    <a:pt x="977" y="7"/>
                    <a:pt x="975" y="8"/>
                    <a:pt x="973" y="9"/>
                  </a:cubicBezTo>
                  <a:cubicBezTo>
                    <a:pt x="972" y="11"/>
                    <a:pt x="971" y="13"/>
                    <a:pt x="971" y="17"/>
                  </a:cubicBezTo>
                  <a:cubicBezTo>
                    <a:pt x="971" y="99"/>
                    <a:pt x="971" y="99"/>
                    <a:pt x="971" y="99"/>
                  </a:cubicBezTo>
                  <a:cubicBezTo>
                    <a:pt x="963" y="99"/>
                    <a:pt x="963" y="99"/>
                    <a:pt x="963" y="99"/>
                  </a:cubicBezTo>
                  <a:cubicBezTo>
                    <a:pt x="901" y="20"/>
                    <a:pt x="901" y="20"/>
                    <a:pt x="901" y="20"/>
                  </a:cubicBezTo>
                  <a:cubicBezTo>
                    <a:pt x="901" y="81"/>
                    <a:pt x="901" y="81"/>
                    <a:pt x="901" y="81"/>
                  </a:cubicBezTo>
                  <a:cubicBezTo>
                    <a:pt x="901" y="86"/>
                    <a:pt x="902" y="89"/>
                    <a:pt x="904" y="91"/>
                  </a:cubicBezTo>
                  <a:cubicBezTo>
                    <a:pt x="905" y="92"/>
                    <a:pt x="909" y="93"/>
                    <a:pt x="914" y="93"/>
                  </a:cubicBezTo>
                  <a:cubicBezTo>
                    <a:pt x="914" y="99"/>
                    <a:pt x="914" y="99"/>
                    <a:pt x="914" y="99"/>
                  </a:cubicBezTo>
                  <a:cubicBezTo>
                    <a:pt x="911" y="98"/>
                    <a:pt x="908" y="98"/>
                    <a:pt x="905" y="98"/>
                  </a:cubicBezTo>
                  <a:cubicBezTo>
                    <a:pt x="902" y="98"/>
                    <a:pt x="900" y="98"/>
                    <a:pt x="897" y="98"/>
                  </a:cubicBezTo>
                  <a:cubicBezTo>
                    <a:pt x="894" y="98"/>
                    <a:pt x="892" y="98"/>
                    <a:pt x="889" y="98"/>
                  </a:cubicBezTo>
                  <a:cubicBezTo>
                    <a:pt x="886" y="98"/>
                    <a:pt x="884" y="98"/>
                    <a:pt x="881" y="99"/>
                  </a:cubicBezTo>
                  <a:cubicBezTo>
                    <a:pt x="881" y="93"/>
                    <a:pt x="881" y="93"/>
                    <a:pt x="881" y="93"/>
                  </a:cubicBezTo>
                  <a:cubicBezTo>
                    <a:pt x="886" y="93"/>
                    <a:pt x="889" y="92"/>
                    <a:pt x="891" y="91"/>
                  </a:cubicBezTo>
                  <a:cubicBezTo>
                    <a:pt x="892" y="89"/>
                    <a:pt x="893" y="86"/>
                    <a:pt x="893" y="81"/>
                  </a:cubicBezTo>
                  <a:cubicBezTo>
                    <a:pt x="893" y="17"/>
                    <a:pt x="893" y="17"/>
                    <a:pt x="893" y="17"/>
                  </a:cubicBezTo>
                  <a:cubicBezTo>
                    <a:pt x="893" y="13"/>
                    <a:pt x="892" y="11"/>
                    <a:pt x="891" y="9"/>
                  </a:cubicBezTo>
                  <a:cubicBezTo>
                    <a:pt x="889" y="8"/>
                    <a:pt x="886" y="8"/>
                    <a:pt x="882" y="7"/>
                  </a:cubicBezTo>
                  <a:cubicBezTo>
                    <a:pt x="882" y="2"/>
                    <a:pt x="882" y="2"/>
                    <a:pt x="882" y="2"/>
                  </a:cubicBezTo>
                  <a:cubicBezTo>
                    <a:pt x="887" y="2"/>
                    <a:pt x="890" y="2"/>
                    <a:pt x="892" y="2"/>
                  </a:cubicBezTo>
                  <a:cubicBezTo>
                    <a:pt x="895" y="2"/>
                    <a:pt x="897" y="3"/>
                    <a:pt x="899" y="3"/>
                  </a:cubicBezTo>
                  <a:cubicBezTo>
                    <a:pt x="901" y="3"/>
                    <a:pt x="903" y="2"/>
                    <a:pt x="906" y="2"/>
                  </a:cubicBezTo>
                  <a:cubicBezTo>
                    <a:pt x="908" y="2"/>
                    <a:pt x="911" y="2"/>
                    <a:pt x="915" y="2"/>
                  </a:cubicBezTo>
                  <a:cubicBezTo>
                    <a:pt x="963" y="64"/>
                    <a:pt x="963" y="64"/>
                    <a:pt x="963" y="64"/>
                  </a:cubicBezTo>
                  <a:close/>
                  <a:moveTo>
                    <a:pt x="997" y="99"/>
                  </a:moveTo>
                  <a:cubicBezTo>
                    <a:pt x="997" y="93"/>
                    <a:pt x="997" y="93"/>
                    <a:pt x="997" y="93"/>
                  </a:cubicBezTo>
                  <a:cubicBezTo>
                    <a:pt x="997" y="93"/>
                    <a:pt x="997" y="93"/>
                    <a:pt x="997" y="93"/>
                  </a:cubicBezTo>
                  <a:cubicBezTo>
                    <a:pt x="1002" y="93"/>
                    <a:pt x="1005" y="92"/>
                    <a:pt x="1006" y="91"/>
                  </a:cubicBezTo>
                  <a:cubicBezTo>
                    <a:pt x="1007" y="89"/>
                    <a:pt x="1008" y="86"/>
                    <a:pt x="1008" y="81"/>
                  </a:cubicBezTo>
                  <a:cubicBezTo>
                    <a:pt x="1008" y="16"/>
                    <a:pt x="1008" y="16"/>
                    <a:pt x="1008" y="16"/>
                  </a:cubicBezTo>
                  <a:cubicBezTo>
                    <a:pt x="1008" y="13"/>
                    <a:pt x="1007" y="11"/>
                    <a:pt x="1006" y="9"/>
                  </a:cubicBezTo>
                  <a:cubicBezTo>
                    <a:pt x="1004" y="8"/>
                    <a:pt x="1002" y="7"/>
                    <a:pt x="998" y="7"/>
                  </a:cubicBezTo>
                  <a:cubicBezTo>
                    <a:pt x="997" y="7"/>
                    <a:pt x="997" y="7"/>
                    <a:pt x="997" y="7"/>
                  </a:cubicBezTo>
                  <a:cubicBezTo>
                    <a:pt x="997" y="2"/>
                    <a:pt x="997" y="2"/>
                    <a:pt x="997" y="2"/>
                  </a:cubicBezTo>
                  <a:cubicBezTo>
                    <a:pt x="1001" y="2"/>
                    <a:pt x="1004" y="2"/>
                    <a:pt x="1008" y="2"/>
                  </a:cubicBezTo>
                  <a:cubicBezTo>
                    <a:pt x="1012" y="3"/>
                    <a:pt x="1016" y="3"/>
                    <a:pt x="1020" y="3"/>
                  </a:cubicBezTo>
                  <a:cubicBezTo>
                    <a:pt x="1023" y="3"/>
                    <a:pt x="1027" y="3"/>
                    <a:pt x="1031" y="2"/>
                  </a:cubicBezTo>
                  <a:cubicBezTo>
                    <a:pt x="1035" y="2"/>
                    <a:pt x="1039" y="2"/>
                    <a:pt x="1042" y="2"/>
                  </a:cubicBezTo>
                  <a:cubicBezTo>
                    <a:pt x="1042" y="7"/>
                    <a:pt x="1042" y="7"/>
                    <a:pt x="1042" y="7"/>
                  </a:cubicBezTo>
                  <a:cubicBezTo>
                    <a:pt x="1038" y="7"/>
                    <a:pt x="1035" y="8"/>
                    <a:pt x="1034" y="9"/>
                  </a:cubicBezTo>
                  <a:cubicBezTo>
                    <a:pt x="1032" y="10"/>
                    <a:pt x="1031" y="12"/>
                    <a:pt x="1031" y="16"/>
                  </a:cubicBezTo>
                  <a:cubicBezTo>
                    <a:pt x="1031" y="81"/>
                    <a:pt x="1031" y="81"/>
                    <a:pt x="1031" y="81"/>
                  </a:cubicBezTo>
                  <a:cubicBezTo>
                    <a:pt x="1031" y="86"/>
                    <a:pt x="1032" y="89"/>
                    <a:pt x="1033" y="91"/>
                  </a:cubicBezTo>
                  <a:cubicBezTo>
                    <a:pt x="1035" y="92"/>
                    <a:pt x="1038" y="93"/>
                    <a:pt x="1042" y="93"/>
                  </a:cubicBezTo>
                  <a:cubicBezTo>
                    <a:pt x="1042" y="93"/>
                    <a:pt x="1042" y="93"/>
                    <a:pt x="1042" y="93"/>
                  </a:cubicBezTo>
                  <a:cubicBezTo>
                    <a:pt x="1042" y="99"/>
                    <a:pt x="1042" y="99"/>
                    <a:pt x="1042" y="99"/>
                  </a:cubicBezTo>
                  <a:cubicBezTo>
                    <a:pt x="1039" y="98"/>
                    <a:pt x="1035" y="98"/>
                    <a:pt x="1031" y="98"/>
                  </a:cubicBezTo>
                  <a:cubicBezTo>
                    <a:pt x="1027" y="98"/>
                    <a:pt x="1024" y="98"/>
                    <a:pt x="1020" y="98"/>
                  </a:cubicBezTo>
                  <a:cubicBezTo>
                    <a:pt x="1016" y="98"/>
                    <a:pt x="1013" y="98"/>
                    <a:pt x="1009" y="98"/>
                  </a:cubicBezTo>
                  <a:cubicBezTo>
                    <a:pt x="1005" y="98"/>
                    <a:pt x="1001" y="98"/>
                    <a:pt x="997" y="99"/>
                  </a:cubicBezTo>
                  <a:cubicBezTo>
                    <a:pt x="997" y="99"/>
                    <a:pt x="997" y="99"/>
                    <a:pt x="997" y="99"/>
                  </a:cubicBezTo>
                  <a:close/>
                  <a:moveTo>
                    <a:pt x="1107" y="100"/>
                  </a:moveTo>
                  <a:cubicBezTo>
                    <a:pt x="1097" y="100"/>
                    <a:pt x="1097" y="100"/>
                    <a:pt x="1097" y="100"/>
                  </a:cubicBezTo>
                  <a:cubicBezTo>
                    <a:pt x="1066" y="16"/>
                    <a:pt x="1066" y="16"/>
                    <a:pt x="1066" y="16"/>
                  </a:cubicBezTo>
                  <a:cubicBezTo>
                    <a:pt x="1065" y="13"/>
                    <a:pt x="1064" y="11"/>
                    <a:pt x="1062" y="9"/>
                  </a:cubicBezTo>
                  <a:cubicBezTo>
                    <a:pt x="1060" y="8"/>
                    <a:pt x="1058" y="7"/>
                    <a:pt x="1055" y="7"/>
                  </a:cubicBezTo>
                  <a:cubicBezTo>
                    <a:pt x="1054" y="7"/>
                    <a:pt x="1054" y="7"/>
                    <a:pt x="1054" y="7"/>
                  </a:cubicBezTo>
                  <a:cubicBezTo>
                    <a:pt x="1054" y="2"/>
                    <a:pt x="1054" y="2"/>
                    <a:pt x="1054" y="2"/>
                  </a:cubicBezTo>
                  <a:cubicBezTo>
                    <a:pt x="1058" y="2"/>
                    <a:pt x="1062" y="2"/>
                    <a:pt x="1066" y="2"/>
                  </a:cubicBezTo>
                  <a:cubicBezTo>
                    <a:pt x="1070" y="2"/>
                    <a:pt x="1073" y="3"/>
                    <a:pt x="1076" y="3"/>
                  </a:cubicBezTo>
                  <a:cubicBezTo>
                    <a:pt x="1079" y="3"/>
                    <a:pt x="1081" y="2"/>
                    <a:pt x="1085" y="2"/>
                  </a:cubicBezTo>
                  <a:cubicBezTo>
                    <a:pt x="1088" y="2"/>
                    <a:pt x="1093" y="2"/>
                    <a:pt x="1100" y="2"/>
                  </a:cubicBezTo>
                  <a:cubicBezTo>
                    <a:pt x="1100" y="7"/>
                    <a:pt x="1100" y="7"/>
                    <a:pt x="1100" y="7"/>
                  </a:cubicBezTo>
                  <a:cubicBezTo>
                    <a:pt x="1099" y="7"/>
                    <a:pt x="1099" y="7"/>
                    <a:pt x="1099" y="7"/>
                  </a:cubicBezTo>
                  <a:cubicBezTo>
                    <a:pt x="1095" y="7"/>
                    <a:pt x="1093" y="8"/>
                    <a:pt x="1092" y="8"/>
                  </a:cubicBezTo>
                  <a:cubicBezTo>
                    <a:pt x="1090" y="9"/>
                    <a:pt x="1089" y="11"/>
                    <a:pt x="1089" y="12"/>
                  </a:cubicBezTo>
                  <a:cubicBezTo>
                    <a:pt x="1089" y="13"/>
                    <a:pt x="1089" y="13"/>
                    <a:pt x="1090" y="14"/>
                  </a:cubicBezTo>
                  <a:cubicBezTo>
                    <a:pt x="1090" y="14"/>
                    <a:pt x="1090" y="15"/>
                    <a:pt x="1090" y="15"/>
                  </a:cubicBezTo>
                  <a:cubicBezTo>
                    <a:pt x="1110" y="74"/>
                    <a:pt x="1110" y="74"/>
                    <a:pt x="1110" y="74"/>
                  </a:cubicBezTo>
                  <a:cubicBezTo>
                    <a:pt x="1133" y="16"/>
                    <a:pt x="1133" y="16"/>
                    <a:pt x="1133" y="16"/>
                  </a:cubicBezTo>
                  <a:cubicBezTo>
                    <a:pt x="1134" y="14"/>
                    <a:pt x="1134" y="14"/>
                    <a:pt x="1134" y="13"/>
                  </a:cubicBezTo>
                  <a:cubicBezTo>
                    <a:pt x="1134" y="12"/>
                    <a:pt x="1135" y="11"/>
                    <a:pt x="1135" y="11"/>
                  </a:cubicBezTo>
                  <a:cubicBezTo>
                    <a:pt x="1135" y="9"/>
                    <a:pt x="1134" y="9"/>
                    <a:pt x="1132" y="8"/>
                  </a:cubicBezTo>
                  <a:cubicBezTo>
                    <a:pt x="1131" y="7"/>
                    <a:pt x="1128" y="7"/>
                    <a:pt x="1125" y="7"/>
                  </a:cubicBezTo>
                  <a:cubicBezTo>
                    <a:pt x="1124" y="7"/>
                    <a:pt x="1124" y="7"/>
                    <a:pt x="1124" y="7"/>
                  </a:cubicBezTo>
                  <a:cubicBezTo>
                    <a:pt x="1124" y="2"/>
                    <a:pt x="1124" y="2"/>
                    <a:pt x="1124" y="2"/>
                  </a:cubicBezTo>
                  <a:cubicBezTo>
                    <a:pt x="1126" y="2"/>
                    <a:pt x="1128" y="2"/>
                    <a:pt x="1130" y="2"/>
                  </a:cubicBezTo>
                  <a:cubicBezTo>
                    <a:pt x="1132" y="2"/>
                    <a:pt x="1135" y="2"/>
                    <a:pt x="1137" y="2"/>
                  </a:cubicBezTo>
                  <a:cubicBezTo>
                    <a:pt x="1140" y="2"/>
                    <a:pt x="1143" y="2"/>
                    <a:pt x="1145" y="2"/>
                  </a:cubicBezTo>
                  <a:cubicBezTo>
                    <a:pt x="1147" y="2"/>
                    <a:pt x="1149" y="2"/>
                    <a:pt x="1151" y="2"/>
                  </a:cubicBezTo>
                  <a:cubicBezTo>
                    <a:pt x="1152" y="7"/>
                    <a:pt x="1152" y="7"/>
                    <a:pt x="1152" y="7"/>
                  </a:cubicBezTo>
                  <a:cubicBezTo>
                    <a:pt x="1149" y="7"/>
                    <a:pt x="1148" y="8"/>
                    <a:pt x="1146" y="9"/>
                  </a:cubicBezTo>
                  <a:cubicBezTo>
                    <a:pt x="1145" y="10"/>
                    <a:pt x="1144" y="12"/>
                    <a:pt x="1143" y="15"/>
                  </a:cubicBezTo>
                  <a:cubicBezTo>
                    <a:pt x="1107" y="100"/>
                    <a:pt x="1107" y="100"/>
                    <a:pt x="1107" y="100"/>
                  </a:cubicBezTo>
                  <a:close/>
                  <a:moveTo>
                    <a:pt x="1163" y="99"/>
                  </a:moveTo>
                  <a:cubicBezTo>
                    <a:pt x="1163" y="93"/>
                    <a:pt x="1163" y="93"/>
                    <a:pt x="1163" y="93"/>
                  </a:cubicBezTo>
                  <a:cubicBezTo>
                    <a:pt x="1165" y="93"/>
                    <a:pt x="1165" y="93"/>
                    <a:pt x="1165" y="93"/>
                  </a:cubicBezTo>
                  <a:cubicBezTo>
                    <a:pt x="1168" y="93"/>
                    <a:pt x="1171" y="92"/>
                    <a:pt x="1173" y="91"/>
                  </a:cubicBezTo>
                  <a:cubicBezTo>
                    <a:pt x="1174" y="89"/>
                    <a:pt x="1175" y="87"/>
                    <a:pt x="1175" y="84"/>
                  </a:cubicBezTo>
                  <a:cubicBezTo>
                    <a:pt x="1175" y="16"/>
                    <a:pt x="1175" y="16"/>
                    <a:pt x="1175" y="16"/>
                  </a:cubicBezTo>
                  <a:cubicBezTo>
                    <a:pt x="1175" y="13"/>
                    <a:pt x="1174" y="11"/>
                    <a:pt x="1173" y="10"/>
                  </a:cubicBezTo>
                  <a:cubicBezTo>
                    <a:pt x="1171" y="8"/>
                    <a:pt x="1168" y="7"/>
                    <a:pt x="1165" y="7"/>
                  </a:cubicBezTo>
                  <a:cubicBezTo>
                    <a:pt x="1163" y="7"/>
                    <a:pt x="1163" y="7"/>
                    <a:pt x="1163" y="7"/>
                  </a:cubicBezTo>
                  <a:cubicBezTo>
                    <a:pt x="1163" y="2"/>
                    <a:pt x="1163" y="2"/>
                    <a:pt x="1163" y="2"/>
                  </a:cubicBezTo>
                  <a:cubicBezTo>
                    <a:pt x="1166" y="2"/>
                    <a:pt x="1170" y="2"/>
                    <a:pt x="1174" y="2"/>
                  </a:cubicBezTo>
                  <a:cubicBezTo>
                    <a:pt x="1178" y="2"/>
                    <a:pt x="1184" y="2"/>
                    <a:pt x="1193" y="2"/>
                  </a:cubicBezTo>
                  <a:cubicBezTo>
                    <a:pt x="1207" y="2"/>
                    <a:pt x="1207" y="2"/>
                    <a:pt x="1207" y="2"/>
                  </a:cubicBezTo>
                  <a:cubicBezTo>
                    <a:pt x="1214" y="2"/>
                    <a:pt x="1219" y="2"/>
                    <a:pt x="1224" y="2"/>
                  </a:cubicBezTo>
                  <a:cubicBezTo>
                    <a:pt x="1228" y="2"/>
                    <a:pt x="1232" y="2"/>
                    <a:pt x="1236" y="2"/>
                  </a:cubicBezTo>
                  <a:cubicBezTo>
                    <a:pt x="1236" y="5"/>
                    <a:pt x="1236" y="9"/>
                    <a:pt x="1236" y="13"/>
                  </a:cubicBezTo>
                  <a:cubicBezTo>
                    <a:pt x="1236" y="16"/>
                    <a:pt x="1237" y="21"/>
                    <a:pt x="1237" y="25"/>
                  </a:cubicBezTo>
                  <a:cubicBezTo>
                    <a:pt x="1231" y="25"/>
                    <a:pt x="1231" y="25"/>
                    <a:pt x="1231" y="25"/>
                  </a:cubicBezTo>
                  <a:cubicBezTo>
                    <a:pt x="1230" y="19"/>
                    <a:pt x="1228" y="15"/>
                    <a:pt x="1225" y="12"/>
                  </a:cubicBezTo>
                  <a:cubicBezTo>
                    <a:pt x="1222" y="10"/>
                    <a:pt x="1216" y="9"/>
                    <a:pt x="1208" y="9"/>
                  </a:cubicBezTo>
                  <a:cubicBezTo>
                    <a:pt x="1204" y="9"/>
                    <a:pt x="1201" y="9"/>
                    <a:pt x="1200" y="10"/>
                  </a:cubicBezTo>
                  <a:cubicBezTo>
                    <a:pt x="1198" y="10"/>
                    <a:pt x="1198" y="12"/>
                    <a:pt x="1198" y="13"/>
                  </a:cubicBezTo>
                  <a:cubicBezTo>
                    <a:pt x="1198" y="46"/>
                    <a:pt x="1198" y="46"/>
                    <a:pt x="1198" y="46"/>
                  </a:cubicBezTo>
                  <a:cubicBezTo>
                    <a:pt x="1210" y="46"/>
                    <a:pt x="1210" y="46"/>
                    <a:pt x="1210" y="46"/>
                  </a:cubicBezTo>
                  <a:cubicBezTo>
                    <a:pt x="1214" y="46"/>
                    <a:pt x="1217" y="45"/>
                    <a:pt x="1219" y="42"/>
                  </a:cubicBezTo>
                  <a:cubicBezTo>
                    <a:pt x="1221" y="40"/>
                    <a:pt x="1222" y="37"/>
                    <a:pt x="1222" y="32"/>
                  </a:cubicBezTo>
                  <a:cubicBezTo>
                    <a:pt x="1227" y="32"/>
                    <a:pt x="1227" y="32"/>
                    <a:pt x="1227" y="32"/>
                  </a:cubicBezTo>
                  <a:cubicBezTo>
                    <a:pt x="1227" y="35"/>
                    <a:pt x="1227" y="38"/>
                    <a:pt x="1227" y="40"/>
                  </a:cubicBezTo>
                  <a:cubicBezTo>
                    <a:pt x="1227" y="43"/>
                    <a:pt x="1227" y="46"/>
                    <a:pt x="1227" y="49"/>
                  </a:cubicBezTo>
                  <a:cubicBezTo>
                    <a:pt x="1227" y="52"/>
                    <a:pt x="1227" y="54"/>
                    <a:pt x="1227" y="57"/>
                  </a:cubicBezTo>
                  <a:cubicBezTo>
                    <a:pt x="1227" y="60"/>
                    <a:pt x="1227" y="63"/>
                    <a:pt x="1227" y="65"/>
                  </a:cubicBezTo>
                  <a:cubicBezTo>
                    <a:pt x="1222" y="65"/>
                    <a:pt x="1222" y="65"/>
                    <a:pt x="1222" y="65"/>
                  </a:cubicBezTo>
                  <a:cubicBezTo>
                    <a:pt x="1222" y="60"/>
                    <a:pt x="1221" y="57"/>
                    <a:pt x="1219" y="55"/>
                  </a:cubicBezTo>
                  <a:cubicBezTo>
                    <a:pt x="1218" y="53"/>
                    <a:pt x="1215" y="52"/>
                    <a:pt x="1211" y="52"/>
                  </a:cubicBezTo>
                  <a:cubicBezTo>
                    <a:pt x="1198" y="52"/>
                    <a:pt x="1198" y="52"/>
                    <a:pt x="1198" y="52"/>
                  </a:cubicBezTo>
                  <a:cubicBezTo>
                    <a:pt x="1198" y="85"/>
                    <a:pt x="1198" y="85"/>
                    <a:pt x="1198" y="85"/>
                  </a:cubicBezTo>
                  <a:cubicBezTo>
                    <a:pt x="1198" y="87"/>
                    <a:pt x="1198" y="88"/>
                    <a:pt x="1199" y="89"/>
                  </a:cubicBezTo>
                  <a:cubicBezTo>
                    <a:pt x="1201" y="90"/>
                    <a:pt x="1202" y="90"/>
                    <a:pt x="1205" y="90"/>
                  </a:cubicBezTo>
                  <a:cubicBezTo>
                    <a:pt x="1216" y="90"/>
                    <a:pt x="1224" y="89"/>
                    <a:pt x="1229" y="86"/>
                  </a:cubicBezTo>
                  <a:cubicBezTo>
                    <a:pt x="1233" y="83"/>
                    <a:pt x="1236" y="78"/>
                    <a:pt x="1238" y="71"/>
                  </a:cubicBezTo>
                  <a:cubicBezTo>
                    <a:pt x="1244" y="71"/>
                    <a:pt x="1244" y="71"/>
                    <a:pt x="1244" y="71"/>
                  </a:cubicBezTo>
                  <a:cubicBezTo>
                    <a:pt x="1243" y="76"/>
                    <a:pt x="1242" y="80"/>
                    <a:pt x="1241" y="85"/>
                  </a:cubicBezTo>
                  <a:cubicBezTo>
                    <a:pt x="1240" y="90"/>
                    <a:pt x="1239" y="94"/>
                    <a:pt x="1239" y="99"/>
                  </a:cubicBezTo>
                  <a:cubicBezTo>
                    <a:pt x="1233" y="98"/>
                    <a:pt x="1228" y="98"/>
                    <a:pt x="1221" y="98"/>
                  </a:cubicBezTo>
                  <a:cubicBezTo>
                    <a:pt x="1215" y="98"/>
                    <a:pt x="1208" y="98"/>
                    <a:pt x="1201" y="98"/>
                  </a:cubicBezTo>
                  <a:cubicBezTo>
                    <a:pt x="1193" y="98"/>
                    <a:pt x="1186" y="98"/>
                    <a:pt x="1180" y="98"/>
                  </a:cubicBezTo>
                  <a:cubicBezTo>
                    <a:pt x="1174" y="98"/>
                    <a:pt x="1168" y="98"/>
                    <a:pt x="1163" y="99"/>
                  </a:cubicBezTo>
                  <a:cubicBezTo>
                    <a:pt x="1163" y="99"/>
                    <a:pt x="1163" y="99"/>
                    <a:pt x="1163" y="99"/>
                  </a:cubicBezTo>
                  <a:close/>
                  <a:moveTo>
                    <a:pt x="1259" y="99"/>
                  </a:moveTo>
                  <a:cubicBezTo>
                    <a:pt x="1259" y="93"/>
                    <a:pt x="1259" y="93"/>
                    <a:pt x="1259" y="93"/>
                  </a:cubicBezTo>
                  <a:cubicBezTo>
                    <a:pt x="1263" y="93"/>
                    <a:pt x="1266" y="92"/>
                    <a:pt x="1267" y="91"/>
                  </a:cubicBezTo>
                  <a:cubicBezTo>
                    <a:pt x="1269" y="89"/>
                    <a:pt x="1270" y="86"/>
                    <a:pt x="1270" y="81"/>
                  </a:cubicBezTo>
                  <a:cubicBezTo>
                    <a:pt x="1270" y="16"/>
                    <a:pt x="1270" y="16"/>
                    <a:pt x="1270" y="16"/>
                  </a:cubicBezTo>
                  <a:cubicBezTo>
                    <a:pt x="1270" y="13"/>
                    <a:pt x="1269" y="11"/>
                    <a:pt x="1267" y="9"/>
                  </a:cubicBezTo>
                  <a:cubicBezTo>
                    <a:pt x="1266" y="8"/>
                    <a:pt x="1263" y="7"/>
                    <a:pt x="1260" y="7"/>
                  </a:cubicBezTo>
                  <a:cubicBezTo>
                    <a:pt x="1259" y="7"/>
                    <a:pt x="1259" y="7"/>
                    <a:pt x="1259" y="7"/>
                  </a:cubicBezTo>
                  <a:cubicBezTo>
                    <a:pt x="1259" y="2"/>
                    <a:pt x="1259" y="2"/>
                    <a:pt x="1259" y="2"/>
                  </a:cubicBezTo>
                  <a:cubicBezTo>
                    <a:pt x="1262" y="2"/>
                    <a:pt x="1265" y="2"/>
                    <a:pt x="1268" y="2"/>
                  </a:cubicBezTo>
                  <a:cubicBezTo>
                    <a:pt x="1271" y="2"/>
                    <a:pt x="1274" y="3"/>
                    <a:pt x="1277" y="3"/>
                  </a:cubicBezTo>
                  <a:cubicBezTo>
                    <a:pt x="1281" y="3"/>
                    <a:pt x="1286" y="2"/>
                    <a:pt x="1292" y="2"/>
                  </a:cubicBezTo>
                  <a:cubicBezTo>
                    <a:pt x="1298" y="2"/>
                    <a:pt x="1302" y="2"/>
                    <a:pt x="1305" y="2"/>
                  </a:cubicBezTo>
                  <a:cubicBezTo>
                    <a:pt x="1316" y="2"/>
                    <a:pt x="1325" y="4"/>
                    <a:pt x="1330" y="7"/>
                  </a:cubicBezTo>
                  <a:cubicBezTo>
                    <a:pt x="1336" y="11"/>
                    <a:pt x="1339" y="17"/>
                    <a:pt x="1339" y="24"/>
                  </a:cubicBezTo>
                  <a:cubicBezTo>
                    <a:pt x="1339" y="30"/>
                    <a:pt x="1337" y="36"/>
                    <a:pt x="1333" y="40"/>
                  </a:cubicBezTo>
                  <a:cubicBezTo>
                    <a:pt x="1329" y="45"/>
                    <a:pt x="1323" y="49"/>
                    <a:pt x="1316" y="51"/>
                  </a:cubicBezTo>
                  <a:cubicBezTo>
                    <a:pt x="1320" y="53"/>
                    <a:pt x="1324" y="56"/>
                    <a:pt x="1328" y="61"/>
                  </a:cubicBezTo>
                  <a:cubicBezTo>
                    <a:pt x="1332" y="66"/>
                    <a:pt x="1336" y="73"/>
                    <a:pt x="1341" y="82"/>
                  </a:cubicBezTo>
                  <a:cubicBezTo>
                    <a:pt x="1341" y="83"/>
                    <a:pt x="1341" y="84"/>
                    <a:pt x="1342" y="85"/>
                  </a:cubicBezTo>
                  <a:cubicBezTo>
                    <a:pt x="1345" y="92"/>
                    <a:pt x="1348" y="95"/>
                    <a:pt x="1351" y="95"/>
                  </a:cubicBezTo>
                  <a:cubicBezTo>
                    <a:pt x="1352" y="95"/>
                    <a:pt x="1352" y="95"/>
                    <a:pt x="1352" y="95"/>
                  </a:cubicBezTo>
                  <a:cubicBezTo>
                    <a:pt x="1352" y="100"/>
                    <a:pt x="1352" y="100"/>
                    <a:pt x="1352" y="100"/>
                  </a:cubicBezTo>
                  <a:cubicBezTo>
                    <a:pt x="1347" y="99"/>
                    <a:pt x="1341" y="99"/>
                    <a:pt x="1334" y="98"/>
                  </a:cubicBezTo>
                  <a:cubicBezTo>
                    <a:pt x="1333" y="98"/>
                    <a:pt x="1333" y="98"/>
                    <a:pt x="1332" y="98"/>
                  </a:cubicBezTo>
                  <a:cubicBezTo>
                    <a:pt x="1328" y="98"/>
                    <a:pt x="1326" y="97"/>
                    <a:pt x="1324" y="96"/>
                  </a:cubicBezTo>
                  <a:cubicBezTo>
                    <a:pt x="1322" y="94"/>
                    <a:pt x="1320" y="91"/>
                    <a:pt x="1318" y="86"/>
                  </a:cubicBezTo>
                  <a:cubicBezTo>
                    <a:pt x="1317" y="83"/>
                    <a:pt x="1316" y="80"/>
                    <a:pt x="1314" y="75"/>
                  </a:cubicBezTo>
                  <a:cubicBezTo>
                    <a:pt x="1310" y="64"/>
                    <a:pt x="1307" y="58"/>
                    <a:pt x="1304" y="56"/>
                  </a:cubicBezTo>
                  <a:cubicBezTo>
                    <a:pt x="1303" y="56"/>
                    <a:pt x="1302" y="55"/>
                    <a:pt x="1301" y="55"/>
                  </a:cubicBezTo>
                  <a:cubicBezTo>
                    <a:pt x="1300" y="55"/>
                    <a:pt x="1298" y="55"/>
                    <a:pt x="1296" y="55"/>
                  </a:cubicBezTo>
                  <a:cubicBezTo>
                    <a:pt x="1296" y="55"/>
                    <a:pt x="1295" y="55"/>
                    <a:pt x="1295" y="55"/>
                  </a:cubicBezTo>
                  <a:cubicBezTo>
                    <a:pt x="1294" y="55"/>
                    <a:pt x="1293" y="55"/>
                    <a:pt x="1292" y="55"/>
                  </a:cubicBezTo>
                  <a:cubicBezTo>
                    <a:pt x="1292" y="81"/>
                    <a:pt x="1292" y="81"/>
                    <a:pt x="1292" y="81"/>
                  </a:cubicBezTo>
                  <a:cubicBezTo>
                    <a:pt x="1292" y="86"/>
                    <a:pt x="1293" y="89"/>
                    <a:pt x="1294" y="90"/>
                  </a:cubicBezTo>
                  <a:cubicBezTo>
                    <a:pt x="1295" y="92"/>
                    <a:pt x="1298" y="93"/>
                    <a:pt x="1302" y="93"/>
                  </a:cubicBezTo>
                  <a:cubicBezTo>
                    <a:pt x="1302" y="99"/>
                    <a:pt x="1302" y="99"/>
                    <a:pt x="1302" y="99"/>
                  </a:cubicBezTo>
                  <a:cubicBezTo>
                    <a:pt x="1297" y="98"/>
                    <a:pt x="1292" y="98"/>
                    <a:pt x="1289" y="98"/>
                  </a:cubicBezTo>
                  <a:cubicBezTo>
                    <a:pt x="1285" y="98"/>
                    <a:pt x="1282" y="98"/>
                    <a:pt x="1281" y="98"/>
                  </a:cubicBezTo>
                  <a:cubicBezTo>
                    <a:pt x="1277" y="98"/>
                    <a:pt x="1274" y="98"/>
                    <a:pt x="1270" y="98"/>
                  </a:cubicBezTo>
                  <a:cubicBezTo>
                    <a:pt x="1267" y="98"/>
                    <a:pt x="1263" y="98"/>
                    <a:pt x="1259" y="99"/>
                  </a:cubicBezTo>
                  <a:cubicBezTo>
                    <a:pt x="1259" y="99"/>
                    <a:pt x="1259" y="99"/>
                    <a:pt x="1259" y="99"/>
                  </a:cubicBezTo>
                  <a:close/>
                  <a:moveTo>
                    <a:pt x="1292" y="48"/>
                  </a:moveTo>
                  <a:cubicBezTo>
                    <a:pt x="1298" y="48"/>
                    <a:pt x="1298" y="48"/>
                    <a:pt x="1298" y="48"/>
                  </a:cubicBezTo>
                  <a:cubicBezTo>
                    <a:pt x="1305" y="48"/>
                    <a:pt x="1310" y="46"/>
                    <a:pt x="1313" y="43"/>
                  </a:cubicBezTo>
                  <a:cubicBezTo>
                    <a:pt x="1316" y="40"/>
                    <a:pt x="1318" y="35"/>
                    <a:pt x="1318" y="28"/>
                  </a:cubicBezTo>
                  <a:cubicBezTo>
                    <a:pt x="1318" y="21"/>
                    <a:pt x="1316" y="16"/>
                    <a:pt x="1313" y="13"/>
                  </a:cubicBezTo>
                  <a:cubicBezTo>
                    <a:pt x="1309" y="10"/>
                    <a:pt x="1304" y="8"/>
                    <a:pt x="1297" y="8"/>
                  </a:cubicBezTo>
                  <a:cubicBezTo>
                    <a:pt x="1295" y="8"/>
                    <a:pt x="1295" y="8"/>
                    <a:pt x="1294" y="8"/>
                  </a:cubicBezTo>
                  <a:cubicBezTo>
                    <a:pt x="1293" y="9"/>
                    <a:pt x="1293" y="9"/>
                    <a:pt x="1292" y="9"/>
                  </a:cubicBezTo>
                  <a:cubicBezTo>
                    <a:pt x="1292" y="48"/>
                    <a:pt x="1292" y="48"/>
                    <a:pt x="1292" y="48"/>
                  </a:cubicBezTo>
                  <a:close/>
                  <a:moveTo>
                    <a:pt x="1370" y="66"/>
                  </a:moveTo>
                  <a:cubicBezTo>
                    <a:pt x="1380" y="66"/>
                    <a:pt x="1380" y="66"/>
                    <a:pt x="1380" y="66"/>
                  </a:cubicBezTo>
                  <a:cubicBezTo>
                    <a:pt x="1380" y="75"/>
                    <a:pt x="1382" y="81"/>
                    <a:pt x="1385" y="85"/>
                  </a:cubicBezTo>
                  <a:cubicBezTo>
                    <a:pt x="1389" y="90"/>
                    <a:pt x="1394" y="92"/>
                    <a:pt x="1400" y="92"/>
                  </a:cubicBezTo>
                  <a:cubicBezTo>
                    <a:pt x="1406" y="92"/>
                    <a:pt x="1410" y="90"/>
                    <a:pt x="1413" y="88"/>
                  </a:cubicBezTo>
                  <a:cubicBezTo>
                    <a:pt x="1416" y="85"/>
                    <a:pt x="1418" y="82"/>
                    <a:pt x="1418" y="77"/>
                  </a:cubicBezTo>
                  <a:cubicBezTo>
                    <a:pt x="1418" y="74"/>
                    <a:pt x="1417" y="71"/>
                    <a:pt x="1415" y="68"/>
                  </a:cubicBezTo>
                  <a:cubicBezTo>
                    <a:pt x="1413" y="66"/>
                    <a:pt x="1408" y="63"/>
                    <a:pt x="1400" y="60"/>
                  </a:cubicBezTo>
                  <a:cubicBezTo>
                    <a:pt x="1389" y="55"/>
                    <a:pt x="1381" y="51"/>
                    <a:pt x="1377" y="46"/>
                  </a:cubicBezTo>
                  <a:cubicBezTo>
                    <a:pt x="1373" y="41"/>
                    <a:pt x="1371" y="36"/>
                    <a:pt x="1371" y="29"/>
                  </a:cubicBezTo>
                  <a:cubicBezTo>
                    <a:pt x="1371" y="20"/>
                    <a:pt x="1374" y="13"/>
                    <a:pt x="1380" y="8"/>
                  </a:cubicBezTo>
                  <a:cubicBezTo>
                    <a:pt x="1386" y="2"/>
                    <a:pt x="1393" y="0"/>
                    <a:pt x="1403" y="0"/>
                  </a:cubicBezTo>
                  <a:cubicBezTo>
                    <a:pt x="1407" y="0"/>
                    <a:pt x="1411" y="0"/>
                    <a:pt x="1415" y="1"/>
                  </a:cubicBezTo>
                  <a:cubicBezTo>
                    <a:pt x="1420" y="1"/>
                    <a:pt x="1425" y="2"/>
                    <a:pt x="1431" y="3"/>
                  </a:cubicBezTo>
                  <a:cubicBezTo>
                    <a:pt x="1431" y="4"/>
                    <a:pt x="1431" y="4"/>
                    <a:pt x="1431" y="4"/>
                  </a:cubicBezTo>
                  <a:cubicBezTo>
                    <a:pt x="1431" y="9"/>
                    <a:pt x="1431" y="14"/>
                    <a:pt x="1431" y="17"/>
                  </a:cubicBezTo>
                  <a:cubicBezTo>
                    <a:pt x="1431" y="19"/>
                    <a:pt x="1431" y="23"/>
                    <a:pt x="1431" y="29"/>
                  </a:cubicBezTo>
                  <a:cubicBezTo>
                    <a:pt x="1431" y="29"/>
                    <a:pt x="1431" y="29"/>
                    <a:pt x="1431" y="29"/>
                  </a:cubicBezTo>
                  <a:cubicBezTo>
                    <a:pt x="1423" y="29"/>
                    <a:pt x="1423" y="29"/>
                    <a:pt x="1423" y="29"/>
                  </a:cubicBezTo>
                  <a:cubicBezTo>
                    <a:pt x="1423" y="22"/>
                    <a:pt x="1421" y="17"/>
                    <a:pt x="1418" y="13"/>
                  </a:cubicBezTo>
                  <a:cubicBezTo>
                    <a:pt x="1415" y="10"/>
                    <a:pt x="1410" y="8"/>
                    <a:pt x="1404" y="8"/>
                  </a:cubicBezTo>
                  <a:cubicBezTo>
                    <a:pt x="1400" y="8"/>
                    <a:pt x="1396" y="9"/>
                    <a:pt x="1393" y="11"/>
                  </a:cubicBezTo>
                  <a:cubicBezTo>
                    <a:pt x="1391" y="14"/>
                    <a:pt x="1389" y="17"/>
                    <a:pt x="1389" y="21"/>
                  </a:cubicBezTo>
                  <a:cubicBezTo>
                    <a:pt x="1389" y="24"/>
                    <a:pt x="1390" y="27"/>
                    <a:pt x="1392" y="30"/>
                  </a:cubicBezTo>
                  <a:cubicBezTo>
                    <a:pt x="1395" y="32"/>
                    <a:pt x="1400" y="35"/>
                    <a:pt x="1407" y="38"/>
                  </a:cubicBezTo>
                  <a:cubicBezTo>
                    <a:pt x="1408" y="38"/>
                    <a:pt x="1410" y="39"/>
                    <a:pt x="1412" y="40"/>
                  </a:cubicBezTo>
                  <a:cubicBezTo>
                    <a:pt x="1420" y="43"/>
                    <a:pt x="1426" y="46"/>
                    <a:pt x="1429" y="49"/>
                  </a:cubicBezTo>
                  <a:cubicBezTo>
                    <a:pt x="1432" y="51"/>
                    <a:pt x="1434" y="55"/>
                    <a:pt x="1435" y="58"/>
                  </a:cubicBezTo>
                  <a:cubicBezTo>
                    <a:pt x="1437" y="61"/>
                    <a:pt x="1437" y="65"/>
                    <a:pt x="1437" y="69"/>
                  </a:cubicBezTo>
                  <a:cubicBezTo>
                    <a:pt x="1437" y="79"/>
                    <a:pt x="1434" y="86"/>
                    <a:pt x="1428" y="92"/>
                  </a:cubicBezTo>
                  <a:cubicBezTo>
                    <a:pt x="1421" y="98"/>
                    <a:pt x="1413" y="101"/>
                    <a:pt x="1402" y="101"/>
                  </a:cubicBezTo>
                  <a:cubicBezTo>
                    <a:pt x="1396" y="101"/>
                    <a:pt x="1390" y="100"/>
                    <a:pt x="1385" y="99"/>
                  </a:cubicBezTo>
                  <a:cubicBezTo>
                    <a:pt x="1379" y="98"/>
                    <a:pt x="1374" y="96"/>
                    <a:pt x="1369" y="93"/>
                  </a:cubicBezTo>
                  <a:cubicBezTo>
                    <a:pt x="1370" y="90"/>
                    <a:pt x="1370" y="87"/>
                    <a:pt x="1370" y="83"/>
                  </a:cubicBezTo>
                  <a:cubicBezTo>
                    <a:pt x="1370" y="80"/>
                    <a:pt x="1370" y="77"/>
                    <a:pt x="1370" y="73"/>
                  </a:cubicBezTo>
                  <a:cubicBezTo>
                    <a:pt x="1370" y="71"/>
                    <a:pt x="1370" y="70"/>
                    <a:pt x="1370" y="69"/>
                  </a:cubicBezTo>
                  <a:cubicBezTo>
                    <a:pt x="1370" y="68"/>
                    <a:pt x="1370" y="67"/>
                    <a:pt x="1370" y="66"/>
                  </a:cubicBezTo>
                  <a:cubicBezTo>
                    <a:pt x="1370" y="66"/>
                    <a:pt x="1370" y="66"/>
                    <a:pt x="1370" y="66"/>
                  </a:cubicBezTo>
                  <a:close/>
                  <a:moveTo>
                    <a:pt x="1456" y="99"/>
                  </a:moveTo>
                  <a:cubicBezTo>
                    <a:pt x="1456" y="93"/>
                    <a:pt x="1456" y="93"/>
                    <a:pt x="1456" y="93"/>
                  </a:cubicBezTo>
                  <a:cubicBezTo>
                    <a:pt x="1457" y="93"/>
                    <a:pt x="1457" y="93"/>
                    <a:pt x="1457" y="93"/>
                  </a:cubicBezTo>
                  <a:cubicBezTo>
                    <a:pt x="1461" y="93"/>
                    <a:pt x="1464" y="92"/>
                    <a:pt x="1466" y="91"/>
                  </a:cubicBezTo>
                  <a:cubicBezTo>
                    <a:pt x="1467" y="89"/>
                    <a:pt x="1468" y="86"/>
                    <a:pt x="1468" y="81"/>
                  </a:cubicBezTo>
                  <a:cubicBezTo>
                    <a:pt x="1468" y="16"/>
                    <a:pt x="1468" y="16"/>
                    <a:pt x="1468" y="16"/>
                  </a:cubicBezTo>
                  <a:cubicBezTo>
                    <a:pt x="1468" y="13"/>
                    <a:pt x="1467" y="11"/>
                    <a:pt x="1465" y="9"/>
                  </a:cubicBezTo>
                  <a:cubicBezTo>
                    <a:pt x="1464" y="8"/>
                    <a:pt x="1461" y="7"/>
                    <a:pt x="1458" y="7"/>
                  </a:cubicBezTo>
                  <a:cubicBezTo>
                    <a:pt x="1456" y="7"/>
                    <a:pt x="1456" y="7"/>
                    <a:pt x="1456" y="7"/>
                  </a:cubicBezTo>
                  <a:cubicBezTo>
                    <a:pt x="1456" y="2"/>
                    <a:pt x="1456" y="2"/>
                    <a:pt x="1456" y="2"/>
                  </a:cubicBezTo>
                  <a:cubicBezTo>
                    <a:pt x="1460" y="2"/>
                    <a:pt x="1464" y="2"/>
                    <a:pt x="1468" y="2"/>
                  </a:cubicBezTo>
                  <a:cubicBezTo>
                    <a:pt x="1472" y="3"/>
                    <a:pt x="1475" y="3"/>
                    <a:pt x="1479" y="3"/>
                  </a:cubicBezTo>
                  <a:cubicBezTo>
                    <a:pt x="1483" y="3"/>
                    <a:pt x="1487" y="3"/>
                    <a:pt x="1491" y="2"/>
                  </a:cubicBezTo>
                  <a:cubicBezTo>
                    <a:pt x="1494" y="2"/>
                    <a:pt x="1498" y="2"/>
                    <a:pt x="1502" y="2"/>
                  </a:cubicBezTo>
                  <a:cubicBezTo>
                    <a:pt x="1502" y="7"/>
                    <a:pt x="1502" y="7"/>
                    <a:pt x="1502" y="7"/>
                  </a:cubicBezTo>
                  <a:cubicBezTo>
                    <a:pt x="1498" y="7"/>
                    <a:pt x="1495" y="8"/>
                    <a:pt x="1493" y="9"/>
                  </a:cubicBezTo>
                  <a:cubicBezTo>
                    <a:pt x="1492" y="10"/>
                    <a:pt x="1491" y="12"/>
                    <a:pt x="1491" y="16"/>
                  </a:cubicBezTo>
                  <a:cubicBezTo>
                    <a:pt x="1491" y="81"/>
                    <a:pt x="1491" y="81"/>
                    <a:pt x="1491" y="81"/>
                  </a:cubicBezTo>
                  <a:cubicBezTo>
                    <a:pt x="1491" y="86"/>
                    <a:pt x="1492" y="89"/>
                    <a:pt x="1493" y="91"/>
                  </a:cubicBezTo>
                  <a:cubicBezTo>
                    <a:pt x="1494" y="92"/>
                    <a:pt x="1497" y="93"/>
                    <a:pt x="1501" y="93"/>
                  </a:cubicBezTo>
                  <a:cubicBezTo>
                    <a:pt x="1502" y="93"/>
                    <a:pt x="1502" y="93"/>
                    <a:pt x="1502" y="93"/>
                  </a:cubicBezTo>
                  <a:cubicBezTo>
                    <a:pt x="1502" y="99"/>
                    <a:pt x="1502" y="99"/>
                    <a:pt x="1502" y="99"/>
                  </a:cubicBezTo>
                  <a:cubicBezTo>
                    <a:pt x="1498" y="98"/>
                    <a:pt x="1495" y="98"/>
                    <a:pt x="1491" y="98"/>
                  </a:cubicBezTo>
                  <a:cubicBezTo>
                    <a:pt x="1487" y="98"/>
                    <a:pt x="1483" y="98"/>
                    <a:pt x="1479" y="98"/>
                  </a:cubicBezTo>
                  <a:cubicBezTo>
                    <a:pt x="1476" y="98"/>
                    <a:pt x="1472" y="98"/>
                    <a:pt x="1469" y="98"/>
                  </a:cubicBezTo>
                  <a:cubicBezTo>
                    <a:pt x="1465" y="98"/>
                    <a:pt x="1461" y="98"/>
                    <a:pt x="1456" y="99"/>
                  </a:cubicBezTo>
                  <a:cubicBezTo>
                    <a:pt x="1456" y="99"/>
                    <a:pt x="1456" y="99"/>
                    <a:pt x="1456" y="99"/>
                  </a:cubicBezTo>
                  <a:close/>
                  <a:moveTo>
                    <a:pt x="1533" y="99"/>
                  </a:moveTo>
                  <a:cubicBezTo>
                    <a:pt x="1533" y="93"/>
                    <a:pt x="1533" y="93"/>
                    <a:pt x="1533" y="93"/>
                  </a:cubicBezTo>
                  <a:cubicBezTo>
                    <a:pt x="1535" y="93"/>
                    <a:pt x="1535" y="93"/>
                    <a:pt x="1535" y="93"/>
                  </a:cubicBezTo>
                  <a:cubicBezTo>
                    <a:pt x="1539" y="93"/>
                    <a:pt x="1542" y="92"/>
                    <a:pt x="1543" y="91"/>
                  </a:cubicBezTo>
                  <a:cubicBezTo>
                    <a:pt x="1545" y="89"/>
                    <a:pt x="1546" y="87"/>
                    <a:pt x="1546" y="84"/>
                  </a:cubicBezTo>
                  <a:cubicBezTo>
                    <a:pt x="1546" y="9"/>
                    <a:pt x="1546" y="9"/>
                    <a:pt x="1546" y="9"/>
                  </a:cubicBezTo>
                  <a:cubicBezTo>
                    <a:pt x="1543" y="9"/>
                    <a:pt x="1543" y="9"/>
                    <a:pt x="1543" y="9"/>
                  </a:cubicBezTo>
                  <a:cubicBezTo>
                    <a:pt x="1537" y="9"/>
                    <a:pt x="1532" y="10"/>
                    <a:pt x="1528" y="13"/>
                  </a:cubicBezTo>
                  <a:cubicBezTo>
                    <a:pt x="1525" y="16"/>
                    <a:pt x="1523" y="20"/>
                    <a:pt x="1522" y="26"/>
                  </a:cubicBezTo>
                  <a:cubicBezTo>
                    <a:pt x="1517" y="26"/>
                    <a:pt x="1517" y="26"/>
                    <a:pt x="1517" y="26"/>
                  </a:cubicBezTo>
                  <a:cubicBezTo>
                    <a:pt x="1518" y="2"/>
                    <a:pt x="1518" y="2"/>
                    <a:pt x="1518" y="2"/>
                  </a:cubicBezTo>
                  <a:cubicBezTo>
                    <a:pt x="1520" y="2"/>
                    <a:pt x="1522" y="2"/>
                    <a:pt x="1524" y="2"/>
                  </a:cubicBezTo>
                  <a:cubicBezTo>
                    <a:pt x="1527" y="2"/>
                    <a:pt x="1531" y="2"/>
                    <a:pt x="1536" y="2"/>
                  </a:cubicBezTo>
                  <a:cubicBezTo>
                    <a:pt x="1557" y="2"/>
                    <a:pt x="1557" y="2"/>
                    <a:pt x="1557" y="2"/>
                  </a:cubicBezTo>
                  <a:cubicBezTo>
                    <a:pt x="1578" y="2"/>
                    <a:pt x="1578" y="2"/>
                    <a:pt x="1578" y="2"/>
                  </a:cubicBezTo>
                  <a:cubicBezTo>
                    <a:pt x="1584" y="2"/>
                    <a:pt x="1588" y="2"/>
                    <a:pt x="1591" y="2"/>
                  </a:cubicBezTo>
                  <a:cubicBezTo>
                    <a:pt x="1593" y="2"/>
                    <a:pt x="1595" y="2"/>
                    <a:pt x="1597" y="2"/>
                  </a:cubicBezTo>
                  <a:cubicBezTo>
                    <a:pt x="1598" y="26"/>
                    <a:pt x="1598" y="26"/>
                    <a:pt x="1598" y="26"/>
                  </a:cubicBezTo>
                  <a:cubicBezTo>
                    <a:pt x="1593" y="26"/>
                    <a:pt x="1593" y="26"/>
                    <a:pt x="1593" y="26"/>
                  </a:cubicBezTo>
                  <a:cubicBezTo>
                    <a:pt x="1592" y="20"/>
                    <a:pt x="1590" y="16"/>
                    <a:pt x="1586" y="13"/>
                  </a:cubicBezTo>
                  <a:cubicBezTo>
                    <a:pt x="1583" y="10"/>
                    <a:pt x="1578" y="9"/>
                    <a:pt x="1572" y="9"/>
                  </a:cubicBezTo>
                  <a:cubicBezTo>
                    <a:pt x="1569" y="9"/>
                    <a:pt x="1569" y="9"/>
                    <a:pt x="1569" y="9"/>
                  </a:cubicBezTo>
                  <a:cubicBezTo>
                    <a:pt x="1569" y="83"/>
                    <a:pt x="1569" y="83"/>
                    <a:pt x="1569" y="83"/>
                  </a:cubicBezTo>
                  <a:cubicBezTo>
                    <a:pt x="1569" y="87"/>
                    <a:pt x="1570" y="89"/>
                    <a:pt x="1571" y="91"/>
                  </a:cubicBezTo>
                  <a:cubicBezTo>
                    <a:pt x="1573" y="92"/>
                    <a:pt x="1576" y="93"/>
                    <a:pt x="1580" y="93"/>
                  </a:cubicBezTo>
                  <a:cubicBezTo>
                    <a:pt x="1581" y="93"/>
                    <a:pt x="1581" y="93"/>
                    <a:pt x="1581" y="93"/>
                  </a:cubicBezTo>
                  <a:cubicBezTo>
                    <a:pt x="1581" y="99"/>
                    <a:pt x="1581" y="99"/>
                    <a:pt x="1581" y="99"/>
                  </a:cubicBezTo>
                  <a:cubicBezTo>
                    <a:pt x="1576" y="98"/>
                    <a:pt x="1571" y="98"/>
                    <a:pt x="1567" y="98"/>
                  </a:cubicBezTo>
                  <a:cubicBezTo>
                    <a:pt x="1563" y="98"/>
                    <a:pt x="1560" y="98"/>
                    <a:pt x="1557" y="98"/>
                  </a:cubicBezTo>
                  <a:cubicBezTo>
                    <a:pt x="1553" y="98"/>
                    <a:pt x="1549" y="98"/>
                    <a:pt x="1545" y="98"/>
                  </a:cubicBezTo>
                  <a:cubicBezTo>
                    <a:pt x="1541" y="98"/>
                    <a:pt x="1537" y="98"/>
                    <a:pt x="1533" y="99"/>
                  </a:cubicBezTo>
                  <a:cubicBezTo>
                    <a:pt x="1533" y="99"/>
                    <a:pt x="1533" y="99"/>
                    <a:pt x="1533" y="99"/>
                  </a:cubicBezTo>
                  <a:close/>
                  <a:moveTo>
                    <a:pt x="1666" y="56"/>
                  </a:moveTo>
                  <a:cubicBezTo>
                    <a:pt x="1666" y="81"/>
                    <a:pt x="1666" y="81"/>
                    <a:pt x="1666" y="81"/>
                  </a:cubicBezTo>
                  <a:cubicBezTo>
                    <a:pt x="1666" y="86"/>
                    <a:pt x="1667" y="89"/>
                    <a:pt x="1669" y="91"/>
                  </a:cubicBezTo>
                  <a:cubicBezTo>
                    <a:pt x="1670" y="92"/>
                    <a:pt x="1673" y="93"/>
                    <a:pt x="1678" y="93"/>
                  </a:cubicBezTo>
                  <a:cubicBezTo>
                    <a:pt x="1680" y="93"/>
                    <a:pt x="1680" y="93"/>
                    <a:pt x="1680" y="93"/>
                  </a:cubicBezTo>
                  <a:cubicBezTo>
                    <a:pt x="1680" y="99"/>
                    <a:pt x="1680" y="99"/>
                    <a:pt x="1680" y="99"/>
                  </a:cubicBezTo>
                  <a:cubicBezTo>
                    <a:pt x="1675" y="98"/>
                    <a:pt x="1670" y="98"/>
                    <a:pt x="1666" y="98"/>
                  </a:cubicBezTo>
                  <a:cubicBezTo>
                    <a:pt x="1661" y="98"/>
                    <a:pt x="1658" y="98"/>
                    <a:pt x="1656" y="98"/>
                  </a:cubicBezTo>
                  <a:cubicBezTo>
                    <a:pt x="1653" y="98"/>
                    <a:pt x="1649" y="98"/>
                    <a:pt x="1645" y="98"/>
                  </a:cubicBezTo>
                  <a:cubicBezTo>
                    <a:pt x="1640" y="98"/>
                    <a:pt x="1635" y="98"/>
                    <a:pt x="1630" y="99"/>
                  </a:cubicBezTo>
                  <a:cubicBezTo>
                    <a:pt x="1630" y="93"/>
                    <a:pt x="1630" y="93"/>
                    <a:pt x="1630" y="93"/>
                  </a:cubicBezTo>
                  <a:cubicBezTo>
                    <a:pt x="1633" y="93"/>
                    <a:pt x="1633" y="93"/>
                    <a:pt x="1633" y="93"/>
                  </a:cubicBezTo>
                  <a:cubicBezTo>
                    <a:pt x="1638" y="93"/>
                    <a:pt x="1641" y="92"/>
                    <a:pt x="1642" y="91"/>
                  </a:cubicBezTo>
                  <a:cubicBezTo>
                    <a:pt x="1644" y="89"/>
                    <a:pt x="1644" y="86"/>
                    <a:pt x="1644" y="81"/>
                  </a:cubicBezTo>
                  <a:cubicBezTo>
                    <a:pt x="1644" y="56"/>
                    <a:pt x="1644" y="56"/>
                    <a:pt x="1644" y="56"/>
                  </a:cubicBezTo>
                  <a:cubicBezTo>
                    <a:pt x="1619" y="14"/>
                    <a:pt x="1619" y="14"/>
                    <a:pt x="1619" y="14"/>
                  </a:cubicBezTo>
                  <a:cubicBezTo>
                    <a:pt x="1619" y="14"/>
                    <a:pt x="1619" y="14"/>
                    <a:pt x="1619" y="14"/>
                  </a:cubicBezTo>
                  <a:cubicBezTo>
                    <a:pt x="1616" y="10"/>
                    <a:pt x="1613" y="7"/>
                    <a:pt x="1610" y="7"/>
                  </a:cubicBezTo>
                  <a:cubicBezTo>
                    <a:pt x="1608" y="7"/>
                    <a:pt x="1608" y="7"/>
                    <a:pt x="1608" y="7"/>
                  </a:cubicBezTo>
                  <a:cubicBezTo>
                    <a:pt x="1608" y="2"/>
                    <a:pt x="1608" y="2"/>
                    <a:pt x="1608" y="2"/>
                  </a:cubicBezTo>
                  <a:cubicBezTo>
                    <a:pt x="1612" y="2"/>
                    <a:pt x="1616" y="2"/>
                    <a:pt x="1620" y="2"/>
                  </a:cubicBezTo>
                  <a:cubicBezTo>
                    <a:pt x="1623" y="2"/>
                    <a:pt x="1627" y="3"/>
                    <a:pt x="1631" y="3"/>
                  </a:cubicBezTo>
                  <a:cubicBezTo>
                    <a:pt x="1636" y="3"/>
                    <a:pt x="1640" y="2"/>
                    <a:pt x="1644" y="2"/>
                  </a:cubicBezTo>
                  <a:cubicBezTo>
                    <a:pt x="1648" y="2"/>
                    <a:pt x="1651" y="2"/>
                    <a:pt x="1654" y="2"/>
                  </a:cubicBezTo>
                  <a:cubicBezTo>
                    <a:pt x="1654" y="7"/>
                    <a:pt x="1654" y="7"/>
                    <a:pt x="1654" y="7"/>
                  </a:cubicBezTo>
                  <a:cubicBezTo>
                    <a:pt x="1650" y="7"/>
                    <a:pt x="1647" y="7"/>
                    <a:pt x="1646" y="8"/>
                  </a:cubicBezTo>
                  <a:cubicBezTo>
                    <a:pt x="1644" y="9"/>
                    <a:pt x="1644" y="9"/>
                    <a:pt x="1644" y="11"/>
                  </a:cubicBezTo>
                  <a:cubicBezTo>
                    <a:pt x="1644" y="11"/>
                    <a:pt x="1644" y="11"/>
                    <a:pt x="1644" y="12"/>
                  </a:cubicBezTo>
                  <a:cubicBezTo>
                    <a:pt x="1644" y="12"/>
                    <a:pt x="1644" y="13"/>
                    <a:pt x="1644" y="13"/>
                  </a:cubicBezTo>
                  <a:cubicBezTo>
                    <a:pt x="1664" y="48"/>
                    <a:pt x="1664" y="48"/>
                    <a:pt x="1664" y="48"/>
                  </a:cubicBezTo>
                  <a:cubicBezTo>
                    <a:pt x="1683" y="13"/>
                    <a:pt x="1683" y="13"/>
                    <a:pt x="1683" y="13"/>
                  </a:cubicBezTo>
                  <a:cubicBezTo>
                    <a:pt x="1683" y="12"/>
                    <a:pt x="1683" y="12"/>
                    <a:pt x="1683" y="11"/>
                  </a:cubicBezTo>
                  <a:cubicBezTo>
                    <a:pt x="1683" y="11"/>
                    <a:pt x="1683" y="11"/>
                    <a:pt x="1683" y="10"/>
                  </a:cubicBezTo>
                  <a:cubicBezTo>
                    <a:pt x="1683" y="9"/>
                    <a:pt x="1683" y="8"/>
                    <a:pt x="1681" y="8"/>
                  </a:cubicBezTo>
                  <a:cubicBezTo>
                    <a:pt x="1679" y="7"/>
                    <a:pt x="1677" y="7"/>
                    <a:pt x="1673" y="7"/>
                  </a:cubicBezTo>
                  <a:cubicBezTo>
                    <a:pt x="1673" y="2"/>
                    <a:pt x="1673" y="2"/>
                    <a:pt x="1673" y="2"/>
                  </a:cubicBezTo>
                  <a:cubicBezTo>
                    <a:pt x="1676" y="2"/>
                    <a:pt x="1679" y="2"/>
                    <a:pt x="1682" y="2"/>
                  </a:cubicBezTo>
                  <a:cubicBezTo>
                    <a:pt x="1684" y="2"/>
                    <a:pt x="1686" y="3"/>
                    <a:pt x="1688" y="3"/>
                  </a:cubicBezTo>
                  <a:cubicBezTo>
                    <a:pt x="1691" y="3"/>
                    <a:pt x="1693" y="2"/>
                    <a:pt x="1695" y="2"/>
                  </a:cubicBezTo>
                  <a:cubicBezTo>
                    <a:pt x="1698" y="2"/>
                    <a:pt x="1700" y="2"/>
                    <a:pt x="1702" y="2"/>
                  </a:cubicBezTo>
                  <a:cubicBezTo>
                    <a:pt x="1702" y="7"/>
                    <a:pt x="1702" y="7"/>
                    <a:pt x="1702" y="7"/>
                  </a:cubicBezTo>
                  <a:cubicBezTo>
                    <a:pt x="1699" y="7"/>
                    <a:pt x="1697" y="8"/>
                    <a:pt x="1696" y="8"/>
                  </a:cubicBezTo>
                  <a:cubicBezTo>
                    <a:pt x="1695" y="9"/>
                    <a:pt x="1694" y="10"/>
                    <a:pt x="1692" y="13"/>
                  </a:cubicBezTo>
                  <a:lnTo>
                    <a:pt x="1666" y="56"/>
                  </a:lnTo>
                  <a:close/>
                </a:path>
              </a:pathLst>
            </a:custGeom>
            <a:solidFill>
              <a:srgbClr val="0A0A0A"/>
            </a:solidFill>
            <a:ln>
              <a:noFill/>
            </a:ln>
          </p:spPr>
          <p:txBody>
            <a:bodyPr anchor="ctr"/>
            <a:lstStyle/>
            <a:p>
              <a:pPr algn="ctr"/>
              <a:endParaRPr>
                <a:solidFill>
                  <a:srgbClr val="000000"/>
                </a:solidFill>
              </a:endParaRPr>
            </a:p>
          </p:txBody>
        </p:sp>
        <p:grpSp>
          <p:nvGrpSpPr>
            <p:cNvPr id="7" name="í$ļîdé"/>
            <p:cNvGrpSpPr/>
            <p:nvPr/>
          </p:nvGrpSpPr>
          <p:grpSpPr>
            <a:xfrm>
              <a:off x="10450629" y="404003"/>
              <a:ext cx="1011546" cy="270315"/>
              <a:chOff x="5102226" y="2428875"/>
              <a:chExt cx="5067300" cy="1354138"/>
            </a:xfrm>
            <a:solidFill>
              <a:srgbClr val="0A0A0A"/>
            </a:solidFill>
          </p:grpSpPr>
          <p:sp>
            <p:nvSpPr>
              <p:cNvPr id="10" name="ís1ïḋe"/>
              <p:cNvSpPr/>
              <p:nvPr/>
            </p:nvSpPr>
            <p:spPr bwMode="auto">
              <a:xfrm>
                <a:off x="5102226" y="2884488"/>
                <a:ext cx="1347788" cy="673100"/>
              </a:xfrm>
              <a:custGeom>
                <a:avLst/>
                <a:gdLst>
                  <a:gd name="T0" fmla="*/ 62 w 409"/>
                  <a:gd name="T1" fmla="*/ 79 h 204"/>
                  <a:gd name="T2" fmla="*/ 47 w 409"/>
                  <a:gd name="T3" fmla="*/ 55 h 204"/>
                  <a:gd name="T4" fmla="*/ 23 w 409"/>
                  <a:gd name="T5" fmla="*/ 49 h 204"/>
                  <a:gd name="T6" fmla="*/ 0 w 409"/>
                  <a:gd name="T7" fmla="*/ 87 h 204"/>
                  <a:gd name="T8" fmla="*/ 34 w 409"/>
                  <a:gd name="T9" fmla="*/ 193 h 204"/>
                  <a:gd name="T10" fmla="*/ 70 w 409"/>
                  <a:gd name="T11" fmla="*/ 186 h 204"/>
                  <a:gd name="T12" fmla="*/ 65 w 409"/>
                  <a:gd name="T13" fmla="*/ 129 h 204"/>
                  <a:gd name="T14" fmla="*/ 132 w 409"/>
                  <a:gd name="T15" fmla="*/ 63 h 204"/>
                  <a:gd name="T16" fmla="*/ 219 w 409"/>
                  <a:gd name="T17" fmla="*/ 42 h 204"/>
                  <a:gd name="T18" fmla="*/ 223 w 409"/>
                  <a:gd name="T19" fmla="*/ 63 h 204"/>
                  <a:gd name="T20" fmla="*/ 191 w 409"/>
                  <a:gd name="T21" fmla="*/ 105 h 204"/>
                  <a:gd name="T22" fmla="*/ 179 w 409"/>
                  <a:gd name="T23" fmla="*/ 103 h 204"/>
                  <a:gd name="T24" fmla="*/ 166 w 409"/>
                  <a:gd name="T25" fmla="*/ 77 h 204"/>
                  <a:gd name="T26" fmla="*/ 141 w 409"/>
                  <a:gd name="T27" fmla="*/ 85 h 204"/>
                  <a:gd name="T28" fmla="*/ 150 w 409"/>
                  <a:gd name="T29" fmla="*/ 113 h 204"/>
                  <a:gd name="T30" fmla="*/ 156 w 409"/>
                  <a:gd name="T31" fmla="*/ 127 h 204"/>
                  <a:gd name="T32" fmla="*/ 126 w 409"/>
                  <a:gd name="T33" fmla="*/ 142 h 204"/>
                  <a:gd name="T34" fmla="*/ 108 w 409"/>
                  <a:gd name="T35" fmla="*/ 153 h 204"/>
                  <a:gd name="T36" fmla="*/ 122 w 409"/>
                  <a:gd name="T37" fmla="*/ 177 h 204"/>
                  <a:gd name="T38" fmla="*/ 160 w 409"/>
                  <a:gd name="T39" fmla="*/ 156 h 204"/>
                  <a:gd name="T40" fmla="*/ 202 w 409"/>
                  <a:gd name="T41" fmla="*/ 149 h 204"/>
                  <a:gd name="T42" fmla="*/ 225 w 409"/>
                  <a:gd name="T43" fmla="*/ 169 h 204"/>
                  <a:gd name="T44" fmla="*/ 280 w 409"/>
                  <a:gd name="T45" fmla="*/ 173 h 204"/>
                  <a:gd name="T46" fmla="*/ 369 w 409"/>
                  <a:gd name="T47" fmla="*/ 139 h 204"/>
                  <a:gd name="T48" fmla="*/ 404 w 409"/>
                  <a:gd name="T49" fmla="*/ 129 h 204"/>
                  <a:gd name="T50" fmla="*/ 337 w 409"/>
                  <a:gd name="T51" fmla="*/ 21 h 204"/>
                  <a:gd name="T52" fmla="*/ 193 w 409"/>
                  <a:gd name="T53" fmla="*/ 12 h 204"/>
                  <a:gd name="T54" fmla="*/ 93 w 409"/>
                  <a:gd name="T55" fmla="*/ 54 h 204"/>
                  <a:gd name="T56" fmla="*/ 62 w 409"/>
                  <a:gd name="T57" fmla="*/ 79 h 204"/>
                  <a:gd name="T58" fmla="*/ 62 w 409"/>
                  <a:gd name="T59" fmla="*/ 79 h 204"/>
                  <a:gd name="T60" fmla="*/ 204 w 409"/>
                  <a:gd name="T61" fmla="*/ 125 h 204"/>
                  <a:gd name="T62" fmla="*/ 194 w 409"/>
                  <a:gd name="T63" fmla="*/ 124 h 204"/>
                  <a:gd name="T64" fmla="*/ 244 w 409"/>
                  <a:gd name="T65" fmla="*/ 90 h 204"/>
                  <a:gd name="T66" fmla="*/ 245 w 409"/>
                  <a:gd name="T67" fmla="*/ 60 h 204"/>
                  <a:gd name="T68" fmla="*/ 234 w 409"/>
                  <a:gd name="T69" fmla="*/ 45 h 204"/>
                  <a:gd name="T70" fmla="*/ 284 w 409"/>
                  <a:gd name="T71" fmla="*/ 43 h 204"/>
                  <a:gd name="T72" fmla="*/ 357 w 409"/>
                  <a:gd name="T73" fmla="*/ 75 h 204"/>
                  <a:gd name="T74" fmla="*/ 307 w 409"/>
                  <a:gd name="T75" fmla="*/ 112 h 204"/>
                  <a:gd name="T76" fmla="*/ 249 w 409"/>
                  <a:gd name="T77" fmla="*/ 142 h 204"/>
                  <a:gd name="T78" fmla="*/ 229 w 409"/>
                  <a:gd name="T79" fmla="*/ 127 h 204"/>
                  <a:gd name="T80" fmla="*/ 204 w 409"/>
                  <a:gd name="T81" fmla="*/ 125 h 2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409" h="204">
                    <a:moveTo>
                      <a:pt x="62" y="79"/>
                    </a:moveTo>
                    <a:cubicBezTo>
                      <a:pt x="56" y="77"/>
                      <a:pt x="57" y="61"/>
                      <a:pt x="47" y="55"/>
                    </a:cubicBezTo>
                    <a:cubicBezTo>
                      <a:pt x="38" y="49"/>
                      <a:pt x="30" y="49"/>
                      <a:pt x="23" y="49"/>
                    </a:cubicBezTo>
                    <a:cubicBezTo>
                      <a:pt x="16" y="50"/>
                      <a:pt x="1" y="62"/>
                      <a:pt x="0" y="87"/>
                    </a:cubicBezTo>
                    <a:cubicBezTo>
                      <a:pt x="0" y="112"/>
                      <a:pt x="25" y="181"/>
                      <a:pt x="34" y="193"/>
                    </a:cubicBezTo>
                    <a:cubicBezTo>
                      <a:pt x="43" y="204"/>
                      <a:pt x="74" y="198"/>
                      <a:pt x="70" y="186"/>
                    </a:cubicBezTo>
                    <a:cubicBezTo>
                      <a:pt x="65" y="175"/>
                      <a:pt x="57" y="144"/>
                      <a:pt x="65" y="129"/>
                    </a:cubicBezTo>
                    <a:cubicBezTo>
                      <a:pt x="73" y="115"/>
                      <a:pt x="88" y="89"/>
                      <a:pt x="132" y="63"/>
                    </a:cubicBezTo>
                    <a:cubicBezTo>
                      <a:pt x="177" y="38"/>
                      <a:pt x="211" y="39"/>
                      <a:pt x="219" y="42"/>
                    </a:cubicBezTo>
                    <a:cubicBezTo>
                      <a:pt x="227" y="45"/>
                      <a:pt x="224" y="59"/>
                      <a:pt x="223" y="63"/>
                    </a:cubicBezTo>
                    <a:cubicBezTo>
                      <a:pt x="221" y="67"/>
                      <a:pt x="191" y="102"/>
                      <a:pt x="191" y="105"/>
                    </a:cubicBezTo>
                    <a:cubicBezTo>
                      <a:pt x="190" y="108"/>
                      <a:pt x="180" y="114"/>
                      <a:pt x="179" y="103"/>
                    </a:cubicBezTo>
                    <a:cubicBezTo>
                      <a:pt x="179" y="92"/>
                      <a:pt x="177" y="81"/>
                      <a:pt x="166" y="77"/>
                    </a:cubicBezTo>
                    <a:cubicBezTo>
                      <a:pt x="156" y="73"/>
                      <a:pt x="146" y="71"/>
                      <a:pt x="141" y="85"/>
                    </a:cubicBezTo>
                    <a:cubicBezTo>
                      <a:pt x="137" y="99"/>
                      <a:pt x="144" y="109"/>
                      <a:pt x="150" y="113"/>
                    </a:cubicBezTo>
                    <a:cubicBezTo>
                      <a:pt x="155" y="118"/>
                      <a:pt x="164" y="126"/>
                      <a:pt x="156" y="127"/>
                    </a:cubicBezTo>
                    <a:cubicBezTo>
                      <a:pt x="149" y="127"/>
                      <a:pt x="126" y="142"/>
                      <a:pt x="126" y="142"/>
                    </a:cubicBezTo>
                    <a:cubicBezTo>
                      <a:pt x="126" y="142"/>
                      <a:pt x="111" y="140"/>
                      <a:pt x="108" y="153"/>
                    </a:cubicBezTo>
                    <a:cubicBezTo>
                      <a:pt x="106" y="166"/>
                      <a:pt x="115" y="181"/>
                      <a:pt x="122" y="177"/>
                    </a:cubicBezTo>
                    <a:cubicBezTo>
                      <a:pt x="128" y="173"/>
                      <a:pt x="148" y="161"/>
                      <a:pt x="160" y="156"/>
                    </a:cubicBezTo>
                    <a:cubicBezTo>
                      <a:pt x="173" y="151"/>
                      <a:pt x="194" y="144"/>
                      <a:pt x="202" y="149"/>
                    </a:cubicBezTo>
                    <a:cubicBezTo>
                      <a:pt x="210" y="154"/>
                      <a:pt x="211" y="162"/>
                      <a:pt x="225" y="169"/>
                    </a:cubicBezTo>
                    <a:cubicBezTo>
                      <a:pt x="240" y="177"/>
                      <a:pt x="268" y="178"/>
                      <a:pt x="280" y="173"/>
                    </a:cubicBezTo>
                    <a:cubicBezTo>
                      <a:pt x="292" y="167"/>
                      <a:pt x="356" y="138"/>
                      <a:pt x="369" y="139"/>
                    </a:cubicBezTo>
                    <a:cubicBezTo>
                      <a:pt x="383" y="140"/>
                      <a:pt x="398" y="154"/>
                      <a:pt x="404" y="129"/>
                    </a:cubicBezTo>
                    <a:cubicBezTo>
                      <a:pt x="409" y="104"/>
                      <a:pt x="378" y="37"/>
                      <a:pt x="337" y="21"/>
                    </a:cubicBezTo>
                    <a:cubicBezTo>
                      <a:pt x="295" y="5"/>
                      <a:pt x="248" y="0"/>
                      <a:pt x="193" y="12"/>
                    </a:cubicBezTo>
                    <a:cubicBezTo>
                      <a:pt x="139" y="23"/>
                      <a:pt x="113" y="34"/>
                      <a:pt x="93" y="54"/>
                    </a:cubicBezTo>
                    <a:cubicBezTo>
                      <a:pt x="73" y="73"/>
                      <a:pt x="68" y="82"/>
                      <a:pt x="62" y="79"/>
                    </a:cubicBezTo>
                    <a:cubicBezTo>
                      <a:pt x="62" y="79"/>
                      <a:pt x="62" y="79"/>
                      <a:pt x="62" y="79"/>
                    </a:cubicBezTo>
                    <a:close/>
                    <a:moveTo>
                      <a:pt x="204" y="125"/>
                    </a:moveTo>
                    <a:cubicBezTo>
                      <a:pt x="204" y="125"/>
                      <a:pt x="200" y="122"/>
                      <a:pt x="194" y="124"/>
                    </a:cubicBezTo>
                    <a:cubicBezTo>
                      <a:pt x="188" y="125"/>
                      <a:pt x="229" y="99"/>
                      <a:pt x="244" y="90"/>
                    </a:cubicBezTo>
                    <a:cubicBezTo>
                      <a:pt x="259" y="81"/>
                      <a:pt x="253" y="71"/>
                      <a:pt x="245" y="60"/>
                    </a:cubicBezTo>
                    <a:cubicBezTo>
                      <a:pt x="238" y="50"/>
                      <a:pt x="238" y="50"/>
                      <a:pt x="234" y="45"/>
                    </a:cubicBezTo>
                    <a:cubicBezTo>
                      <a:pt x="251" y="42"/>
                      <a:pt x="264" y="41"/>
                      <a:pt x="284" y="43"/>
                    </a:cubicBezTo>
                    <a:cubicBezTo>
                      <a:pt x="310" y="45"/>
                      <a:pt x="341" y="53"/>
                      <a:pt x="357" y="75"/>
                    </a:cubicBezTo>
                    <a:cubicBezTo>
                      <a:pt x="366" y="87"/>
                      <a:pt x="319" y="105"/>
                      <a:pt x="307" y="112"/>
                    </a:cubicBezTo>
                    <a:cubicBezTo>
                      <a:pt x="294" y="118"/>
                      <a:pt x="257" y="138"/>
                      <a:pt x="249" y="142"/>
                    </a:cubicBezTo>
                    <a:cubicBezTo>
                      <a:pt x="241" y="145"/>
                      <a:pt x="238" y="137"/>
                      <a:pt x="229" y="127"/>
                    </a:cubicBezTo>
                    <a:cubicBezTo>
                      <a:pt x="220" y="118"/>
                      <a:pt x="204" y="125"/>
                      <a:pt x="204" y="12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solidFill>
                    <a:srgbClr val="000000"/>
                  </a:solidFill>
                </a:endParaRPr>
              </a:p>
            </p:txBody>
          </p:sp>
          <p:sp>
            <p:nvSpPr>
              <p:cNvPr id="11" name="îślïḍê"/>
              <p:cNvSpPr/>
              <p:nvPr/>
            </p:nvSpPr>
            <p:spPr bwMode="auto">
              <a:xfrm>
                <a:off x="6911976" y="2584450"/>
                <a:ext cx="781050" cy="1198563"/>
              </a:xfrm>
              <a:custGeom>
                <a:avLst/>
                <a:gdLst>
                  <a:gd name="T0" fmla="*/ 35 w 237"/>
                  <a:gd name="T1" fmla="*/ 87 h 363"/>
                  <a:gd name="T2" fmla="*/ 18 w 237"/>
                  <a:gd name="T3" fmla="*/ 113 h 363"/>
                  <a:gd name="T4" fmla="*/ 29 w 237"/>
                  <a:gd name="T5" fmla="*/ 166 h 363"/>
                  <a:gd name="T6" fmla="*/ 18 w 237"/>
                  <a:gd name="T7" fmla="*/ 273 h 363"/>
                  <a:gd name="T8" fmla="*/ 7 w 237"/>
                  <a:gd name="T9" fmla="*/ 306 h 363"/>
                  <a:gd name="T10" fmla="*/ 16 w 237"/>
                  <a:gd name="T11" fmla="*/ 338 h 363"/>
                  <a:gd name="T12" fmla="*/ 35 w 237"/>
                  <a:gd name="T13" fmla="*/ 311 h 363"/>
                  <a:gd name="T14" fmla="*/ 48 w 237"/>
                  <a:gd name="T15" fmla="*/ 205 h 363"/>
                  <a:gd name="T16" fmla="*/ 52 w 237"/>
                  <a:gd name="T17" fmla="*/ 149 h 363"/>
                  <a:gd name="T18" fmla="*/ 54 w 237"/>
                  <a:gd name="T19" fmla="*/ 114 h 363"/>
                  <a:gd name="T20" fmla="*/ 35 w 237"/>
                  <a:gd name="T21" fmla="*/ 87 h 363"/>
                  <a:gd name="T22" fmla="*/ 35 w 237"/>
                  <a:gd name="T23" fmla="*/ 87 h 363"/>
                  <a:gd name="T24" fmla="*/ 112 w 237"/>
                  <a:gd name="T25" fmla="*/ 102 h 363"/>
                  <a:gd name="T26" fmla="*/ 94 w 237"/>
                  <a:gd name="T27" fmla="*/ 109 h 363"/>
                  <a:gd name="T28" fmla="*/ 98 w 237"/>
                  <a:gd name="T29" fmla="*/ 142 h 363"/>
                  <a:gd name="T30" fmla="*/ 103 w 237"/>
                  <a:gd name="T31" fmla="*/ 171 h 363"/>
                  <a:gd name="T32" fmla="*/ 106 w 237"/>
                  <a:gd name="T33" fmla="*/ 246 h 363"/>
                  <a:gd name="T34" fmla="*/ 127 w 237"/>
                  <a:gd name="T35" fmla="*/ 232 h 363"/>
                  <a:gd name="T36" fmla="*/ 133 w 237"/>
                  <a:gd name="T37" fmla="*/ 191 h 363"/>
                  <a:gd name="T38" fmla="*/ 135 w 237"/>
                  <a:gd name="T39" fmla="*/ 161 h 363"/>
                  <a:gd name="T40" fmla="*/ 133 w 237"/>
                  <a:gd name="T41" fmla="*/ 119 h 363"/>
                  <a:gd name="T42" fmla="*/ 112 w 237"/>
                  <a:gd name="T43" fmla="*/ 102 h 363"/>
                  <a:gd name="T44" fmla="*/ 112 w 237"/>
                  <a:gd name="T45" fmla="*/ 102 h 363"/>
                  <a:gd name="T46" fmla="*/ 209 w 237"/>
                  <a:gd name="T47" fmla="*/ 2 h 363"/>
                  <a:gd name="T48" fmla="*/ 186 w 237"/>
                  <a:gd name="T49" fmla="*/ 5 h 363"/>
                  <a:gd name="T50" fmla="*/ 184 w 237"/>
                  <a:gd name="T51" fmla="*/ 33 h 363"/>
                  <a:gd name="T52" fmla="*/ 190 w 237"/>
                  <a:gd name="T53" fmla="*/ 65 h 363"/>
                  <a:gd name="T54" fmla="*/ 191 w 237"/>
                  <a:gd name="T55" fmla="*/ 174 h 363"/>
                  <a:gd name="T56" fmla="*/ 189 w 237"/>
                  <a:gd name="T57" fmla="*/ 262 h 363"/>
                  <a:gd name="T58" fmla="*/ 199 w 237"/>
                  <a:gd name="T59" fmla="*/ 350 h 363"/>
                  <a:gd name="T60" fmla="*/ 221 w 237"/>
                  <a:gd name="T61" fmla="*/ 330 h 363"/>
                  <a:gd name="T62" fmla="*/ 212 w 237"/>
                  <a:gd name="T63" fmla="*/ 296 h 363"/>
                  <a:gd name="T64" fmla="*/ 208 w 237"/>
                  <a:gd name="T65" fmla="*/ 128 h 363"/>
                  <a:gd name="T66" fmla="*/ 217 w 237"/>
                  <a:gd name="T67" fmla="*/ 68 h 363"/>
                  <a:gd name="T68" fmla="*/ 234 w 237"/>
                  <a:gd name="T69" fmla="*/ 32 h 363"/>
                  <a:gd name="T70" fmla="*/ 209 w 237"/>
                  <a:gd name="T71" fmla="*/ 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237" h="363">
                    <a:moveTo>
                      <a:pt x="35" y="87"/>
                    </a:moveTo>
                    <a:cubicBezTo>
                      <a:pt x="23" y="88"/>
                      <a:pt x="16" y="93"/>
                      <a:pt x="18" y="113"/>
                    </a:cubicBezTo>
                    <a:cubicBezTo>
                      <a:pt x="21" y="132"/>
                      <a:pt x="33" y="134"/>
                      <a:pt x="29" y="166"/>
                    </a:cubicBezTo>
                    <a:cubicBezTo>
                      <a:pt x="25" y="197"/>
                      <a:pt x="18" y="262"/>
                      <a:pt x="18" y="273"/>
                    </a:cubicBezTo>
                    <a:cubicBezTo>
                      <a:pt x="18" y="283"/>
                      <a:pt x="9" y="299"/>
                      <a:pt x="7" y="306"/>
                    </a:cubicBezTo>
                    <a:cubicBezTo>
                      <a:pt x="4" y="313"/>
                      <a:pt x="0" y="335"/>
                      <a:pt x="16" y="338"/>
                    </a:cubicBezTo>
                    <a:cubicBezTo>
                      <a:pt x="32" y="341"/>
                      <a:pt x="33" y="320"/>
                      <a:pt x="35" y="311"/>
                    </a:cubicBezTo>
                    <a:cubicBezTo>
                      <a:pt x="38" y="301"/>
                      <a:pt x="48" y="218"/>
                      <a:pt x="48" y="205"/>
                    </a:cubicBezTo>
                    <a:cubicBezTo>
                      <a:pt x="47" y="192"/>
                      <a:pt x="49" y="160"/>
                      <a:pt x="52" y="149"/>
                    </a:cubicBezTo>
                    <a:cubicBezTo>
                      <a:pt x="55" y="138"/>
                      <a:pt x="59" y="128"/>
                      <a:pt x="54" y="114"/>
                    </a:cubicBezTo>
                    <a:cubicBezTo>
                      <a:pt x="49" y="101"/>
                      <a:pt x="47" y="86"/>
                      <a:pt x="35" y="87"/>
                    </a:cubicBezTo>
                    <a:cubicBezTo>
                      <a:pt x="35" y="87"/>
                      <a:pt x="35" y="87"/>
                      <a:pt x="35" y="87"/>
                    </a:cubicBezTo>
                    <a:close/>
                    <a:moveTo>
                      <a:pt x="112" y="102"/>
                    </a:moveTo>
                    <a:cubicBezTo>
                      <a:pt x="107" y="101"/>
                      <a:pt x="98" y="100"/>
                      <a:pt x="94" y="109"/>
                    </a:cubicBezTo>
                    <a:cubicBezTo>
                      <a:pt x="89" y="118"/>
                      <a:pt x="94" y="133"/>
                      <a:pt x="98" y="142"/>
                    </a:cubicBezTo>
                    <a:cubicBezTo>
                      <a:pt x="101" y="152"/>
                      <a:pt x="104" y="162"/>
                      <a:pt x="103" y="171"/>
                    </a:cubicBezTo>
                    <a:cubicBezTo>
                      <a:pt x="101" y="180"/>
                      <a:pt x="100" y="240"/>
                      <a:pt x="106" y="246"/>
                    </a:cubicBezTo>
                    <a:cubicBezTo>
                      <a:pt x="111" y="252"/>
                      <a:pt x="121" y="245"/>
                      <a:pt x="127" y="232"/>
                    </a:cubicBezTo>
                    <a:cubicBezTo>
                      <a:pt x="133" y="218"/>
                      <a:pt x="137" y="200"/>
                      <a:pt x="133" y="191"/>
                    </a:cubicBezTo>
                    <a:cubicBezTo>
                      <a:pt x="130" y="183"/>
                      <a:pt x="130" y="173"/>
                      <a:pt x="135" y="161"/>
                    </a:cubicBezTo>
                    <a:cubicBezTo>
                      <a:pt x="140" y="149"/>
                      <a:pt x="137" y="133"/>
                      <a:pt x="133" y="119"/>
                    </a:cubicBezTo>
                    <a:cubicBezTo>
                      <a:pt x="129" y="105"/>
                      <a:pt x="117" y="102"/>
                      <a:pt x="112" y="102"/>
                    </a:cubicBezTo>
                    <a:cubicBezTo>
                      <a:pt x="112" y="102"/>
                      <a:pt x="112" y="102"/>
                      <a:pt x="112" y="102"/>
                    </a:cubicBezTo>
                    <a:close/>
                    <a:moveTo>
                      <a:pt x="209" y="2"/>
                    </a:moveTo>
                    <a:cubicBezTo>
                      <a:pt x="203" y="1"/>
                      <a:pt x="190" y="0"/>
                      <a:pt x="186" y="5"/>
                    </a:cubicBezTo>
                    <a:cubicBezTo>
                      <a:pt x="181" y="10"/>
                      <a:pt x="179" y="21"/>
                      <a:pt x="184" y="33"/>
                    </a:cubicBezTo>
                    <a:cubicBezTo>
                      <a:pt x="190" y="46"/>
                      <a:pt x="191" y="57"/>
                      <a:pt x="190" y="65"/>
                    </a:cubicBezTo>
                    <a:cubicBezTo>
                      <a:pt x="189" y="72"/>
                      <a:pt x="191" y="153"/>
                      <a:pt x="191" y="174"/>
                    </a:cubicBezTo>
                    <a:cubicBezTo>
                      <a:pt x="191" y="195"/>
                      <a:pt x="188" y="235"/>
                      <a:pt x="189" y="262"/>
                    </a:cubicBezTo>
                    <a:cubicBezTo>
                      <a:pt x="190" y="289"/>
                      <a:pt x="189" y="337"/>
                      <a:pt x="199" y="350"/>
                    </a:cubicBezTo>
                    <a:cubicBezTo>
                      <a:pt x="210" y="363"/>
                      <a:pt x="225" y="344"/>
                      <a:pt x="221" y="330"/>
                    </a:cubicBezTo>
                    <a:cubicBezTo>
                      <a:pt x="217" y="317"/>
                      <a:pt x="216" y="321"/>
                      <a:pt x="212" y="296"/>
                    </a:cubicBezTo>
                    <a:cubicBezTo>
                      <a:pt x="209" y="270"/>
                      <a:pt x="208" y="138"/>
                      <a:pt x="208" y="128"/>
                    </a:cubicBezTo>
                    <a:cubicBezTo>
                      <a:pt x="209" y="117"/>
                      <a:pt x="212" y="79"/>
                      <a:pt x="217" y="68"/>
                    </a:cubicBezTo>
                    <a:cubicBezTo>
                      <a:pt x="221" y="57"/>
                      <a:pt x="237" y="45"/>
                      <a:pt x="234" y="32"/>
                    </a:cubicBezTo>
                    <a:cubicBezTo>
                      <a:pt x="236" y="20"/>
                      <a:pt x="215" y="4"/>
                      <a:pt x="209"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solidFill>
                    <a:srgbClr val="000000"/>
                  </a:solidFill>
                </a:endParaRPr>
              </a:p>
            </p:txBody>
          </p:sp>
          <p:sp>
            <p:nvSpPr>
              <p:cNvPr id="12" name="iśḷiḍê"/>
              <p:cNvSpPr/>
              <p:nvPr/>
            </p:nvSpPr>
            <p:spPr bwMode="auto">
              <a:xfrm>
                <a:off x="8172451" y="2600325"/>
                <a:ext cx="806450" cy="1046163"/>
              </a:xfrm>
              <a:custGeom>
                <a:avLst/>
                <a:gdLst>
                  <a:gd name="T0" fmla="*/ 144 w 245"/>
                  <a:gd name="T1" fmla="*/ 240 h 317"/>
                  <a:gd name="T2" fmla="*/ 216 w 245"/>
                  <a:gd name="T3" fmla="*/ 298 h 317"/>
                  <a:gd name="T4" fmla="*/ 221 w 245"/>
                  <a:gd name="T5" fmla="*/ 247 h 317"/>
                  <a:gd name="T6" fmla="*/ 155 w 245"/>
                  <a:gd name="T7" fmla="*/ 214 h 317"/>
                  <a:gd name="T8" fmla="*/ 144 w 245"/>
                  <a:gd name="T9" fmla="*/ 240 h 317"/>
                  <a:gd name="T10" fmla="*/ 144 w 245"/>
                  <a:gd name="T11" fmla="*/ 240 h 317"/>
                  <a:gd name="T12" fmla="*/ 117 w 245"/>
                  <a:gd name="T13" fmla="*/ 59 h 317"/>
                  <a:gd name="T14" fmla="*/ 114 w 245"/>
                  <a:gd name="T15" fmla="*/ 20 h 317"/>
                  <a:gd name="T16" fmla="*/ 132 w 245"/>
                  <a:gd name="T17" fmla="*/ 2 h 317"/>
                  <a:gd name="T18" fmla="*/ 151 w 245"/>
                  <a:gd name="T19" fmla="*/ 32 h 317"/>
                  <a:gd name="T20" fmla="*/ 142 w 245"/>
                  <a:gd name="T21" fmla="*/ 57 h 317"/>
                  <a:gd name="T22" fmla="*/ 136 w 245"/>
                  <a:gd name="T23" fmla="*/ 74 h 317"/>
                  <a:gd name="T24" fmla="*/ 131 w 245"/>
                  <a:gd name="T25" fmla="*/ 98 h 317"/>
                  <a:gd name="T26" fmla="*/ 151 w 245"/>
                  <a:gd name="T27" fmla="*/ 91 h 317"/>
                  <a:gd name="T28" fmla="*/ 177 w 245"/>
                  <a:gd name="T29" fmla="*/ 76 h 317"/>
                  <a:gd name="T30" fmla="*/ 208 w 245"/>
                  <a:gd name="T31" fmla="*/ 82 h 317"/>
                  <a:gd name="T32" fmla="*/ 199 w 245"/>
                  <a:gd name="T33" fmla="*/ 103 h 317"/>
                  <a:gd name="T34" fmla="*/ 172 w 245"/>
                  <a:gd name="T35" fmla="*/ 109 h 317"/>
                  <a:gd name="T36" fmla="*/ 124 w 245"/>
                  <a:gd name="T37" fmla="*/ 132 h 317"/>
                  <a:gd name="T38" fmla="*/ 107 w 245"/>
                  <a:gd name="T39" fmla="*/ 203 h 317"/>
                  <a:gd name="T40" fmla="*/ 65 w 245"/>
                  <a:gd name="T41" fmla="*/ 263 h 317"/>
                  <a:gd name="T42" fmla="*/ 32 w 245"/>
                  <a:gd name="T43" fmla="*/ 308 h 317"/>
                  <a:gd name="T44" fmla="*/ 14 w 245"/>
                  <a:gd name="T45" fmla="*/ 303 h 317"/>
                  <a:gd name="T46" fmla="*/ 8 w 245"/>
                  <a:gd name="T47" fmla="*/ 275 h 317"/>
                  <a:gd name="T48" fmla="*/ 24 w 245"/>
                  <a:gd name="T49" fmla="*/ 263 h 317"/>
                  <a:gd name="T50" fmla="*/ 36 w 245"/>
                  <a:gd name="T51" fmla="*/ 267 h 317"/>
                  <a:gd name="T52" fmla="*/ 70 w 245"/>
                  <a:gd name="T53" fmla="*/ 222 h 317"/>
                  <a:gd name="T54" fmla="*/ 93 w 245"/>
                  <a:gd name="T55" fmla="*/ 165 h 317"/>
                  <a:gd name="T56" fmla="*/ 98 w 245"/>
                  <a:gd name="T57" fmla="*/ 148 h 317"/>
                  <a:gd name="T58" fmla="*/ 79 w 245"/>
                  <a:gd name="T59" fmla="*/ 160 h 317"/>
                  <a:gd name="T60" fmla="*/ 46 w 245"/>
                  <a:gd name="T61" fmla="*/ 163 h 317"/>
                  <a:gd name="T62" fmla="*/ 20 w 245"/>
                  <a:gd name="T63" fmla="*/ 134 h 317"/>
                  <a:gd name="T64" fmla="*/ 30 w 245"/>
                  <a:gd name="T65" fmla="*/ 115 h 317"/>
                  <a:gd name="T66" fmla="*/ 64 w 245"/>
                  <a:gd name="T67" fmla="*/ 119 h 317"/>
                  <a:gd name="T68" fmla="*/ 105 w 245"/>
                  <a:gd name="T69" fmla="*/ 106 h 317"/>
                  <a:gd name="T70" fmla="*/ 106 w 245"/>
                  <a:gd name="T71" fmla="*/ 105 h 317"/>
                  <a:gd name="T72" fmla="*/ 117 w 245"/>
                  <a:gd name="T73" fmla="*/ 59 h 3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45" h="317">
                    <a:moveTo>
                      <a:pt x="144" y="240"/>
                    </a:moveTo>
                    <a:cubicBezTo>
                      <a:pt x="154" y="257"/>
                      <a:pt x="187" y="309"/>
                      <a:pt x="216" y="298"/>
                    </a:cubicBezTo>
                    <a:cubicBezTo>
                      <a:pt x="245" y="288"/>
                      <a:pt x="233" y="255"/>
                      <a:pt x="221" y="247"/>
                    </a:cubicBezTo>
                    <a:cubicBezTo>
                      <a:pt x="210" y="239"/>
                      <a:pt x="155" y="214"/>
                      <a:pt x="155" y="214"/>
                    </a:cubicBezTo>
                    <a:cubicBezTo>
                      <a:pt x="132" y="204"/>
                      <a:pt x="138" y="230"/>
                      <a:pt x="144" y="240"/>
                    </a:cubicBezTo>
                    <a:cubicBezTo>
                      <a:pt x="144" y="240"/>
                      <a:pt x="144" y="240"/>
                      <a:pt x="144" y="240"/>
                    </a:cubicBezTo>
                    <a:close/>
                    <a:moveTo>
                      <a:pt x="117" y="59"/>
                    </a:moveTo>
                    <a:cubicBezTo>
                      <a:pt x="120" y="57"/>
                      <a:pt x="113" y="32"/>
                      <a:pt x="114" y="20"/>
                    </a:cubicBezTo>
                    <a:cubicBezTo>
                      <a:pt x="115" y="8"/>
                      <a:pt x="124" y="0"/>
                      <a:pt x="132" y="2"/>
                    </a:cubicBezTo>
                    <a:cubicBezTo>
                      <a:pt x="140" y="4"/>
                      <a:pt x="152" y="23"/>
                      <a:pt x="151" y="32"/>
                    </a:cubicBezTo>
                    <a:cubicBezTo>
                      <a:pt x="150" y="42"/>
                      <a:pt x="145" y="53"/>
                      <a:pt x="142" y="57"/>
                    </a:cubicBezTo>
                    <a:cubicBezTo>
                      <a:pt x="139" y="60"/>
                      <a:pt x="137" y="64"/>
                      <a:pt x="136" y="74"/>
                    </a:cubicBezTo>
                    <a:cubicBezTo>
                      <a:pt x="135" y="80"/>
                      <a:pt x="133" y="89"/>
                      <a:pt x="131" y="98"/>
                    </a:cubicBezTo>
                    <a:cubicBezTo>
                      <a:pt x="140" y="95"/>
                      <a:pt x="148" y="93"/>
                      <a:pt x="151" y="91"/>
                    </a:cubicBezTo>
                    <a:cubicBezTo>
                      <a:pt x="157" y="87"/>
                      <a:pt x="168" y="83"/>
                      <a:pt x="177" y="76"/>
                    </a:cubicBezTo>
                    <a:cubicBezTo>
                      <a:pt x="187" y="68"/>
                      <a:pt x="197" y="76"/>
                      <a:pt x="208" y="82"/>
                    </a:cubicBezTo>
                    <a:cubicBezTo>
                      <a:pt x="218" y="88"/>
                      <a:pt x="209" y="98"/>
                      <a:pt x="199" y="103"/>
                    </a:cubicBezTo>
                    <a:cubicBezTo>
                      <a:pt x="188" y="109"/>
                      <a:pt x="179" y="106"/>
                      <a:pt x="172" y="109"/>
                    </a:cubicBezTo>
                    <a:cubicBezTo>
                      <a:pt x="166" y="112"/>
                      <a:pt x="138" y="124"/>
                      <a:pt x="124" y="132"/>
                    </a:cubicBezTo>
                    <a:cubicBezTo>
                      <a:pt x="121" y="152"/>
                      <a:pt x="113" y="188"/>
                      <a:pt x="107" y="203"/>
                    </a:cubicBezTo>
                    <a:cubicBezTo>
                      <a:pt x="101" y="221"/>
                      <a:pt x="77" y="248"/>
                      <a:pt x="65" y="263"/>
                    </a:cubicBezTo>
                    <a:cubicBezTo>
                      <a:pt x="52" y="279"/>
                      <a:pt x="45" y="300"/>
                      <a:pt x="32" y="308"/>
                    </a:cubicBezTo>
                    <a:cubicBezTo>
                      <a:pt x="19" y="317"/>
                      <a:pt x="16" y="311"/>
                      <a:pt x="14" y="303"/>
                    </a:cubicBezTo>
                    <a:cubicBezTo>
                      <a:pt x="12" y="295"/>
                      <a:pt x="0" y="285"/>
                      <a:pt x="8" y="275"/>
                    </a:cubicBezTo>
                    <a:cubicBezTo>
                      <a:pt x="16" y="264"/>
                      <a:pt x="18" y="252"/>
                      <a:pt x="24" y="263"/>
                    </a:cubicBezTo>
                    <a:cubicBezTo>
                      <a:pt x="29" y="273"/>
                      <a:pt x="38" y="267"/>
                      <a:pt x="36" y="267"/>
                    </a:cubicBezTo>
                    <a:cubicBezTo>
                      <a:pt x="34" y="266"/>
                      <a:pt x="62" y="236"/>
                      <a:pt x="70" y="222"/>
                    </a:cubicBezTo>
                    <a:cubicBezTo>
                      <a:pt x="79" y="207"/>
                      <a:pt x="89" y="173"/>
                      <a:pt x="93" y="165"/>
                    </a:cubicBezTo>
                    <a:cubicBezTo>
                      <a:pt x="94" y="163"/>
                      <a:pt x="96" y="157"/>
                      <a:pt x="98" y="148"/>
                    </a:cubicBezTo>
                    <a:cubicBezTo>
                      <a:pt x="91" y="152"/>
                      <a:pt x="84" y="156"/>
                      <a:pt x="79" y="160"/>
                    </a:cubicBezTo>
                    <a:cubicBezTo>
                      <a:pt x="68" y="168"/>
                      <a:pt x="66" y="171"/>
                      <a:pt x="46" y="163"/>
                    </a:cubicBezTo>
                    <a:cubicBezTo>
                      <a:pt x="26" y="154"/>
                      <a:pt x="21" y="145"/>
                      <a:pt x="20" y="134"/>
                    </a:cubicBezTo>
                    <a:cubicBezTo>
                      <a:pt x="18" y="123"/>
                      <a:pt x="24" y="116"/>
                      <a:pt x="30" y="115"/>
                    </a:cubicBezTo>
                    <a:cubicBezTo>
                      <a:pt x="37" y="113"/>
                      <a:pt x="53" y="117"/>
                      <a:pt x="64" y="119"/>
                    </a:cubicBezTo>
                    <a:cubicBezTo>
                      <a:pt x="76" y="121"/>
                      <a:pt x="99" y="108"/>
                      <a:pt x="105" y="106"/>
                    </a:cubicBezTo>
                    <a:cubicBezTo>
                      <a:pt x="105" y="106"/>
                      <a:pt x="106" y="105"/>
                      <a:pt x="106" y="105"/>
                    </a:cubicBezTo>
                    <a:cubicBezTo>
                      <a:pt x="111" y="82"/>
                      <a:pt x="115" y="60"/>
                      <a:pt x="117" y="5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solidFill>
                    <a:srgbClr val="000000"/>
                  </a:solidFill>
                </a:endParaRPr>
              </a:p>
            </p:txBody>
          </p:sp>
          <p:sp>
            <p:nvSpPr>
              <p:cNvPr id="13" name="iṧľíḑe"/>
              <p:cNvSpPr/>
              <p:nvPr/>
            </p:nvSpPr>
            <p:spPr bwMode="auto">
              <a:xfrm>
                <a:off x="9385301" y="2428875"/>
                <a:ext cx="784225" cy="1284288"/>
              </a:xfrm>
              <a:custGeom>
                <a:avLst/>
                <a:gdLst>
                  <a:gd name="T0" fmla="*/ 62 w 238"/>
                  <a:gd name="T1" fmla="*/ 102 h 389"/>
                  <a:gd name="T2" fmla="*/ 70 w 238"/>
                  <a:gd name="T3" fmla="*/ 150 h 389"/>
                  <a:gd name="T4" fmla="*/ 80 w 238"/>
                  <a:gd name="T5" fmla="*/ 191 h 389"/>
                  <a:gd name="T6" fmla="*/ 98 w 238"/>
                  <a:gd name="T7" fmla="*/ 182 h 389"/>
                  <a:gd name="T8" fmla="*/ 98 w 238"/>
                  <a:gd name="T9" fmla="*/ 198 h 389"/>
                  <a:gd name="T10" fmla="*/ 16 w 238"/>
                  <a:gd name="T11" fmla="*/ 237 h 389"/>
                  <a:gd name="T12" fmla="*/ 7 w 238"/>
                  <a:gd name="T13" fmla="*/ 265 h 389"/>
                  <a:gd name="T14" fmla="*/ 70 w 238"/>
                  <a:gd name="T15" fmla="*/ 235 h 389"/>
                  <a:gd name="T16" fmla="*/ 183 w 238"/>
                  <a:gd name="T17" fmla="*/ 180 h 389"/>
                  <a:gd name="T18" fmla="*/ 183 w 238"/>
                  <a:gd name="T19" fmla="*/ 205 h 389"/>
                  <a:gd name="T20" fmla="*/ 199 w 238"/>
                  <a:gd name="T21" fmla="*/ 209 h 389"/>
                  <a:gd name="T22" fmla="*/ 212 w 238"/>
                  <a:gd name="T23" fmla="*/ 164 h 389"/>
                  <a:gd name="T24" fmla="*/ 163 w 238"/>
                  <a:gd name="T25" fmla="*/ 161 h 389"/>
                  <a:gd name="T26" fmla="*/ 188 w 238"/>
                  <a:gd name="T27" fmla="*/ 110 h 389"/>
                  <a:gd name="T28" fmla="*/ 183 w 238"/>
                  <a:gd name="T29" fmla="*/ 77 h 389"/>
                  <a:gd name="T30" fmla="*/ 179 w 238"/>
                  <a:gd name="T31" fmla="*/ 43 h 389"/>
                  <a:gd name="T32" fmla="*/ 189 w 238"/>
                  <a:gd name="T33" fmla="*/ 22 h 389"/>
                  <a:gd name="T34" fmla="*/ 163 w 238"/>
                  <a:gd name="T35" fmla="*/ 5 h 389"/>
                  <a:gd name="T36" fmla="*/ 163 w 238"/>
                  <a:gd name="T37" fmla="*/ 42 h 389"/>
                  <a:gd name="T38" fmla="*/ 159 w 238"/>
                  <a:gd name="T39" fmla="*/ 65 h 389"/>
                  <a:gd name="T40" fmla="*/ 145 w 238"/>
                  <a:gd name="T41" fmla="*/ 96 h 389"/>
                  <a:gd name="T42" fmla="*/ 139 w 238"/>
                  <a:gd name="T43" fmla="*/ 145 h 389"/>
                  <a:gd name="T44" fmla="*/ 147 w 238"/>
                  <a:gd name="T45" fmla="*/ 172 h 389"/>
                  <a:gd name="T46" fmla="*/ 120 w 238"/>
                  <a:gd name="T47" fmla="*/ 172 h 389"/>
                  <a:gd name="T48" fmla="*/ 125 w 238"/>
                  <a:gd name="T49" fmla="*/ 127 h 389"/>
                  <a:gd name="T50" fmla="*/ 110 w 238"/>
                  <a:gd name="T51" fmla="*/ 117 h 389"/>
                  <a:gd name="T52" fmla="*/ 115 w 238"/>
                  <a:gd name="T53" fmla="*/ 39 h 389"/>
                  <a:gd name="T54" fmla="*/ 104 w 238"/>
                  <a:gd name="T55" fmla="*/ 73 h 389"/>
                  <a:gd name="T56" fmla="*/ 101 w 238"/>
                  <a:gd name="T57" fmla="*/ 134 h 389"/>
                  <a:gd name="T58" fmla="*/ 86 w 238"/>
                  <a:gd name="T59" fmla="*/ 96 h 389"/>
                  <a:gd name="T60" fmla="*/ 54 w 238"/>
                  <a:gd name="T61" fmla="*/ 88 h 389"/>
                  <a:gd name="T62" fmla="*/ 93 w 238"/>
                  <a:gd name="T63" fmla="*/ 244 h 389"/>
                  <a:gd name="T64" fmla="*/ 151 w 238"/>
                  <a:gd name="T65" fmla="*/ 216 h 389"/>
                  <a:gd name="T66" fmla="*/ 146 w 238"/>
                  <a:gd name="T67" fmla="*/ 262 h 389"/>
                  <a:gd name="T68" fmla="*/ 194 w 238"/>
                  <a:gd name="T69" fmla="*/ 265 h 389"/>
                  <a:gd name="T70" fmla="*/ 168 w 238"/>
                  <a:gd name="T71" fmla="*/ 297 h 389"/>
                  <a:gd name="T72" fmla="*/ 158 w 238"/>
                  <a:gd name="T73" fmla="*/ 349 h 389"/>
                  <a:gd name="T74" fmla="*/ 102 w 238"/>
                  <a:gd name="T75" fmla="*/ 372 h 389"/>
                  <a:gd name="T76" fmla="*/ 112 w 238"/>
                  <a:gd name="T77" fmla="*/ 355 h 389"/>
                  <a:gd name="T78" fmla="*/ 151 w 238"/>
                  <a:gd name="T79" fmla="*/ 319 h 389"/>
                  <a:gd name="T80" fmla="*/ 114 w 238"/>
                  <a:gd name="T81" fmla="*/ 312 h 389"/>
                  <a:gd name="T82" fmla="*/ 62 w 238"/>
                  <a:gd name="T83" fmla="*/ 309 h 389"/>
                  <a:gd name="T84" fmla="*/ 133 w 238"/>
                  <a:gd name="T85" fmla="*/ 280 h 389"/>
                  <a:gd name="T86" fmla="*/ 106 w 238"/>
                  <a:gd name="T87" fmla="*/ 259 h 3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238" h="389">
                    <a:moveTo>
                      <a:pt x="54" y="88"/>
                    </a:moveTo>
                    <a:cubicBezTo>
                      <a:pt x="55" y="91"/>
                      <a:pt x="59" y="99"/>
                      <a:pt x="62" y="102"/>
                    </a:cubicBezTo>
                    <a:cubicBezTo>
                      <a:pt x="66" y="106"/>
                      <a:pt x="73" y="113"/>
                      <a:pt x="72" y="116"/>
                    </a:cubicBezTo>
                    <a:cubicBezTo>
                      <a:pt x="72" y="120"/>
                      <a:pt x="70" y="144"/>
                      <a:pt x="70" y="150"/>
                    </a:cubicBezTo>
                    <a:cubicBezTo>
                      <a:pt x="70" y="156"/>
                      <a:pt x="67" y="172"/>
                      <a:pt x="71" y="176"/>
                    </a:cubicBezTo>
                    <a:cubicBezTo>
                      <a:pt x="74" y="180"/>
                      <a:pt x="80" y="191"/>
                      <a:pt x="80" y="191"/>
                    </a:cubicBezTo>
                    <a:cubicBezTo>
                      <a:pt x="80" y="191"/>
                      <a:pt x="88" y="193"/>
                      <a:pt x="90" y="187"/>
                    </a:cubicBezTo>
                    <a:cubicBezTo>
                      <a:pt x="92" y="180"/>
                      <a:pt x="98" y="182"/>
                      <a:pt x="98" y="182"/>
                    </a:cubicBezTo>
                    <a:cubicBezTo>
                      <a:pt x="98" y="182"/>
                      <a:pt x="110" y="187"/>
                      <a:pt x="107" y="190"/>
                    </a:cubicBezTo>
                    <a:cubicBezTo>
                      <a:pt x="104" y="193"/>
                      <a:pt x="105" y="194"/>
                      <a:pt x="98" y="198"/>
                    </a:cubicBezTo>
                    <a:cubicBezTo>
                      <a:pt x="92" y="202"/>
                      <a:pt x="39" y="231"/>
                      <a:pt x="39" y="231"/>
                    </a:cubicBezTo>
                    <a:cubicBezTo>
                      <a:pt x="39" y="231"/>
                      <a:pt x="21" y="236"/>
                      <a:pt x="16" y="237"/>
                    </a:cubicBezTo>
                    <a:cubicBezTo>
                      <a:pt x="11" y="238"/>
                      <a:pt x="4" y="236"/>
                      <a:pt x="2" y="243"/>
                    </a:cubicBezTo>
                    <a:cubicBezTo>
                      <a:pt x="0" y="250"/>
                      <a:pt x="2" y="260"/>
                      <a:pt x="7" y="265"/>
                    </a:cubicBezTo>
                    <a:cubicBezTo>
                      <a:pt x="10" y="266"/>
                      <a:pt x="22" y="271"/>
                      <a:pt x="33" y="266"/>
                    </a:cubicBezTo>
                    <a:cubicBezTo>
                      <a:pt x="47" y="260"/>
                      <a:pt x="60" y="244"/>
                      <a:pt x="70" y="235"/>
                    </a:cubicBezTo>
                    <a:cubicBezTo>
                      <a:pt x="88" y="221"/>
                      <a:pt x="104" y="211"/>
                      <a:pt x="119" y="204"/>
                    </a:cubicBezTo>
                    <a:cubicBezTo>
                      <a:pt x="134" y="198"/>
                      <a:pt x="167" y="182"/>
                      <a:pt x="183" y="180"/>
                    </a:cubicBezTo>
                    <a:cubicBezTo>
                      <a:pt x="199" y="178"/>
                      <a:pt x="202" y="186"/>
                      <a:pt x="199" y="190"/>
                    </a:cubicBezTo>
                    <a:cubicBezTo>
                      <a:pt x="197" y="195"/>
                      <a:pt x="188" y="203"/>
                      <a:pt x="183" y="205"/>
                    </a:cubicBezTo>
                    <a:cubicBezTo>
                      <a:pt x="179" y="208"/>
                      <a:pt x="181" y="213"/>
                      <a:pt x="181" y="213"/>
                    </a:cubicBezTo>
                    <a:cubicBezTo>
                      <a:pt x="181" y="213"/>
                      <a:pt x="185" y="213"/>
                      <a:pt x="199" y="209"/>
                    </a:cubicBezTo>
                    <a:cubicBezTo>
                      <a:pt x="214" y="205"/>
                      <a:pt x="234" y="205"/>
                      <a:pt x="236" y="200"/>
                    </a:cubicBezTo>
                    <a:cubicBezTo>
                      <a:pt x="238" y="196"/>
                      <a:pt x="230" y="165"/>
                      <a:pt x="212" y="164"/>
                    </a:cubicBezTo>
                    <a:cubicBezTo>
                      <a:pt x="193" y="163"/>
                      <a:pt x="172" y="168"/>
                      <a:pt x="167" y="170"/>
                    </a:cubicBezTo>
                    <a:cubicBezTo>
                      <a:pt x="162" y="171"/>
                      <a:pt x="157" y="167"/>
                      <a:pt x="163" y="161"/>
                    </a:cubicBezTo>
                    <a:cubicBezTo>
                      <a:pt x="169" y="154"/>
                      <a:pt x="178" y="146"/>
                      <a:pt x="182" y="133"/>
                    </a:cubicBezTo>
                    <a:cubicBezTo>
                      <a:pt x="186" y="119"/>
                      <a:pt x="192" y="116"/>
                      <a:pt x="188" y="110"/>
                    </a:cubicBezTo>
                    <a:cubicBezTo>
                      <a:pt x="183" y="104"/>
                      <a:pt x="176" y="92"/>
                      <a:pt x="173" y="90"/>
                    </a:cubicBezTo>
                    <a:cubicBezTo>
                      <a:pt x="170" y="88"/>
                      <a:pt x="173" y="81"/>
                      <a:pt x="183" y="77"/>
                    </a:cubicBezTo>
                    <a:cubicBezTo>
                      <a:pt x="193" y="72"/>
                      <a:pt x="204" y="61"/>
                      <a:pt x="198" y="54"/>
                    </a:cubicBezTo>
                    <a:cubicBezTo>
                      <a:pt x="192" y="46"/>
                      <a:pt x="180" y="50"/>
                      <a:pt x="179" y="43"/>
                    </a:cubicBezTo>
                    <a:cubicBezTo>
                      <a:pt x="179" y="35"/>
                      <a:pt x="173" y="31"/>
                      <a:pt x="179" y="29"/>
                    </a:cubicBezTo>
                    <a:cubicBezTo>
                      <a:pt x="185" y="27"/>
                      <a:pt x="191" y="25"/>
                      <a:pt x="189" y="22"/>
                    </a:cubicBezTo>
                    <a:cubicBezTo>
                      <a:pt x="187" y="18"/>
                      <a:pt x="184" y="12"/>
                      <a:pt x="180" y="6"/>
                    </a:cubicBezTo>
                    <a:cubicBezTo>
                      <a:pt x="175" y="1"/>
                      <a:pt x="164" y="0"/>
                      <a:pt x="163" y="5"/>
                    </a:cubicBezTo>
                    <a:cubicBezTo>
                      <a:pt x="161" y="11"/>
                      <a:pt x="161" y="21"/>
                      <a:pt x="161" y="26"/>
                    </a:cubicBezTo>
                    <a:cubicBezTo>
                      <a:pt x="161" y="31"/>
                      <a:pt x="160" y="38"/>
                      <a:pt x="163" y="42"/>
                    </a:cubicBezTo>
                    <a:cubicBezTo>
                      <a:pt x="167" y="46"/>
                      <a:pt x="168" y="48"/>
                      <a:pt x="167" y="52"/>
                    </a:cubicBezTo>
                    <a:cubicBezTo>
                      <a:pt x="166" y="55"/>
                      <a:pt x="166" y="61"/>
                      <a:pt x="159" y="65"/>
                    </a:cubicBezTo>
                    <a:cubicBezTo>
                      <a:pt x="151" y="69"/>
                      <a:pt x="147" y="69"/>
                      <a:pt x="145" y="74"/>
                    </a:cubicBezTo>
                    <a:cubicBezTo>
                      <a:pt x="142" y="80"/>
                      <a:pt x="142" y="94"/>
                      <a:pt x="145" y="96"/>
                    </a:cubicBezTo>
                    <a:cubicBezTo>
                      <a:pt x="147" y="97"/>
                      <a:pt x="155" y="95"/>
                      <a:pt x="153" y="105"/>
                    </a:cubicBezTo>
                    <a:cubicBezTo>
                      <a:pt x="150" y="116"/>
                      <a:pt x="138" y="141"/>
                      <a:pt x="139" y="145"/>
                    </a:cubicBezTo>
                    <a:cubicBezTo>
                      <a:pt x="140" y="150"/>
                      <a:pt x="148" y="148"/>
                      <a:pt x="148" y="153"/>
                    </a:cubicBezTo>
                    <a:cubicBezTo>
                      <a:pt x="148" y="159"/>
                      <a:pt x="151" y="169"/>
                      <a:pt x="147" y="172"/>
                    </a:cubicBezTo>
                    <a:cubicBezTo>
                      <a:pt x="143" y="176"/>
                      <a:pt x="130" y="180"/>
                      <a:pt x="130" y="180"/>
                    </a:cubicBezTo>
                    <a:cubicBezTo>
                      <a:pt x="130" y="180"/>
                      <a:pt x="116" y="184"/>
                      <a:pt x="120" y="172"/>
                    </a:cubicBezTo>
                    <a:cubicBezTo>
                      <a:pt x="123" y="160"/>
                      <a:pt x="126" y="141"/>
                      <a:pt x="127" y="137"/>
                    </a:cubicBezTo>
                    <a:cubicBezTo>
                      <a:pt x="127" y="133"/>
                      <a:pt x="131" y="128"/>
                      <a:pt x="125" y="127"/>
                    </a:cubicBezTo>
                    <a:cubicBezTo>
                      <a:pt x="120" y="127"/>
                      <a:pt x="126" y="117"/>
                      <a:pt x="119" y="120"/>
                    </a:cubicBezTo>
                    <a:cubicBezTo>
                      <a:pt x="113" y="122"/>
                      <a:pt x="108" y="125"/>
                      <a:pt x="110" y="117"/>
                    </a:cubicBezTo>
                    <a:cubicBezTo>
                      <a:pt x="111" y="108"/>
                      <a:pt x="121" y="80"/>
                      <a:pt x="124" y="63"/>
                    </a:cubicBezTo>
                    <a:cubicBezTo>
                      <a:pt x="126" y="46"/>
                      <a:pt x="120" y="43"/>
                      <a:pt x="115" y="39"/>
                    </a:cubicBezTo>
                    <a:cubicBezTo>
                      <a:pt x="110" y="36"/>
                      <a:pt x="95" y="44"/>
                      <a:pt x="95" y="50"/>
                    </a:cubicBezTo>
                    <a:cubicBezTo>
                      <a:pt x="95" y="56"/>
                      <a:pt x="103" y="65"/>
                      <a:pt x="104" y="73"/>
                    </a:cubicBezTo>
                    <a:cubicBezTo>
                      <a:pt x="105" y="81"/>
                      <a:pt x="103" y="107"/>
                      <a:pt x="104" y="110"/>
                    </a:cubicBezTo>
                    <a:cubicBezTo>
                      <a:pt x="104" y="113"/>
                      <a:pt x="102" y="130"/>
                      <a:pt x="101" y="134"/>
                    </a:cubicBezTo>
                    <a:cubicBezTo>
                      <a:pt x="100" y="137"/>
                      <a:pt x="83" y="150"/>
                      <a:pt x="85" y="136"/>
                    </a:cubicBezTo>
                    <a:cubicBezTo>
                      <a:pt x="88" y="122"/>
                      <a:pt x="89" y="105"/>
                      <a:pt x="86" y="96"/>
                    </a:cubicBezTo>
                    <a:cubicBezTo>
                      <a:pt x="82" y="87"/>
                      <a:pt x="67" y="75"/>
                      <a:pt x="62" y="74"/>
                    </a:cubicBezTo>
                    <a:cubicBezTo>
                      <a:pt x="58" y="74"/>
                      <a:pt x="54" y="84"/>
                      <a:pt x="54" y="88"/>
                    </a:cubicBezTo>
                    <a:cubicBezTo>
                      <a:pt x="54" y="88"/>
                      <a:pt x="54" y="88"/>
                      <a:pt x="54" y="88"/>
                    </a:cubicBezTo>
                    <a:close/>
                    <a:moveTo>
                      <a:pt x="93" y="244"/>
                    </a:moveTo>
                    <a:cubicBezTo>
                      <a:pt x="93" y="236"/>
                      <a:pt x="103" y="232"/>
                      <a:pt x="110" y="230"/>
                    </a:cubicBezTo>
                    <a:cubicBezTo>
                      <a:pt x="116" y="229"/>
                      <a:pt x="140" y="217"/>
                      <a:pt x="151" y="216"/>
                    </a:cubicBezTo>
                    <a:cubicBezTo>
                      <a:pt x="162" y="216"/>
                      <a:pt x="162" y="232"/>
                      <a:pt x="159" y="239"/>
                    </a:cubicBezTo>
                    <a:cubicBezTo>
                      <a:pt x="156" y="246"/>
                      <a:pt x="150" y="257"/>
                      <a:pt x="146" y="262"/>
                    </a:cubicBezTo>
                    <a:cubicBezTo>
                      <a:pt x="143" y="267"/>
                      <a:pt x="159" y="270"/>
                      <a:pt x="159" y="270"/>
                    </a:cubicBezTo>
                    <a:cubicBezTo>
                      <a:pt x="159" y="270"/>
                      <a:pt x="184" y="264"/>
                      <a:pt x="194" y="265"/>
                    </a:cubicBezTo>
                    <a:cubicBezTo>
                      <a:pt x="203" y="266"/>
                      <a:pt x="205" y="280"/>
                      <a:pt x="203" y="291"/>
                    </a:cubicBezTo>
                    <a:cubicBezTo>
                      <a:pt x="201" y="302"/>
                      <a:pt x="174" y="298"/>
                      <a:pt x="168" y="297"/>
                    </a:cubicBezTo>
                    <a:cubicBezTo>
                      <a:pt x="162" y="296"/>
                      <a:pt x="166" y="307"/>
                      <a:pt x="164" y="313"/>
                    </a:cubicBezTo>
                    <a:cubicBezTo>
                      <a:pt x="163" y="319"/>
                      <a:pt x="163" y="329"/>
                      <a:pt x="158" y="349"/>
                    </a:cubicBezTo>
                    <a:cubicBezTo>
                      <a:pt x="153" y="368"/>
                      <a:pt x="139" y="381"/>
                      <a:pt x="131" y="385"/>
                    </a:cubicBezTo>
                    <a:cubicBezTo>
                      <a:pt x="122" y="389"/>
                      <a:pt x="106" y="379"/>
                      <a:pt x="102" y="372"/>
                    </a:cubicBezTo>
                    <a:cubicBezTo>
                      <a:pt x="99" y="365"/>
                      <a:pt x="92" y="366"/>
                      <a:pt x="89" y="355"/>
                    </a:cubicBezTo>
                    <a:cubicBezTo>
                      <a:pt x="85" y="344"/>
                      <a:pt x="104" y="351"/>
                      <a:pt x="112" y="355"/>
                    </a:cubicBezTo>
                    <a:cubicBezTo>
                      <a:pt x="119" y="358"/>
                      <a:pt x="132" y="358"/>
                      <a:pt x="139" y="356"/>
                    </a:cubicBezTo>
                    <a:cubicBezTo>
                      <a:pt x="146" y="353"/>
                      <a:pt x="151" y="328"/>
                      <a:pt x="151" y="319"/>
                    </a:cubicBezTo>
                    <a:cubicBezTo>
                      <a:pt x="152" y="309"/>
                      <a:pt x="145" y="302"/>
                      <a:pt x="142" y="301"/>
                    </a:cubicBezTo>
                    <a:cubicBezTo>
                      <a:pt x="139" y="300"/>
                      <a:pt x="126" y="306"/>
                      <a:pt x="114" y="312"/>
                    </a:cubicBezTo>
                    <a:cubicBezTo>
                      <a:pt x="103" y="318"/>
                      <a:pt x="95" y="325"/>
                      <a:pt x="86" y="327"/>
                    </a:cubicBezTo>
                    <a:cubicBezTo>
                      <a:pt x="76" y="329"/>
                      <a:pt x="64" y="319"/>
                      <a:pt x="62" y="309"/>
                    </a:cubicBezTo>
                    <a:cubicBezTo>
                      <a:pt x="60" y="299"/>
                      <a:pt x="88" y="298"/>
                      <a:pt x="93" y="297"/>
                    </a:cubicBezTo>
                    <a:cubicBezTo>
                      <a:pt x="99" y="296"/>
                      <a:pt x="133" y="280"/>
                      <a:pt x="133" y="280"/>
                    </a:cubicBezTo>
                    <a:cubicBezTo>
                      <a:pt x="135" y="272"/>
                      <a:pt x="139" y="251"/>
                      <a:pt x="126" y="249"/>
                    </a:cubicBezTo>
                    <a:cubicBezTo>
                      <a:pt x="118" y="248"/>
                      <a:pt x="113" y="259"/>
                      <a:pt x="106" y="259"/>
                    </a:cubicBezTo>
                    <a:cubicBezTo>
                      <a:pt x="99" y="259"/>
                      <a:pt x="94" y="252"/>
                      <a:pt x="93" y="24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solidFill>
                    <a:srgbClr val="000000"/>
                  </a:solidFill>
                </a:endParaRPr>
              </a:p>
            </p:txBody>
          </p:sp>
        </p:grpSp>
      </p:grpSp>
      <p:pic>
        <p:nvPicPr>
          <p:cNvPr id="28" name="图片 27"/>
          <p:cNvPicPr>
            <a:picLocks noChangeAspect="1"/>
          </p:cNvPicPr>
          <p:nvPr userDrawn="1"/>
        </p:nvPicPr>
        <p:blipFill rotWithShape="1">
          <a:blip r:embed="rId2" cstate="email"/>
          <a:srcRect/>
          <a:stretch>
            <a:fillRect/>
          </a:stretch>
        </p:blipFill>
        <p:spPr>
          <a:xfrm>
            <a:off x="-1" y="-111239"/>
            <a:ext cx="1520613" cy="1143934"/>
          </a:xfrm>
          <a:prstGeom prst="rect">
            <a:avLst/>
          </a:prstGeom>
        </p:spPr>
      </p:pic>
      <p:pic>
        <p:nvPicPr>
          <p:cNvPr id="29" name="图片 28"/>
          <p:cNvPicPr>
            <a:picLocks noChangeAspect="1"/>
          </p:cNvPicPr>
          <p:nvPr userDrawn="1"/>
        </p:nvPicPr>
        <p:blipFill>
          <a:blip r:embed="rId3" cstate="email">
            <a:extLst>
              <a:ext uri="{BEBA8EAE-BF5A-486C-A8C5-ECC9F3942E4B}">
                <a14:imgProps xmlns:a14="http://schemas.microsoft.com/office/drawing/2010/main">
                  <a14:imgLayer r:embed="rId4">
                    <a14:imgEffect>
                      <a14:saturation sat="33000"/>
                    </a14:imgEffect>
                  </a14:imgLayer>
                </a14:imgProps>
              </a:ext>
            </a:extLst>
          </a:blip>
          <a:stretch>
            <a:fillRect/>
          </a:stretch>
        </p:blipFill>
        <p:spPr>
          <a:xfrm>
            <a:off x="0" y="4531283"/>
            <a:ext cx="12192000" cy="2323704"/>
          </a:xfrm>
          <a:prstGeom prst="rect">
            <a:avLst/>
          </a:prstGeom>
        </p:spPr>
      </p:pic>
      <p:sp>
        <p:nvSpPr>
          <p:cNvPr id="2" name="矩形 1"/>
          <p:cNvSpPr/>
          <p:nvPr userDrawn="1"/>
        </p:nvSpPr>
        <p:spPr>
          <a:xfrm>
            <a:off x="0" y="1028700"/>
            <a:ext cx="12192000" cy="5829300"/>
          </a:xfrm>
          <a:prstGeom prst="rect">
            <a:avLst/>
          </a:prstGeom>
          <a:gradFill>
            <a:gsLst>
              <a:gs pos="0">
                <a:schemeClr val="bg1">
                  <a:alpha val="0"/>
                </a:schemeClr>
              </a:gs>
              <a:gs pos="50000">
                <a:schemeClr val="bg1">
                  <a:alpha val="20000"/>
                </a:schemeClr>
              </a:gs>
              <a:gs pos="100000">
                <a:schemeClr val="bg1">
                  <a:alpha val="9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endParaRPr>
          </a:p>
        </p:txBody>
      </p:sp>
      <p:sp>
        <p:nvSpPr>
          <p:cNvPr id="5" name="图片占位符 4"/>
          <p:cNvSpPr>
            <a:spLocks noGrp="1"/>
          </p:cNvSpPr>
          <p:nvPr>
            <p:ph type="pic" sz="quarter" idx="11"/>
          </p:nvPr>
        </p:nvSpPr>
        <p:spPr>
          <a:xfrm>
            <a:off x="1683830" y="1971819"/>
            <a:ext cx="2003744" cy="1252340"/>
          </a:xfrm>
          <a:prstGeom prst="rect">
            <a:avLst/>
          </a:prstGeom>
        </p:spPr>
        <p:txBody>
          <a:bodyPr/>
          <a:lstStyle/>
          <a:p>
            <a:endParaRPr lang="zh-CN" altLang="en-US"/>
          </a:p>
        </p:txBody>
      </p:sp>
    </p:spTree>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_标题和内容">
    <p:spTree>
      <p:nvGrpSpPr>
        <p:cNvPr id="1" name=""/>
        <p:cNvGrpSpPr/>
        <p:nvPr/>
      </p:nvGrpSpPr>
      <p:grpSpPr>
        <a:xfrm>
          <a:off x="0" y="0"/>
          <a:ext cx="0" cy="0"/>
          <a:chOff x="0" y="0"/>
          <a:chExt cx="0" cy="0"/>
        </a:xfrm>
      </p:grpSpPr>
      <p:sp>
        <p:nvSpPr>
          <p:cNvPr id="33" name="文本占位符 32"/>
          <p:cNvSpPr>
            <a:spLocks noGrp="1"/>
          </p:cNvSpPr>
          <p:nvPr>
            <p:ph type="body" sz="quarter" idx="10" hasCustomPrompt="1"/>
          </p:nvPr>
        </p:nvSpPr>
        <p:spPr>
          <a:xfrm>
            <a:off x="1587197" y="340254"/>
            <a:ext cx="3944854" cy="530225"/>
          </a:xfrm>
        </p:spPr>
        <p:txBody>
          <a:bodyPr lIns="0" rIns="0">
            <a:noAutofit/>
          </a:bodyPr>
          <a:lstStyle>
            <a:lvl1pPr marL="0" indent="0">
              <a:buNone/>
              <a:defRPr sz="3600" b="1">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请输入你的标题</a:t>
            </a:r>
          </a:p>
        </p:txBody>
      </p:sp>
      <p:cxnSp>
        <p:nvCxnSpPr>
          <p:cNvPr id="4" name="直接连接符 3"/>
          <p:cNvCxnSpPr/>
          <p:nvPr userDrawn="1"/>
        </p:nvCxnSpPr>
        <p:spPr>
          <a:xfrm>
            <a:off x="1083902" y="1028700"/>
            <a:ext cx="11108098" cy="0"/>
          </a:xfrm>
          <a:prstGeom prst="line">
            <a:avLst/>
          </a:prstGeom>
        </p:spPr>
        <p:style>
          <a:lnRef idx="1">
            <a:schemeClr val="accent1"/>
          </a:lnRef>
          <a:fillRef idx="0">
            <a:schemeClr val="accent1"/>
          </a:fillRef>
          <a:effectRef idx="0">
            <a:schemeClr val="accent1"/>
          </a:effectRef>
          <a:fontRef idx="minor">
            <a:schemeClr val="tx1"/>
          </a:fontRef>
        </p:style>
      </p:cxnSp>
      <p:grpSp>
        <p:nvGrpSpPr>
          <p:cNvPr id="3" name="组合 2"/>
          <p:cNvGrpSpPr/>
          <p:nvPr userDrawn="1"/>
        </p:nvGrpSpPr>
        <p:grpSpPr>
          <a:xfrm>
            <a:off x="9778483" y="337454"/>
            <a:ext cx="1740417" cy="533025"/>
            <a:chOff x="9778483" y="337454"/>
            <a:chExt cx="1740417" cy="533025"/>
          </a:xfrm>
        </p:grpSpPr>
        <p:grpSp>
          <p:nvGrpSpPr>
            <p:cNvPr id="6" name="íślïdé"/>
            <p:cNvGrpSpPr/>
            <p:nvPr/>
          </p:nvGrpSpPr>
          <p:grpSpPr>
            <a:xfrm>
              <a:off x="9778483" y="337454"/>
              <a:ext cx="532392" cy="533025"/>
              <a:chOff x="1735138" y="2095500"/>
              <a:chExt cx="2667000" cy="2670175"/>
            </a:xfrm>
            <a:solidFill>
              <a:schemeClr val="accent1"/>
            </a:solidFill>
          </p:grpSpPr>
          <p:sp>
            <p:nvSpPr>
              <p:cNvPr id="14" name="ïṡḻïḍê"/>
              <p:cNvSpPr/>
              <p:nvPr/>
            </p:nvSpPr>
            <p:spPr bwMode="auto">
              <a:xfrm>
                <a:off x="2913063" y="3238500"/>
                <a:ext cx="319088" cy="762000"/>
              </a:xfrm>
              <a:custGeom>
                <a:avLst/>
                <a:gdLst>
                  <a:gd name="T0" fmla="*/ 56 w 97"/>
                  <a:gd name="T1" fmla="*/ 193 h 231"/>
                  <a:gd name="T2" fmla="*/ 41 w 97"/>
                  <a:gd name="T3" fmla="*/ 193 h 231"/>
                  <a:gd name="T4" fmla="*/ 41 w 97"/>
                  <a:gd name="T5" fmla="*/ 22 h 231"/>
                  <a:gd name="T6" fmla="*/ 23 w 97"/>
                  <a:gd name="T7" fmla="*/ 0 h 231"/>
                  <a:gd name="T8" fmla="*/ 4 w 97"/>
                  <a:gd name="T9" fmla="*/ 22 h 231"/>
                  <a:gd name="T10" fmla="*/ 1 w 97"/>
                  <a:gd name="T11" fmla="*/ 175 h 231"/>
                  <a:gd name="T12" fmla="*/ 48 w 97"/>
                  <a:gd name="T13" fmla="*/ 231 h 231"/>
                  <a:gd name="T14" fmla="*/ 96 w 97"/>
                  <a:gd name="T15" fmla="*/ 175 h 231"/>
                  <a:gd name="T16" fmla="*/ 92 w 97"/>
                  <a:gd name="T17" fmla="*/ 22 h 231"/>
                  <a:gd name="T18" fmla="*/ 73 w 97"/>
                  <a:gd name="T19" fmla="*/ 0 h 231"/>
                  <a:gd name="T20" fmla="*/ 56 w 97"/>
                  <a:gd name="T21" fmla="*/ 22 h 231"/>
                  <a:gd name="T22" fmla="*/ 56 w 97"/>
                  <a:gd name="T23" fmla="*/ 193 h 2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97" h="231">
                    <a:moveTo>
                      <a:pt x="56" y="193"/>
                    </a:moveTo>
                    <a:cubicBezTo>
                      <a:pt x="41" y="193"/>
                      <a:pt x="41" y="193"/>
                      <a:pt x="41" y="193"/>
                    </a:cubicBezTo>
                    <a:cubicBezTo>
                      <a:pt x="41" y="136"/>
                      <a:pt x="41" y="79"/>
                      <a:pt x="41" y="22"/>
                    </a:cubicBezTo>
                    <a:cubicBezTo>
                      <a:pt x="40" y="11"/>
                      <a:pt x="38" y="1"/>
                      <a:pt x="23" y="0"/>
                    </a:cubicBezTo>
                    <a:cubicBezTo>
                      <a:pt x="13" y="0"/>
                      <a:pt x="4" y="7"/>
                      <a:pt x="4" y="22"/>
                    </a:cubicBezTo>
                    <a:cubicBezTo>
                      <a:pt x="3" y="73"/>
                      <a:pt x="2" y="124"/>
                      <a:pt x="1" y="175"/>
                    </a:cubicBezTo>
                    <a:cubicBezTo>
                      <a:pt x="0" y="206"/>
                      <a:pt x="15" y="231"/>
                      <a:pt x="48" y="231"/>
                    </a:cubicBezTo>
                    <a:cubicBezTo>
                      <a:pt x="82" y="231"/>
                      <a:pt x="97" y="206"/>
                      <a:pt x="96" y="175"/>
                    </a:cubicBezTo>
                    <a:cubicBezTo>
                      <a:pt x="95" y="124"/>
                      <a:pt x="94" y="73"/>
                      <a:pt x="92" y="22"/>
                    </a:cubicBezTo>
                    <a:cubicBezTo>
                      <a:pt x="92" y="7"/>
                      <a:pt x="84" y="0"/>
                      <a:pt x="73" y="0"/>
                    </a:cubicBezTo>
                    <a:cubicBezTo>
                      <a:pt x="58" y="1"/>
                      <a:pt x="56" y="11"/>
                      <a:pt x="56" y="22"/>
                    </a:cubicBezTo>
                    <a:cubicBezTo>
                      <a:pt x="56" y="79"/>
                      <a:pt x="56" y="136"/>
                      <a:pt x="56" y="19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solidFill>
                    <a:srgbClr val="000000"/>
                  </a:solidFill>
                </a:endParaRPr>
              </a:p>
            </p:txBody>
          </p:sp>
          <p:sp>
            <p:nvSpPr>
              <p:cNvPr id="15" name="ï$lîḍè"/>
              <p:cNvSpPr/>
              <p:nvPr/>
            </p:nvSpPr>
            <p:spPr bwMode="auto">
              <a:xfrm>
                <a:off x="2008188" y="2713038"/>
                <a:ext cx="257175" cy="342900"/>
              </a:xfrm>
              <a:custGeom>
                <a:avLst/>
                <a:gdLst>
                  <a:gd name="T0" fmla="*/ 13 w 78"/>
                  <a:gd name="T1" fmla="*/ 80 h 104"/>
                  <a:gd name="T2" fmla="*/ 6 w 78"/>
                  <a:gd name="T3" fmla="*/ 80 h 104"/>
                  <a:gd name="T4" fmla="*/ 1 w 78"/>
                  <a:gd name="T5" fmla="*/ 85 h 104"/>
                  <a:gd name="T6" fmla="*/ 7 w 78"/>
                  <a:gd name="T7" fmla="*/ 96 h 104"/>
                  <a:gd name="T8" fmla="*/ 36 w 78"/>
                  <a:gd name="T9" fmla="*/ 103 h 104"/>
                  <a:gd name="T10" fmla="*/ 40 w 78"/>
                  <a:gd name="T11" fmla="*/ 94 h 104"/>
                  <a:gd name="T12" fmla="*/ 26 w 78"/>
                  <a:gd name="T13" fmla="*/ 87 h 104"/>
                  <a:gd name="T14" fmla="*/ 20 w 78"/>
                  <a:gd name="T15" fmla="*/ 62 h 104"/>
                  <a:gd name="T16" fmla="*/ 27 w 78"/>
                  <a:gd name="T17" fmla="*/ 38 h 104"/>
                  <a:gd name="T18" fmla="*/ 32 w 78"/>
                  <a:gd name="T19" fmla="*/ 40 h 104"/>
                  <a:gd name="T20" fmla="*/ 38 w 78"/>
                  <a:gd name="T21" fmla="*/ 54 h 104"/>
                  <a:gd name="T22" fmla="*/ 35 w 78"/>
                  <a:gd name="T23" fmla="*/ 56 h 104"/>
                  <a:gd name="T24" fmla="*/ 28 w 78"/>
                  <a:gd name="T25" fmla="*/ 56 h 104"/>
                  <a:gd name="T26" fmla="*/ 26 w 78"/>
                  <a:gd name="T27" fmla="*/ 63 h 104"/>
                  <a:gd name="T28" fmla="*/ 34 w 78"/>
                  <a:gd name="T29" fmla="*/ 65 h 104"/>
                  <a:gd name="T30" fmla="*/ 38 w 78"/>
                  <a:gd name="T31" fmla="*/ 65 h 104"/>
                  <a:gd name="T32" fmla="*/ 37 w 78"/>
                  <a:gd name="T33" fmla="*/ 74 h 104"/>
                  <a:gd name="T34" fmla="*/ 37 w 78"/>
                  <a:gd name="T35" fmla="*/ 80 h 104"/>
                  <a:gd name="T36" fmla="*/ 45 w 78"/>
                  <a:gd name="T37" fmla="*/ 80 h 104"/>
                  <a:gd name="T38" fmla="*/ 45 w 78"/>
                  <a:gd name="T39" fmla="*/ 68 h 104"/>
                  <a:gd name="T40" fmla="*/ 49 w 78"/>
                  <a:gd name="T41" fmla="*/ 57 h 104"/>
                  <a:gd name="T42" fmla="*/ 58 w 78"/>
                  <a:gd name="T43" fmla="*/ 55 h 104"/>
                  <a:gd name="T44" fmla="*/ 66 w 78"/>
                  <a:gd name="T45" fmla="*/ 42 h 104"/>
                  <a:gd name="T46" fmla="*/ 71 w 78"/>
                  <a:gd name="T47" fmla="*/ 17 h 104"/>
                  <a:gd name="T48" fmla="*/ 73 w 78"/>
                  <a:gd name="T49" fmla="*/ 7 h 104"/>
                  <a:gd name="T50" fmla="*/ 38 w 78"/>
                  <a:gd name="T51" fmla="*/ 8 h 104"/>
                  <a:gd name="T52" fmla="*/ 16 w 78"/>
                  <a:gd name="T53" fmla="*/ 40 h 104"/>
                  <a:gd name="T54" fmla="*/ 12 w 78"/>
                  <a:gd name="T55" fmla="*/ 69 h 104"/>
                  <a:gd name="T56" fmla="*/ 13 w 78"/>
                  <a:gd name="T57" fmla="*/ 80 h 104"/>
                  <a:gd name="T58" fmla="*/ 13 w 78"/>
                  <a:gd name="T59" fmla="*/ 80 h 104"/>
                  <a:gd name="T60" fmla="*/ 44 w 78"/>
                  <a:gd name="T61" fmla="*/ 54 h 104"/>
                  <a:gd name="T62" fmla="*/ 42 w 78"/>
                  <a:gd name="T63" fmla="*/ 56 h 104"/>
                  <a:gd name="T64" fmla="*/ 42 w 78"/>
                  <a:gd name="T65" fmla="*/ 39 h 104"/>
                  <a:gd name="T66" fmla="*/ 35 w 78"/>
                  <a:gd name="T67" fmla="*/ 35 h 104"/>
                  <a:gd name="T68" fmla="*/ 29 w 78"/>
                  <a:gd name="T69" fmla="*/ 35 h 104"/>
                  <a:gd name="T70" fmla="*/ 36 w 78"/>
                  <a:gd name="T71" fmla="*/ 23 h 104"/>
                  <a:gd name="T72" fmla="*/ 54 w 78"/>
                  <a:gd name="T73" fmla="*/ 11 h 104"/>
                  <a:gd name="T74" fmla="*/ 55 w 78"/>
                  <a:gd name="T75" fmla="*/ 28 h 104"/>
                  <a:gd name="T76" fmla="*/ 54 w 78"/>
                  <a:gd name="T77" fmla="*/ 45 h 104"/>
                  <a:gd name="T78" fmla="*/ 48 w 78"/>
                  <a:gd name="T79" fmla="*/ 48 h 104"/>
                  <a:gd name="T80" fmla="*/ 44 w 78"/>
                  <a:gd name="T81" fmla="*/ 54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78" h="104">
                    <a:moveTo>
                      <a:pt x="13" y="80"/>
                    </a:moveTo>
                    <a:cubicBezTo>
                      <a:pt x="12" y="81"/>
                      <a:pt x="9" y="79"/>
                      <a:pt x="6" y="80"/>
                    </a:cubicBezTo>
                    <a:cubicBezTo>
                      <a:pt x="3" y="82"/>
                      <a:pt x="2" y="84"/>
                      <a:pt x="1" y="85"/>
                    </a:cubicBezTo>
                    <a:cubicBezTo>
                      <a:pt x="0" y="87"/>
                      <a:pt x="1" y="92"/>
                      <a:pt x="7" y="96"/>
                    </a:cubicBezTo>
                    <a:cubicBezTo>
                      <a:pt x="12" y="100"/>
                      <a:pt x="32" y="104"/>
                      <a:pt x="36" y="103"/>
                    </a:cubicBezTo>
                    <a:cubicBezTo>
                      <a:pt x="40" y="102"/>
                      <a:pt x="43" y="94"/>
                      <a:pt x="40" y="94"/>
                    </a:cubicBezTo>
                    <a:cubicBezTo>
                      <a:pt x="36" y="93"/>
                      <a:pt x="28" y="91"/>
                      <a:pt x="26" y="87"/>
                    </a:cubicBezTo>
                    <a:cubicBezTo>
                      <a:pt x="23" y="83"/>
                      <a:pt x="19" y="76"/>
                      <a:pt x="20" y="62"/>
                    </a:cubicBezTo>
                    <a:cubicBezTo>
                      <a:pt x="20" y="48"/>
                      <a:pt x="25" y="40"/>
                      <a:pt x="27" y="38"/>
                    </a:cubicBezTo>
                    <a:cubicBezTo>
                      <a:pt x="29" y="37"/>
                      <a:pt x="32" y="39"/>
                      <a:pt x="32" y="40"/>
                    </a:cubicBezTo>
                    <a:cubicBezTo>
                      <a:pt x="33" y="41"/>
                      <a:pt x="37" y="53"/>
                      <a:pt x="38" y="54"/>
                    </a:cubicBezTo>
                    <a:cubicBezTo>
                      <a:pt x="38" y="54"/>
                      <a:pt x="38" y="58"/>
                      <a:pt x="35" y="56"/>
                    </a:cubicBezTo>
                    <a:cubicBezTo>
                      <a:pt x="33" y="55"/>
                      <a:pt x="30" y="54"/>
                      <a:pt x="28" y="56"/>
                    </a:cubicBezTo>
                    <a:cubicBezTo>
                      <a:pt x="25" y="57"/>
                      <a:pt x="23" y="60"/>
                      <a:pt x="26" y="63"/>
                    </a:cubicBezTo>
                    <a:cubicBezTo>
                      <a:pt x="29" y="66"/>
                      <a:pt x="32" y="65"/>
                      <a:pt x="34" y="65"/>
                    </a:cubicBezTo>
                    <a:cubicBezTo>
                      <a:pt x="35" y="64"/>
                      <a:pt x="39" y="63"/>
                      <a:pt x="38" y="65"/>
                    </a:cubicBezTo>
                    <a:cubicBezTo>
                      <a:pt x="37" y="67"/>
                      <a:pt x="37" y="74"/>
                      <a:pt x="37" y="74"/>
                    </a:cubicBezTo>
                    <a:cubicBezTo>
                      <a:pt x="37" y="74"/>
                      <a:pt x="34" y="78"/>
                      <a:pt x="37" y="80"/>
                    </a:cubicBezTo>
                    <a:cubicBezTo>
                      <a:pt x="40" y="82"/>
                      <a:pt x="45" y="82"/>
                      <a:pt x="45" y="80"/>
                    </a:cubicBezTo>
                    <a:cubicBezTo>
                      <a:pt x="45" y="78"/>
                      <a:pt x="45" y="72"/>
                      <a:pt x="45" y="68"/>
                    </a:cubicBezTo>
                    <a:cubicBezTo>
                      <a:pt x="46" y="65"/>
                      <a:pt x="47" y="59"/>
                      <a:pt x="49" y="57"/>
                    </a:cubicBezTo>
                    <a:cubicBezTo>
                      <a:pt x="52" y="56"/>
                      <a:pt x="54" y="57"/>
                      <a:pt x="58" y="55"/>
                    </a:cubicBezTo>
                    <a:cubicBezTo>
                      <a:pt x="61" y="52"/>
                      <a:pt x="66" y="46"/>
                      <a:pt x="66" y="42"/>
                    </a:cubicBezTo>
                    <a:cubicBezTo>
                      <a:pt x="66" y="39"/>
                      <a:pt x="69" y="20"/>
                      <a:pt x="71" y="17"/>
                    </a:cubicBezTo>
                    <a:cubicBezTo>
                      <a:pt x="73" y="14"/>
                      <a:pt x="78" y="12"/>
                      <a:pt x="73" y="7"/>
                    </a:cubicBezTo>
                    <a:cubicBezTo>
                      <a:pt x="68" y="2"/>
                      <a:pt x="48" y="0"/>
                      <a:pt x="38" y="8"/>
                    </a:cubicBezTo>
                    <a:cubicBezTo>
                      <a:pt x="29" y="15"/>
                      <a:pt x="21" y="26"/>
                      <a:pt x="16" y="40"/>
                    </a:cubicBezTo>
                    <a:cubicBezTo>
                      <a:pt x="11" y="54"/>
                      <a:pt x="10" y="62"/>
                      <a:pt x="12" y="69"/>
                    </a:cubicBezTo>
                    <a:cubicBezTo>
                      <a:pt x="14" y="77"/>
                      <a:pt x="15" y="79"/>
                      <a:pt x="13" y="80"/>
                    </a:cubicBezTo>
                    <a:cubicBezTo>
                      <a:pt x="13" y="80"/>
                      <a:pt x="13" y="80"/>
                      <a:pt x="13" y="80"/>
                    </a:cubicBezTo>
                    <a:close/>
                    <a:moveTo>
                      <a:pt x="44" y="54"/>
                    </a:moveTo>
                    <a:cubicBezTo>
                      <a:pt x="44" y="54"/>
                      <a:pt x="43" y="54"/>
                      <a:pt x="42" y="56"/>
                    </a:cubicBezTo>
                    <a:cubicBezTo>
                      <a:pt x="42" y="57"/>
                      <a:pt x="42" y="44"/>
                      <a:pt x="42" y="39"/>
                    </a:cubicBezTo>
                    <a:cubicBezTo>
                      <a:pt x="42" y="34"/>
                      <a:pt x="38" y="34"/>
                      <a:pt x="35" y="35"/>
                    </a:cubicBezTo>
                    <a:cubicBezTo>
                      <a:pt x="31" y="35"/>
                      <a:pt x="31" y="35"/>
                      <a:pt x="29" y="35"/>
                    </a:cubicBezTo>
                    <a:cubicBezTo>
                      <a:pt x="31" y="31"/>
                      <a:pt x="33" y="28"/>
                      <a:pt x="36" y="23"/>
                    </a:cubicBezTo>
                    <a:cubicBezTo>
                      <a:pt x="40" y="17"/>
                      <a:pt x="46" y="11"/>
                      <a:pt x="54" y="11"/>
                    </a:cubicBezTo>
                    <a:cubicBezTo>
                      <a:pt x="58" y="10"/>
                      <a:pt x="56" y="24"/>
                      <a:pt x="55" y="28"/>
                    </a:cubicBezTo>
                    <a:cubicBezTo>
                      <a:pt x="55" y="31"/>
                      <a:pt x="55" y="43"/>
                      <a:pt x="54" y="45"/>
                    </a:cubicBezTo>
                    <a:cubicBezTo>
                      <a:pt x="54" y="48"/>
                      <a:pt x="52" y="47"/>
                      <a:pt x="48" y="48"/>
                    </a:cubicBezTo>
                    <a:cubicBezTo>
                      <a:pt x="45" y="49"/>
                      <a:pt x="44" y="54"/>
                      <a:pt x="44" y="5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solidFill>
                    <a:srgbClr val="000000"/>
                  </a:solidFill>
                </a:endParaRPr>
              </a:p>
            </p:txBody>
          </p:sp>
          <p:sp>
            <p:nvSpPr>
              <p:cNvPr id="16" name="îSļiḋé"/>
              <p:cNvSpPr/>
              <p:nvPr/>
            </p:nvSpPr>
            <p:spPr bwMode="auto">
              <a:xfrm>
                <a:off x="2540001" y="2389188"/>
                <a:ext cx="98425" cy="225425"/>
              </a:xfrm>
              <a:custGeom>
                <a:avLst/>
                <a:gdLst>
                  <a:gd name="T0" fmla="*/ 4 w 30"/>
                  <a:gd name="T1" fmla="*/ 2 h 68"/>
                  <a:gd name="T2" fmla="*/ 2 w 30"/>
                  <a:gd name="T3" fmla="*/ 10 h 68"/>
                  <a:gd name="T4" fmla="*/ 10 w 30"/>
                  <a:gd name="T5" fmla="*/ 22 h 68"/>
                  <a:gd name="T6" fmla="*/ 19 w 30"/>
                  <a:gd name="T7" fmla="*/ 50 h 68"/>
                  <a:gd name="T8" fmla="*/ 20 w 30"/>
                  <a:gd name="T9" fmla="*/ 60 h 68"/>
                  <a:gd name="T10" fmla="*/ 25 w 30"/>
                  <a:gd name="T11" fmla="*/ 67 h 68"/>
                  <a:gd name="T12" fmla="*/ 27 w 30"/>
                  <a:gd name="T13" fmla="*/ 58 h 68"/>
                  <a:gd name="T14" fmla="*/ 19 w 30"/>
                  <a:gd name="T15" fmla="*/ 30 h 68"/>
                  <a:gd name="T16" fmla="*/ 14 w 30"/>
                  <a:gd name="T17" fmla="*/ 15 h 68"/>
                  <a:gd name="T18" fmla="*/ 11 w 30"/>
                  <a:gd name="T19" fmla="*/ 6 h 68"/>
                  <a:gd name="T20" fmla="*/ 4 w 30"/>
                  <a:gd name="T21" fmla="*/ 2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0" h="68">
                    <a:moveTo>
                      <a:pt x="4" y="2"/>
                    </a:moveTo>
                    <a:cubicBezTo>
                      <a:pt x="1" y="3"/>
                      <a:pt x="0" y="5"/>
                      <a:pt x="2" y="10"/>
                    </a:cubicBezTo>
                    <a:cubicBezTo>
                      <a:pt x="5" y="14"/>
                      <a:pt x="8" y="13"/>
                      <a:pt x="10" y="22"/>
                    </a:cubicBezTo>
                    <a:cubicBezTo>
                      <a:pt x="13" y="30"/>
                      <a:pt x="18" y="47"/>
                      <a:pt x="19" y="50"/>
                    </a:cubicBezTo>
                    <a:cubicBezTo>
                      <a:pt x="20" y="53"/>
                      <a:pt x="20" y="58"/>
                      <a:pt x="20" y="60"/>
                    </a:cubicBezTo>
                    <a:cubicBezTo>
                      <a:pt x="20" y="62"/>
                      <a:pt x="21" y="68"/>
                      <a:pt x="25" y="67"/>
                    </a:cubicBezTo>
                    <a:cubicBezTo>
                      <a:pt x="30" y="66"/>
                      <a:pt x="28" y="61"/>
                      <a:pt x="27" y="58"/>
                    </a:cubicBezTo>
                    <a:cubicBezTo>
                      <a:pt x="27" y="55"/>
                      <a:pt x="21" y="33"/>
                      <a:pt x="19" y="30"/>
                    </a:cubicBezTo>
                    <a:cubicBezTo>
                      <a:pt x="18" y="27"/>
                      <a:pt x="15" y="18"/>
                      <a:pt x="14" y="15"/>
                    </a:cubicBezTo>
                    <a:cubicBezTo>
                      <a:pt x="14" y="12"/>
                      <a:pt x="14" y="9"/>
                      <a:pt x="11" y="6"/>
                    </a:cubicBezTo>
                    <a:cubicBezTo>
                      <a:pt x="9" y="4"/>
                      <a:pt x="7" y="0"/>
                      <a:pt x="4"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solidFill>
                    <a:srgbClr val="000000"/>
                  </a:solidFill>
                </a:endParaRPr>
              </a:p>
            </p:txBody>
          </p:sp>
          <p:sp>
            <p:nvSpPr>
              <p:cNvPr id="17" name="îŝļîḍé"/>
              <p:cNvSpPr/>
              <p:nvPr/>
            </p:nvSpPr>
            <p:spPr bwMode="auto">
              <a:xfrm>
                <a:off x="2608263" y="2376488"/>
                <a:ext cx="69850" cy="128588"/>
              </a:xfrm>
              <a:custGeom>
                <a:avLst/>
                <a:gdLst>
                  <a:gd name="T0" fmla="*/ 4 w 21"/>
                  <a:gd name="T1" fmla="*/ 1 h 39"/>
                  <a:gd name="T2" fmla="*/ 0 w 21"/>
                  <a:gd name="T3" fmla="*/ 5 h 39"/>
                  <a:gd name="T4" fmla="*/ 4 w 21"/>
                  <a:gd name="T5" fmla="*/ 13 h 39"/>
                  <a:gd name="T6" fmla="*/ 9 w 21"/>
                  <a:gd name="T7" fmla="*/ 19 h 39"/>
                  <a:gd name="T8" fmla="*/ 17 w 21"/>
                  <a:gd name="T9" fmla="*/ 38 h 39"/>
                  <a:gd name="T10" fmla="*/ 21 w 21"/>
                  <a:gd name="T11" fmla="*/ 32 h 39"/>
                  <a:gd name="T12" fmla="*/ 19 w 21"/>
                  <a:gd name="T13" fmla="*/ 21 h 39"/>
                  <a:gd name="T14" fmla="*/ 16 w 21"/>
                  <a:gd name="T15" fmla="*/ 14 h 39"/>
                  <a:gd name="T16" fmla="*/ 11 w 21"/>
                  <a:gd name="T17" fmla="*/ 3 h 39"/>
                  <a:gd name="T18" fmla="*/ 4 w 21"/>
                  <a:gd name="T19" fmla="*/ 1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1" h="39">
                    <a:moveTo>
                      <a:pt x="4" y="1"/>
                    </a:moveTo>
                    <a:cubicBezTo>
                      <a:pt x="2" y="2"/>
                      <a:pt x="0" y="2"/>
                      <a:pt x="0" y="5"/>
                    </a:cubicBezTo>
                    <a:cubicBezTo>
                      <a:pt x="0" y="8"/>
                      <a:pt x="3" y="11"/>
                      <a:pt x="4" y="13"/>
                    </a:cubicBezTo>
                    <a:cubicBezTo>
                      <a:pt x="6" y="15"/>
                      <a:pt x="8" y="17"/>
                      <a:pt x="9" y="19"/>
                    </a:cubicBezTo>
                    <a:cubicBezTo>
                      <a:pt x="9" y="22"/>
                      <a:pt x="15" y="37"/>
                      <a:pt x="17" y="38"/>
                    </a:cubicBezTo>
                    <a:cubicBezTo>
                      <a:pt x="19" y="39"/>
                      <a:pt x="21" y="36"/>
                      <a:pt x="21" y="32"/>
                    </a:cubicBezTo>
                    <a:cubicBezTo>
                      <a:pt x="21" y="28"/>
                      <a:pt x="20" y="23"/>
                      <a:pt x="19" y="21"/>
                    </a:cubicBezTo>
                    <a:cubicBezTo>
                      <a:pt x="17" y="20"/>
                      <a:pt x="16" y="17"/>
                      <a:pt x="16" y="14"/>
                    </a:cubicBezTo>
                    <a:cubicBezTo>
                      <a:pt x="16" y="10"/>
                      <a:pt x="13" y="6"/>
                      <a:pt x="11" y="3"/>
                    </a:cubicBezTo>
                    <a:cubicBezTo>
                      <a:pt x="8" y="0"/>
                      <a:pt x="5" y="1"/>
                      <a:pt x="4"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solidFill>
                    <a:srgbClr val="000000"/>
                  </a:solidFill>
                </a:endParaRPr>
              </a:p>
            </p:txBody>
          </p:sp>
          <p:sp>
            <p:nvSpPr>
              <p:cNvPr id="18" name="ïṩḻiďé"/>
              <p:cNvSpPr/>
              <p:nvPr/>
            </p:nvSpPr>
            <p:spPr bwMode="auto">
              <a:xfrm>
                <a:off x="2644776" y="2263775"/>
                <a:ext cx="155575" cy="300038"/>
              </a:xfrm>
              <a:custGeom>
                <a:avLst/>
                <a:gdLst>
                  <a:gd name="T0" fmla="*/ 7 w 47"/>
                  <a:gd name="T1" fmla="*/ 0 h 91"/>
                  <a:gd name="T2" fmla="*/ 1 w 47"/>
                  <a:gd name="T3" fmla="*/ 3 h 91"/>
                  <a:gd name="T4" fmla="*/ 4 w 47"/>
                  <a:gd name="T5" fmla="*/ 10 h 91"/>
                  <a:gd name="T6" fmla="*/ 8 w 47"/>
                  <a:gd name="T7" fmla="*/ 18 h 91"/>
                  <a:gd name="T8" fmla="*/ 20 w 47"/>
                  <a:gd name="T9" fmla="*/ 45 h 91"/>
                  <a:gd name="T10" fmla="*/ 29 w 47"/>
                  <a:gd name="T11" fmla="*/ 67 h 91"/>
                  <a:gd name="T12" fmla="*/ 41 w 47"/>
                  <a:gd name="T13" fmla="*/ 89 h 91"/>
                  <a:gd name="T14" fmla="*/ 44 w 47"/>
                  <a:gd name="T15" fmla="*/ 81 h 91"/>
                  <a:gd name="T16" fmla="*/ 38 w 47"/>
                  <a:gd name="T17" fmla="*/ 73 h 91"/>
                  <a:gd name="T18" fmla="*/ 20 w 47"/>
                  <a:gd name="T19" fmla="*/ 32 h 91"/>
                  <a:gd name="T20" fmla="*/ 16 w 47"/>
                  <a:gd name="T21" fmla="*/ 16 h 91"/>
                  <a:gd name="T22" fmla="*/ 16 w 47"/>
                  <a:gd name="T23" fmla="*/ 5 h 91"/>
                  <a:gd name="T24" fmla="*/ 7 w 47"/>
                  <a:gd name="T25" fmla="*/ 0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7" h="91">
                    <a:moveTo>
                      <a:pt x="7" y="0"/>
                    </a:moveTo>
                    <a:cubicBezTo>
                      <a:pt x="5" y="0"/>
                      <a:pt x="2" y="1"/>
                      <a:pt x="1" y="3"/>
                    </a:cubicBezTo>
                    <a:cubicBezTo>
                      <a:pt x="0" y="5"/>
                      <a:pt x="1" y="8"/>
                      <a:pt x="4" y="10"/>
                    </a:cubicBezTo>
                    <a:cubicBezTo>
                      <a:pt x="6" y="13"/>
                      <a:pt x="8" y="16"/>
                      <a:pt x="8" y="18"/>
                    </a:cubicBezTo>
                    <a:cubicBezTo>
                      <a:pt x="9" y="20"/>
                      <a:pt x="18" y="40"/>
                      <a:pt x="20" y="45"/>
                    </a:cubicBezTo>
                    <a:cubicBezTo>
                      <a:pt x="22" y="50"/>
                      <a:pt x="26" y="61"/>
                      <a:pt x="29" y="67"/>
                    </a:cubicBezTo>
                    <a:cubicBezTo>
                      <a:pt x="32" y="74"/>
                      <a:pt x="37" y="86"/>
                      <a:pt x="41" y="89"/>
                    </a:cubicBezTo>
                    <a:cubicBezTo>
                      <a:pt x="45" y="91"/>
                      <a:pt x="47" y="84"/>
                      <a:pt x="44" y="81"/>
                    </a:cubicBezTo>
                    <a:cubicBezTo>
                      <a:pt x="42" y="78"/>
                      <a:pt x="42" y="79"/>
                      <a:pt x="38" y="73"/>
                    </a:cubicBezTo>
                    <a:cubicBezTo>
                      <a:pt x="35" y="67"/>
                      <a:pt x="21" y="34"/>
                      <a:pt x="20" y="32"/>
                    </a:cubicBezTo>
                    <a:cubicBezTo>
                      <a:pt x="19" y="29"/>
                      <a:pt x="16" y="19"/>
                      <a:pt x="16" y="16"/>
                    </a:cubicBezTo>
                    <a:cubicBezTo>
                      <a:pt x="16" y="12"/>
                      <a:pt x="18" y="8"/>
                      <a:pt x="16" y="5"/>
                    </a:cubicBezTo>
                    <a:cubicBezTo>
                      <a:pt x="15" y="2"/>
                      <a:pt x="8" y="0"/>
                      <a:pt x="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solidFill>
                    <a:srgbClr val="000000"/>
                  </a:solidFill>
                </a:endParaRPr>
              </a:p>
            </p:txBody>
          </p:sp>
          <p:sp>
            <p:nvSpPr>
              <p:cNvPr id="19" name="ïṣ1ïḓè"/>
              <p:cNvSpPr/>
              <p:nvPr/>
            </p:nvSpPr>
            <p:spPr bwMode="auto">
              <a:xfrm>
                <a:off x="3508376" y="2495550"/>
                <a:ext cx="69850" cy="111125"/>
              </a:xfrm>
              <a:custGeom>
                <a:avLst/>
                <a:gdLst>
                  <a:gd name="T0" fmla="*/ 0 w 21"/>
                  <a:gd name="T1" fmla="*/ 11 h 34"/>
                  <a:gd name="T2" fmla="*/ 12 w 21"/>
                  <a:gd name="T3" fmla="*/ 33 h 34"/>
                  <a:gd name="T4" fmla="*/ 19 w 21"/>
                  <a:gd name="T5" fmla="*/ 21 h 34"/>
                  <a:gd name="T6" fmla="*/ 6 w 21"/>
                  <a:gd name="T7" fmla="*/ 5 h 34"/>
                  <a:gd name="T8" fmla="*/ 0 w 21"/>
                  <a:gd name="T9" fmla="*/ 11 h 34"/>
                </a:gdLst>
                <a:ahLst/>
                <a:cxnLst>
                  <a:cxn ang="0">
                    <a:pos x="T0" y="T1"/>
                  </a:cxn>
                  <a:cxn ang="0">
                    <a:pos x="T2" y="T3"/>
                  </a:cxn>
                  <a:cxn ang="0">
                    <a:pos x="T4" y="T5"/>
                  </a:cxn>
                  <a:cxn ang="0">
                    <a:pos x="T6" y="T7"/>
                  </a:cxn>
                  <a:cxn ang="0">
                    <a:pos x="T8" y="T9"/>
                  </a:cxn>
                </a:cxnLst>
                <a:rect l="0" t="0" r="r" b="b"/>
                <a:pathLst>
                  <a:path w="21" h="34">
                    <a:moveTo>
                      <a:pt x="0" y="11"/>
                    </a:moveTo>
                    <a:cubicBezTo>
                      <a:pt x="1" y="16"/>
                      <a:pt x="3" y="32"/>
                      <a:pt x="12" y="33"/>
                    </a:cubicBezTo>
                    <a:cubicBezTo>
                      <a:pt x="20" y="34"/>
                      <a:pt x="21" y="24"/>
                      <a:pt x="19" y="21"/>
                    </a:cubicBezTo>
                    <a:cubicBezTo>
                      <a:pt x="17" y="17"/>
                      <a:pt x="6" y="5"/>
                      <a:pt x="6" y="5"/>
                    </a:cubicBezTo>
                    <a:cubicBezTo>
                      <a:pt x="1" y="0"/>
                      <a:pt x="0" y="7"/>
                      <a:pt x="0" y="1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solidFill>
                    <a:srgbClr val="000000"/>
                  </a:solidFill>
                </a:endParaRPr>
              </a:p>
            </p:txBody>
          </p:sp>
          <p:sp>
            <p:nvSpPr>
              <p:cNvPr id="20" name="îsḻíḓê"/>
              <p:cNvSpPr/>
              <p:nvPr/>
            </p:nvSpPr>
            <p:spPr bwMode="auto">
              <a:xfrm>
                <a:off x="3967163" y="2887663"/>
                <a:ext cx="274638" cy="192088"/>
              </a:xfrm>
              <a:custGeom>
                <a:avLst/>
                <a:gdLst>
                  <a:gd name="T0" fmla="*/ 50 w 83"/>
                  <a:gd name="T1" fmla="*/ 1 h 58"/>
                  <a:gd name="T2" fmla="*/ 47 w 83"/>
                  <a:gd name="T3" fmla="*/ 4 h 58"/>
                  <a:gd name="T4" fmla="*/ 44 w 83"/>
                  <a:gd name="T5" fmla="*/ 8 h 58"/>
                  <a:gd name="T6" fmla="*/ 35 w 83"/>
                  <a:gd name="T7" fmla="*/ 10 h 58"/>
                  <a:gd name="T8" fmla="*/ 29 w 83"/>
                  <a:gd name="T9" fmla="*/ 12 h 58"/>
                  <a:gd name="T10" fmla="*/ 25 w 83"/>
                  <a:gd name="T11" fmla="*/ 16 h 58"/>
                  <a:gd name="T12" fmla="*/ 27 w 83"/>
                  <a:gd name="T13" fmla="*/ 18 h 58"/>
                  <a:gd name="T14" fmla="*/ 29 w 83"/>
                  <a:gd name="T15" fmla="*/ 20 h 58"/>
                  <a:gd name="T16" fmla="*/ 28 w 83"/>
                  <a:gd name="T17" fmla="*/ 23 h 58"/>
                  <a:gd name="T18" fmla="*/ 25 w 83"/>
                  <a:gd name="T19" fmla="*/ 21 h 58"/>
                  <a:gd name="T20" fmla="*/ 12 w 83"/>
                  <a:gd name="T21" fmla="*/ 8 h 58"/>
                  <a:gd name="T22" fmla="*/ 8 w 83"/>
                  <a:gd name="T23" fmla="*/ 3 h 58"/>
                  <a:gd name="T24" fmla="*/ 5 w 83"/>
                  <a:gd name="T25" fmla="*/ 0 h 58"/>
                  <a:gd name="T26" fmla="*/ 0 w 83"/>
                  <a:gd name="T27" fmla="*/ 3 h 58"/>
                  <a:gd name="T28" fmla="*/ 2 w 83"/>
                  <a:gd name="T29" fmla="*/ 10 h 58"/>
                  <a:gd name="T30" fmla="*/ 13 w 83"/>
                  <a:gd name="T31" fmla="*/ 17 h 58"/>
                  <a:gd name="T32" fmla="*/ 25 w 83"/>
                  <a:gd name="T33" fmla="*/ 27 h 58"/>
                  <a:gd name="T34" fmla="*/ 37 w 83"/>
                  <a:gd name="T35" fmla="*/ 42 h 58"/>
                  <a:gd name="T36" fmla="*/ 35 w 83"/>
                  <a:gd name="T37" fmla="*/ 47 h 58"/>
                  <a:gd name="T38" fmla="*/ 30 w 83"/>
                  <a:gd name="T39" fmla="*/ 44 h 58"/>
                  <a:gd name="T40" fmla="*/ 28 w 83"/>
                  <a:gd name="T41" fmla="*/ 44 h 58"/>
                  <a:gd name="T42" fmla="*/ 31 w 83"/>
                  <a:gd name="T43" fmla="*/ 49 h 58"/>
                  <a:gd name="T44" fmla="*/ 36 w 83"/>
                  <a:gd name="T45" fmla="*/ 58 h 58"/>
                  <a:gd name="T46" fmla="*/ 43 w 83"/>
                  <a:gd name="T47" fmla="*/ 48 h 58"/>
                  <a:gd name="T48" fmla="*/ 38 w 83"/>
                  <a:gd name="T49" fmla="*/ 37 h 58"/>
                  <a:gd name="T50" fmla="*/ 40 w 83"/>
                  <a:gd name="T51" fmla="*/ 35 h 58"/>
                  <a:gd name="T52" fmla="*/ 49 w 83"/>
                  <a:gd name="T53" fmla="*/ 38 h 58"/>
                  <a:gd name="T54" fmla="*/ 55 w 83"/>
                  <a:gd name="T55" fmla="*/ 38 h 58"/>
                  <a:gd name="T56" fmla="*/ 59 w 83"/>
                  <a:gd name="T57" fmla="*/ 32 h 58"/>
                  <a:gd name="T58" fmla="*/ 64 w 83"/>
                  <a:gd name="T59" fmla="*/ 33 h 58"/>
                  <a:gd name="T60" fmla="*/ 71 w 83"/>
                  <a:gd name="T61" fmla="*/ 36 h 58"/>
                  <a:gd name="T62" fmla="*/ 72 w 83"/>
                  <a:gd name="T63" fmla="*/ 30 h 58"/>
                  <a:gd name="T64" fmla="*/ 76 w 83"/>
                  <a:gd name="T65" fmla="*/ 29 h 58"/>
                  <a:gd name="T66" fmla="*/ 79 w 83"/>
                  <a:gd name="T67" fmla="*/ 31 h 58"/>
                  <a:gd name="T68" fmla="*/ 82 w 83"/>
                  <a:gd name="T69" fmla="*/ 27 h 58"/>
                  <a:gd name="T70" fmla="*/ 81 w 83"/>
                  <a:gd name="T71" fmla="*/ 22 h 58"/>
                  <a:gd name="T72" fmla="*/ 75 w 83"/>
                  <a:gd name="T73" fmla="*/ 24 h 58"/>
                  <a:gd name="T74" fmla="*/ 71 w 83"/>
                  <a:gd name="T75" fmla="*/ 26 h 58"/>
                  <a:gd name="T76" fmla="*/ 69 w 83"/>
                  <a:gd name="T77" fmla="*/ 27 h 58"/>
                  <a:gd name="T78" fmla="*/ 65 w 83"/>
                  <a:gd name="T79" fmla="*/ 26 h 58"/>
                  <a:gd name="T80" fmla="*/ 61 w 83"/>
                  <a:gd name="T81" fmla="*/ 23 h 58"/>
                  <a:gd name="T82" fmla="*/ 56 w 83"/>
                  <a:gd name="T83" fmla="*/ 25 h 58"/>
                  <a:gd name="T84" fmla="*/ 54 w 83"/>
                  <a:gd name="T85" fmla="*/ 28 h 58"/>
                  <a:gd name="T86" fmla="*/ 42 w 83"/>
                  <a:gd name="T87" fmla="*/ 28 h 58"/>
                  <a:gd name="T88" fmla="*/ 41 w 83"/>
                  <a:gd name="T89" fmla="*/ 31 h 58"/>
                  <a:gd name="T90" fmla="*/ 36 w 83"/>
                  <a:gd name="T91" fmla="*/ 32 h 58"/>
                  <a:gd name="T92" fmla="*/ 32 w 83"/>
                  <a:gd name="T93" fmla="*/ 28 h 58"/>
                  <a:gd name="T94" fmla="*/ 34 w 83"/>
                  <a:gd name="T95" fmla="*/ 25 h 58"/>
                  <a:gd name="T96" fmla="*/ 43 w 83"/>
                  <a:gd name="T97" fmla="*/ 24 h 58"/>
                  <a:gd name="T98" fmla="*/ 46 w 83"/>
                  <a:gd name="T99" fmla="*/ 23 h 58"/>
                  <a:gd name="T100" fmla="*/ 47 w 83"/>
                  <a:gd name="T101" fmla="*/ 20 h 58"/>
                  <a:gd name="T102" fmla="*/ 47 w 83"/>
                  <a:gd name="T103" fmla="*/ 18 h 58"/>
                  <a:gd name="T104" fmla="*/ 63 w 83"/>
                  <a:gd name="T105" fmla="*/ 17 h 58"/>
                  <a:gd name="T106" fmla="*/ 68 w 83"/>
                  <a:gd name="T107" fmla="*/ 13 h 58"/>
                  <a:gd name="T108" fmla="*/ 63 w 83"/>
                  <a:gd name="T109" fmla="*/ 8 h 58"/>
                  <a:gd name="T110" fmla="*/ 58 w 83"/>
                  <a:gd name="T111" fmla="*/ 13 h 58"/>
                  <a:gd name="T112" fmla="*/ 49 w 83"/>
                  <a:gd name="T113" fmla="*/ 16 h 58"/>
                  <a:gd name="T114" fmla="*/ 42 w 83"/>
                  <a:gd name="T115" fmla="*/ 17 h 58"/>
                  <a:gd name="T116" fmla="*/ 40 w 83"/>
                  <a:gd name="T117" fmla="*/ 13 h 58"/>
                  <a:gd name="T118" fmla="*/ 51 w 83"/>
                  <a:gd name="T119" fmla="*/ 10 h 58"/>
                  <a:gd name="T120" fmla="*/ 54 w 83"/>
                  <a:gd name="T121" fmla="*/ 2 h 58"/>
                  <a:gd name="T122" fmla="*/ 50 w 83"/>
                  <a:gd name="T123" fmla="*/ 1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83" h="58">
                    <a:moveTo>
                      <a:pt x="50" y="1"/>
                    </a:moveTo>
                    <a:cubicBezTo>
                      <a:pt x="50" y="1"/>
                      <a:pt x="48" y="3"/>
                      <a:pt x="47" y="4"/>
                    </a:cubicBezTo>
                    <a:cubicBezTo>
                      <a:pt x="47" y="5"/>
                      <a:pt x="45" y="8"/>
                      <a:pt x="44" y="8"/>
                    </a:cubicBezTo>
                    <a:cubicBezTo>
                      <a:pt x="43" y="8"/>
                      <a:pt x="37" y="10"/>
                      <a:pt x="35" y="10"/>
                    </a:cubicBezTo>
                    <a:cubicBezTo>
                      <a:pt x="34" y="10"/>
                      <a:pt x="29" y="11"/>
                      <a:pt x="29" y="12"/>
                    </a:cubicBezTo>
                    <a:cubicBezTo>
                      <a:pt x="28" y="14"/>
                      <a:pt x="25" y="16"/>
                      <a:pt x="25" y="16"/>
                    </a:cubicBezTo>
                    <a:cubicBezTo>
                      <a:pt x="25" y="16"/>
                      <a:pt x="25" y="18"/>
                      <a:pt x="27" y="18"/>
                    </a:cubicBezTo>
                    <a:cubicBezTo>
                      <a:pt x="29" y="18"/>
                      <a:pt x="29" y="20"/>
                      <a:pt x="29" y="20"/>
                    </a:cubicBezTo>
                    <a:cubicBezTo>
                      <a:pt x="29" y="20"/>
                      <a:pt x="29" y="24"/>
                      <a:pt x="28" y="23"/>
                    </a:cubicBezTo>
                    <a:cubicBezTo>
                      <a:pt x="27" y="22"/>
                      <a:pt x="27" y="23"/>
                      <a:pt x="25" y="21"/>
                    </a:cubicBezTo>
                    <a:cubicBezTo>
                      <a:pt x="24" y="20"/>
                      <a:pt x="12" y="8"/>
                      <a:pt x="12" y="8"/>
                    </a:cubicBezTo>
                    <a:cubicBezTo>
                      <a:pt x="12" y="8"/>
                      <a:pt x="9" y="4"/>
                      <a:pt x="8" y="3"/>
                    </a:cubicBezTo>
                    <a:cubicBezTo>
                      <a:pt x="8" y="2"/>
                      <a:pt x="7" y="0"/>
                      <a:pt x="5" y="0"/>
                    </a:cubicBezTo>
                    <a:cubicBezTo>
                      <a:pt x="3" y="0"/>
                      <a:pt x="1" y="1"/>
                      <a:pt x="0" y="3"/>
                    </a:cubicBezTo>
                    <a:cubicBezTo>
                      <a:pt x="0" y="4"/>
                      <a:pt x="0" y="7"/>
                      <a:pt x="2" y="10"/>
                    </a:cubicBezTo>
                    <a:cubicBezTo>
                      <a:pt x="5" y="13"/>
                      <a:pt x="10" y="15"/>
                      <a:pt x="13" y="17"/>
                    </a:cubicBezTo>
                    <a:cubicBezTo>
                      <a:pt x="18" y="20"/>
                      <a:pt x="22" y="24"/>
                      <a:pt x="25" y="27"/>
                    </a:cubicBezTo>
                    <a:cubicBezTo>
                      <a:pt x="28" y="31"/>
                      <a:pt x="35" y="38"/>
                      <a:pt x="37" y="42"/>
                    </a:cubicBezTo>
                    <a:cubicBezTo>
                      <a:pt x="38" y="46"/>
                      <a:pt x="37" y="47"/>
                      <a:pt x="35" y="47"/>
                    </a:cubicBezTo>
                    <a:cubicBezTo>
                      <a:pt x="34" y="47"/>
                      <a:pt x="31" y="45"/>
                      <a:pt x="30" y="44"/>
                    </a:cubicBezTo>
                    <a:cubicBezTo>
                      <a:pt x="29" y="43"/>
                      <a:pt x="28" y="44"/>
                      <a:pt x="28" y="44"/>
                    </a:cubicBezTo>
                    <a:cubicBezTo>
                      <a:pt x="28" y="44"/>
                      <a:pt x="28" y="45"/>
                      <a:pt x="31" y="49"/>
                    </a:cubicBezTo>
                    <a:cubicBezTo>
                      <a:pt x="33" y="52"/>
                      <a:pt x="34" y="57"/>
                      <a:pt x="36" y="58"/>
                    </a:cubicBezTo>
                    <a:cubicBezTo>
                      <a:pt x="37" y="58"/>
                      <a:pt x="45" y="53"/>
                      <a:pt x="43" y="48"/>
                    </a:cubicBezTo>
                    <a:cubicBezTo>
                      <a:pt x="42" y="43"/>
                      <a:pt x="39" y="38"/>
                      <a:pt x="38" y="37"/>
                    </a:cubicBezTo>
                    <a:cubicBezTo>
                      <a:pt x="37" y="36"/>
                      <a:pt x="38" y="34"/>
                      <a:pt x="40" y="35"/>
                    </a:cubicBezTo>
                    <a:cubicBezTo>
                      <a:pt x="42" y="36"/>
                      <a:pt x="45" y="38"/>
                      <a:pt x="49" y="38"/>
                    </a:cubicBezTo>
                    <a:cubicBezTo>
                      <a:pt x="53" y="38"/>
                      <a:pt x="54" y="39"/>
                      <a:pt x="55" y="38"/>
                    </a:cubicBezTo>
                    <a:cubicBezTo>
                      <a:pt x="57" y="36"/>
                      <a:pt x="59" y="33"/>
                      <a:pt x="59" y="32"/>
                    </a:cubicBezTo>
                    <a:cubicBezTo>
                      <a:pt x="60" y="31"/>
                      <a:pt x="62" y="31"/>
                      <a:pt x="64" y="33"/>
                    </a:cubicBezTo>
                    <a:cubicBezTo>
                      <a:pt x="66" y="36"/>
                      <a:pt x="69" y="38"/>
                      <a:pt x="71" y="36"/>
                    </a:cubicBezTo>
                    <a:cubicBezTo>
                      <a:pt x="72" y="33"/>
                      <a:pt x="70" y="30"/>
                      <a:pt x="72" y="30"/>
                    </a:cubicBezTo>
                    <a:cubicBezTo>
                      <a:pt x="74" y="29"/>
                      <a:pt x="75" y="27"/>
                      <a:pt x="76" y="29"/>
                    </a:cubicBezTo>
                    <a:cubicBezTo>
                      <a:pt x="77" y="30"/>
                      <a:pt x="78" y="32"/>
                      <a:pt x="79" y="31"/>
                    </a:cubicBezTo>
                    <a:cubicBezTo>
                      <a:pt x="79" y="30"/>
                      <a:pt x="81" y="29"/>
                      <a:pt x="82" y="27"/>
                    </a:cubicBezTo>
                    <a:cubicBezTo>
                      <a:pt x="83" y="25"/>
                      <a:pt x="82" y="22"/>
                      <a:pt x="81" y="22"/>
                    </a:cubicBezTo>
                    <a:cubicBezTo>
                      <a:pt x="79" y="23"/>
                      <a:pt x="76" y="23"/>
                      <a:pt x="75" y="24"/>
                    </a:cubicBezTo>
                    <a:cubicBezTo>
                      <a:pt x="74" y="24"/>
                      <a:pt x="72" y="24"/>
                      <a:pt x="71" y="26"/>
                    </a:cubicBezTo>
                    <a:cubicBezTo>
                      <a:pt x="70" y="27"/>
                      <a:pt x="70" y="27"/>
                      <a:pt x="69" y="27"/>
                    </a:cubicBezTo>
                    <a:cubicBezTo>
                      <a:pt x="68" y="27"/>
                      <a:pt x="66" y="28"/>
                      <a:pt x="65" y="26"/>
                    </a:cubicBezTo>
                    <a:cubicBezTo>
                      <a:pt x="63" y="25"/>
                      <a:pt x="63" y="23"/>
                      <a:pt x="61" y="23"/>
                    </a:cubicBezTo>
                    <a:cubicBezTo>
                      <a:pt x="60" y="23"/>
                      <a:pt x="56" y="24"/>
                      <a:pt x="56" y="25"/>
                    </a:cubicBezTo>
                    <a:cubicBezTo>
                      <a:pt x="55" y="26"/>
                      <a:pt x="57" y="28"/>
                      <a:pt x="54" y="28"/>
                    </a:cubicBezTo>
                    <a:cubicBezTo>
                      <a:pt x="51" y="28"/>
                      <a:pt x="43" y="27"/>
                      <a:pt x="42" y="28"/>
                    </a:cubicBezTo>
                    <a:cubicBezTo>
                      <a:pt x="41" y="28"/>
                      <a:pt x="42" y="30"/>
                      <a:pt x="41" y="31"/>
                    </a:cubicBezTo>
                    <a:cubicBezTo>
                      <a:pt x="39" y="31"/>
                      <a:pt x="37" y="33"/>
                      <a:pt x="36" y="32"/>
                    </a:cubicBezTo>
                    <a:cubicBezTo>
                      <a:pt x="35" y="31"/>
                      <a:pt x="32" y="28"/>
                      <a:pt x="32" y="28"/>
                    </a:cubicBezTo>
                    <a:cubicBezTo>
                      <a:pt x="32" y="28"/>
                      <a:pt x="30" y="25"/>
                      <a:pt x="34" y="25"/>
                    </a:cubicBezTo>
                    <a:cubicBezTo>
                      <a:pt x="37" y="25"/>
                      <a:pt x="42" y="24"/>
                      <a:pt x="43" y="24"/>
                    </a:cubicBezTo>
                    <a:cubicBezTo>
                      <a:pt x="44" y="24"/>
                      <a:pt x="46" y="24"/>
                      <a:pt x="46" y="23"/>
                    </a:cubicBezTo>
                    <a:cubicBezTo>
                      <a:pt x="45" y="21"/>
                      <a:pt x="48" y="22"/>
                      <a:pt x="47" y="20"/>
                    </a:cubicBezTo>
                    <a:cubicBezTo>
                      <a:pt x="46" y="19"/>
                      <a:pt x="45" y="18"/>
                      <a:pt x="47" y="18"/>
                    </a:cubicBezTo>
                    <a:cubicBezTo>
                      <a:pt x="50" y="17"/>
                      <a:pt x="58" y="18"/>
                      <a:pt x="63" y="17"/>
                    </a:cubicBezTo>
                    <a:cubicBezTo>
                      <a:pt x="67" y="16"/>
                      <a:pt x="67" y="14"/>
                      <a:pt x="68" y="13"/>
                    </a:cubicBezTo>
                    <a:cubicBezTo>
                      <a:pt x="68" y="11"/>
                      <a:pt x="65" y="8"/>
                      <a:pt x="63" y="8"/>
                    </a:cubicBezTo>
                    <a:cubicBezTo>
                      <a:pt x="62" y="9"/>
                      <a:pt x="60" y="12"/>
                      <a:pt x="58" y="13"/>
                    </a:cubicBezTo>
                    <a:cubicBezTo>
                      <a:pt x="56" y="13"/>
                      <a:pt x="49" y="15"/>
                      <a:pt x="49" y="16"/>
                    </a:cubicBezTo>
                    <a:cubicBezTo>
                      <a:pt x="48" y="16"/>
                      <a:pt x="43" y="17"/>
                      <a:pt x="42" y="17"/>
                    </a:cubicBezTo>
                    <a:cubicBezTo>
                      <a:pt x="41" y="17"/>
                      <a:pt x="36" y="13"/>
                      <a:pt x="40" y="13"/>
                    </a:cubicBezTo>
                    <a:cubicBezTo>
                      <a:pt x="44" y="12"/>
                      <a:pt x="49" y="11"/>
                      <a:pt x="51" y="10"/>
                    </a:cubicBezTo>
                    <a:cubicBezTo>
                      <a:pt x="53" y="8"/>
                      <a:pt x="55" y="3"/>
                      <a:pt x="54" y="2"/>
                    </a:cubicBezTo>
                    <a:cubicBezTo>
                      <a:pt x="54" y="1"/>
                      <a:pt x="51" y="0"/>
                      <a:pt x="5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solidFill>
                    <a:srgbClr val="000000"/>
                  </a:solidFill>
                </a:endParaRPr>
              </a:p>
            </p:txBody>
          </p:sp>
          <p:sp>
            <p:nvSpPr>
              <p:cNvPr id="21" name="ïşḷîďè"/>
              <p:cNvSpPr/>
              <p:nvPr/>
            </p:nvSpPr>
            <p:spPr bwMode="auto">
              <a:xfrm>
                <a:off x="3890963" y="2951163"/>
                <a:ext cx="161925" cy="125413"/>
              </a:xfrm>
              <a:custGeom>
                <a:avLst/>
                <a:gdLst>
                  <a:gd name="T0" fmla="*/ 36 w 49"/>
                  <a:gd name="T1" fmla="*/ 5 h 38"/>
                  <a:gd name="T2" fmla="*/ 33 w 49"/>
                  <a:gd name="T3" fmla="*/ 9 h 38"/>
                  <a:gd name="T4" fmla="*/ 37 w 49"/>
                  <a:gd name="T5" fmla="*/ 14 h 38"/>
                  <a:gd name="T6" fmla="*/ 30 w 49"/>
                  <a:gd name="T7" fmla="*/ 18 h 38"/>
                  <a:gd name="T8" fmla="*/ 22 w 49"/>
                  <a:gd name="T9" fmla="*/ 9 h 38"/>
                  <a:gd name="T10" fmla="*/ 16 w 49"/>
                  <a:gd name="T11" fmla="*/ 2 h 38"/>
                  <a:gd name="T12" fmla="*/ 13 w 49"/>
                  <a:gd name="T13" fmla="*/ 10 h 38"/>
                  <a:gd name="T14" fmla="*/ 20 w 49"/>
                  <a:gd name="T15" fmla="*/ 16 h 38"/>
                  <a:gd name="T16" fmla="*/ 25 w 49"/>
                  <a:gd name="T17" fmla="*/ 22 h 38"/>
                  <a:gd name="T18" fmla="*/ 21 w 49"/>
                  <a:gd name="T19" fmla="*/ 26 h 38"/>
                  <a:gd name="T20" fmla="*/ 10 w 49"/>
                  <a:gd name="T21" fmla="*/ 26 h 38"/>
                  <a:gd name="T22" fmla="*/ 8 w 49"/>
                  <a:gd name="T23" fmla="*/ 19 h 38"/>
                  <a:gd name="T24" fmla="*/ 6 w 49"/>
                  <a:gd name="T25" fmla="*/ 13 h 38"/>
                  <a:gd name="T26" fmla="*/ 3 w 49"/>
                  <a:gd name="T27" fmla="*/ 18 h 38"/>
                  <a:gd name="T28" fmla="*/ 2 w 49"/>
                  <a:gd name="T29" fmla="*/ 26 h 38"/>
                  <a:gd name="T30" fmla="*/ 14 w 49"/>
                  <a:gd name="T31" fmla="*/ 30 h 38"/>
                  <a:gd name="T32" fmla="*/ 23 w 49"/>
                  <a:gd name="T33" fmla="*/ 29 h 38"/>
                  <a:gd name="T34" fmla="*/ 28 w 49"/>
                  <a:gd name="T35" fmla="*/ 29 h 38"/>
                  <a:gd name="T36" fmla="*/ 32 w 49"/>
                  <a:gd name="T37" fmla="*/ 37 h 38"/>
                  <a:gd name="T38" fmla="*/ 38 w 49"/>
                  <a:gd name="T39" fmla="*/ 33 h 38"/>
                  <a:gd name="T40" fmla="*/ 34 w 49"/>
                  <a:gd name="T41" fmla="*/ 24 h 38"/>
                  <a:gd name="T42" fmla="*/ 35 w 49"/>
                  <a:gd name="T43" fmla="*/ 20 h 38"/>
                  <a:gd name="T44" fmla="*/ 42 w 49"/>
                  <a:gd name="T45" fmla="*/ 22 h 38"/>
                  <a:gd name="T46" fmla="*/ 48 w 49"/>
                  <a:gd name="T47" fmla="*/ 18 h 38"/>
                  <a:gd name="T48" fmla="*/ 41 w 49"/>
                  <a:gd name="T49" fmla="*/ 8 h 38"/>
                  <a:gd name="T50" fmla="*/ 36 w 49"/>
                  <a:gd name="T51" fmla="*/ 5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49" h="38">
                    <a:moveTo>
                      <a:pt x="36" y="5"/>
                    </a:moveTo>
                    <a:cubicBezTo>
                      <a:pt x="34" y="6"/>
                      <a:pt x="32" y="8"/>
                      <a:pt x="33" y="9"/>
                    </a:cubicBezTo>
                    <a:cubicBezTo>
                      <a:pt x="33" y="11"/>
                      <a:pt x="37" y="12"/>
                      <a:pt x="37" y="14"/>
                    </a:cubicBezTo>
                    <a:cubicBezTo>
                      <a:pt x="38" y="17"/>
                      <a:pt x="32" y="18"/>
                      <a:pt x="30" y="18"/>
                    </a:cubicBezTo>
                    <a:cubicBezTo>
                      <a:pt x="30" y="18"/>
                      <a:pt x="23" y="11"/>
                      <a:pt x="22" y="9"/>
                    </a:cubicBezTo>
                    <a:cubicBezTo>
                      <a:pt x="21" y="8"/>
                      <a:pt x="19" y="0"/>
                      <a:pt x="16" y="2"/>
                    </a:cubicBezTo>
                    <a:cubicBezTo>
                      <a:pt x="14" y="3"/>
                      <a:pt x="12" y="7"/>
                      <a:pt x="13" y="10"/>
                    </a:cubicBezTo>
                    <a:cubicBezTo>
                      <a:pt x="15" y="12"/>
                      <a:pt x="17" y="13"/>
                      <a:pt x="20" y="16"/>
                    </a:cubicBezTo>
                    <a:cubicBezTo>
                      <a:pt x="22" y="18"/>
                      <a:pt x="25" y="21"/>
                      <a:pt x="25" y="22"/>
                    </a:cubicBezTo>
                    <a:cubicBezTo>
                      <a:pt x="25" y="23"/>
                      <a:pt x="23" y="25"/>
                      <a:pt x="21" y="26"/>
                    </a:cubicBezTo>
                    <a:cubicBezTo>
                      <a:pt x="18" y="27"/>
                      <a:pt x="11" y="27"/>
                      <a:pt x="10" y="26"/>
                    </a:cubicBezTo>
                    <a:cubicBezTo>
                      <a:pt x="9" y="24"/>
                      <a:pt x="8" y="21"/>
                      <a:pt x="8" y="19"/>
                    </a:cubicBezTo>
                    <a:cubicBezTo>
                      <a:pt x="9" y="16"/>
                      <a:pt x="9" y="11"/>
                      <a:pt x="6" y="13"/>
                    </a:cubicBezTo>
                    <a:cubicBezTo>
                      <a:pt x="4" y="14"/>
                      <a:pt x="5" y="16"/>
                      <a:pt x="3" y="18"/>
                    </a:cubicBezTo>
                    <a:cubicBezTo>
                      <a:pt x="1" y="19"/>
                      <a:pt x="0" y="24"/>
                      <a:pt x="2" y="26"/>
                    </a:cubicBezTo>
                    <a:cubicBezTo>
                      <a:pt x="4" y="28"/>
                      <a:pt x="8" y="30"/>
                      <a:pt x="14" y="30"/>
                    </a:cubicBezTo>
                    <a:cubicBezTo>
                      <a:pt x="19" y="30"/>
                      <a:pt x="22" y="29"/>
                      <a:pt x="23" y="29"/>
                    </a:cubicBezTo>
                    <a:cubicBezTo>
                      <a:pt x="25" y="29"/>
                      <a:pt x="28" y="27"/>
                      <a:pt x="28" y="29"/>
                    </a:cubicBezTo>
                    <a:cubicBezTo>
                      <a:pt x="28" y="30"/>
                      <a:pt x="29" y="38"/>
                      <a:pt x="32" y="37"/>
                    </a:cubicBezTo>
                    <a:cubicBezTo>
                      <a:pt x="35" y="37"/>
                      <a:pt x="39" y="35"/>
                      <a:pt x="38" y="33"/>
                    </a:cubicBezTo>
                    <a:cubicBezTo>
                      <a:pt x="38" y="30"/>
                      <a:pt x="34" y="24"/>
                      <a:pt x="34" y="24"/>
                    </a:cubicBezTo>
                    <a:cubicBezTo>
                      <a:pt x="34" y="24"/>
                      <a:pt x="34" y="20"/>
                      <a:pt x="35" y="20"/>
                    </a:cubicBezTo>
                    <a:cubicBezTo>
                      <a:pt x="37" y="21"/>
                      <a:pt x="40" y="21"/>
                      <a:pt x="42" y="22"/>
                    </a:cubicBezTo>
                    <a:cubicBezTo>
                      <a:pt x="44" y="22"/>
                      <a:pt x="49" y="20"/>
                      <a:pt x="48" y="18"/>
                    </a:cubicBezTo>
                    <a:cubicBezTo>
                      <a:pt x="47" y="15"/>
                      <a:pt x="42" y="10"/>
                      <a:pt x="41" y="8"/>
                    </a:cubicBezTo>
                    <a:cubicBezTo>
                      <a:pt x="40" y="6"/>
                      <a:pt x="38" y="4"/>
                      <a:pt x="36"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solidFill>
                    <a:srgbClr val="000000"/>
                  </a:solidFill>
                </a:endParaRPr>
              </a:p>
            </p:txBody>
          </p:sp>
          <p:sp>
            <p:nvSpPr>
              <p:cNvPr id="22" name="îṡlïḋe"/>
              <p:cNvSpPr/>
              <p:nvPr/>
            </p:nvSpPr>
            <p:spPr bwMode="auto">
              <a:xfrm>
                <a:off x="3373438" y="2324100"/>
                <a:ext cx="254000" cy="223838"/>
              </a:xfrm>
              <a:custGeom>
                <a:avLst/>
                <a:gdLst>
                  <a:gd name="T0" fmla="*/ 54 w 77"/>
                  <a:gd name="T1" fmla="*/ 14 h 68"/>
                  <a:gd name="T2" fmla="*/ 47 w 77"/>
                  <a:gd name="T3" fmla="*/ 25 h 68"/>
                  <a:gd name="T4" fmla="*/ 46 w 77"/>
                  <a:gd name="T5" fmla="*/ 25 h 68"/>
                  <a:gd name="T6" fmla="*/ 35 w 77"/>
                  <a:gd name="T7" fmla="*/ 23 h 68"/>
                  <a:gd name="T8" fmla="*/ 27 w 77"/>
                  <a:gd name="T9" fmla="*/ 19 h 68"/>
                  <a:gd name="T10" fmla="*/ 22 w 77"/>
                  <a:gd name="T11" fmla="*/ 22 h 68"/>
                  <a:gd name="T12" fmla="*/ 25 w 77"/>
                  <a:gd name="T13" fmla="*/ 32 h 68"/>
                  <a:gd name="T14" fmla="*/ 34 w 77"/>
                  <a:gd name="T15" fmla="*/ 35 h 68"/>
                  <a:gd name="T16" fmla="*/ 40 w 77"/>
                  <a:gd name="T17" fmla="*/ 34 h 68"/>
                  <a:gd name="T18" fmla="*/ 37 w 77"/>
                  <a:gd name="T19" fmla="*/ 38 h 68"/>
                  <a:gd name="T20" fmla="*/ 25 w 77"/>
                  <a:gd name="T21" fmla="*/ 50 h 68"/>
                  <a:gd name="T22" fmla="*/ 11 w 77"/>
                  <a:gd name="T23" fmla="*/ 57 h 68"/>
                  <a:gd name="T24" fmla="*/ 9 w 77"/>
                  <a:gd name="T25" fmla="*/ 55 h 68"/>
                  <a:gd name="T26" fmla="*/ 3 w 77"/>
                  <a:gd name="T27" fmla="*/ 56 h 68"/>
                  <a:gd name="T28" fmla="*/ 2 w 77"/>
                  <a:gd name="T29" fmla="*/ 64 h 68"/>
                  <a:gd name="T30" fmla="*/ 6 w 77"/>
                  <a:gd name="T31" fmla="*/ 67 h 68"/>
                  <a:gd name="T32" fmla="*/ 19 w 77"/>
                  <a:gd name="T33" fmla="*/ 59 h 68"/>
                  <a:gd name="T34" fmla="*/ 36 w 77"/>
                  <a:gd name="T35" fmla="*/ 49 h 68"/>
                  <a:gd name="T36" fmla="*/ 48 w 77"/>
                  <a:gd name="T37" fmla="*/ 33 h 68"/>
                  <a:gd name="T38" fmla="*/ 63 w 77"/>
                  <a:gd name="T39" fmla="*/ 33 h 68"/>
                  <a:gd name="T40" fmla="*/ 70 w 77"/>
                  <a:gd name="T41" fmla="*/ 34 h 68"/>
                  <a:gd name="T42" fmla="*/ 75 w 77"/>
                  <a:gd name="T43" fmla="*/ 30 h 68"/>
                  <a:gd name="T44" fmla="*/ 68 w 77"/>
                  <a:gd name="T45" fmla="*/ 25 h 68"/>
                  <a:gd name="T46" fmla="*/ 59 w 77"/>
                  <a:gd name="T47" fmla="*/ 26 h 68"/>
                  <a:gd name="T48" fmla="*/ 54 w 77"/>
                  <a:gd name="T49" fmla="*/ 25 h 68"/>
                  <a:gd name="T50" fmla="*/ 57 w 77"/>
                  <a:gd name="T51" fmla="*/ 20 h 68"/>
                  <a:gd name="T52" fmla="*/ 61 w 77"/>
                  <a:gd name="T53" fmla="*/ 16 h 68"/>
                  <a:gd name="T54" fmla="*/ 66 w 77"/>
                  <a:gd name="T55" fmla="*/ 11 h 68"/>
                  <a:gd name="T56" fmla="*/ 65 w 77"/>
                  <a:gd name="T57" fmla="*/ 2 h 68"/>
                  <a:gd name="T58" fmla="*/ 58 w 77"/>
                  <a:gd name="T59" fmla="*/ 4 h 68"/>
                  <a:gd name="T60" fmla="*/ 54 w 77"/>
                  <a:gd name="T61" fmla="*/ 14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68">
                    <a:moveTo>
                      <a:pt x="54" y="14"/>
                    </a:moveTo>
                    <a:cubicBezTo>
                      <a:pt x="54" y="14"/>
                      <a:pt x="50" y="19"/>
                      <a:pt x="47" y="25"/>
                    </a:cubicBezTo>
                    <a:cubicBezTo>
                      <a:pt x="46" y="25"/>
                      <a:pt x="46" y="25"/>
                      <a:pt x="46" y="25"/>
                    </a:cubicBezTo>
                    <a:cubicBezTo>
                      <a:pt x="44" y="25"/>
                      <a:pt x="37" y="25"/>
                      <a:pt x="35" y="23"/>
                    </a:cubicBezTo>
                    <a:cubicBezTo>
                      <a:pt x="32" y="22"/>
                      <a:pt x="28" y="19"/>
                      <a:pt x="27" y="19"/>
                    </a:cubicBezTo>
                    <a:cubicBezTo>
                      <a:pt x="25" y="18"/>
                      <a:pt x="23" y="19"/>
                      <a:pt x="22" y="22"/>
                    </a:cubicBezTo>
                    <a:cubicBezTo>
                      <a:pt x="21" y="25"/>
                      <a:pt x="21" y="28"/>
                      <a:pt x="25" y="32"/>
                    </a:cubicBezTo>
                    <a:cubicBezTo>
                      <a:pt x="29" y="37"/>
                      <a:pt x="30" y="36"/>
                      <a:pt x="34" y="35"/>
                    </a:cubicBezTo>
                    <a:cubicBezTo>
                      <a:pt x="36" y="35"/>
                      <a:pt x="38" y="34"/>
                      <a:pt x="40" y="34"/>
                    </a:cubicBezTo>
                    <a:cubicBezTo>
                      <a:pt x="38" y="36"/>
                      <a:pt x="37" y="38"/>
                      <a:pt x="37" y="38"/>
                    </a:cubicBezTo>
                    <a:cubicBezTo>
                      <a:pt x="35" y="40"/>
                      <a:pt x="29" y="47"/>
                      <a:pt x="25" y="50"/>
                    </a:cubicBezTo>
                    <a:cubicBezTo>
                      <a:pt x="21" y="52"/>
                      <a:pt x="11" y="57"/>
                      <a:pt x="11" y="57"/>
                    </a:cubicBezTo>
                    <a:cubicBezTo>
                      <a:pt x="12" y="58"/>
                      <a:pt x="9" y="58"/>
                      <a:pt x="9" y="55"/>
                    </a:cubicBezTo>
                    <a:cubicBezTo>
                      <a:pt x="8" y="52"/>
                      <a:pt x="6" y="54"/>
                      <a:pt x="3" y="56"/>
                    </a:cubicBezTo>
                    <a:cubicBezTo>
                      <a:pt x="0" y="58"/>
                      <a:pt x="2" y="62"/>
                      <a:pt x="2" y="64"/>
                    </a:cubicBezTo>
                    <a:cubicBezTo>
                      <a:pt x="1" y="66"/>
                      <a:pt x="1" y="68"/>
                      <a:pt x="6" y="67"/>
                    </a:cubicBezTo>
                    <a:cubicBezTo>
                      <a:pt x="10" y="66"/>
                      <a:pt x="14" y="62"/>
                      <a:pt x="19" y="59"/>
                    </a:cubicBezTo>
                    <a:cubicBezTo>
                      <a:pt x="24" y="57"/>
                      <a:pt x="32" y="53"/>
                      <a:pt x="36" y="49"/>
                    </a:cubicBezTo>
                    <a:cubicBezTo>
                      <a:pt x="39" y="46"/>
                      <a:pt x="45" y="38"/>
                      <a:pt x="48" y="33"/>
                    </a:cubicBezTo>
                    <a:cubicBezTo>
                      <a:pt x="53" y="33"/>
                      <a:pt x="61" y="33"/>
                      <a:pt x="63" y="33"/>
                    </a:cubicBezTo>
                    <a:cubicBezTo>
                      <a:pt x="65" y="33"/>
                      <a:pt x="67" y="35"/>
                      <a:pt x="70" y="34"/>
                    </a:cubicBezTo>
                    <a:cubicBezTo>
                      <a:pt x="73" y="34"/>
                      <a:pt x="77" y="33"/>
                      <a:pt x="75" y="30"/>
                    </a:cubicBezTo>
                    <a:cubicBezTo>
                      <a:pt x="73" y="27"/>
                      <a:pt x="71" y="24"/>
                      <a:pt x="68" y="25"/>
                    </a:cubicBezTo>
                    <a:cubicBezTo>
                      <a:pt x="65" y="26"/>
                      <a:pt x="61" y="26"/>
                      <a:pt x="59" y="26"/>
                    </a:cubicBezTo>
                    <a:cubicBezTo>
                      <a:pt x="59" y="26"/>
                      <a:pt x="56" y="26"/>
                      <a:pt x="54" y="25"/>
                    </a:cubicBezTo>
                    <a:cubicBezTo>
                      <a:pt x="55" y="23"/>
                      <a:pt x="57" y="21"/>
                      <a:pt x="57" y="20"/>
                    </a:cubicBezTo>
                    <a:cubicBezTo>
                      <a:pt x="59" y="18"/>
                      <a:pt x="60" y="17"/>
                      <a:pt x="61" y="16"/>
                    </a:cubicBezTo>
                    <a:cubicBezTo>
                      <a:pt x="62" y="16"/>
                      <a:pt x="65" y="14"/>
                      <a:pt x="66" y="11"/>
                    </a:cubicBezTo>
                    <a:cubicBezTo>
                      <a:pt x="67" y="9"/>
                      <a:pt x="66" y="3"/>
                      <a:pt x="65" y="2"/>
                    </a:cubicBezTo>
                    <a:cubicBezTo>
                      <a:pt x="63" y="0"/>
                      <a:pt x="59" y="1"/>
                      <a:pt x="58" y="4"/>
                    </a:cubicBezTo>
                    <a:cubicBezTo>
                      <a:pt x="56" y="7"/>
                      <a:pt x="55" y="14"/>
                      <a:pt x="54" y="1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solidFill>
                    <a:srgbClr val="000000"/>
                  </a:solidFill>
                </a:endParaRPr>
              </a:p>
            </p:txBody>
          </p:sp>
          <p:sp>
            <p:nvSpPr>
              <p:cNvPr id="23" name="í$ḻíde"/>
              <p:cNvSpPr/>
              <p:nvPr/>
            </p:nvSpPr>
            <p:spPr bwMode="auto">
              <a:xfrm>
                <a:off x="2625726" y="2725738"/>
                <a:ext cx="890588" cy="1277938"/>
              </a:xfrm>
              <a:custGeom>
                <a:avLst/>
                <a:gdLst>
                  <a:gd name="T0" fmla="*/ 135 w 270"/>
                  <a:gd name="T1" fmla="*/ 22 h 387"/>
                  <a:gd name="T2" fmla="*/ 131 w 270"/>
                  <a:gd name="T3" fmla="*/ 22 h 387"/>
                  <a:gd name="T4" fmla="*/ 117 w 270"/>
                  <a:gd name="T5" fmla="*/ 6 h 387"/>
                  <a:gd name="T6" fmla="*/ 99 w 270"/>
                  <a:gd name="T7" fmla="*/ 6 h 387"/>
                  <a:gd name="T8" fmla="*/ 85 w 270"/>
                  <a:gd name="T9" fmla="*/ 0 h 387"/>
                  <a:gd name="T10" fmla="*/ 100 w 270"/>
                  <a:gd name="T11" fmla="*/ 20 h 387"/>
                  <a:gd name="T12" fmla="*/ 113 w 270"/>
                  <a:gd name="T13" fmla="*/ 20 h 387"/>
                  <a:gd name="T14" fmla="*/ 126 w 270"/>
                  <a:gd name="T15" fmla="*/ 23 h 387"/>
                  <a:gd name="T16" fmla="*/ 88 w 270"/>
                  <a:gd name="T17" fmla="*/ 45 h 387"/>
                  <a:gd name="T18" fmla="*/ 82 w 270"/>
                  <a:gd name="T19" fmla="*/ 108 h 387"/>
                  <a:gd name="T20" fmla="*/ 60 w 270"/>
                  <a:gd name="T21" fmla="*/ 108 h 387"/>
                  <a:gd name="T22" fmla="*/ 35 w 270"/>
                  <a:gd name="T23" fmla="*/ 142 h 387"/>
                  <a:gd name="T24" fmla="*/ 25 w 270"/>
                  <a:gd name="T25" fmla="*/ 309 h 387"/>
                  <a:gd name="T26" fmla="*/ 0 w 270"/>
                  <a:gd name="T27" fmla="*/ 387 h 387"/>
                  <a:gd name="T28" fmla="*/ 30 w 270"/>
                  <a:gd name="T29" fmla="*/ 387 h 387"/>
                  <a:gd name="T30" fmla="*/ 45 w 270"/>
                  <a:gd name="T31" fmla="*/ 367 h 387"/>
                  <a:gd name="T32" fmla="*/ 37 w 270"/>
                  <a:gd name="T33" fmla="*/ 387 h 387"/>
                  <a:gd name="T34" fmla="*/ 63 w 270"/>
                  <a:gd name="T35" fmla="*/ 387 h 387"/>
                  <a:gd name="T36" fmla="*/ 70 w 270"/>
                  <a:gd name="T37" fmla="*/ 353 h 387"/>
                  <a:gd name="T38" fmla="*/ 78 w 270"/>
                  <a:gd name="T39" fmla="*/ 167 h 387"/>
                  <a:gd name="T40" fmla="*/ 90 w 270"/>
                  <a:gd name="T41" fmla="*/ 151 h 387"/>
                  <a:gd name="T42" fmla="*/ 130 w 270"/>
                  <a:gd name="T43" fmla="*/ 151 h 387"/>
                  <a:gd name="T44" fmla="*/ 130 w 270"/>
                  <a:gd name="T45" fmla="*/ 69 h 387"/>
                  <a:gd name="T46" fmla="*/ 113 w 270"/>
                  <a:gd name="T47" fmla="*/ 48 h 387"/>
                  <a:gd name="T48" fmla="*/ 135 w 270"/>
                  <a:gd name="T49" fmla="*/ 27 h 387"/>
                  <a:gd name="T50" fmla="*/ 156 w 270"/>
                  <a:gd name="T51" fmla="*/ 48 h 387"/>
                  <a:gd name="T52" fmla="*/ 139 w 270"/>
                  <a:gd name="T53" fmla="*/ 69 h 387"/>
                  <a:gd name="T54" fmla="*/ 139 w 270"/>
                  <a:gd name="T55" fmla="*/ 151 h 387"/>
                  <a:gd name="T56" fmla="*/ 180 w 270"/>
                  <a:gd name="T57" fmla="*/ 151 h 387"/>
                  <a:gd name="T58" fmla="*/ 191 w 270"/>
                  <a:gd name="T59" fmla="*/ 167 h 387"/>
                  <a:gd name="T60" fmla="*/ 200 w 270"/>
                  <a:gd name="T61" fmla="*/ 353 h 387"/>
                  <a:gd name="T62" fmla="*/ 207 w 270"/>
                  <a:gd name="T63" fmla="*/ 387 h 387"/>
                  <a:gd name="T64" fmla="*/ 233 w 270"/>
                  <a:gd name="T65" fmla="*/ 387 h 387"/>
                  <a:gd name="T66" fmla="*/ 224 w 270"/>
                  <a:gd name="T67" fmla="*/ 367 h 387"/>
                  <a:gd name="T68" fmla="*/ 239 w 270"/>
                  <a:gd name="T69" fmla="*/ 387 h 387"/>
                  <a:gd name="T70" fmla="*/ 270 w 270"/>
                  <a:gd name="T71" fmla="*/ 387 h 387"/>
                  <a:gd name="T72" fmla="*/ 244 w 270"/>
                  <a:gd name="T73" fmla="*/ 309 h 387"/>
                  <a:gd name="T74" fmla="*/ 235 w 270"/>
                  <a:gd name="T75" fmla="*/ 142 h 387"/>
                  <a:gd name="T76" fmla="*/ 209 w 270"/>
                  <a:gd name="T77" fmla="*/ 108 h 387"/>
                  <a:gd name="T78" fmla="*/ 188 w 270"/>
                  <a:gd name="T79" fmla="*/ 108 h 387"/>
                  <a:gd name="T80" fmla="*/ 182 w 270"/>
                  <a:gd name="T81" fmla="*/ 45 h 387"/>
                  <a:gd name="T82" fmla="*/ 144 w 270"/>
                  <a:gd name="T83" fmla="*/ 23 h 387"/>
                  <a:gd name="T84" fmla="*/ 157 w 270"/>
                  <a:gd name="T85" fmla="*/ 20 h 387"/>
                  <a:gd name="T86" fmla="*/ 170 w 270"/>
                  <a:gd name="T87" fmla="*/ 20 h 387"/>
                  <a:gd name="T88" fmla="*/ 184 w 270"/>
                  <a:gd name="T89" fmla="*/ 0 h 387"/>
                  <a:gd name="T90" fmla="*/ 170 w 270"/>
                  <a:gd name="T91" fmla="*/ 6 h 387"/>
                  <a:gd name="T92" fmla="*/ 153 w 270"/>
                  <a:gd name="T93" fmla="*/ 6 h 387"/>
                  <a:gd name="T94" fmla="*/ 139 w 270"/>
                  <a:gd name="T95" fmla="*/ 22 h 387"/>
                  <a:gd name="T96" fmla="*/ 135 w 270"/>
                  <a:gd name="T97" fmla="*/ 22 h 3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70" h="387">
                    <a:moveTo>
                      <a:pt x="135" y="22"/>
                    </a:moveTo>
                    <a:cubicBezTo>
                      <a:pt x="133" y="22"/>
                      <a:pt x="132" y="22"/>
                      <a:pt x="131" y="22"/>
                    </a:cubicBezTo>
                    <a:cubicBezTo>
                      <a:pt x="130" y="15"/>
                      <a:pt x="126" y="6"/>
                      <a:pt x="117" y="6"/>
                    </a:cubicBezTo>
                    <a:cubicBezTo>
                      <a:pt x="110" y="6"/>
                      <a:pt x="106" y="6"/>
                      <a:pt x="99" y="6"/>
                    </a:cubicBezTo>
                    <a:cubicBezTo>
                      <a:pt x="93" y="6"/>
                      <a:pt x="88" y="4"/>
                      <a:pt x="85" y="0"/>
                    </a:cubicBezTo>
                    <a:cubicBezTo>
                      <a:pt x="87" y="9"/>
                      <a:pt x="90" y="18"/>
                      <a:pt x="100" y="20"/>
                    </a:cubicBezTo>
                    <a:cubicBezTo>
                      <a:pt x="104" y="20"/>
                      <a:pt x="109" y="20"/>
                      <a:pt x="113" y="20"/>
                    </a:cubicBezTo>
                    <a:cubicBezTo>
                      <a:pt x="120" y="20"/>
                      <a:pt x="123" y="21"/>
                      <a:pt x="126" y="23"/>
                    </a:cubicBezTo>
                    <a:cubicBezTo>
                      <a:pt x="109" y="24"/>
                      <a:pt x="93" y="30"/>
                      <a:pt x="88" y="45"/>
                    </a:cubicBezTo>
                    <a:cubicBezTo>
                      <a:pt x="83" y="59"/>
                      <a:pt x="85" y="92"/>
                      <a:pt x="82" y="108"/>
                    </a:cubicBezTo>
                    <a:cubicBezTo>
                      <a:pt x="75" y="108"/>
                      <a:pt x="67" y="108"/>
                      <a:pt x="60" y="108"/>
                    </a:cubicBezTo>
                    <a:cubicBezTo>
                      <a:pt x="42" y="107"/>
                      <a:pt x="36" y="123"/>
                      <a:pt x="35" y="142"/>
                    </a:cubicBezTo>
                    <a:cubicBezTo>
                      <a:pt x="32" y="198"/>
                      <a:pt x="28" y="253"/>
                      <a:pt x="25" y="309"/>
                    </a:cubicBezTo>
                    <a:cubicBezTo>
                      <a:pt x="23" y="352"/>
                      <a:pt x="14" y="372"/>
                      <a:pt x="0" y="387"/>
                    </a:cubicBezTo>
                    <a:cubicBezTo>
                      <a:pt x="10" y="387"/>
                      <a:pt x="20" y="387"/>
                      <a:pt x="30" y="387"/>
                    </a:cubicBezTo>
                    <a:cubicBezTo>
                      <a:pt x="35" y="383"/>
                      <a:pt x="38" y="378"/>
                      <a:pt x="45" y="367"/>
                    </a:cubicBezTo>
                    <a:cubicBezTo>
                      <a:pt x="42" y="377"/>
                      <a:pt x="40" y="382"/>
                      <a:pt x="37" y="387"/>
                    </a:cubicBezTo>
                    <a:cubicBezTo>
                      <a:pt x="46" y="387"/>
                      <a:pt x="54" y="387"/>
                      <a:pt x="63" y="387"/>
                    </a:cubicBezTo>
                    <a:cubicBezTo>
                      <a:pt x="68" y="377"/>
                      <a:pt x="70" y="365"/>
                      <a:pt x="70" y="353"/>
                    </a:cubicBezTo>
                    <a:cubicBezTo>
                      <a:pt x="73" y="291"/>
                      <a:pt x="76" y="229"/>
                      <a:pt x="78" y="167"/>
                    </a:cubicBezTo>
                    <a:cubicBezTo>
                      <a:pt x="79" y="157"/>
                      <a:pt x="82" y="151"/>
                      <a:pt x="90" y="151"/>
                    </a:cubicBezTo>
                    <a:cubicBezTo>
                      <a:pt x="103" y="151"/>
                      <a:pt x="117" y="151"/>
                      <a:pt x="130" y="151"/>
                    </a:cubicBezTo>
                    <a:cubicBezTo>
                      <a:pt x="130" y="124"/>
                      <a:pt x="130" y="96"/>
                      <a:pt x="130" y="69"/>
                    </a:cubicBezTo>
                    <a:cubicBezTo>
                      <a:pt x="121" y="67"/>
                      <a:pt x="113" y="58"/>
                      <a:pt x="113" y="48"/>
                    </a:cubicBezTo>
                    <a:cubicBezTo>
                      <a:pt x="113" y="36"/>
                      <a:pt x="123" y="27"/>
                      <a:pt x="135" y="27"/>
                    </a:cubicBezTo>
                    <a:cubicBezTo>
                      <a:pt x="147" y="27"/>
                      <a:pt x="156" y="36"/>
                      <a:pt x="156" y="48"/>
                    </a:cubicBezTo>
                    <a:cubicBezTo>
                      <a:pt x="156" y="58"/>
                      <a:pt x="149" y="67"/>
                      <a:pt x="139" y="69"/>
                    </a:cubicBezTo>
                    <a:cubicBezTo>
                      <a:pt x="139" y="96"/>
                      <a:pt x="139" y="124"/>
                      <a:pt x="139" y="151"/>
                    </a:cubicBezTo>
                    <a:cubicBezTo>
                      <a:pt x="153" y="151"/>
                      <a:pt x="166" y="151"/>
                      <a:pt x="180" y="151"/>
                    </a:cubicBezTo>
                    <a:cubicBezTo>
                      <a:pt x="188" y="151"/>
                      <a:pt x="191" y="157"/>
                      <a:pt x="191" y="167"/>
                    </a:cubicBezTo>
                    <a:cubicBezTo>
                      <a:pt x="194" y="229"/>
                      <a:pt x="197" y="291"/>
                      <a:pt x="200" y="353"/>
                    </a:cubicBezTo>
                    <a:cubicBezTo>
                      <a:pt x="200" y="365"/>
                      <a:pt x="202" y="377"/>
                      <a:pt x="207" y="387"/>
                    </a:cubicBezTo>
                    <a:cubicBezTo>
                      <a:pt x="215" y="387"/>
                      <a:pt x="224" y="387"/>
                      <a:pt x="233" y="387"/>
                    </a:cubicBezTo>
                    <a:cubicBezTo>
                      <a:pt x="230" y="382"/>
                      <a:pt x="227" y="377"/>
                      <a:pt x="224" y="367"/>
                    </a:cubicBezTo>
                    <a:cubicBezTo>
                      <a:pt x="232" y="378"/>
                      <a:pt x="235" y="383"/>
                      <a:pt x="239" y="387"/>
                    </a:cubicBezTo>
                    <a:cubicBezTo>
                      <a:pt x="249" y="387"/>
                      <a:pt x="260" y="387"/>
                      <a:pt x="270" y="387"/>
                    </a:cubicBezTo>
                    <a:cubicBezTo>
                      <a:pt x="256" y="372"/>
                      <a:pt x="247" y="352"/>
                      <a:pt x="244" y="309"/>
                    </a:cubicBezTo>
                    <a:cubicBezTo>
                      <a:pt x="242" y="253"/>
                      <a:pt x="238" y="198"/>
                      <a:pt x="235" y="142"/>
                    </a:cubicBezTo>
                    <a:cubicBezTo>
                      <a:pt x="234" y="123"/>
                      <a:pt x="228" y="107"/>
                      <a:pt x="209" y="108"/>
                    </a:cubicBezTo>
                    <a:cubicBezTo>
                      <a:pt x="202" y="108"/>
                      <a:pt x="195" y="108"/>
                      <a:pt x="188" y="108"/>
                    </a:cubicBezTo>
                    <a:cubicBezTo>
                      <a:pt x="185" y="92"/>
                      <a:pt x="186" y="59"/>
                      <a:pt x="182" y="45"/>
                    </a:cubicBezTo>
                    <a:cubicBezTo>
                      <a:pt x="176" y="30"/>
                      <a:pt x="161" y="24"/>
                      <a:pt x="144" y="23"/>
                    </a:cubicBezTo>
                    <a:cubicBezTo>
                      <a:pt x="146" y="21"/>
                      <a:pt x="150" y="20"/>
                      <a:pt x="157" y="20"/>
                    </a:cubicBezTo>
                    <a:cubicBezTo>
                      <a:pt x="161" y="20"/>
                      <a:pt x="166" y="20"/>
                      <a:pt x="170" y="20"/>
                    </a:cubicBezTo>
                    <a:cubicBezTo>
                      <a:pt x="180" y="18"/>
                      <a:pt x="183" y="9"/>
                      <a:pt x="184" y="0"/>
                    </a:cubicBezTo>
                    <a:cubicBezTo>
                      <a:pt x="181" y="4"/>
                      <a:pt x="177" y="6"/>
                      <a:pt x="170" y="6"/>
                    </a:cubicBezTo>
                    <a:cubicBezTo>
                      <a:pt x="164" y="6"/>
                      <a:pt x="159" y="6"/>
                      <a:pt x="153" y="6"/>
                    </a:cubicBezTo>
                    <a:cubicBezTo>
                      <a:pt x="144" y="6"/>
                      <a:pt x="140" y="15"/>
                      <a:pt x="139" y="22"/>
                    </a:cubicBezTo>
                    <a:cubicBezTo>
                      <a:pt x="138" y="22"/>
                      <a:pt x="136" y="22"/>
                      <a:pt x="135" y="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solidFill>
                    <a:srgbClr val="000000"/>
                  </a:solidFill>
                </a:endParaRPr>
              </a:p>
            </p:txBody>
          </p:sp>
          <p:sp>
            <p:nvSpPr>
              <p:cNvPr id="24" name="ïŝľîḑê"/>
              <p:cNvSpPr/>
              <p:nvPr/>
            </p:nvSpPr>
            <p:spPr bwMode="auto">
              <a:xfrm>
                <a:off x="1735138" y="2095500"/>
                <a:ext cx="2667000" cy="2670175"/>
              </a:xfrm>
              <a:custGeom>
                <a:avLst/>
                <a:gdLst>
                  <a:gd name="T0" fmla="*/ 404 w 809"/>
                  <a:gd name="T1" fmla="*/ 0 h 809"/>
                  <a:gd name="T2" fmla="*/ 809 w 809"/>
                  <a:gd name="T3" fmla="*/ 404 h 809"/>
                  <a:gd name="T4" fmla="*/ 404 w 809"/>
                  <a:gd name="T5" fmla="*/ 809 h 809"/>
                  <a:gd name="T6" fmla="*/ 0 w 809"/>
                  <a:gd name="T7" fmla="*/ 404 h 809"/>
                  <a:gd name="T8" fmla="*/ 404 w 809"/>
                  <a:gd name="T9" fmla="*/ 0 h 809"/>
                  <a:gd name="T10" fmla="*/ 404 w 809"/>
                  <a:gd name="T11" fmla="*/ 0 h 809"/>
                  <a:gd name="T12" fmla="*/ 404 w 809"/>
                  <a:gd name="T13" fmla="*/ 14 h 809"/>
                  <a:gd name="T14" fmla="*/ 14 w 809"/>
                  <a:gd name="T15" fmla="*/ 404 h 809"/>
                  <a:gd name="T16" fmla="*/ 404 w 809"/>
                  <a:gd name="T17" fmla="*/ 795 h 809"/>
                  <a:gd name="T18" fmla="*/ 795 w 809"/>
                  <a:gd name="T19" fmla="*/ 404 h 809"/>
                  <a:gd name="T20" fmla="*/ 404 w 809"/>
                  <a:gd name="T21" fmla="*/ 14 h 8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09" h="809">
                    <a:moveTo>
                      <a:pt x="404" y="0"/>
                    </a:moveTo>
                    <a:cubicBezTo>
                      <a:pt x="627" y="0"/>
                      <a:pt x="809" y="182"/>
                      <a:pt x="809" y="404"/>
                    </a:cubicBezTo>
                    <a:cubicBezTo>
                      <a:pt x="809" y="627"/>
                      <a:pt x="627" y="809"/>
                      <a:pt x="404" y="809"/>
                    </a:cubicBezTo>
                    <a:cubicBezTo>
                      <a:pt x="181" y="809"/>
                      <a:pt x="0" y="627"/>
                      <a:pt x="0" y="404"/>
                    </a:cubicBezTo>
                    <a:cubicBezTo>
                      <a:pt x="0" y="182"/>
                      <a:pt x="181" y="0"/>
                      <a:pt x="404" y="0"/>
                    </a:cubicBezTo>
                    <a:cubicBezTo>
                      <a:pt x="404" y="0"/>
                      <a:pt x="404" y="0"/>
                      <a:pt x="404" y="0"/>
                    </a:cubicBezTo>
                    <a:close/>
                    <a:moveTo>
                      <a:pt x="404" y="14"/>
                    </a:moveTo>
                    <a:cubicBezTo>
                      <a:pt x="189" y="14"/>
                      <a:pt x="14" y="189"/>
                      <a:pt x="14" y="404"/>
                    </a:cubicBezTo>
                    <a:cubicBezTo>
                      <a:pt x="14" y="619"/>
                      <a:pt x="189" y="795"/>
                      <a:pt x="404" y="795"/>
                    </a:cubicBezTo>
                    <a:cubicBezTo>
                      <a:pt x="619" y="795"/>
                      <a:pt x="795" y="619"/>
                      <a:pt x="795" y="404"/>
                    </a:cubicBezTo>
                    <a:cubicBezTo>
                      <a:pt x="795" y="189"/>
                      <a:pt x="619" y="14"/>
                      <a:pt x="404" y="1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solidFill>
                    <a:srgbClr val="000000"/>
                  </a:solidFill>
                </a:endParaRPr>
              </a:p>
            </p:txBody>
          </p:sp>
          <p:sp>
            <p:nvSpPr>
              <p:cNvPr id="25" name="išlíḑe"/>
              <p:cNvSpPr/>
              <p:nvPr/>
            </p:nvSpPr>
            <p:spPr bwMode="auto">
              <a:xfrm>
                <a:off x="1897063" y="3373438"/>
                <a:ext cx="2333625" cy="1227138"/>
              </a:xfrm>
              <a:custGeom>
                <a:avLst/>
                <a:gdLst>
                  <a:gd name="T0" fmla="*/ 21 w 708"/>
                  <a:gd name="T1" fmla="*/ 23 h 372"/>
                  <a:gd name="T2" fmla="*/ 53 w 708"/>
                  <a:gd name="T3" fmla="*/ 35 h 372"/>
                  <a:gd name="T4" fmla="*/ 51 w 708"/>
                  <a:gd name="T5" fmla="*/ 26 h 372"/>
                  <a:gd name="T6" fmla="*/ 18 w 708"/>
                  <a:gd name="T7" fmla="*/ 47 h 372"/>
                  <a:gd name="T8" fmla="*/ 18 w 708"/>
                  <a:gd name="T9" fmla="*/ 88 h 372"/>
                  <a:gd name="T10" fmla="*/ 48 w 708"/>
                  <a:gd name="T11" fmla="*/ 67 h 372"/>
                  <a:gd name="T12" fmla="*/ 18 w 708"/>
                  <a:gd name="T13" fmla="*/ 88 h 372"/>
                  <a:gd name="T14" fmla="*/ 62 w 708"/>
                  <a:gd name="T15" fmla="*/ 109 h 372"/>
                  <a:gd name="T16" fmla="*/ 64 w 708"/>
                  <a:gd name="T17" fmla="*/ 147 h 372"/>
                  <a:gd name="T18" fmla="*/ 42 w 708"/>
                  <a:gd name="T19" fmla="*/ 155 h 372"/>
                  <a:gd name="T20" fmla="*/ 57 w 708"/>
                  <a:gd name="T21" fmla="*/ 206 h 372"/>
                  <a:gd name="T22" fmla="*/ 116 w 708"/>
                  <a:gd name="T23" fmla="*/ 203 h 372"/>
                  <a:gd name="T24" fmla="*/ 93 w 708"/>
                  <a:gd name="T25" fmla="*/ 174 h 372"/>
                  <a:gd name="T26" fmla="*/ 46 w 708"/>
                  <a:gd name="T27" fmla="*/ 181 h 372"/>
                  <a:gd name="T28" fmla="*/ 129 w 708"/>
                  <a:gd name="T29" fmla="*/ 265 h 372"/>
                  <a:gd name="T30" fmla="*/ 149 w 708"/>
                  <a:gd name="T31" fmla="*/ 251 h 372"/>
                  <a:gd name="T32" fmla="*/ 121 w 708"/>
                  <a:gd name="T33" fmla="*/ 221 h 372"/>
                  <a:gd name="T34" fmla="*/ 111 w 708"/>
                  <a:gd name="T35" fmla="*/ 252 h 372"/>
                  <a:gd name="T36" fmla="*/ 164 w 708"/>
                  <a:gd name="T37" fmla="*/ 295 h 372"/>
                  <a:gd name="T38" fmla="*/ 175 w 708"/>
                  <a:gd name="T39" fmla="*/ 321 h 372"/>
                  <a:gd name="T40" fmla="*/ 132 w 708"/>
                  <a:gd name="T41" fmla="*/ 292 h 372"/>
                  <a:gd name="T42" fmla="*/ 146 w 708"/>
                  <a:gd name="T43" fmla="*/ 291 h 372"/>
                  <a:gd name="T44" fmla="*/ 211 w 708"/>
                  <a:gd name="T45" fmla="*/ 283 h 372"/>
                  <a:gd name="T46" fmla="*/ 260 w 708"/>
                  <a:gd name="T47" fmla="*/ 308 h 372"/>
                  <a:gd name="T48" fmla="*/ 205 w 708"/>
                  <a:gd name="T49" fmla="*/ 335 h 372"/>
                  <a:gd name="T50" fmla="*/ 342 w 708"/>
                  <a:gd name="T51" fmla="*/ 329 h 372"/>
                  <a:gd name="T52" fmla="*/ 344 w 708"/>
                  <a:gd name="T53" fmla="*/ 352 h 372"/>
                  <a:gd name="T54" fmla="*/ 303 w 708"/>
                  <a:gd name="T55" fmla="*/ 320 h 372"/>
                  <a:gd name="T56" fmla="*/ 320 w 708"/>
                  <a:gd name="T57" fmla="*/ 364 h 372"/>
                  <a:gd name="T58" fmla="*/ 360 w 708"/>
                  <a:gd name="T59" fmla="*/ 321 h 372"/>
                  <a:gd name="T60" fmla="*/ 416 w 708"/>
                  <a:gd name="T61" fmla="*/ 315 h 372"/>
                  <a:gd name="T62" fmla="*/ 384 w 708"/>
                  <a:gd name="T63" fmla="*/ 368 h 372"/>
                  <a:gd name="T64" fmla="*/ 464 w 708"/>
                  <a:gd name="T65" fmla="*/ 350 h 372"/>
                  <a:gd name="T66" fmla="*/ 433 w 708"/>
                  <a:gd name="T67" fmla="*/ 313 h 372"/>
                  <a:gd name="T68" fmla="*/ 508 w 708"/>
                  <a:gd name="T69" fmla="*/ 337 h 372"/>
                  <a:gd name="T70" fmla="*/ 500 w 708"/>
                  <a:gd name="T71" fmla="*/ 285 h 372"/>
                  <a:gd name="T72" fmla="*/ 483 w 708"/>
                  <a:gd name="T73" fmla="*/ 294 h 372"/>
                  <a:gd name="T74" fmla="*/ 508 w 708"/>
                  <a:gd name="T75" fmla="*/ 337 h 372"/>
                  <a:gd name="T76" fmla="*/ 515 w 708"/>
                  <a:gd name="T77" fmla="*/ 276 h 372"/>
                  <a:gd name="T78" fmla="*/ 548 w 708"/>
                  <a:gd name="T79" fmla="*/ 279 h 372"/>
                  <a:gd name="T80" fmla="*/ 550 w 708"/>
                  <a:gd name="T81" fmla="*/ 283 h 372"/>
                  <a:gd name="T82" fmla="*/ 547 w 708"/>
                  <a:gd name="T83" fmla="*/ 316 h 372"/>
                  <a:gd name="T84" fmla="*/ 609 w 708"/>
                  <a:gd name="T85" fmla="*/ 250 h 372"/>
                  <a:gd name="T86" fmla="*/ 608 w 708"/>
                  <a:gd name="T87" fmla="*/ 227 h 372"/>
                  <a:gd name="T88" fmla="*/ 573 w 708"/>
                  <a:gd name="T89" fmla="*/ 241 h 372"/>
                  <a:gd name="T90" fmla="*/ 609 w 708"/>
                  <a:gd name="T91" fmla="*/ 250 h 372"/>
                  <a:gd name="T92" fmla="*/ 656 w 708"/>
                  <a:gd name="T93" fmla="*/ 184 h 372"/>
                  <a:gd name="T94" fmla="*/ 613 w 708"/>
                  <a:gd name="T95" fmla="*/ 172 h 372"/>
                  <a:gd name="T96" fmla="*/ 625 w 708"/>
                  <a:gd name="T97" fmla="*/ 165 h 372"/>
                  <a:gd name="T98" fmla="*/ 650 w 708"/>
                  <a:gd name="T99" fmla="*/ 169 h 372"/>
                  <a:gd name="T100" fmla="*/ 651 w 708"/>
                  <a:gd name="T101" fmla="*/ 215 h 372"/>
                  <a:gd name="T102" fmla="*/ 635 w 708"/>
                  <a:gd name="T103" fmla="*/ 139 h 372"/>
                  <a:gd name="T104" fmla="*/ 683 w 708"/>
                  <a:gd name="T105" fmla="*/ 137 h 372"/>
                  <a:gd name="T106" fmla="*/ 655 w 708"/>
                  <a:gd name="T107" fmla="*/ 73 h 372"/>
                  <a:gd name="T108" fmla="*/ 690 w 708"/>
                  <a:gd name="T109" fmla="*/ 98 h 372"/>
                  <a:gd name="T110" fmla="*/ 684 w 708"/>
                  <a:gd name="T111" fmla="*/ 17 h 372"/>
                  <a:gd name="T112" fmla="*/ 698 w 708"/>
                  <a:gd name="T113" fmla="*/ 34 h 372"/>
                  <a:gd name="T114" fmla="*/ 659 w 708"/>
                  <a:gd name="T115" fmla="*/ 29 h 372"/>
                  <a:gd name="T116" fmla="*/ 659 w 708"/>
                  <a:gd name="T117" fmla="*/ 11 h 372"/>
                  <a:gd name="T118" fmla="*/ 663 w 708"/>
                  <a:gd name="T119" fmla="*/ 6 h 3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708" h="372">
                    <a:moveTo>
                      <a:pt x="0" y="6"/>
                    </a:moveTo>
                    <a:cubicBezTo>
                      <a:pt x="19" y="6"/>
                      <a:pt x="19" y="6"/>
                      <a:pt x="19" y="6"/>
                    </a:cubicBezTo>
                    <a:cubicBezTo>
                      <a:pt x="19" y="8"/>
                      <a:pt x="19" y="8"/>
                      <a:pt x="19" y="8"/>
                    </a:cubicBezTo>
                    <a:cubicBezTo>
                      <a:pt x="15" y="9"/>
                      <a:pt x="11" y="11"/>
                      <a:pt x="8" y="14"/>
                    </a:cubicBezTo>
                    <a:cubicBezTo>
                      <a:pt x="5" y="18"/>
                      <a:pt x="4" y="22"/>
                      <a:pt x="4" y="26"/>
                    </a:cubicBezTo>
                    <a:cubicBezTo>
                      <a:pt x="4" y="29"/>
                      <a:pt x="5" y="32"/>
                      <a:pt x="6" y="33"/>
                    </a:cubicBezTo>
                    <a:cubicBezTo>
                      <a:pt x="7" y="35"/>
                      <a:pt x="9" y="36"/>
                      <a:pt x="11" y="36"/>
                    </a:cubicBezTo>
                    <a:cubicBezTo>
                      <a:pt x="14" y="36"/>
                      <a:pt x="18" y="32"/>
                      <a:pt x="21" y="23"/>
                    </a:cubicBezTo>
                    <a:cubicBezTo>
                      <a:pt x="21" y="23"/>
                      <a:pt x="21" y="23"/>
                      <a:pt x="21" y="23"/>
                    </a:cubicBezTo>
                    <a:cubicBezTo>
                      <a:pt x="22" y="22"/>
                      <a:pt x="22" y="22"/>
                      <a:pt x="22" y="21"/>
                    </a:cubicBezTo>
                    <a:cubicBezTo>
                      <a:pt x="25" y="15"/>
                      <a:pt x="27" y="11"/>
                      <a:pt x="30" y="9"/>
                    </a:cubicBezTo>
                    <a:cubicBezTo>
                      <a:pt x="31" y="8"/>
                      <a:pt x="32" y="7"/>
                      <a:pt x="34" y="7"/>
                    </a:cubicBezTo>
                    <a:cubicBezTo>
                      <a:pt x="35" y="6"/>
                      <a:pt x="36" y="6"/>
                      <a:pt x="38" y="6"/>
                    </a:cubicBezTo>
                    <a:cubicBezTo>
                      <a:pt x="43" y="6"/>
                      <a:pt x="47" y="8"/>
                      <a:pt x="50" y="11"/>
                    </a:cubicBezTo>
                    <a:cubicBezTo>
                      <a:pt x="53" y="15"/>
                      <a:pt x="55" y="19"/>
                      <a:pt x="55" y="25"/>
                    </a:cubicBezTo>
                    <a:cubicBezTo>
                      <a:pt x="55" y="28"/>
                      <a:pt x="54" y="31"/>
                      <a:pt x="53" y="35"/>
                    </a:cubicBezTo>
                    <a:cubicBezTo>
                      <a:pt x="52" y="38"/>
                      <a:pt x="51" y="40"/>
                      <a:pt x="51" y="40"/>
                    </a:cubicBezTo>
                    <a:cubicBezTo>
                      <a:pt x="51" y="41"/>
                      <a:pt x="52" y="41"/>
                      <a:pt x="52" y="42"/>
                    </a:cubicBezTo>
                    <a:cubicBezTo>
                      <a:pt x="53" y="42"/>
                      <a:pt x="53" y="42"/>
                      <a:pt x="55" y="42"/>
                    </a:cubicBezTo>
                    <a:cubicBezTo>
                      <a:pt x="55" y="44"/>
                      <a:pt x="55" y="44"/>
                      <a:pt x="55" y="44"/>
                    </a:cubicBezTo>
                    <a:cubicBezTo>
                      <a:pt x="38" y="45"/>
                      <a:pt x="38" y="45"/>
                      <a:pt x="38" y="45"/>
                    </a:cubicBezTo>
                    <a:cubicBezTo>
                      <a:pt x="38" y="43"/>
                      <a:pt x="38" y="43"/>
                      <a:pt x="38" y="43"/>
                    </a:cubicBezTo>
                    <a:cubicBezTo>
                      <a:pt x="42" y="42"/>
                      <a:pt x="45" y="40"/>
                      <a:pt x="48" y="37"/>
                    </a:cubicBezTo>
                    <a:cubicBezTo>
                      <a:pt x="50" y="34"/>
                      <a:pt x="51" y="30"/>
                      <a:pt x="51" y="26"/>
                    </a:cubicBezTo>
                    <a:cubicBezTo>
                      <a:pt x="51" y="24"/>
                      <a:pt x="51" y="22"/>
                      <a:pt x="49" y="20"/>
                    </a:cubicBezTo>
                    <a:cubicBezTo>
                      <a:pt x="48" y="19"/>
                      <a:pt x="47" y="18"/>
                      <a:pt x="45" y="18"/>
                    </a:cubicBezTo>
                    <a:cubicBezTo>
                      <a:pt x="42" y="18"/>
                      <a:pt x="39" y="21"/>
                      <a:pt x="37" y="28"/>
                    </a:cubicBezTo>
                    <a:cubicBezTo>
                      <a:pt x="36" y="29"/>
                      <a:pt x="36" y="29"/>
                      <a:pt x="36" y="29"/>
                    </a:cubicBezTo>
                    <a:cubicBezTo>
                      <a:pt x="34" y="33"/>
                      <a:pt x="33" y="37"/>
                      <a:pt x="32" y="39"/>
                    </a:cubicBezTo>
                    <a:cubicBezTo>
                      <a:pt x="31" y="40"/>
                      <a:pt x="30" y="42"/>
                      <a:pt x="29" y="43"/>
                    </a:cubicBezTo>
                    <a:cubicBezTo>
                      <a:pt x="27" y="44"/>
                      <a:pt x="26" y="45"/>
                      <a:pt x="24" y="46"/>
                    </a:cubicBezTo>
                    <a:cubicBezTo>
                      <a:pt x="22" y="47"/>
                      <a:pt x="20" y="47"/>
                      <a:pt x="18" y="47"/>
                    </a:cubicBezTo>
                    <a:cubicBezTo>
                      <a:pt x="13" y="47"/>
                      <a:pt x="9" y="46"/>
                      <a:pt x="6" y="42"/>
                    </a:cubicBezTo>
                    <a:cubicBezTo>
                      <a:pt x="2" y="38"/>
                      <a:pt x="1" y="34"/>
                      <a:pt x="1" y="28"/>
                    </a:cubicBezTo>
                    <a:cubicBezTo>
                      <a:pt x="1" y="25"/>
                      <a:pt x="1" y="21"/>
                      <a:pt x="2" y="17"/>
                    </a:cubicBezTo>
                    <a:cubicBezTo>
                      <a:pt x="3" y="14"/>
                      <a:pt x="4" y="12"/>
                      <a:pt x="4" y="12"/>
                    </a:cubicBezTo>
                    <a:cubicBezTo>
                      <a:pt x="4" y="11"/>
                      <a:pt x="3" y="10"/>
                      <a:pt x="3" y="9"/>
                    </a:cubicBezTo>
                    <a:cubicBezTo>
                      <a:pt x="2" y="9"/>
                      <a:pt x="1" y="9"/>
                      <a:pt x="0" y="9"/>
                    </a:cubicBezTo>
                    <a:cubicBezTo>
                      <a:pt x="0" y="6"/>
                      <a:pt x="0" y="6"/>
                      <a:pt x="0" y="6"/>
                    </a:cubicBezTo>
                    <a:close/>
                    <a:moveTo>
                      <a:pt x="18" y="88"/>
                    </a:moveTo>
                    <a:cubicBezTo>
                      <a:pt x="16" y="89"/>
                      <a:pt x="14" y="90"/>
                      <a:pt x="13" y="91"/>
                    </a:cubicBezTo>
                    <a:cubicBezTo>
                      <a:pt x="12" y="92"/>
                      <a:pt x="12" y="94"/>
                      <a:pt x="12" y="96"/>
                    </a:cubicBezTo>
                    <a:cubicBezTo>
                      <a:pt x="10" y="96"/>
                      <a:pt x="10" y="96"/>
                      <a:pt x="10" y="96"/>
                    </a:cubicBezTo>
                    <a:cubicBezTo>
                      <a:pt x="5" y="68"/>
                      <a:pt x="5" y="68"/>
                      <a:pt x="5" y="68"/>
                    </a:cubicBezTo>
                    <a:cubicBezTo>
                      <a:pt x="7" y="67"/>
                      <a:pt x="7" y="67"/>
                      <a:pt x="7" y="67"/>
                    </a:cubicBezTo>
                    <a:cubicBezTo>
                      <a:pt x="8" y="70"/>
                      <a:pt x="8" y="71"/>
                      <a:pt x="10" y="72"/>
                    </a:cubicBezTo>
                    <a:cubicBezTo>
                      <a:pt x="11" y="73"/>
                      <a:pt x="13" y="73"/>
                      <a:pt x="16" y="73"/>
                    </a:cubicBezTo>
                    <a:cubicBezTo>
                      <a:pt x="48" y="67"/>
                      <a:pt x="48" y="67"/>
                      <a:pt x="48" y="67"/>
                    </a:cubicBezTo>
                    <a:cubicBezTo>
                      <a:pt x="50" y="66"/>
                      <a:pt x="52" y="66"/>
                      <a:pt x="53" y="64"/>
                    </a:cubicBezTo>
                    <a:cubicBezTo>
                      <a:pt x="54" y="63"/>
                      <a:pt x="54" y="61"/>
                      <a:pt x="54" y="59"/>
                    </a:cubicBezTo>
                    <a:cubicBezTo>
                      <a:pt x="56" y="59"/>
                      <a:pt x="56" y="59"/>
                      <a:pt x="56" y="59"/>
                    </a:cubicBezTo>
                    <a:cubicBezTo>
                      <a:pt x="61" y="88"/>
                      <a:pt x="61" y="88"/>
                      <a:pt x="61" y="88"/>
                    </a:cubicBezTo>
                    <a:cubicBezTo>
                      <a:pt x="59" y="88"/>
                      <a:pt x="59" y="88"/>
                      <a:pt x="59" y="88"/>
                    </a:cubicBezTo>
                    <a:cubicBezTo>
                      <a:pt x="59" y="85"/>
                      <a:pt x="58" y="84"/>
                      <a:pt x="56" y="83"/>
                    </a:cubicBezTo>
                    <a:cubicBezTo>
                      <a:pt x="55" y="82"/>
                      <a:pt x="53" y="82"/>
                      <a:pt x="51" y="83"/>
                    </a:cubicBezTo>
                    <a:cubicBezTo>
                      <a:pt x="18" y="88"/>
                      <a:pt x="18" y="88"/>
                      <a:pt x="18" y="88"/>
                    </a:cubicBezTo>
                    <a:close/>
                    <a:moveTo>
                      <a:pt x="41" y="158"/>
                    </a:moveTo>
                    <a:cubicBezTo>
                      <a:pt x="37" y="157"/>
                      <a:pt x="33" y="155"/>
                      <a:pt x="30" y="152"/>
                    </a:cubicBezTo>
                    <a:cubicBezTo>
                      <a:pt x="27" y="149"/>
                      <a:pt x="24" y="145"/>
                      <a:pt x="23" y="141"/>
                    </a:cubicBezTo>
                    <a:cubicBezTo>
                      <a:pt x="22" y="137"/>
                      <a:pt x="21" y="134"/>
                      <a:pt x="22" y="131"/>
                    </a:cubicBezTo>
                    <a:cubicBezTo>
                      <a:pt x="22" y="128"/>
                      <a:pt x="23" y="125"/>
                      <a:pt x="24" y="122"/>
                    </a:cubicBezTo>
                    <a:cubicBezTo>
                      <a:pt x="26" y="118"/>
                      <a:pt x="28" y="116"/>
                      <a:pt x="31" y="113"/>
                    </a:cubicBezTo>
                    <a:cubicBezTo>
                      <a:pt x="34" y="111"/>
                      <a:pt x="37" y="109"/>
                      <a:pt x="41" y="108"/>
                    </a:cubicBezTo>
                    <a:cubicBezTo>
                      <a:pt x="49" y="105"/>
                      <a:pt x="55" y="106"/>
                      <a:pt x="62" y="109"/>
                    </a:cubicBezTo>
                    <a:cubicBezTo>
                      <a:pt x="68" y="112"/>
                      <a:pt x="72" y="117"/>
                      <a:pt x="75" y="125"/>
                    </a:cubicBezTo>
                    <a:cubicBezTo>
                      <a:pt x="76" y="128"/>
                      <a:pt x="76" y="131"/>
                      <a:pt x="76" y="135"/>
                    </a:cubicBezTo>
                    <a:cubicBezTo>
                      <a:pt x="76" y="138"/>
                      <a:pt x="76" y="140"/>
                      <a:pt x="76" y="140"/>
                    </a:cubicBezTo>
                    <a:cubicBezTo>
                      <a:pt x="76" y="141"/>
                      <a:pt x="77" y="141"/>
                      <a:pt x="77" y="141"/>
                    </a:cubicBezTo>
                    <a:cubicBezTo>
                      <a:pt x="78" y="142"/>
                      <a:pt x="79" y="142"/>
                      <a:pt x="80" y="142"/>
                    </a:cubicBezTo>
                    <a:cubicBezTo>
                      <a:pt x="80" y="144"/>
                      <a:pt x="80" y="144"/>
                      <a:pt x="80" y="144"/>
                    </a:cubicBezTo>
                    <a:cubicBezTo>
                      <a:pt x="65" y="149"/>
                      <a:pt x="65" y="149"/>
                      <a:pt x="65" y="149"/>
                    </a:cubicBezTo>
                    <a:cubicBezTo>
                      <a:pt x="64" y="147"/>
                      <a:pt x="64" y="147"/>
                      <a:pt x="64" y="147"/>
                    </a:cubicBezTo>
                    <a:cubicBezTo>
                      <a:pt x="68" y="145"/>
                      <a:pt x="70" y="142"/>
                      <a:pt x="72" y="139"/>
                    </a:cubicBezTo>
                    <a:cubicBezTo>
                      <a:pt x="73" y="137"/>
                      <a:pt x="73" y="133"/>
                      <a:pt x="72" y="130"/>
                    </a:cubicBezTo>
                    <a:cubicBezTo>
                      <a:pt x="71" y="126"/>
                      <a:pt x="68" y="123"/>
                      <a:pt x="64" y="122"/>
                    </a:cubicBezTo>
                    <a:cubicBezTo>
                      <a:pt x="59" y="121"/>
                      <a:pt x="54" y="122"/>
                      <a:pt x="47" y="124"/>
                    </a:cubicBezTo>
                    <a:cubicBezTo>
                      <a:pt x="40" y="126"/>
                      <a:pt x="34" y="129"/>
                      <a:pt x="31" y="132"/>
                    </a:cubicBezTo>
                    <a:cubicBezTo>
                      <a:pt x="28" y="136"/>
                      <a:pt x="27" y="140"/>
                      <a:pt x="29" y="144"/>
                    </a:cubicBezTo>
                    <a:cubicBezTo>
                      <a:pt x="30" y="146"/>
                      <a:pt x="31" y="149"/>
                      <a:pt x="34" y="151"/>
                    </a:cubicBezTo>
                    <a:cubicBezTo>
                      <a:pt x="36" y="153"/>
                      <a:pt x="39" y="154"/>
                      <a:pt x="42" y="155"/>
                    </a:cubicBezTo>
                    <a:cubicBezTo>
                      <a:pt x="41" y="158"/>
                      <a:pt x="41" y="158"/>
                      <a:pt x="41" y="158"/>
                    </a:cubicBezTo>
                    <a:close/>
                    <a:moveTo>
                      <a:pt x="60" y="193"/>
                    </a:moveTo>
                    <a:cubicBezTo>
                      <a:pt x="73" y="185"/>
                      <a:pt x="73" y="185"/>
                      <a:pt x="73" y="185"/>
                    </a:cubicBezTo>
                    <a:cubicBezTo>
                      <a:pt x="81" y="198"/>
                      <a:pt x="81" y="198"/>
                      <a:pt x="81" y="198"/>
                    </a:cubicBezTo>
                    <a:cubicBezTo>
                      <a:pt x="68" y="207"/>
                      <a:pt x="68" y="207"/>
                      <a:pt x="68" y="207"/>
                    </a:cubicBezTo>
                    <a:cubicBezTo>
                      <a:pt x="66" y="208"/>
                      <a:pt x="64" y="208"/>
                      <a:pt x="63" y="208"/>
                    </a:cubicBezTo>
                    <a:cubicBezTo>
                      <a:pt x="61" y="208"/>
                      <a:pt x="60" y="207"/>
                      <a:pt x="59" y="205"/>
                    </a:cubicBezTo>
                    <a:cubicBezTo>
                      <a:pt x="57" y="206"/>
                      <a:pt x="57" y="206"/>
                      <a:pt x="57" y="206"/>
                    </a:cubicBezTo>
                    <a:cubicBezTo>
                      <a:pt x="72" y="231"/>
                      <a:pt x="72" y="231"/>
                      <a:pt x="72" y="231"/>
                    </a:cubicBezTo>
                    <a:cubicBezTo>
                      <a:pt x="74" y="230"/>
                      <a:pt x="74" y="230"/>
                      <a:pt x="74" y="230"/>
                    </a:cubicBezTo>
                    <a:cubicBezTo>
                      <a:pt x="73" y="228"/>
                      <a:pt x="72" y="226"/>
                      <a:pt x="73" y="224"/>
                    </a:cubicBezTo>
                    <a:cubicBezTo>
                      <a:pt x="73" y="223"/>
                      <a:pt x="75" y="222"/>
                      <a:pt x="77" y="220"/>
                    </a:cubicBezTo>
                    <a:cubicBezTo>
                      <a:pt x="105" y="203"/>
                      <a:pt x="105" y="203"/>
                      <a:pt x="105" y="203"/>
                    </a:cubicBezTo>
                    <a:cubicBezTo>
                      <a:pt x="107" y="201"/>
                      <a:pt x="109" y="201"/>
                      <a:pt x="110" y="201"/>
                    </a:cubicBezTo>
                    <a:cubicBezTo>
                      <a:pt x="112" y="201"/>
                      <a:pt x="113" y="202"/>
                      <a:pt x="114" y="204"/>
                    </a:cubicBezTo>
                    <a:cubicBezTo>
                      <a:pt x="116" y="203"/>
                      <a:pt x="116" y="203"/>
                      <a:pt x="116" y="203"/>
                    </a:cubicBezTo>
                    <a:cubicBezTo>
                      <a:pt x="101" y="179"/>
                      <a:pt x="101" y="179"/>
                      <a:pt x="101" y="179"/>
                    </a:cubicBezTo>
                    <a:cubicBezTo>
                      <a:pt x="99" y="180"/>
                      <a:pt x="99" y="180"/>
                      <a:pt x="99" y="180"/>
                    </a:cubicBezTo>
                    <a:cubicBezTo>
                      <a:pt x="100" y="182"/>
                      <a:pt x="101" y="183"/>
                      <a:pt x="100" y="185"/>
                    </a:cubicBezTo>
                    <a:cubicBezTo>
                      <a:pt x="100" y="186"/>
                      <a:pt x="98" y="188"/>
                      <a:pt x="96" y="189"/>
                    </a:cubicBezTo>
                    <a:cubicBezTo>
                      <a:pt x="85" y="196"/>
                      <a:pt x="85" y="196"/>
                      <a:pt x="85" y="196"/>
                    </a:cubicBezTo>
                    <a:cubicBezTo>
                      <a:pt x="76" y="183"/>
                      <a:pt x="76" y="183"/>
                      <a:pt x="76" y="183"/>
                    </a:cubicBezTo>
                    <a:cubicBezTo>
                      <a:pt x="88" y="176"/>
                      <a:pt x="88" y="176"/>
                      <a:pt x="88" y="176"/>
                    </a:cubicBezTo>
                    <a:cubicBezTo>
                      <a:pt x="90" y="174"/>
                      <a:pt x="92" y="174"/>
                      <a:pt x="93" y="174"/>
                    </a:cubicBezTo>
                    <a:cubicBezTo>
                      <a:pt x="95" y="174"/>
                      <a:pt x="96" y="175"/>
                      <a:pt x="98" y="177"/>
                    </a:cubicBezTo>
                    <a:cubicBezTo>
                      <a:pt x="99" y="176"/>
                      <a:pt x="99" y="176"/>
                      <a:pt x="99" y="176"/>
                    </a:cubicBezTo>
                    <a:cubicBezTo>
                      <a:pt x="84" y="152"/>
                      <a:pt x="84" y="152"/>
                      <a:pt x="84" y="152"/>
                    </a:cubicBezTo>
                    <a:cubicBezTo>
                      <a:pt x="82" y="153"/>
                      <a:pt x="82" y="153"/>
                      <a:pt x="82" y="153"/>
                    </a:cubicBezTo>
                    <a:cubicBezTo>
                      <a:pt x="83" y="155"/>
                      <a:pt x="84" y="157"/>
                      <a:pt x="83" y="158"/>
                    </a:cubicBezTo>
                    <a:cubicBezTo>
                      <a:pt x="83" y="159"/>
                      <a:pt x="82" y="161"/>
                      <a:pt x="79" y="162"/>
                    </a:cubicBezTo>
                    <a:cubicBezTo>
                      <a:pt x="52" y="180"/>
                      <a:pt x="52" y="180"/>
                      <a:pt x="52" y="180"/>
                    </a:cubicBezTo>
                    <a:cubicBezTo>
                      <a:pt x="49" y="181"/>
                      <a:pt x="47" y="182"/>
                      <a:pt x="46" y="181"/>
                    </a:cubicBezTo>
                    <a:cubicBezTo>
                      <a:pt x="44" y="181"/>
                      <a:pt x="43" y="180"/>
                      <a:pt x="42" y="178"/>
                    </a:cubicBezTo>
                    <a:cubicBezTo>
                      <a:pt x="40" y="179"/>
                      <a:pt x="40" y="179"/>
                      <a:pt x="40" y="179"/>
                    </a:cubicBezTo>
                    <a:cubicBezTo>
                      <a:pt x="56" y="204"/>
                      <a:pt x="56" y="204"/>
                      <a:pt x="56" y="204"/>
                    </a:cubicBezTo>
                    <a:cubicBezTo>
                      <a:pt x="57" y="203"/>
                      <a:pt x="57" y="203"/>
                      <a:pt x="57" y="203"/>
                    </a:cubicBezTo>
                    <a:cubicBezTo>
                      <a:pt x="56" y="201"/>
                      <a:pt x="56" y="199"/>
                      <a:pt x="56" y="197"/>
                    </a:cubicBezTo>
                    <a:cubicBezTo>
                      <a:pt x="56" y="196"/>
                      <a:pt x="58" y="195"/>
                      <a:pt x="60" y="193"/>
                    </a:cubicBezTo>
                    <a:cubicBezTo>
                      <a:pt x="60" y="193"/>
                      <a:pt x="60" y="193"/>
                      <a:pt x="60" y="193"/>
                    </a:cubicBezTo>
                    <a:close/>
                    <a:moveTo>
                      <a:pt x="129" y="265"/>
                    </a:moveTo>
                    <a:cubicBezTo>
                      <a:pt x="146" y="249"/>
                      <a:pt x="146" y="249"/>
                      <a:pt x="146" y="249"/>
                    </a:cubicBezTo>
                    <a:cubicBezTo>
                      <a:pt x="148" y="247"/>
                      <a:pt x="149" y="245"/>
                      <a:pt x="149" y="244"/>
                    </a:cubicBezTo>
                    <a:cubicBezTo>
                      <a:pt x="150" y="242"/>
                      <a:pt x="149" y="241"/>
                      <a:pt x="147" y="239"/>
                    </a:cubicBezTo>
                    <a:cubicBezTo>
                      <a:pt x="149" y="238"/>
                      <a:pt x="149" y="238"/>
                      <a:pt x="149" y="238"/>
                    </a:cubicBezTo>
                    <a:cubicBezTo>
                      <a:pt x="160" y="250"/>
                      <a:pt x="160" y="250"/>
                      <a:pt x="160" y="250"/>
                    </a:cubicBezTo>
                    <a:cubicBezTo>
                      <a:pt x="159" y="251"/>
                      <a:pt x="159" y="251"/>
                      <a:pt x="159" y="251"/>
                    </a:cubicBezTo>
                    <a:cubicBezTo>
                      <a:pt x="157" y="249"/>
                      <a:pt x="155" y="248"/>
                      <a:pt x="154" y="248"/>
                    </a:cubicBezTo>
                    <a:cubicBezTo>
                      <a:pt x="152" y="248"/>
                      <a:pt x="151" y="249"/>
                      <a:pt x="149" y="251"/>
                    </a:cubicBezTo>
                    <a:cubicBezTo>
                      <a:pt x="132" y="267"/>
                      <a:pt x="132" y="267"/>
                      <a:pt x="132" y="267"/>
                    </a:cubicBezTo>
                    <a:cubicBezTo>
                      <a:pt x="129" y="270"/>
                      <a:pt x="127" y="271"/>
                      <a:pt x="125" y="272"/>
                    </a:cubicBezTo>
                    <a:cubicBezTo>
                      <a:pt x="123" y="273"/>
                      <a:pt x="121" y="274"/>
                      <a:pt x="119" y="274"/>
                    </a:cubicBezTo>
                    <a:cubicBezTo>
                      <a:pt x="116" y="274"/>
                      <a:pt x="114" y="273"/>
                      <a:pt x="111" y="272"/>
                    </a:cubicBezTo>
                    <a:cubicBezTo>
                      <a:pt x="108" y="270"/>
                      <a:pt x="105" y="268"/>
                      <a:pt x="103" y="265"/>
                    </a:cubicBezTo>
                    <a:cubicBezTo>
                      <a:pt x="98" y="260"/>
                      <a:pt x="96" y="256"/>
                      <a:pt x="96" y="251"/>
                    </a:cubicBezTo>
                    <a:cubicBezTo>
                      <a:pt x="96" y="246"/>
                      <a:pt x="98" y="242"/>
                      <a:pt x="103" y="238"/>
                    </a:cubicBezTo>
                    <a:cubicBezTo>
                      <a:pt x="121" y="221"/>
                      <a:pt x="121" y="221"/>
                      <a:pt x="121" y="221"/>
                    </a:cubicBezTo>
                    <a:cubicBezTo>
                      <a:pt x="122" y="219"/>
                      <a:pt x="123" y="217"/>
                      <a:pt x="124" y="216"/>
                    </a:cubicBezTo>
                    <a:cubicBezTo>
                      <a:pt x="124" y="215"/>
                      <a:pt x="123" y="213"/>
                      <a:pt x="121" y="211"/>
                    </a:cubicBezTo>
                    <a:cubicBezTo>
                      <a:pt x="123" y="210"/>
                      <a:pt x="123" y="210"/>
                      <a:pt x="123" y="210"/>
                    </a:cubicBezTo>
                    <a:cubicBezTo>
                      <a:pt x="143" y="231"/>
                      <a:pt x="143" y="231"/>
                      <a:pt x="143" y="231"/>
                    </a:cubicBezTo>
                    <a:cubicBezTo>
                      <a:pt x="141" y="232"/>
                      <a:pt x="141" y="232"/>
                      <a:pt x="141" y="232"/>
                    </a:cubicBezTo>
                    <a:cubicBezTo>
                      <a:pt x="140" y="231"/>
                      <a:pt x="138" y="230"/>
                      <a:pt x="137" y="230"/>
                    </a:cubicBezTo>
                    <a:cubicBezTo>
                      <a:pt x="135" y="230"/>
                      <a:pt x="133" y="231"/>
                      <a:pt x="131" y="233"/>
                    </a:cubicBezTo>
                    <a:cubicBezTo>
                      <a:pt x="111" y="252"/>
                      <a:pt x="111" y="252"/>
                      <a:pt x="111" y="252"/>
                    </a:cubicBezTo>
                    <a:cubicBezTo>
                      <a:pt x="108" y="254"/>
                      <a:pt x="106" y="257"/>
                      <a:pt x="106" y="259"/>
                    </a:cubicBezTo>
                    <a:cubicBezTo>
                      <a:pt x="106" y="262"/>
                      <a:pt x="107" y="264"/>
                      <a:pt x="109" y="267"/>
                    </a:cubicBezTo>
                    <a:cubicBezTo>
                      <a:pt x="112" y="270"/>
                      <a:pt x="115" y="271"/>
                      <a:pt x="118" y="271"/>
                    </a:cubicBezTo>
                    <a:cubicBezTo>
                      <a:pt x="122" y="270"/>
                      <a:pt x="125" y="268"/>
                      <a:pt x="129" y="265"/>
                    </a:cubicBezTo>
                    <a:cubicBezTo>
                      <a:pt x="129" y="265"/>
                      <a:pt x="129" y="265"/>
                      <a:pt x="129" y="265"/>
                    </a:cubicBezTo>
                    <a:close/>
                    <a:moveTo>
                      <a:pt x="146" y="291"/>
                    </a:moveTo>
                    <a:cubicBezTo>
                      <a:pt x="153" y="287"/>
                      <a:pt x="153" y="287"/>
                      <a:pt x="153" y="287"/>
                    </a:cubicBezTo>
                    <a:cubicBezTo>
                      <a:pt x="164" y="295"/>
                      <a:pt x="164" y="295"/>
                      <a:pt x="164" y="295"/>
                    </a:cubicBezTo>
                    <a:cubicBezTo>
                      <a:pt x="161" y="304"/>
                      <a:pt x="161" y="304"/>
                      <a:pt x="161" y="304"/>
                    </a:cubicBezTo>
                    <a:cubicBezTo>
                      <a:pt x="161" y="305"/>
                      <a:pt x="161" y="305"/>
                      <a:pt x="160" y="305"/>
                    </a:cubicBezTo>
                    <a:cubicBezTo>
                      <a:pt x="160" y="306"/>
                      <a:pt x="160" y="306"/>
                      <a:pt x="160" y="306"/>
                    </a:cubicBezTo>
                    <a:cubicBezTo>
                      <a:pt x="159" y="307"/>
                      <a:pt x="158" y="308"/>
                      <a:pt x="158" y="308"/>
                    </a:cubicBezTo>
                    <a:cubicBezTo>
                      <a:pt x="157" y="307"/>
                      <a:pt x="155" y="307"/>
                      <a:pt x="153" y="305"/>
                    </a:cubicBezTo>
                    <a:cubicBezTo>
                      <a:pt x="152" y="307"/>
                      <a:pt x="152" y="307"/>
                      <a:pt x="152" y="307"/>
                    </a:cubicBezTo>
                    <a:cubicBezTo>
                      <a:pt x="174" y="322"/>
                      <a:pt x="174" y="322"/>
                      <a:pt x="174" y="322"/>
                    </a:cubicBezTo>
                    <a:cubicBezTo>
                      <a:pt x="175" y="321"/>
                      <a:pt x="175" y="321"/>
                      <a:pt x="175" y="321"/>
                    </a:cubicBezTo>
                    <a:cubicBezTo>
                      <a:pt x="174" y="320"/>
                      <a:pt x="174" y="320"/>
                      <a:pt x="173" y="319"/>
                    </a:cubicBezTo>
                    <a:cubicBezTo>
                      <a:pt x="173" y="318"/>
                      <a:pt x="173" y="316"/>
                      <a:pt x="174" y="315"/>
                    </a:cubicBezTo>
                    <a:cubicBezTo>
                      <a:pt x="186" y="268"/>
                      <a:pt x="186" y="268"/>
                      <a:pt x="186" y="268"/>
                    </a:cubicBezTo>
                    <a:cubicBezTo>
                      <a:pt x="181" y="264"/>
                      <a:pt x="181" y="264"/>
                      <a:pt x="181" y="264"/>
                    </a:cubicBezTo>
                    <a:cubicBezTo>
                      <a:pt x="141" y="290"/>
                      <a:pt x="141" y="290"/>
                      <a:pt x="141" y="290"/>
                    </a:cubicBezTo>
                    <a:cubicBezTo>
                      <a:pt x="139" y="291"/>
                      <a:pt x="138" y="291"/>
                      <a:pt x="137" y="292"/>
                    </a:cubicBezTo>
                    <a:cubicBezTo>
                      <a:pt x="135" y="292"/>
                      <a:pt x="134" y="291"/>
                      <a:pt x="133" y="291"/>
                    </a:cubicBezTo>
                    <a:cubicBezTo>
                      <a:pt x="132" y="292"/>
                      <a:pt x="132" y="292"/>
                      <a:pt x="132" y="292"/>
                    </a:cubicBezTo>
                    <a:cubicBezTo>
                      <a:pt x="145" y="301"/>
                      <a:pt x="145" y="301"/>
                      <a:pt x="145" y="301"/>
                    </a:cubicBezTo>
                    <a:cubicBezTo>
                      <a:pt x="146" y="300"/>
                      <a:pt x="146" y="300"/>
                      <a:pt x="146" y="300"/>
                    </a:cubicBezTo>
                    <a:cubicBezTo>
                      <a:pt x="145" y="299"/>
                      <a:pt x="145" y="299"/>
                      <a:pt x="145" y="299"/>
                    </a:cubicBezTo>
                    <a:cubicBezTo>
                      <a:pt x="144" y="298"/>
                      <a:pt x="143" y="297"/>
                      <a:pt x="143" y="296"/>
                    </a:cubicBezTo>
                    <a:cubicBezTo>
                      <a:pt x="142" y="295"/>
                      <a:pt x="143" y="294"/>
                      <a:pt x="143" y="293"/>
                    </a:cubicBezTo>
                    <a:cubicBezTo>
                      <a:pt x="144" y="293"/>
                      <a:pt x="144" y="293"/>
                      <a:pt x="144" y="292"/>
                    </a:cubicBezTo>
                    <a:cubicBezTo>
                      <a:pt x="145" y="292"/>
                      <a:pt x="145" y="292"/>
                      <a:pt x="146" y="291"/>
                    </a:cubicBezTo>
                    <a:cubicBezTo>
                      <a:pt x="146" y="291"/>
                      <a:pt x="146" y="291"/>
                      <a:pt x="146" y="291"/>
                    </a:cubicBezTo>
                    <a:close/>
                    <a:moveTo>
                      <a:pt x="156" y="285"/>
                    </a:moveTo>
                    <a:cubicBezTo>
                      <a:pt x="169" y="276"/>
                      <a:pt x="169" y="276"/>
                      <a:pt x="169" y="276"/>
                    </a:cubicBezTo>
                    <a:cubicBezTo>
                      <a:pt x="164" y="291"/>
                      <a:pt x="164" y="291"/>
                      <a:pt x="164" y="291"/>
                    </a:cubicBezTo>
                    <a:cubicBezTo>
                      <a:pt x="156" y="285"/>
                      <a:pt x="156" y="285"/>
                      <a:pt x="156" y="285"/>
                    </a:cubicBezTo>
                    <a:close/>
                    <a:moveTo>
                      <a:pt x="213" y="294"/>
                    </a:moveTo>
                    <a:cubicBezTo>
                      <a:pt x="214" y="292"/>
                      <a:pt x="214" y="290"/>
                      <a:pt x="214" y="288"/>
                    </a:cubicBezTo>
                    <a:cubicBezTo>
                      <a:pt x="213" y="287"/>
                      <a:pt x="212" y="286"/>
                      <a:pt x="210" y="285"/>
                    </a:cubicBezTo>
                    <a:cubicBezTo>
                      <a:pt x="211" y="283"/>
                      <a:pt x="211" y="283"/>
                      <a:pt x="211" y="283"/>
                    </a:cubicBezTo>
                    <a:cubicBezTo>
                      <a:pt x="230" y="292"/>
                      <a:pt x="230" y="292"/>
                      <a:pt x="230" y="292"/>
                    </a:cubicBezTo>
                    <a:cubicBezTo>
                      <a:pt x="239" y="329"/>
                      <a:pt x="239" y="329"/>
                      <a:pt x="239" y="329"/>
                    </a:cubicBezTo>
                    <a:cubicBezTo>
                      <a:pt x="248" y="311"/>
                      <a:pt x="248" y="311"/>
                      <a:pt x="248" y="311"/>
                    </a:cubicBezTo>
                    <a:cubicBezTo>
                      <a:pt x="249" y="308"/>
                      <a:pt x="250" y="306"/>
                      <a:pt x="249" y="305"/>
                    </a:cubicBezTo>
                    <a:cubicBezTo>
                      <a:pt x="249" y="304"/>
                      <a:pt x="248" y="302"/>
                      <a:pt x="245" y="301"/>
                    </a:cubicBezTo>
                    <a:cubicBezTo>
                      <a:pt x="246" y="299"/>
                      <a:pt x="246" y="299"/>
                      <a:pt x="246" y="299"/>
                    </a:cubicBezTo>
                    <a:cubicBezTo>
                      <a:pt x="261" y="306"/>
                      <a:pt x="261" y="306"/>
                      <a:pt x="261" y="306"/>
                    </a:cubicBezTo>
                    <a:cubicBezTo>
                      <a:pt x="260" y="308"/>
                      <a:pt x="260" y="308"/>
                      <a:pt x="260" y="308"/>
                    </a:cubicBezTo>
                    <a:cubicBezTo>
                      <a:pt x="258" y="307"/>
                      <a:pt x="256" y="307"/>
                      <a:pt x="255" y="308"/>
                    </a:cubicBezTo>
                    <a:cubicBezTo>
                      <a:pt x="254" y="308"/>
                      <a:pt x="252" y="310"/>
                      <a:pt x="251" y="312"/>
                    </a:cubicBezTo>
                    <a:cubicBezTo>
                      <a:pt x="234" y="350"/>
                      <a:pt x="234" y="350"/>
                      <a:pt x="234" y="350"/>
                    </a:cubicBezTo>
                    <a:cubicBezTo>
                      <a:pt x="228" y="348"/>
                      <a:pt x="228" y="348"/>
                      <a:pt x="228" y="348"/>
                    </a:cubicBezTo>
                    <a:cubicBezTo>
                      <a:pt x="215" y="297"/>
                      <a:pt x="215" y="297"/>
                      <a:pt x="215" y="297"/>
                    </a:cubicBezTo>
                    <a:cubicBezTo>
                      <a:pt x="202" y="325"/>
                      <a:pt x="202" y="325"/>
                      <a:pt x="202" y="325"/>
                    </a:cubicBezTo>
                    <a:cubicBezTo>
                      <a:pt x="201" y="328"/>
                      <a:pt x="200" y="330"/>
                      <a:pt x="201" y="331"/>
                    </a:cubicBezTo>
                    <a:cubicBezTo>
                      <a:pt x="201" y="332"/>
                      <a:pt x="203" y="334"/>
                      <a:pt x="205" y="335"/>
                    </a:cubicBezTo>
                    <a:cubicBezTo>
                      <a:pt x="204" y="337"/>
                      <a:pt x="204" y="337"/>
                      <a:pt x="204" y="337"/>
                    </a:cubicBezTo>
                    <a:cubicBezTo>
                      <a:pt x="189" y="329"/>
                      <a:pt x="189" y="329"/>
                      <a:pt x="189" y="329"/>
                    </a:cubicBezTo>
                    <a:cubicBezTo>
                      <a:pt x="190" y="328"/>
                      <a:pt x="190" y="328"/>
                      <a:pt x="190" y="328"/>
                    </a:cubicBezTo>
                    <a:cubicBezTo>
                      <a:pt x="192" y="329"/>
                      <a:pt x="194" y="329"/>
                      <a:pt x="195" y="328"/>
                    </a:cubicBezTo>
                    <a:cubicBezTo>
                      <a:pt x="196" y="328"/>
                      <a:pt x="198" y="326"/>
                      <a:pt x="199" y="324"/>
                    </a:cubicBezTo>
                    <a:cubicBezTo>
                      <a:pt x="213" y="294"/>
                      <a:pt x="213" y="294"/>
                      <a:pt x="213" y="294"/>
                    </a:cubicBezTo>
                    <a:close/>
                    <a:moveTo>
                      <a:pt x="340" y="352"/>
                    </a:moveTo>
                    <a:cubicBezTo>
                      <a:pt x="342" y="329"/>
                      <a:pt x="342" y="329"/>
                      <a:pt x="342" y="329"/>
                    </a:cubicBezTo>
                    <a:cubicBezTo>
                      <a:pt x="342" y="326"/>
                      <a:pt x="342" y="324"/>
                      <a:pt x="341" y="323"/>
                    </a:cubicBezTo>
                    <a:cubicBezTo>
                      <a:pt x="340" y="322"/>
                      <a:pt x="339" y="321"/>
                      <a:pt x="336" y="321"/>
                    </a:cubicBezTo>
                    <a:cubicBezTo>
                      <a:pt x="337" y="319"/>
                      <a:pt x="337" y="319"/>
                      <a:pt x="337" y="319"/>
                    </a:cubicBezTo>
                    <a:cubicBezTo>
                      <a:pt x="353" y="320"/>
                      <a:pt x="353" y="320"/>
                      <a:pt x="353" y="320"/>
                    </a:cubicBezTo>
                    <a:cubicBezTo>
                      <a:pt x="353" y="322"/>
                      <a:pt x="353" y="322"/>
                      <a:pt x="353" y="322"/>
                    </a:cubicBezTo>
                    <a:cubicBezTo>
                      <a:pt x="351" y="322"/>
                      <a:pt x="349" y="323"/>
                      <a:pt x="348" y="324"/>
                    </a:cubicBezTo>
                    <a:cubicBezTo>
                      <a:pt x="347" y="325"/>
                      <a:pt x="346" y="327"/>
                      <a:pt x="346" y="329"/>
                    </a:cubicBezTo>
                    <a:cubicBezTo>
                      <a:pt x="344" y="352"/>
                      <a:pt x="344" y="352"/>
                      <a:pt x="344" y="352"/>
                    </a:cubicBezTo>
                    <a:cubicBezTo>
                      <a:pt x="343" y="356"/>
                      <a:pt x="343" y="359"/>
                      <a:pt x="342" y="361"/>
                    </a:cubicBezTo>
                    <a:cubicBezTo>
                      <a:pt x="341" y="363"/>
                      <a:pt x="340" y="364"/>
                      <a:pt x="339" y="366"/>
                    </a:cubicBezTo>
                    <a:cubicBezTo>
                      <a:pt x="337" y="368"/>
                      <a:pt x="334" y="369"/>
                      <a:pt x="331" y="370"/>
                    </a:cubicBezTo>
                    <a:cubicBezTo>
                      <a:pt x="328" y="371"/>
                      <a:pt x="325" y="371"/>
                      <a:pt x="321" y="371"/>
                    </a:cubicBezTo>
                    <a:cubicBezTo>
                      <a:pt x="314" y="370"/>
                      <a:pt x="309" y="368"/>
                      <a:pt x="306" y="365"/>
                    </a:cubicBezTo>
                    <a:cubicBezTo>
                      <a:pt x="303" y="361"/>
                      <a:pt x="302" y="356"/>
                      <a:pt x="302" y="350"/>
                    </a:cubicBezTo>
                    <a:cubicBezTo>
                      <a:pt x="304" y="326"/>
                      <a:pt x="304" y="326"/>
                      <a:pt x="304" y="326"/>
                    </a:cubicBezTo>
                    <a:cubicBezTo>
                      <a:pt x="305" y="323"/>
                      <a:pt x="304" y="321"/>
                      <a:pt x="303" y="320"/>
                    </a:cubicBezTo>
                    <a:cubicBezTo>
                      <a:pt x="303" y="319"/>
                      <a:pt x="301" y="318"/>
                      <a:pt x="299" y="318"/>
                    </a:cubicBezTo>
                    <a:cubicBezTo>
                      <a:pt x="299" y="316"/>
                      <a:pt x="299" y="316"/>
                      <a:pt x="299" y="316"/>
                    </a:cubicBezTo>
                    <a:cubicBezTo>
                      <a:pt x="328" y="318"/>
                      <a:pt x="328" y="318"/>
                      <a:pt x="328" y="318"/>
                    </a:cubicBezTo>
                    <a:cubicBezTo>
                      <a:pt x="328" y="320"/>
                      <a:pt x="328" y="320"/>
                      <a:pt x="328" y="320"/>
                    </a:cubicBezTo>
                    <a:cubicBezTo>
                      <a:pt x="325" y="320"/>
                      <a:pt x="323" y="321"/>
                      <a:pt x="322" y="322"/>
                    </a:cubicBezTo>
                    <a:cubicBezTo>
                      <a:pt x="321" y="323"/>
                      <a:pt x="321" y="324"/>
                      <a:pt x="320" y="327"/>
                    </a:cubicBezTo>
                    <a:cubicBezTo>
                      <a:pt x="318" y="355"/>
                      <a:pt x="318" y="355"/>
                      <a:pt x="318" y="355"/>
                    </a:cubicBezTo>
                    <a:cubicBezTo>
                      <a:pt x="318" y="359"/>
                      <a:pt x="318" y="362"/>
                      <a:pt x="320" y="364"/>
                    </a:cubicBezTo>
                    <a:cubicBezTo>
                      <a:pt x="321" y="366"/>
                      <a:pt x="323" y="367"/>
                      <a:pt x="327" y="367"/>
                    </a:cubicBezTo>
                    <a:cubicBezTo>
                      <a:pt x="331" y="367"/>
                      <a:pt x="334" y="366"/>
                      <a:pt x="336" y="364"/>
                    </a:cubicBezTo>
                    <a:cubicBezTo>
                      <a:pt x="338" y="361"/>
                      <a:pt x="340" y="358"/>
                      <a:pt x="340" y="352"/>
                    </a:cubicBezTo>
                    <a:cubicBezTo>
                      <a:pt x="340" y="352"/>
                      <a:pt x="340" y="352"/>
                      <a:pt x="340" y="352"/>
                    </a:cubicBezTo>
                    <a:close/>
                    <a:moveTo>
                      <a:pt x="368" y="329"/>
                    </a:moveTo>
                    <a:cubicBezTo>
                      <a:pt x="368" y="327"/>
                      <a:pt x="367" y="325"/>
                      <a:pt x="366" y="324"/>
                    </a:cubicBezTo>
                    <a:cubicBezTo>
                      <a:pt x="365" y="323"/>
                      <a:pt x="363" y="323"/>
                      <a:pt x="361" y="323"/>
                    </a:cubicBezTo>
                    <a:cubicBezTo>
                      <a:pt x="360" y="321"/>
                      <a:pt x="360" y="321"/>
                      <a:pt x="360" y="321"/>
                    </a:cubicBezTo>
                    <a:cubicBezTo>
                      <a:pt x="382" y="318"/>
                      <a:pt x="382" y="318"/>
                      <a:pt x="382" y="318"/>
                    </a:cubicBezTo>
                    <a:cubicBezTo>
                      <a:pt x="410" y="344"/>
                      <a:pt x="410" y="344"/>
                      <a:pt x="410" y="344"/>
                    </a:cubicBezTo>
                    <a:cubicBezTo>
                      <a:pt x="407" y="324"/>
                      <a:pt x="407" y="324"/>
                      <a:pt x="407" y="324"/>
                    </a:cubicBezTo>
                    <a:cubicBezTo>
                      <a:pt x="407" y="321"/>
                      <a:pt x="406" y="320"/>
                      <a:pt x="405" y="319"/>
                    </a:cubicBezTo>
                    <a:cubicBezTo>
                      <a:pt x="404" y="318"/>
                      <a:pt x="402" y="317"/>
                      <a:pt x="400" y="317"/>
                    </a:cubicBezTo>
                    <a:cubicBezTo>
                      <a:pt x="399" y="316"/>
                      <a:pt x="399" y="316"/>
                      <a:pt x="399" y="316"/>
                    </a:cubicBezTo>
                    <a:cubicBezTo>
                      <a:pt x="416" y="313"/>
                      <a:pt x="416" y="313"/>
                      <a:pt x="416" y="313"/>
                    </a:cubicBezTo>
                    <a:cubicBezTo>
                      <a:pt x="416" y="315"/>
                      <a:pt x="416" y="315"/>
                      <a:pt x="416" y="315"/>
                    </a:cubicBezTo>
                    <a:cubicBezTo>
                      <a:pt x="414" y="316"/>
                      <a:pt x="412" y="316"/>
                      <a:pt x="411" y="318"/>
                    </a:cubicBezTo>
                    <a:cubicBezTo>
                      <a:pt x="410" y="319"/>
                      <a:pt x="410" y="321"/>
                      <a:pt x="411" y="323"/>
                    </a:cubicBezTo>
                    <a:cubicBezTo>
                      <a:pt x="416" y="365"/>
                      <a:pt x="416" y="365"/>
                      <a:pt x="416" y="365"/>
                    </a:cubicBezTo>
                    <a:cubicBezTo>
                      <a:pt x="411" y="366"/>
                      <a:pt x="411" y="366"/>
                      <a:pt x="411" y="366"/>
                    </a:cubicBezTo>
                    <a:cubicBezTo>
                      <a:pt x="372" y="330"/>
                      <a:pt x="372" y="330"/>
                      <a:pt x="372" y="330"/>
                    </a:cubicBezTo>
                    <a:cubicBezTo>
                      <a:pt x="376" y="361"/>
                      <a:pt x="376" y="361"/>
                      <a:pt x="376" y="361"/>
                    </a:cubicBezTo>
                    <a:cubicBezTo>
                      <a:pt x="377" y="364"/>
                      <a:pt x="377" y="366"/>
                      <a:pt x="379" y="367"/>
                    </a:cubicBezTo>
                    <a:cubicBezTo>
                      <a:pt x="380" y="368"/>
                      <a:pt x="381" y="368"/>
                      <a:pt x="384" y="368"/>
                    </a:cubicBezTo>
                    <a:cubicBezTo>
                      <a:pt x="384" y="370"/>
                      <a:pt x="384" y="370"/>
                      <a:pt x="384" y="370"/>
                    </a:cubicBezTo>
                    <a:cubicBezTo>
                      <a:pt x="368" y="372"/>
                      <a:pt x="368" y="372"/>
                      <a:pt x="368" y="372"/>
                    </a:cubicBezTo>
                    <a:cubicBezTo>
                      <a:pt x="367" y="370"/>
                      <a:pt x="367" y="370"/>
                      <a:pt x="367" y="370"/>
                    </a:cubicBezTo>
                    <a:cubicBezTo>
                      <a:pt x="370" y="370"/>
                      <a:pt x="371" y="369"/>
                      <a:pt x="372" y="368"/>
                    </a:cubicBezTo>
                    <a:cubicBezTo>
                      <a:pt x="373" y="366"/>
                      <a:pt x="373" y="364"/>
                      <a:pt x="373" y="362"/>
                    </a:cubicBezTo>
                    <a:cubicBezTo>
                      <a:pt x="368" y="329"/>
                      <a:pt x="368" y="329"/>
                      <a:pt x="368" y="329"/>
                    </a:cubicBezTo>
                    <a:close/>
                    <a:moveTo>
                      <a:pt x="461" y="345"/>
                    </a:moveTo>
                    <a:cubicBezTo>
                      <a:pt x="462" y="348"/>
                      <a:pt x="463" y="349"/>
                      <a:pt x="464" y="350"/>
                    </a:cubicBezTo>
                    <a:cubicBezTo>
                      <a:pt x="465" y="351"/>
                      <a:pt x="467" y="351"/>
                      <a:pt x="469" y="351"/>
                    </a:cubicBezTo>
                    <a:cubicBezTo>
                      <a:pt x="470" y="352"/>
                      <a:pt x="470" y="352"/>
                      <a:pt x="470" y="352"/>
                    </a:cubicBezTo>
                    <a:cubicBezTo>
                      <a:pt x="442" y="360"/>
                      <a:pt x="442" y="360"/>
                      <a:pt x="442" y="360"/>
                    </a:cubicBezTo>
                    <a:cubicBezTo>
                      <a:pt x="441" y="359"/>
                      <a:pt x="441" y="359"/>
                      <a:pt x="441" y="359"/>
                    </a:cubicBezTo>
                    <a:cubicBezTo>
                      <a:pt x="444" y="358"/>
                      <a:pt x="445" y="357"/>
                      <a:pt x="446" y="355"/>
                    </a:cubicBezTo>
                    <a:cubicBezTo>
                      <a:pt x="446" y="354"/>
                      <a:pt x="446" y="352"/>
                      <a:pt x="446" y="350"/>
                    </a:cubicBezTo>
                    <a:cubicBezTo>
                      <a:pt x="436" y="318"/>
                      <a:pt x="436" y="318"/>
                      <a:pt x="436" y="318"/>
                    </a:cubicBezTo>
                    <a:cubicBezTo>
                      <a:pt x="436" y="316"/>
                      <a:pt x="435" y="314"/>
                      <a:pt x="433" y="313"/>
                    </a:cubicBezTo>
                    <a:cubicBezTo>
                      <a:pt x="432" y="312"/>
                      <a:pt x="430" y="312"/>
                      <a:pt x="428" y="313"/>
                    </a:cubicBezTo>
                    <a:cubicBezTo>
                      <a:pt x="428" y="311"/>
                      <a:pt x="428" y="311"/>
                      <a:pt x="428" y="311"/>
                    </a:cubicBezTo>
                    <a:cubicBezTo>
                      <a:pt x="456" y="303"/>
                      <a:pt x="456" y="303"/>
                      <a:pt x="456" y="303"/>
                    </a:cubicBezTo>
                    <a:cubicBezTo>
                      <a:pt x="456" y="305"/>
                      <a:pt x="456" y="305"/>
                      <a:pt x="456" y="305"/>
                    </a:cubicBezTo>
                    <a:cubicBezTo>
                      <a:pt x="454" y="306"/>
                      <a:pt x="452" y="307"/>
                      <a:pt x="452" y="308"/>
                    </a:cubicBezTo>
                    <a:cubicBezTo>
                      <a:pt x="451" y="309"/>
                      <a:pt x="451" y="311"/>
                      <a:pt x="452" y="314"/>
                    </a:cubicBezTo>
                    <a:cubicBezTo>
                      <a:pt x="461" y="345"/>
                      <a:pt x="461" y="345"/>
                      <a:pt x="461" y="345"/>
                    </a:cubicBezTo>
                    <a:close/>
                    <a:moveTo>
                      <a:pt x="508" y="337"/>
                    </a:moveTo>
                    <a:cubicBezTo>
                      <a:pt x="511" y="336"/>
                      <a:pt x="511" y="336"/>
                      <a:pt x="511" y="336"/>
                    </a:cubicBezTo>
                    <a:cubicBezTo>
                      <a:pt x="507" y="287"/>
                      <a:pt x="507" y="287"/>
                      <a:pt x="507" y="287"/>
                    </a:cubicBezTo>
                    <a:cubicBezTo>
                      <a:pt x="507" y="285"/>
                      <a:pt x="507" y="284"/>
                      <a:pt x="507" y="282"/>
                    </a:cubicBezTo>
                    <a:cubicBezTo>
                      <a:pt x="508" y="281"/>
                      <a:pt x="509" y="280"/>
                      <a:pt x="510" y="279"/>
                    </a:cubicBezTo>
                    <a:cubicBezTo>
                      <a:pt x="509" y="277"/>
                      <a:pt x="509" y="277"/>
                      <a:pt x="509" y="277"/>
                    </a:cubicBezTo>
                    <a:cubicBezTo>
                      <a:pt x="495" y="285"/>
                      <a:pt x="495" y="285"/>
                      <a:pt x="495" y="285"/>
                    </a:cubicBezTo>
                    <a:cubicBezTo>
                      <a:pt x="496" y="286"/>
                      <a:pt x="496" y="286"/>
                      <a:pt x="496" y="286"/>
                    </a:cubicBezTo>
                    <a:cubicBezTo>
                      <a:pt x="498" y="286"/>
                      <a:pt x="499" y="285"/>
                      <a:pt x="500" y="285"/>
                    </a:cubicBezTo>
                    <a:cubicBezTo>
                      <a:pt x="501" y="285"/>
                      <a:pt x="502" y="286"/>
                      <a:pt x="503" y="287"/>
                    </a:cubicBezTo>
                    <a:cubicBezTo>
                      <a:pt x="503" y="287"/>
                      <a:pt x="503" y="287"/>
                      <a:pt x="503" y="288"/>
                    </a:cubicBezTo>
                    <a:cubicBezTo>
                      <a:pt x="503" y="288"/>
                      <a:pt x="503" y="289"/>
                      <a:pt x="503" y="290"/>
                    </a:cubicBezTo>
                    <a:cubicBezTo>
                      <a:pt x="506" y="316"/>
                      <a:pt x="506" y="316"/>
                      <a:pt x="506" y="316"/>
                    </a:cubicBezTo>
                    <a:cubicBezTo>
                      <a:pt x="485" y="298"/>
                      <a:pt x="485" y="298"/>
                      <a:pt x="485" y="298"/>
                    </a:cubicBezTo>
                    <a:cubicBezTo>
                      <a:pt x="484" y="297"/>
                      <a:pt x="484" y="297"/>
                      <a:pt x="484" y="297"/>
                    </a:cubicBezTo>
                    <a:cubicBezTo>
                      <a:pt x="484" y="297"/>
                      <a:pt x="484" y="296"/>
                      <a:pt x="483" y="296"/>
                    </a:cubicBezTo>
                    <a:cubicBezTo>
                      <a:pt x="483" y="295"/>
                      <a:pt x="483" y="295"/>
                      <a:pt x="483" y="294"/>
                    </a:cubicBezTo>
                    <a:cubicBezTo>
                      <a:pt x="484" y="293"/>
                      <a:pt x="485" y="292"/>
                      <a:pt x="486" y="292"/>
                    </a:cubicBezTo>
                    <a:cubicBezTo>
                      <a:pt x="486" y="291"/>
                      <a:pt x="486" y="291"/>
                      <a:pt x="486" y="291"/>
                    </a:cubicBezTo>
                    <a:cubicBezTo>
                      <a:pt x="486" y="290"/>
                      <a:pt x="486" y="290"/>
                      <a:pt x="486" y="290"/>
                    </a:cubicBezTo>
                    <a:cubicBezTo>
                      <a:pt x="462" y="302"/>
                      <a:pt x="462" y="302"/>
                      <a:pt x="462" y="302"/>
                    </a:cubicBezTo>
                    <a:cubicBezTo>
                      <a:pt x="463" y="304"/>
                      <a:pt x="463" y="304"/>
                      <a:pt x="463" y="304"/>
                    </a:cubicBezTo>
                    <a:cubicBezTo>
                      <a:pt x="464" y="303"/>
                      <a:pt x="465" y="303"/>
                      <a:pt x="467" y="303"/>
                    </a:cubicBezTo>
                    <a:cubicBezTo>
                      <a:pt x="468" y="304"/>
                      <a:pt x="469" y="305"/>
                      <a:pt x="471" y="306"/>
                    </a:cubicBezTo>
                    <a:cubicBezTo>
                      <a:pt x="508" y="337"/>
                      <a:pt x="508" y="337"/>
                      <a:pt x="508" y="337"/>
                    </a:cubicBezTo>
                    <a:close/>
                    <a:moveTo>
                      <a:pt x="547" y="316"/>
                    </a:moveTo>
                    <a:cubicBezTo>
                      <a:pt x="546" y="315"/>
                      <a:pt x="546" y="315"/>
                      <a:pt x="546" y="315"/>
                    </a:cubicBezTo>
                    <a:cubicBezTo>
                      <a:pt x="548" y="313"/>
                      <a:pt x="549" y="311"/>
                      <a:pt x="549" y="310"/>
                    </a:cubicBezTo>
                    <a:cubicBezTo>
                      <a:pt x="549" y="308"/>
                      <a:pt x="548" y="307"/>
                      <a:pt x="547" y="305"/>
                    </a:cubicBezTo>
                    <a:cubicBezTo>
                      <a:pt x="526" y="279"/>
                      <a:pt x="526" y="279"/>
                      <a:pt x="526" y="279"/>
                    </a:cubicBezTo>
                    <a:cubicBezTo>
                      <a:pt x="524" y="277"/>
                      <a:pt x="523" y="276"/>
                      <a:pt x="521" y="276"/>
                    </a:cubicBezTo>
                    <a:cubicBezTo>
                      <a:pt x="520" y="275"/>
                      <a:pt x="518" y="276"/>
                      <a:pt x="516" y="277"/>
                    </a:cubicBezTo>
                    <a:cubicBezTo>
                      <a:pt x="515" y="276"/>
                      <a:pt x="515" y="276"/>
                      <a:pt x="515" y="276"/>
                    </a:cubicBezTo>
                    <a:cubicBezTo>
                      <a:pt x="550" y="248"/>
                      <a:pt x="550" y="248"/>
                      <a:pt x="550" y="248"/>
                    </a:cubicBezTo>
                    <a:cubicBezTo>
                      <a:pt x="559" y="258"/>
                      <a:pt x="559" y="258"/>
                      <a:pt x="559" y="258"/>
                    </a:cubicBezTo>
                    <a:cubicBezTo>
                      <a:pt x="558" y="260"/>
                      <a:pt x="558" y="260"/>
                      <a:pt x="558" y="260"/>
                    </a:cubicBezTo>
                    <a:cubicBezTo>
                      <a:pt x="555" y="257"/>
                      <a:pt x="552" y="256"/>
                      <a:pt x="549" y="256"/>
                    </a:cubicBezTo>
                    <a:cubicBezTo>
                      <a:pt x="547" y="255"/>
                      <a:pt x="544" y="257"/>
                      <a:pt x="540" y="260"/>
                    </a:cubicBezTo>
                    <a:cubicBezTo>
                      <a:pt x="535" y="264"/>
                      <a:pt x="535" y="264"/>
                      <a:pt x="535" y="264"/>
                    </a:cubicBezTo>
                    <a:cubicBezTo>
                      <a:pt x="547" y="280"/>
                      <a:pt x="547" y="280"/>
                      <a:pt x="547" y="280"/>
                    </a:cubicBezTo>
                    <a:cubicBezTo>
                      <a:pt x="548" y="279"/>
                      <a:pt x="548" y="279"/>
                      <a:pt x="548" y="279"/>
                    </a:cubicBezTo>
                    <a:cubicBezTo>
                      <a:pt x="550" y="278"/>
                      <a:pt x="551" y="276"/>
                      <a:pt x="551" y="274"/>
                    </a:cubicBezTo>
                    <a:cubicBezTo>
                      <a:pt x="551" y="271"/>
                      <a:pt x="550" y="269"/>
                      <a:pt x="548" y="266"/>
                    </a:cubicBezTo>
                    <a:cubicBezTo>
                      <a:pt x="550" y="264"/>
                      <a:pt x="550" y="264"/>
                      <a:pt x="550" y="264"/>
                    </a:cubicBezTo>
                    <a:cubicBezTo>
                      <a:pt x="565" y="284"/>
                      <a:pt x="565" y="284"/>
                      <a:pt x="565" y="284"/>
                    </a:cubicBezTo>
                    <a:cubicBezTo>
                      <a:pt x="564" y="285"/>
                      <a:pt x="564" y="285"/>
                      <a:pt x="564" y="285"/>
                    </a:cubicBezTo>
                    <a:cubicBezTo>
                      <a:pt x="561" y="282"/>
                      <a:pt x="559" y="280"/>
                      <a:pt x="557" y="280"/>
                    </a:cubicBezTo>
                    <a:cubicBezTo>
                      <a:pt x="554" y="280"/>
                      <a:pt x="552" y="280"/>
                      <a:pt x="550" y="282"/>
                    </a:cubicBezTo>
                    <a:cubicBezTo>
                      <a:pt x="550" y="283"/>
                      <a:pt x="550" y="283"/>
                      <a:pt x="550" y="283"/>
                    </a:cubicBezTo>
                    <a:cubicBezTo>
                      <a:pt x="560" y="295"/>
                      <a:pt x="560" y="295"/>
                      <a:pt x="560" y="295"/>
                    </a:cubicBezTo>
                    <a:cubicBezTo>
                      <a:pt x="561" y="297"/>
                      <a:pt x="562" y="298"/>
                      <a:pt x="563" y="298"/>
                    </a:cubicBezTo>
                    <a:cubicBezTo>
                      <a:pt x="564" y="298"/>
                      <a:pt x="566" y="297"/>
                      <a:pt x="568" y="295"/>
                    </a:cubicBezTo>
                    <a:cubicBezTo>
                      <a:pt x="572" y="292"/>
                      <a:pt x="574" y="289"/>
                      <a:pt x="575" y="286"/>
                    </a:cubicBezTo>
                    <a:cubicBezTo>
                      <a:pt x="576" y="282"/>
                      <a:pt x="575" y="279"/>
                      <a:pt x="573" y="274"/>
                    </a:cubicBezTo>
                    <a:cubicBezTo>
                      <a:pt x="575" y="273"/>
                      <a:pt x="575" y="273"/>
                      <a:pt x="575" y="273"/>
                    </a:cubicBezTo>
                    <a:cubicBezTo>
                      <a:pt x="583" y="287"/>
                      <a:pt x="583" y="287"/>
                      <a:pt x="583" y="287"/>
                    </a:cubicBezTo>
                    <a:cubicBezTo>
                      <a:pt x="547" y="316"/>
                      <a:pt x="547" y="316"/>
                      <a:pt x="547" y="316"/>
                    </a:cubicBezTo>
                    <a:close/>
                    <a:moveTo>
                      <a:pt x="595" y="239"/>
                    </a:moveTo>
                    <a:cubicBezTo>
                      <a:pt x="596" y="238"/>
                      <a:pt x="596" y="238"/>
                      <a:pt x="596" y="238"/>
                    </a:cubicBezTo>
                    <a:cubicBezTo>
                      <a:pt x="598" y="236"/>
                      <a:pt x="599" y="233"/>
                      <a:pt x="599" y="231"/>
                    </a:cubicBezTo>
                    <a:cubicBezTo>
                      <a:pt x="598" y="229"/>
                      <a:pt x="597" y="226"/>
                      <a:pt x="594" y="224"/>
                    </a:cubicBezTo>
                    <a:cubicBezTo>
                      <a:pt x="591" y="221"/>
                      <a:pt x="588" y="220"/>
                      <a:pt x="586" y="220"/>
                    </a:cubicBezTo>
                    <a:cubicBezTo>
                      <a:pt x="583" y="220"/>
                      <a:pt x="581" y="222"/>
                      <a:pt x="579" y="225"/>
                    </a:cubicBezTo>
                    <a:cubicBezTo>
                      <a:pt x="595" y="239"/>
                      <a:pt x="595" y="239"/>
                      <a:pt x="595" y="239"/>
                    </a:cubicBezTo>
                    <a:close/>
                    <a:moveTo>
                      <a:pt x="609" y="250"/>
                    </a:moveTo>
                    <a:cubicBezTo>
                      <a:pt x="598" y="241"/>
                      <a:pt x="598" y="241"/>
                      <a:pt x="598" y="241"/>
                    </a:cubicBezTo>
                    <a:cubicBezTo>
                      <a:pt x="599" y="240"/>
                      <a:pt x="599" y="240"/>
                      <a:pt x="599" y="240"/>
                    </a:cubicBezTo>
                    <a:cubicBezTo>
                      <a:pt x="625" y="245"/>
                      <a:pt x="625" y="245"/>
                      <a:pt x="625" y="245"/>
                    </a:cubicBezTo>
                    <a:cubicBezTo>
                      <a:pt x="637" y="230"/>
                      <a:pt x="637" y="230"/>
                      <a:pt x="637" y="230"/>
                    </a:cubicBezTo>
                    <a:cubicBezTo>
                      <a:pt x="636" y="229"/>
                      <a:pt x="636" y="229"/>
                      <a:pt x="636" y="229"/>
                    </a:cubicBezTo>
                    <a:cubicBezTo>
                      <a:pt x="635" y="230"/>
                      <a:pt x="634" y="231"/>
                      <a:pt x="633" y="231"/>
                    </a:cubicBezTo>
                    <a:cubicBezTo>
                      <a:pt x="632" y="231"/>
                      <a:pt x="630" y="231"/>
                      <a:pt x="628" y="231"/>
                    </a:cubicBezTo>
                    <a:cubicBezTo>
                      <a:pt x="608" y="227"/>
                      <a:pt x="608" y="227"/>
                      <a:pt x="608" y="227"/>
                    </a:cubicBezTo>
                    <a:cubicBezTo>
                      <a:pt x="609" y="224"/>
                      <a:pt x="609" y="221"/>
                      <a:pt x="609" y="218"/>
                    </a:cubicBezTo>
                    <a:cubicBezTo>
                      <a:pt x="608" y="215"/>
                      <a:pt x="607" y="213"/>
                      <a:pt x="604" y="211"/>
                    </a:cubicBezTo>
                    <a:cubicBezTo>
                      <a:pt x="601" y="208"/>
                      <a:pt x="597" y="207"/>
                      <a:pt x="593" y="209"/>
                    </a:cubicBezTo>
                    <a:cubicBezTo>
                      <a:pt x="589" y="210"/>
                      <a:pt x="585" y="213"/>
                      <a:pt x="580" y="218"/>
                    </a:cubicBezTo>
                    <a:cubicBezTo>
                      <a:pt x="562" y="240"/>
                      <a:pt x="562" y="240"/>
                      <a:pt x="562" y="240"/>
                    </a:cubicBezTo>
                    <a:cubicBezTo>
                      <a:pt x="563" y="241"/>
                      <a:pt x="563" y="241"/>
                      <a:pt x="563" y="241"/>
                    </a:cubicBezTo>
                    <a:cubicBezTo>
                      <a:pt x="565" y="240"/>
                      <a:pt x="567" y="239"/>
                      <a:pt x="568" y="239"/>
                    </a:cubicBezTo>
                    <a:cubicBezTo>
                      <a:pt x="569" y="239"/>
                      <a:pt x="571" y="239"/>
                      <a:pt x="573" y="241"/>
                    </a:cubicBezTo>
                    <a:cubicBezTo>
                      <a:pt x="598" y="262"/>
                      <a:pt x="598" y="262"/>
                      <a:pt x="598" y="262"/>
                    </a:cubicBezTo>
                    <a:cubicBezTo>
                      <a:pt x="600" y="264"/>
                      <a:pt x="602" y="266"/>
                      <a:pt x="602" y="267"/>
                    </a:cubicBezTo>
                    <a:cubicBezTo>
                      <a:pt x="602" y="269"/>
                      <a:pt x="601" y="270"/>
                      <a:pt x="600" y="272"/>
                    </a:cubicBezTo>
                    <a:cubicBezTo>
                      <a:pt x="601" y="273"/>
                      <a:pt x="601" y="273"/>
                      <a:pt x="601" y="273"/>
                    </a:cubicBezTo>
                    <a:cubicBezTo>
                      <a:pt x="620" y="251"/>
                      <a:pt x="620" y="251"/>
                      <a:pt x="620" y="251"/>
                    </a:cubicBezTo>
                    <a:cubicBezTo>
                      <a:pt x="619" y="249"/>
                      <a:pt x="619" y="249"/>
                      <a:pt x="619" y="249"/>
                    </a:cubicBezTo>
                    <a:cubicBezTo>
                      <a:pt x="617" y="251"/>
                      <a:pt x="616" y="252"/>
                      <a:pt x="614" y="252"/>
                    </a:cubicBezTo>
                    <a:cubicBezTo>
                      <a:pt x="613" y="253"/>
                      <a:pt x="611" y="252"/>
                      <a:pt x="609" y="250"/>
                    </a:cubicBezTo>
                    <a:cubicBezTo>
                      <a:pt x="609" y="250"/>
                      <a:pt x="609" y="250"/>
                      <a:pt x="609" y="250"/>
                    </a:cubicBezTo>
                    <a:close/>
                    <a:moveTo>
                      <a:pt x="651" y="215"/>
                    </a:moveTo>
                    <a:cubicBezTo>
                      <a:pt x="634" y="206"/>
                      <a:pt x="634" y="206"/>
                      <a:pt x="634" y="206"/>
                    </a:cubicBezTo>
                    <a:cubicBezTo>
                      <a:pt x="635" y="204"/>
                      <a:pt x="635" y="204"/>
                      <a:pt x="635" y="204"/>
                    </a:cubicBezTo>
                    <a:cubicBezTo>
                      <a:pt x="639" y="206"/>
                      <a:pt x="643" y="206"/>
                      <a:pt x="648" y="205"/>
                    </a:cubicBezTo>
                    <a:cubicBezTo>
                      <a:pt x="652" y="203"/>
                      <a:pt x="655" y="200"/>
                      <a:pt x="657" y="196"/>
                    </a:cubicBezTo>
                    <a:cubicBezTo>
                      <a:pt x="659" y="194"/>
                      <a:pt x="659" y="191"/>
                      <a:pt x="659" y="189"/>
                    </a:cubicBezTo>
                    <a:cubicBezTo>
                      <a:pt x="659" y="187"/>
                      <a:pt x="658" y="185"/>
                      <a:pt x="656" y="184"/>
                    </a:cubicBezTo>
                    <a:cubicBezTo>
                      <a:pt x="653" y="183"/>
                      <a:pt x="648" y="185"/>
                      <a:pt x="641" y="190"/>
                    </a:cubicBezTo>
                    <a:cubicBezTo>
                      <a:pt x="640" y="190"/>
                      <a:pt x="640" y="190"/>
                      <a:pt x="640" y="190"/>
                    </a:cubicBezTo>
                    <a:cubicBezTo>
                      <a:pt x="640" y="191"/>
                      <a:pt x="639" y="191"/>
                      <a:pt x="638" y="192"/>
                    </a:cubicBezTo>
                    <a:cubicBezTo>
                      <a:pt x="633" y="196"/>
                      <a:pt x="629" y="198"/>
                      <a:pt x="626" y="198"/>
                    </a:cubicBezTo>
                    <a:cubicBezTo>
                      <a:pt x="625" y="199"/>
                      <a:pt x="623" y="199"/>
                      <a:pt x="622" y="198"/>
                    </a:cubicBezTo>
                    <a:cubicBezTo>
                      <a:pt x="620" y="198"/>
                      <a:pt x="619" y="198"/>
                      <a:pt x="618" y="197"/>
                    </a:cubicBezTo>
                    <a:cubicBezTo>
                      <a:pt x="614" y="195"/>
                      <a:pt x="611" y="191"/>
                      <a:pt x="610" y="186"/>
                    </a:cubicBezTo>
                    <a:cubicBezTo>
                      <a:pt x="609" y="182"/>
                      <a:pt x="610" y="177"/>
                      <a:pt x="613" y="172"/>
                    </a:cubicBezTo>
                    <a:cubicBezTo>
                      <a:pt x="614" y="169"/>
                      <a:pt x="616" y="167"/>
                      <a:pt x="619" y="165"/>
                    </a:cubicBezTo>
                    <a:cubicBezTo>
                      <a:pt x="622" y="162"/>
                      <a:pt x="623" y="161"/>
                      <a:pt x="623" y="161"/>
                    </a:cubicBezTo>
                    <a:cubicBezTo>
                      <a:pt x="624" y="160"/>
                      <a:pt x="624" y="159"/>
                      <a:pt x="623" y="159"/>
                    </a:cubicBezTo>
                    <a:cubicBezTo>
                      <a:pt x="623" y="158"/>
                      <a:pt x="622" y="158"/>
                      <a:pt x="621" y="157"/>
                    </a:cubicBezTo>
                    <a:cubicBezTo>
                      <a:pt x="622" y="155"/>
                      <a:pt x="622" y="155"/>
                      <a:pt x="622" y="155"/>
                    </a:cubicBezTo>
                    <a:cubicBezTo>
                      <a:pt x="637" y="163"/>
                      <a:pt x="637" y="163"/>
                      <a:pt x="637" y="163"/>
                    </a:cubicBezTo>
                    <a:cubicBezTo>
                      <a:pt x="636" y="165"/>
                      <a:pt x="636" y="165"/>
                      <a:pt x="636" y="165"/>
                    </a:cubicBezTo>
                    <a:cubicBezTo>
                      <a:pt x="632" y="163"/>
                      <a:pt x="628" y="163"/>
                      <a:pt x="625" y="165"/>
                    </a:cubicBezTo>
                    <a:cubicBezTo>
                      <a:pt x="621" y="166"/>
                      <a:pt x="618" y="169"/>
                      <a:pt x="616" y="173"/>
                    </a:cubicBezTo>
                    <a:cubicBezTo>
                      <a:pt x="615" y="175"/>
                      <a:pt x="615" y="177"/>
                      <a:pt x="615" y="179"/>
                    </a:cubicBezTo>
                    <a:cubicBezTo>
                      <a:pt x="615" y="181"/>
                      <a:pt x="616" y="182"/>
                      <a:pt x="618" y="183"/>
                    </a:cubicBezTo>
                    <a:cubicBezTo>
                      <a:pt x="620" y="184"/>
                      <a:pt x="624" y="183"/>
                      <a:pt x="630" y="179"/>
                    </a:cubicBezTo>
                    <a:cubicBezTo>
                      <a:pt x="630" y="178"/>
                      <a:pt x="630" y="178"/>
                      <a:pt x="630" y="178"/>
                    </a:cubicBezTo>
                    <a:cubicBezTo>
                      <a:pt x="634" y="175"/>
                      <a:pt x="637" y="173"/>
                      <a:pt x="639" y="172"/>
                    </a:cubicBezTo>
                    <a:cubicBezTo>
                      <a:pt x="641" y="170"/>
                      <a:pt x="643" y="170"/>
                      <a:pt x="644" y="169"/>
                    </a:cubicBezTo>
                    <a:cubicBezTo>
                      <a:pt x="646" y="169"/>
                      <a:pt x="648" y="169"/>
                      <a:pt x="650" y="169"/>
                    </a:cubicBezTo>
                    <a:cubicBezTo>
                      <a:pt x="652" y="169"/>
                      <a:pt x="654" y="170"/>
                      <a:pt x="656" y="171"/>
                    </a:cubicBezTo>
                    <a:cubicBezTo>
                      <a:pt x="660" y="173"/>
                      <a:pt x="663" y="177"/>
                      <a:pt x="664" y="182"/>
                    </a:cubicBezTo>
                    <a:cubicBezTo>
                      <a:pt x="665" y="186"/>
                      <a:pt x="664" y="191"/>
                      <a:pt x="661" y="197"/>
                    </a:cubicBezTo>
                    <a:cubicBezTo>
                      <a:pt x="659" y="199"/>
                      <a:pt x="657" y="202"/>
                      <a:pt x="654" y="205"/>
                    </a:cubicBezTo>
                    <a:cubicBezTo>
                      <a:pt x="652" y="207"/>
                      <a:pt x="650" y="209"/>
                      <a:pt x="650" y="209"/>
                    </a:cubicBezTo>
                    <a:cubicBezTo>
                      <a:pt x="650" y="210"/>
                      <a:pt x="650" y="211"/>
                      <a:pt x="650" y="211"/>
                    </a:cubicBezTo>
                    <a:cubicBezTo>
                      <a:pt x="650" y="212"/>
                      <a:pt x="651" y="213"/>
                      <a:pt x="652" y="213"/>
                    </a:cubicBezTo>
                    <a:cubicBezTo>
                      <a:pt x="651" y="215"/>
                      <a:pt x="651" y="215"/>
                      <a:pt x="651" y="215"/>
                    </a:cubicBezTo>
                    <a:close/>
                    <a:moveTo>
                      <a:pt x="678" y="136"/>
                    </a:moveTo>
                    <a:cubicBezTo>
                      <a:pt x="647" y="124"/>
                      <a:pt x="647" y="124"/>
                      <a:pt x="647" y="124"/>
                    </a:cubicBezTo>
                    <a:cubicBezTo>
                      <a:pt x="644" y="123"/>
                      <a:pt x="643" y="122"/>
                      <a:pt x="642" y="121"/>
                    </a:cubicBezTo>
                    <a:cubicBezTo>
                      <a:pt x="642" y="120"/>
                      <a:pt x="642" y="118"/>
                      <a:pt x="642" y="116"/>
                    </a:cubicBezTo>
                    <a:cubicBezTo>
                      <a:pt x="641" y="115"/>
                      <a:pt x="641" y="115"/>
                      <a:pt x="641" y="115"/>
                    </a:cubicBezTo>
                    <a:cubicBezTo>
                      <a:pt x="630" y="142"/>
                      <a:pt x="630" y="142"/>
                      <a:pt x="630" y="142"/>
                    </a:cubicBezTo>
                    <a:cubicBezTo>
                      <a:pt x="632" y="143"/>
                      <a:pt x="632" y="143"/>
                      <a:pt x="632" y="143"/>
                    </a:cubicBezTo>
                    <a:cubicBezTo>
                      <a:pt x="633" y="141"/>
                      <a:pt x="634" y="139"/>
                      <a:pt x="635" y="139"/>
                    </a:cubicBezTo>
                    <a:cubicBezTo>
                      <a:pt x="637" y="138"/>
                      <a:pt x="639" y="138"/>
                      <a:pt x="641" y="139"/>
                    </a:cubicBezTo>
                    <a:cubicBezTo>
                      <a:pt x="672" y="151"/>
                      <a:pt x="672" y="151"/>
                      <a:pt x="672" y="151"/>
                    </a:cubicBezTo>
                    <a:cubicBezTo>
                      <a:pt x="674" y="152"/>
                      <a:pt x="676" y="153"/>
                      <a:pt x="677" y="154"/>
                    </a:cubicBezTo>
                    <a:cubicBezTo>
                      <a:pt x="677" y="156"/>
                      <a:pt x="677" y="158"/>
                      <a:pt x="676" y="160"/>
                    </a:cubicBezTo>
                    <a:cubicBezTo>
                      <a:pt x="678" y="161"/>
                      <a:pt x="678" y="161"/>
                      <a:pt x="678" y="161"/>
                    </a:cubicBezTo>
                    <a:cubicBezTo>
                      <a:pt x="689" y="133"/>
                      <a:pt x="689" y="133"/>
                      <a:pt x="689" y="133"/>
                    </a:cubicBezTo>
                    <a:cubicBezTo>
                      <a:pt x="687" y="133"/>
                      <a:pt x="687" y="133"/>
                      <a:pt x="687" y="133"/>
                    </a:cubicBezTo>
                    <a:cubicBezTo>
                      <a:pt x="686" y="135"/>
                      <a:pt x="685" y="136"/>
                      <a:pt x="683" y="137"/>
                    </a:cubicBezTo>
                    <a:cubicBezTo>
                      <a:pt x="682" y="137"/>
                      <a:pt x="680" y="137"/>
                      <a:pt x="678" y="136"/>
                    </a:cubicBezTo>
                    <a:cubicBezTo>
                      <a:pt x="678" y="136"/>
                      <a:pt x="678" y="136"/>
                      <a:pt x="678" y="136"/>
                    </a:cubicBezTo>
                    <a:close/>
                    <a:moveTo>
                      <a:pt x="656" y="57"/>
                    </a:moveTo>
                    <a:cubicBezTo>
                      <a:pt x="669" y="60"/>
                      <a:pt x="669" y="60"/>
                      <a:pt x="669" y="60"/>
                    </a:cubicBezTo>
                    <a:cubicBezTo>
                      <a:pt x="668" y="62"/>
                      <a:pt x="668" y="62"/>
                      <a:pt x="668" y="62"/>
                    </a:cubicBezTo>
                    <a:cubicBezTo>
                      <a:pt x="665" y="62"/>
                      <a:pt x="662" y="62"/>
                      <a:pt x="660" y="63"/>
                    </a:cubicBezTo>
                    <a:cubicBezTo>
                      <a:pt x="658" y="64"/>
                      <a:pt x="657" y="67"/>
                      <a:pt x="656" y="70"/>
                    </a:cubicBezTo>
                    <a:cubicBezTo>
                      <a:pt x="655" y="73"/>
                      <a:pt x="655" y="73"/>
                      <a:pt x="655" y="73"/>
                    </a:cubicBezTo>
                    <a:cubicBezTo>
                      <a:pt x="693" y="82"/>
                      <a:pt x="693" y="82"/>
                      <a:pt x="693" y="82"/>
                    </a:cubicBezTo>
                    <a:cubicBezTo>
                      <a:pt x="696" y="83"/>
                      <a:pt x="698" y="83"/>
                      <a:pt x="699" y="82"/>
                    </a:cubicBezTo>
                    <a:cubicBezTo>
                      <a:pt x="700" y="81"/>
                      <a:pt x="701" y="80"/>
                      <a:pt x="702" y="77"/>
                    </a:cubicBezTo>
                    <a:cubicBezTo>
                      <a:pt x="704" y="78"/>
                      <a:pt x="704" y="78"/>
                      <a:pt x="704" y="78"/>
                    </a:cubicBezTo>
                    <a:cubicBezTo>
                      <a:pt x="697" y="106"/>
                      <a:pt x="697" y="106"/>
                      <a:pt x="697" y="106"/>
                    </a:cubicBezTo>
                    <a:cubicBezTo>
                      <a:pt x="695" y="106"/>
                      <a:pt x="695" y="106"/>
                      <a:pt x="695" y="106"/>
                    </a:cubicBezTo>
                    <a:cubicBezTo>
                      <a:pt x="696" y="103"/>
                      <a:pt x="696" y="102"/>
                      <a:pt x="695" y="100"/>
                    </a:cubicBezTo>
                    <a:cubicBezTo>
                      <a:pt x="694" y="99"/>
                      <a:pt x="692" y="98"/>
                      <a:pt x="690" y="98"/>
                    </a:cubicBezTo>
                    <a:cubicBezTo>
                      <a:pt x="652" y="89"/>
                      <a:pt x="652" y="89"/>
                      <a:pt x="652" y="89"/>
                    </a:cubicBezTo>
                    <a:cubicBezTo>
                      <a:pt x="651" y="92"/>
                      <a:pt x="651" y="92"/>
                      <a:pt x="651" y="92"/>
                    </a:cubicBezTo>
                    <a:cubicBezTo>
                      <a:pt x="650" y="96"/>
                      <a:pt x="651" y="98"/>
                      <a:pt x="652" y="100"/>
                    </a:cubicBezTo>
                    <a:cubicBezTo>
                      <a:pt x="653" y="102"/>
                      <a:pt x="655" y="104"/>
                      <a:pt x="658" y="105"/>
                    </a:cubicBezTo>
                    <a:cubicBezTo>
                      <a:pt x="658" y="107"/>
                      <a:pt x="658" y="107"/>
                      <a:pt x="658" y="107"/>
                    </a:cubicBezTo>
                    <a:cubicBezTo>
                      <a:pt x="645" y="104"/>
                      <a:pt x="645" y="104"/>
                      <a:pt x="645" y="104"/>
                    </a:cubicBezTo>
                    <a:cubicBezTo>
                      <a:pt x="656" y="57"/>
                      <a:pt x="656" y="57"/>
                      <a:pt x="656" y="57"/>
                    </a:cubicBezTo>
                    <a:close/>
                    <a:moveTo>
                      <a:pt x="684" y="17"/>
                    </a:moveTo>
                    <a:cubicBezTo>
                      <a:pt x="699" y="18"/>
                      <a:pt x="699" y="18"/>
                      <a:pt x="699" y="18"/>
                    </a:cubicBezTo>
                    <a:cubicBezTo>
                      <a:pt x="701" y="18"/>
                      <a:pt x="703" y="17"/>
                      <a:pt x="704" y="16"/>
                    </a:cubicBezTo>
                    <a:cubicBezTo>
                      <a:pt x="705" y="15"/>
                      <a:pt x="706" y="13"/>
                      <a:pt x="706" y="11"/>
                    </a:cubicBezTo>
                    <a:cubicBezTo>
                      <a:pt x="708" y="11"/>
                      <a:pt x="708" y="11"/>
                      <a:pt x="708" y="11"/>
                    </a:cubicBezTo>
                    <a:cubicBezTo>
                      <a:pt x="708" y="40"/>
                      <a:pt x="708" y="40"/>
                      <a:pt x="708" y="40"/>
                    </a:cubicBezTo>
                    <a:cubicBezTo>
                      <a:pt x="706" y="40"/>
                      <a:pt x="706" y="40"/>
                      <a:pt x="706" y="40"/>
                    </a:cubicBezTo>
                    <a:cubicBezTo>
                      <a:pt x="706" y="38"/>
                      <a:pt x="705" y="36"/>
                      <a:pt x="704" y="35"/>
                    </a:cubicBezTo>
                    <a:cubicBezTo>
                      <a:pt x="703" y="34"/>
                      <a:pt x="701" y="34"/>
                      <a:pt x="698" y="34"/>
                    </a:cubicBezTo>
                    <a:cubicBezTo>
                      <a:pt x="687" y="33"/>
                      <a:pt x="687" y="33"/>
                      <a:pt x="687" y="33"/>
                    </a:cubicBezTo>
                    <a:cubicBezTo>
                      <a:pt x="663" y="46"/>
                      <a:pt x="663" y="46"/>
                      <a:pt x="663" y="46"/>
                    </a:cubicBezTo>
                    <a:cubicBezTo>
                      <a:pt x="661" y="47"/>
                      <a:pt x="660" y="48"/>
                      <a:pt x="659" y="49"/>
                    </a:cubicBezTo>
                    <a:cubicBezTo>
                      <a:pt x="658" y="50"/>
                      <a:pt x="658" y="51"/>
                      <a:pt x="658" y="53"/>
                    </a:cubicBezTo>
                    <a:cubicBezTo>
                      <a:pt x="656" y="53"/>
                      <a:pt x="656" y="53"/>
                      <a:pt x="656" y="53"/>
                    </a:cubicBezTo>
                    <a:cubicBezTo>
                      <a:pt x="656" y="26"/>
                      <a:pt x="656" y="26"/>
                      <a:pt x="656" y="26"/>
                    </a:cubicBezTo>
                    <a:cubicBezTo>
                      <a:pt x="658" y="26"/>
                      <a:pt x="658" y="26"/>
                      <a:pt x="658" y="26"/>
                    </a:cubicBezTo>
                    <a:cubicBezTo>
                      <a:pt x="658" y="27"/>
                      <a:pt x="658" y="28"/>
                      <a:pt x="659" y="29"/>
                    </a:cubicBezTo>
                    <a:cubicBezTo>
                      <a:pt x="659" y="29"/>
                      <a:pt x="660" y="30"/>
                      <a:pt x="660" y="30"/>
                    </a:cubicBezTo>
                    <a:cubicBezTo>
                      <a:pt x="661" y="30"/>
                      <a:pt x="661" y="30"/>
                      <a:pt x="661" y="30"/>
                    </a:cubicBezTo>
                    <a:cubicBezTo>
                      <a:pt x="662" y="29"/>
                      <a:pt x="662" y="29"/>
                      <a:pt x="662" y="29"/>
                    </a:cubicBezTo>
                    <a:cubicBezTo>
                      <a:pt x="681" y="20"/>
                      <a:pt x="681" y="20"/>
                      <a:pt x="681" y="20"/>
                    </a:cubicBezTo>
                    <a:cubicBezTo>
                      <a:pt x="664" y="10"/>
                      <a:pt x="664" y="10"/>
                      <a:pt x="664" y="10"/>
                    </a:cubicBezTo>
                    <a:cubicBezTo>
                      <a:pt x="663" y="10"/>
                      <a:pt x="663" y="10"/>
                      <a:pt x="663" y="10"/>
                    </a:cubicBezTo>
                    <a:cubicBezTo>
                      <a:pt x="662" y="9"/>
                      <a:pt x="662" y="9"/>
                      <a:pt x="661" y="9"/>
                    </a:cubicBezTo>
                    <a:cubicBezTo>
                      <a:pt x="660" y="9"/>
                      <a:pt x="660" y="10"/>
                      <a:pt x="659" y="11"/>
                    </a:cubicBezTo>
                    <a:cubicBezTo>
                      <a:pt x="659" y="11"/>
                      <a:pt x="659" y="13"/>
                      <a:pt x="659" y="14"/>
                    </a:cubicBezTo>
                    <a:cubicBezTo>
                      <a:pt x="659" y="15"/>
                      <a:pt x="659" y="15"/>
                      <a:pt x="659" y="15"/>
                    </a:cubicBezTo>
                    <a:cubicBezTo>
                      <a:pt x="657" y="15"/>
                      <a:pt x="657" y="15"/>
                      <a:pt x="657" y="15"/>
                    </a:cubicBezTo>
                    <a:cubicBezTo>
                      <a:pt x="657" y="0"/>
                      <a:pt x="657" y="0"/>
                      <a:pt x="657" y="0"/>
                    </a:cubicBezTo>
                    <a:cubicBezTo>
                      <a:pt x="659" y="0"/>
                      <a:pt x="659" y="0"/>
                      <a:pt x="659" y="0"/>
                    </a:cubicBezTo>
                    <a:cubicBezTo>
                      <a:pt x="659" y="1"/>
                      <a:pt x="659" y="1"/>
                      <a:pt x="659" y="1"/>
                    </a:cubicBezTo>
                    <a:cubicBezTo>
                      <a:pt x="659" y="1"/>
                      <a:pt x="659" y="2"/>
                      <a:pt x="660" y="3"/>
                    </a:cubicBezTo>
                    <a:cubicBezTo>
                      <a:pt x="660" y="4"/>
                      <a:pt x="661" y="5"/>
                      <a:pt x="663" y="6"/>
                    </a:cubicBezTo>
                    <a:lnTo>
                      <a:pt x="684" y="17"/>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solidFill>
                    <a:srgbClr val="000000"/>
                  </a:solidFill>
                </a:endParaRPr>
              </a:p>
            </p:txBody>
          </p:sp>
          <p:sp>
            <p:nvSpPr>
              <p:cNvPr id="26" name="îṩḻîḓè"/>
              <p:cNvSpPr/>
              <p:nvPr/>
            </p:nvSpPr>
            <p:spPr bwMode="auto">
              <a:xfrm>
                <a:off x="2840038" y="4119563"/>
                <a:ext cx="493713" cy="128588"/>
              </a:xfrm>
              <a:custGeom>
                <a:avLst/>
                <a:gdLst>
                  <a:gd name="T0" fmla="*/ 0 w 150"/>
                  <a:gd name="T1" fmla="*/ 36 h 39"/>
                  <a:gd name="T2" fmla="*/ 9 w 150"/>
                  <a:gd name="T3" fmla="*/ 33 h 39"/>
                  <a:gd name="T4" fmla="*/ 8 w 150"/>
                  <a:gd name="T5" fmla="*/ 7 h 39"/>
                  <a:gd name="T6" fmla="*/ 3 w 150"/>
                  <a:gd name="T7" fmla="*/ 7 h 39"/>
                  <a:gd name="T8" fmla="*/ 1 w 150"/>
                  <a:gd name="T9" fmla="*/ 5 h 39"/>
                  <a:gd name="T10" fmla="*/ 17 w 150"/>
                  <a:gd name="T11" fmla="*/ 0 h 39"/>
                  <a:gd name="T12" fmla="*/ 19 w 150"/>
                  <a:gd name="T13" fmla="*/ 33 h 39"/>
                  <a:gd name="T14" fmla="*/ 28 w 150"/>
                  <a:gd name="T15" fmla="*/ 36 h 39"/>
                  <a:gd name="T16" fmla="*/ 21 w 150"/>
                  <a:gd name="T17" fmla="*/ 38 h 39"/>
                  <a:gd name="T18" fmla="*/ 6 w 150"/>
                  <a:gd name="T19" fmla="*/ 38 h 39"/>
                  <a:gd name="T20" fmla="*/ 0 w 150"/>
                  <a:gd name="T21" fmla="*/ 38 h 39"/>
                  <a:gd name="T22" fmla="*/ 46 w 150"/>
                  <a:gd name="T23" fmla="*/ 24 h 39"/>
                  <a:gd name="T24" fmla="*/ 48 w 150"/>
                  <a:gd name="T25" fmla="*/ 34 h 39"/>
                  <a:gd name="T26" fmla="*/ 61 w 150"/>
                  <a:gd name="T27" fmla="*/ 34 h 39"/>
                  <a:gd name="T28" fmla="*/ 60 w 150"/>
                  <a:gd name="T29" fmla="*/ 25 h 39"/>
                  <a:gd name="T30" fmla="*/ 51 w 150"/>
                  <a:gd name="T31" fmla="*/ 21 h 39"/>
                  <a:gd name="T32" fmla="*/ 60 w 150"/>
                  <a:gd name="T33" fmla="*/ 12 h 39"/>
                  <a:gd name="T34" fmla="*/ 59 w 150"/>
                  <a:gd name="T35" fmla="*/ 4 h 39"/>
                  <a:gd name="T36" fmla="*/ 48 w 150"/>
                  <a:gd name="T37" fmla="*/ 4 h 39"/>
                  <a:gd name="T38" fmla="*/ 49 w 150"/>
                  <a:gd name="T39" fmla="*/ 11 h 39"/>
                  <a:gd name="T40" fmla="*/ 56 w 150"/>
                  <a:gd name="T41" fmla="*/ 15 h 39"/>
                  <a:gd name="T42" fmla="*/ 41 w 150"/>
                  <a:gd name="T43" fmla="*/ 15 h 39"/>
                  <a:gd name="T44" fmla="*/ 43 w 150"/>
                  <a:gd name="T45" fmla="*/ 3 h 39"/>
                  <a:gd name="T46" fmla="*/ 65 w 150"/>
                  <a:gd name="T47" fmla="*/ 3 h 39"/>
                  <a:gd name="T48" fmla="*/ 67 w 150"/>
                  <a:gd name="T49" fmla="*/ 13 h 39"/>
                  <a:gd name="T50" fmla="*/ 68 w 150"/>
                  <a:gd name="T51" fmla="*/ 21 h 39"/>
                  <a:gd name="T52" fmla="*/ 66 w 150"/>
                  <a:gd name="T53" fmla="*/ 36 h 39"/>
                  <a:gd name="T54" fmla="*/ 41 w 150"/>
                  <a:gd name="T55" fmla="*/ 36 h 39"/>
                  <a:gd name="T56" fmla="*/ 39 w 150"/>
                  <a:gd name="T57" fmla="*/ 23 h 39"/>
                  <a:gd name="T58" fmla="*/ 47 w 150"/>
                  <a:gd name="T59" fmla="*/ 19 h 39"/>
                  <a:gd name="T60" fmla="*/ 80 w 150"/>
                  <a:gd name="T61" fmla="*/ 33 h 39"/>
                  <a:gd name="T62" fmla="*/ 87 w 150"/>
                  <a:gd name="T63" fmla="*/ 36 h 39"/>
                  <a:gd name="T64" fmla="*/ 100 w 150"/>
                  <a:gd name="T65" fmla="*/ 20 h 39"/>
                  <a:gd name="T66" fmla="*/ 95 w 150"/>
                  <a:gd name="T67" fmla="*/ 25 h 39"/>
                  <a:gd name="T68" fmla="*/ 79 w 150"/>
                  <a:gd name="T69" fmla="*/ 23 h 39"/>
                  <a:gd name="T70" fmla="*/ 81 w 150"/>
                  <a:gd name="T71" fmla="*/ 4 h 39"/>
                  <a:gd name="T72" fmla="*/ 105 w 150"/>
                  <a:gd name="T73" fmla="*/ 5 h 39"/>
                  <a:gd name="T74" fmla="*/ 108 w 150"/>
                  <a:gd name="T75" fmla="*/ 26 h 39"/>
                  <a:gd name="T76" fmla="*/ 96 w 150"/>
                  <a:gd name="T77" fmla="*/ 38 h 39"/>
                  <a:gd name="T78" fmla="*/ 81 w 150"/>
                  <a:gd name="T79" fmla="*/ 38 h 39"/>
                  <a:gd name="T80" fmla="*/ 77 w 150"/>
                  <a:gd name="T81" fmla="*/ 36 h 39"/>
                  <a:gd name="T82" fmla="*/ 98 w 150"/>
                  <a:gd name="T83" fmla="*/ 19 h 39"/>
                  <a:gd name="T84" fmla="*/ 98 w 150"/>
                  <a:gd name="T85" fmla="*/ 6 h 39"/>
                  <a:gd name="T86" fmla="*/ 87 w 150"/>
                  <a:gd name="T87" fmla="*/ 6 h 39"/>
                  <a:gd name="T88" fmla="*/ 88 w 150"/>
                  <a:gd name="T89" fmla="*/ 19 h 39"/>
                  <a:gd name="T90" fmla="*/ 93 w 150"/>
                  <a:gd name="T91" fmla="*/ 21 h 39"/>
                  <a:gd name="T92" fmla="*/ 128 w 150"/>
                  <a:gd name="T93" fmla="*/ 20 h 39"/>
                  <a:gd name="T94" fmla="*/ 129 w 150"/>
                  <a:gd name="T95" fmla="*/ 33 h 39"/>
                  <a:gd name="T96" fmla="*/ 139 w 150"/>
                  <a:gd name="T97" fmla="*/ 34 h 39"/>
                  <a:gd name="T98" fmla="*/ 139 w 150"/>
                  <a:gd name="T99" fmla="*/ 21 h 39"/>
                  <a:gd name="T100" fmla="*/ 133 w 150"/>
                  <a:gd name="T101" fmla="*/ 18 h 39"/>
                  <a:gd name="T102" fmla="*/ 146 w 150"/>
                  <a:gd name="T103" fmla="*/ 6 h 39"/>
                  <a:gd name="T104" fmla="*/ 139 w 150"/>
                  <a:gd name="T105" fmla="*/ 4 h 39"/>
                  <a:gd name="T106" fmla="*/ 126 w 150"/>
                  <a:gd name="T107" fmla="*/ 19 h 39"/>
                  <a:gd name="T108" fmla="*/ 131 w 150"/>
                  <a:gd name="T109" fmla="*/ 15 h 39"/>
                  <a:gd name="T110" fmla="*/ 147 w 150"/>
                  <a:gd name="T111" fmla="*/ 16 h 39"/>
                  <a:gd name="T112" fmla="*/ 146 w 150"/>
                  <a:gd name="T113" fmla="*/ 35 h 39"/>
                  <a:gd name="T114" fmla="*/ 121 w 150"/>
                  <a:gd name="T115" fmla="*/ 35 h 39"/>
                  <a:gd name="T116" fmla="*/ 118 w 150"/>
                  <a:gd name="T117" fmla="*/ 13 h 39"/>
                  <a:gd name="T118" fmla="*/ 130 w 150"/>
                  <a:gd name="T119" fmla="*/ 2 h 39"/>
                  <a:gd name="T120" fmla="*/ 145 w 150"/>
                  <a:gd name="T121" fmla="*/ 1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50" h="39">
                    <a:moveTo>
                      <a:pt x="0" y="38"/>
                    </a:moveTo>
                    <a:cubicBezTo>
                      <a:pt x="0" y="36"/>
                      <a:pt x="0" y="36"/>
                      <a:pt x="0" y="36"/>
                    </a:cubicBezTo>
                    <a:cubicBezTo>
                      <a:pt x="4" y="36"/>
                      <a:pt x="6" y="36"/>
                      <a:pt x="8" y="35"/>
                    </a:cubicBezTo>
                    <a:cubicBezTo>
                      <a:pt x="9" y="35"/>
                      <a:pt x="9" y="34"/>
                      <a:pt x="9" y="33"/>
                    </a:cubicBezTo>
                    <a:cubicBezTo>
                      <a:pt x="9" y="10"/>
                      <a:pt x="9" y="10"/>
                      <a:pt x="9" y="10"/>
                    </a:cubicBezTo>
                    <a:cubicBezTo>
                      <a:pt x="9" y="9"/>
                      <a:pt x="9" y="8"/>
                      <a:pt x="8" y="7"/>
                    </a:cubicBezTo>
                    <a:cubicBezTo>
                      <a:pt x="8" y="7"/>
                      <a:pt x="7" y="7"/>
                      <a:pt x="5" y="7"/>
                    </a:cubicBezTo>
                    <a:cubicBezTo>
                      <a:pt x="5" y="7"/>
                      <a:pt x="4" y="7"/>
                      <a:pt x="3" y="7"/>
                    </a:cubicBezTo>
                    <a:cubicBezTo>
                      <a:pt x="2" y="7"/>
                      <a:pt x="2" y="7"/>
                      <a:pt x="1" y="7"/>
                    </a:cubicBezTo>
                    <a:cubicBezTo>
                      <a:pt x="1" y="5"/>
                      <a:pt x="1" y="5"/>
                      <a:pt x="1" y="5"/>
                    </a:cubicBezTo>
                    <a:cubicBezTo>
                      <a:pt x="4" y="4"/>
                      <a:pt x="7" y="4"/>
                      <a:pt x="9" y="3"/>
                    </a:cubicBezTo>
                    <a:cubicBezTo>
                      <a:pt x="12" y="3"/>
                      <a:pt x="14" y="2"/>
                      <a:pt x="17" y="0"/>
                    </a:cubicBezTo>
                    <a:cubicBezTo>
                      <a:pt x="19" y="0"/>
                      <a:pt x="19" y="0"/>
                      <a:pt x="19" y="0"/>
                    </a:cubicBezTo>
                    <a:cubicBezTo>
                      <a:pt x="19" y="33"/>
                      <a:pt x="19" y="33"/>
                      <a:pt x="19" y="33"/>
                    </a:cubicBezTo>
                    <a:cubicBezTo>
                      <a:pt x="19" y="34"/>
                      <a:pt x="20" y="35"/>
                      <a:pt x="21" y="35"/>
                    </a:cubicBezTo>
                    <a:cubicBezTo>
                      <a:pt x="22" y="36"/>
                      <a:pt x="24" y="36"/>
                      <a:pt x="28" y="36"/>
                    </a:cubicBezTo>
                    <a:cubicBezTo>
                      <a:pt x="28" y="38"/>
                      <a:pt x="28" y="38"/>
                      <a:pt x="28" y="38"/>
                    </a:cubicBezTo>
                    <a:cubicBezTo>
                      <a:pt x="26" y="38"/>
                      <a:pt x="23" y="38"/>
                      <a:pt x="21" y="38"/>
                    </a:cubicBezTo>
                    <a:cubicBezTo>
                      <a:pt x="19" y="38"/>
                      <a:pt x="16" y="38"/>
                      <a:pt x="14" y="38"/>
                    </a:cubicBezTo>
                    <a:cubicBezTo>
                      <a:pt x="11" y="38"/>
                      <a:pt x="8" y="38"/>
                      <a:pt x="6" y="38"/>
                    </a:cubicBezTo>
                    <a:cubicBezTo>
                      <a:pt x="4" y="38"/>
                      <a:pt x="2" y="38"/>
                      <a:pt x="0" y="38"/>
                    </a:cubicBezTo>
                    <a:cubicBezTo>
                      <a:pt x="0" y="38"/>
                      <a:pt x="0" y="38"/>
                      <a:pt x="0" y="38"/>
                    </a:cubicBezTo>
                    <a:close/>
                    <a:moveTo>
                      <a:pt x="51" y="21"/>
                    </a:moveTo>
                    <a:cubicBezTo>
                      <a:pt x="49" y="22"/>
                      <a:pt x="48" y="23"/>
                      <a:pt x="46" y="24"/>
                    </a:cubicBezTo>
                    <a:cubicBezTo>
                      <a:pt x="45" y="26"/>
                      <a:pt x="45" y="27"/>
                      <a:pt x="45" y="28"/>
                    </a:cubicBezTo>
                    <a:cubicBezTo>
                      <a:pt x="45" y="31"/>
                      <a:pt x="46" y="32"/>
                      <a:pt x="48" y="34"/>
                    </a:cubicBezTo>
                    <a:cubicBezTo>
                      <a:pt x="50" y="35"/>
                      <a:pt x="52" y="36"/>
                      <a:pt x="55" y="36"/>
                    </a:cubicBezTo>
                    <a:cubicBezTo>
                      <a:pt x="57" y="36"/>
                      <a:pt x="59" y="36"/>
                      <a:pt x="61" y="34"/>
                    </a:cubicBezTo>
                    <a:cubicBezTo>
                      <a:pt x="62" y="33"/>
                      <a:pt x="63" y="32"/>
                      <a:pt x="63" y="30"/>
                    </a:cubicBezTo>
                    <a:cubicBezTo>
                      <a:pt x="63" y="28"/>
                      <a:pt x="62" y="27"/>
                      <a:pt x="60" y="25"/>
                    </a:cubicBezTo>
                    <a:cubicBezTo>
                      <a:pt x="58" y="24"/>
                      <a:pt x="55" y="23"/>
                      <a:pt x="51" y="21"/>
                    </a:cubicBezTo>
                    <a:cubicBezTo>
                      <a:pt x="51" y="21"/>
                      <a:pt x="51" y="21"/>
                      <a:pt x="51" y="21"/>
                    </a:cubicBezTo>
                    <a:close/>
                    <a:moveTo>
                      <a:pt x="56" y="15"/>
                    </a:moveTo>
                    <a:cubicBezTo>
                      <a:pt x="58" y="14"/>
                      <a:pt x="59" y="13"/>
                      <a:pt x="60" y="12"/>
                    </a:cubicBezTo>
                    <a:cubicBezTo>
                      <a:pt x="61" y="11"/>
                      <a:pt x="61" y="10"/>
                      <a:pt x="61" y="8"/>
                    </a:cubicBezTo>
                    <a:cubicBezTo>
                      <a:pt x="61" y="7"/>
                      <a:pt x="60" y="5"/>
                      <a:pt x="59" y="4"/>
                    </a:cubicBezTo>
                    <a:cubicBezTo>
                      <a:pt x="57" y="3"/>
                      <a:pt x="56" y="3"/>
                      <a:pt x="53" y="3"/>
                    </a:cubicBezTo>
                    <a:cubicBezTo>
                      <a:pt x="51" y="3"/>
                      <a:pt x="50" y="3"/>
                      <a:pt x="48" y="4"/>
                    </a:cubicBezTo>
                    <a:cubicBezTo>
                      <a:pt x="47" y="5"/>
                      <a:pt x="46" y="6"/>
                      <a:pt x="46" y="7"/>
                    </a:cubicBezTo>
                    <a:cubicBezTo>
                      <a:pt x="46" y="9"/>
                      <a:pt x="47" y="10"/>
                      <a:pt x="49" y="11"/>
                    </a:cubicBezTo>
                    <a:cubicBezTo>
                      <a:pt x="50" y="13"/>
                      <a:pt x="53" y="14"/>
                      <a:pt x="56" y="15"/>
                    </a:cubicBezTo>
                    <a:cubicBezTo>
                      <a:pt x="56" y="15"/>
                      <a:pt x="56" y="15"/>
                      <a:pt x="56" y="15"/>
                    </a:cubicBezTo>
                    <a:close/>
                    <a:moveTo>
                      <a:pt x="47" y="19"/>
                    </a:moveTo>
                    <a:cubicBezTo>
                      <a:pt x="44" y="18"/>
                      <a:pt x="42" y="16"/>
                      <a:pt x="41" y="15"/>
                    </a:cubicBezTo>
                    <a:cubicBezTo>
                      <a:pt x="39" y="13"/>
                      <a:pt x="39" y="12"/>
                      <a:pt x="39" y="10"/>
                    </a:cubicBezTo>
                    <a:cubicBezTo>
                      <a:pt x="39" y="7"/>
                      <a:pt x="40" y="5"/>
                      <a:pt x="43" y="3"/>
                    </a:cubicBezTo>
                    <a:cubicBezTo>
                      <a:pt x="46" y="1"/>
                      <a:pt x="50" y="0"/>
                      <a:pt x="55" y="0"/>
                    </a:cubicBezTo>
                    <a:cubicBezTo>
                      <a:pt x="59" y="0"/>
                      <a:pt x="62" y="1"/>
                      <a:pt x="65" y="3"/>
                    </a:cubicBezTo>
                    <a:cubicBezTo>
                      <a:pt x="67" y="4"/>
                      <a:pt x="69" y="6"/>
                      <a:pt x="69" y="8"/>
                    </a:cubicBezTo>
                    <a:cubicBezTo>
                      <a:pt x="69" y="10"/>
                      <a:pt x="68" y="11"/>
                      <a:pt x="67" y="13"/>
                    </a:cubicBezTo>
                    <a:cubicBezTo>
                      <a:pt x="65" y="14"/>
                      <a:pt x="63" y="15"/>
                      <a:pt x="60" y="17"/>
                    </a:cubicBezTo>
                    <a:cubicBezTo>
                      <a:pt x="64" y="18"/>
                      <a:pt x="66" y="20"/>
                      <a:pt x="68" y="21"/>
                    </a:cubicBezTo>
                    <a:cubicBezTo>
                      <a:pt x="70" y="23"/>
                      <a:pt x="71" y="25"/>
                      <a:pt x="71" y="28"/>
                    </a:cubicBezTo>
                    <a:cubicBezTo>
                      <a:pt x="71" y="31"/>
                      <a:pt x="69" y="34"/>
                      <a:pt x="66" y="36"/>
                    </a:cubicBezTo>
                    <a:cubicBezTo>
                      <a:pt x="63" y="38"/>
                      <a:pt x="59" y="39"/>
                      <a:pt x="54" y="39"/>
                    </a:cubicBezTo>
                    <a:cubicBezTo>
                      <a:pt x="48" y="39"/>
                      <a:pt x="44" y="38"/>
                      <a:pt x="41" y="36"/>
                    </a:cubicBezTo>
                    <a:cubicBezTo>
                      <a:pt x="38" y="34"/>
                      <a:pt x="36" y="32"/>
                      <a:pt x="36" y="29"/>
                    </a:cubicBezTo>
                    <a:cubicBezTo>
                      <a:pt x="36" y="27"/>
                      <a:pt x="37" y="25"/>
                      <a:pt x="39" y="23"/>
                    </a:cubicBezTo>
                    <a:cubicBezTo>
                      <a:pt x="40" y="22"/>
                      <a:pt x="43" y="20"/>
                      <a:pt x="47" y="19"/>
                    </a:cubicBezTo>
                    <a:cubicBezTo>
                      <a:pt x="47" y="19"/>
                      <a:pt x="47" y="19"/>
                      <a:pt x="47" y="19"/>
                    </a:cubicBezTo>
                    <a:close/>
                    <a:moveTo>
                      <a:pt x="77" y="36"/>
                    </a:moveTo>
                    <a:cubicBezTo>
                      <a:pt x="80" y="33"/>
                      <a:pt x="80" y="33"/>
                      <a:pt x="80" y="33"/>
                    </a:cubicBezTo>
                    <a:cubicBezTo>
                      <a:pt x="81" y="34"/>
                      <a:pt x="82" y="35"/>
                      <a:pt x="83" y="35"/>
                    </a:cubicBezTo>
                    <a:cubicBezTo>
                      <a:pt x="85" y="35"/>
                      <a:pt x="86" y="36"/>
                      <a:pt x="87" y="36"/>
                    </a:cubicBezTo>
                    <a:cubicBezTo>
                      <a:pt x="91" y="36"/>
                      <a:pt x="94" y="34"/>
                      <a:pt x="97" y="31"/>
                    </a:cubicBezTo>
                    <a:cubicBezTo>
                      <a:pt x="99" y="28"/>
                      <a:pt x="100" y="25"/>
                      <a:pt x="100" y="20"/>
                    </a:cubicBezTo>
                    <a:cubicBezTo>
                      <a:pt x="100" y="20"/>
                      <a:pt x="100" y="20"/>
                      <a:pt x="100" y="20"/>
                    </a:cubicBezTo>
                    <a:cubicBezTo>
                      <a:pt x="99" y="22"/>
                      <a:pt x="97" y="24"/>
                      <a:pt x="95" y="25"/>
                    </a:cubicBezTo>
                    <a:cubicBezTo>
                      <a:pt x="93" y="26"/>
                      <a:pt x="91" y="26"/>
                      <a:pt x="88" y="26"/>
                    </a:cubicBezTo>
                    <a:cubicBezTo>
                      <a:pt x="85" y="26"/>
                      <a:pt x="82" y="25"/>
                      <a:pt x="79" y="23"/>
                    </a:cubicBezTo>
                    <a:cubicBezTo>
                      <a:pt x="77" y="21"/>
                      <a:pt x="76" y="18"/>
                      <a:pt x="76" y="15"/>
                    </a:cubicBezTo>
                    <a:cubicBezTo>
                      <a:pt x="76" y="11"/>
                      <a:pt x="78" y="7"/>
                      <a:pt x="81" y="4"/>
                    </a:cubicBezTo>
                    <a:cubicBezTo>
                      <a:pt x="84" y="2"/>
                      <a:pt x="88" y="0"/>
                      <a:pt x="93" y="0"/>
                    </a:cubicBezTo>
                    <a:cubicBezTo>
                      <a:pt x="98" y="0"/>
                      <a:pt x="102" y="2"/>
                      <a:pt x="105" y="5"/>
                    </a:cubicBezTo>
                    <a:cubicBezTo>
                      <a:pt x="108" y="8"/>
                      <a:pt x="110" y="12"/>
                      <a:pt x="110" y="17"/>
                    </a:cubicBezTo>
                    <a:cubicBezTo>
                      <a:pt x="110" y="20"/>
                      <a:pt x="109" y="23"/>
                      <a:pt x="108" y="26"/>
                    </a:cubicBezTo>
                    <a:cubicBezTo>
                      <a:pt x="107" y="29"/>
                      <a:pt x="106" y="31"/>
                      <a:pt x="104" y="33"/>
                    </a:cubicBezTo>
                    <a:cubicBezTo>
                      <a:pt x="101" y="35"/>
                      <a:pt x="99" y="36"/>
                      <a:pt x="96" y="38"/>
                    </a:cubicBezTo>
                    <a:cubicBezTo>
                      <a:pt x="93" y="39"/>
                      <a:pt x="91" y="39"/>
                      <a:pt x="87" y="39"/>
                    </a:cubicBezTo>
                    <a:cubicBezTo>
                      <a:pt x="85" y="39"/>
                      <a:pt x="83" y="39"/>
                      <a:pt x="81" y="38"/>
                    </a:cubicBezTo>
                    <a:cubicBezTo>
                      <a:pt x="80" y="38"/>
                      <a:pt x="78" y="37"/>
                      <a:pt x="77" y="36"/>
                    </a:cubicBezTo>
                    <a:cubicBezTo>
                      <a:pt x="77" y="36"/>
                      <a:pt x="77" y="36"/>
                      <a:pt x="77" y="36"/>
                    </a:cubicBezTo>
                    <a:close/>
                    <a:moveTo>
                      <a:pt x="93" y="21"/>
                    </a:moveTo>
                    <a:cubicBezTo>
                      <a:pt x="95" y="21"/>
                      <a:pt x="97" y="21"/>
                      <a:pt x="98" y="19"/>
                    </a:cubicBezTo>
                    <a:cubicBezTo>
                      <a:pt x="99" y="18"/>
                      <a:pt x="100" y="16"/>
                      <a:pt x="100" y="14"/>
                    </a:cubicBezTo>
                    <a:cubicBezTo>
                      <a:pt x="100" y="11"/>
                      <a:pt x="99" y="8"/>
                      <a:pt x="98" y="6"/>
                    </a:cubicBezTo>
                    <a:cubicBezTo>
                      <a:pt x="96" y="4"/>
                      <a:pt x="94" y="3"/>
                      <a:pt x="92" y="3"/>
                    </a:cubicBezTo>
                    <a:cubicBezTo>
                      <a:pt x="90" y="3"/>
                      <a:pt x="88" y="4"/>
                      <a:pt x="87" y="6"/>
                    </a:cubicBezTo>
                    <a:cubicBezTo>
                      <a:pt x="86" y="7"/>
                      <a:pt x="86" y="9"/>
                      <a:pt x="86" y="12"/>
                    </a:cubicBezTo>
                    <a:cubicBezTo>
                      <a:pt x="86" y="15"/>
                      <a:pt x="87" y="17"/>
                      <a:pt x="88" y="19"/>
                    </a:cubicBezTo>
                    <a:cubicBezTo>
                      <a:pt x="89" y="21"/>
                      <a:pt x="91" y="21"/>
                      <a:pt x="93" y="21"/>
                    </a:cubicBezTo>
                    <a:cubicBezTo>
                      <a:pt x="93" y="21"/>
                      <a:pt x="93" y="21"/>
                      <a:pt x="93" y="21"/>
                    </a:cubicBezTo>
                    <a:close/>
                    <a:moveTo>
                      <a:pt x="133" y="18"/>
                    </a:moveTo>
                    <a:cubicBezTo>
                      <a:pt x="131" y="18"/>
                      <a:pt x="130" y="19"/>
                      <a:pt x="128" y="20"/>
                    </a:cubicBezTo>
                    <a:cubicBezTo>
                      <a:pt x="127" y="21"/>
                      <a:pt x="127" y="23"/>
                      <a:pt x="127" y="25"/>
                    </a:cubicBezTo>
                    <a:cubicBezTo>
                      <a:pt x="127" y="29"/>
                      <a:pt x="127" y="31"/>
                      <a:pt x="129" y="33"/>
                    </a:cubicBezTo>
                    <a:cubicBezTo>
                      <a:pt x="130" y="35"/>
                      <a:pt x="132" y="36"/>
                      <a:pt x="134" y="36"/>
                    </a:cubicBezTo>
                    <a:cubicBezTo>
                      <a:pt x="136" y="36"/>
                      <a:pt x="138" y="35"/>
                      <a:pt x="139" y="34"/>
                    </a:cubicBezTo>
                    <a:cubicBezTo>
                      <a:pt x="140" y="33"/>
                      <a:pt x="140" y="31"/>
                      <a:pt x="140" y="28"/>
                    </a:cubicBezTo>
                    <a:cubicBezTo>
                      <a:pt x="140" y="25"/>
                      <a:pt x="140" y="22"/>
                      <a:pt x="139" y="21"/>
                    </a:cubicBezTo>
                    <a:cubicBezTo>
                      <a:pt x="137" y="19"/>
                      <a:pt x="136" y="18"/>
                      <a:pt x="133" y="18"/>
                    </a:cubicBezTo>
                    <a:cubicBezTo>
                      <a:pt x="133" y="18"/>
                      <a:pt x="133" y="18"/>
                      <a:pt x="133" y="18"/>
                    </a:cubicBezTo>
                    <a:close/>
                    <a:moveTo>
                      <a:pt x="150" y="4"/>
                    </a:moveTo>
                    <a:cubicBezTo>
                      <a:pt x="146" y="6"/>
                      <a:pt x="146" y="6"/>
                      <a:pt x="146" y="6"/>
                    </a:cubicBezTo>
                    <a:cubicBezTo>
                      <a:pt x="145" y="5"/>
                      <a:pt x="144" y="5"/>
                      <a:pt x="143" y="5"/>
                    </a:cubicBezTo>
                    <a:cubicBezTo>
                      <a:pt x="142" y="4"/>
                      <a:pt x="141" y="4"/>
                      <a:pt x="139" y="4"/>
                    </a:cubicBezTo>
                    <a:cubicBezTo>
                      <a:pt x="135" y="4"/>
                      <a:pt x="132" y="5"/>
                      <a:pt x="130" y="8"/>
                    </a:cubicBezTo>
                    <a:cubicBezTo>
                      <a:pt x="127" y="11"/>
                      <a:pt x="126" y="15"/>
                      <a:pt x="126" y="19"/>
                    </a:cubicBezTo>
                    <a:cubicBezTo>
                      <a:pt x="126" y="19"/>
                      <a:pt x="126" y="19"/>
                      <a:pt x="126" y="19"/>
                    </a:cubicBezTo>
                    <a:cubicBezTo>
                      <a:pt x="127" y="17"/>
                      <a:pt x="129" y="16"/>
                      <a:pt x="131" y="15"/>
                    </a:cubicBezTo>
                    <a:cubicBezTo>
                      <a:pt x="133" y="14"/>
                      <a:pt x="135" y="13"/>
                      <a:pt x="138" y="13"/>
                    </a:cubicBezTo>
                    <a:cubicBezTo>
                      <a:pt x="142" y="13"/>
                      <a:pt x="145" y="14"/>
                      <a:pt x="147" y="16"/>
                    </a:cubicBezTo>
                    <a:cubicBezTo>
                      <a:pt x="149" y="18"/>
                      <a:pt x="150" y="21"/>
                      <a:pt x="150" y="25"/>
                    </a:cubicBezTo>
                    <a:cubicBezTo>
                      <a:pt x="150" y="29"/>
                      <a:pt x="149" y="32"/>
                      <a:pt x="146" y="35"/>
                    </a:cubicBezTo>
                    <a:cubicBezTo>
                      <a:pt x="143" y="38"/>
                      <a:pt x="139" y="39"/>
                      <a:pt x="134" y="39"/>
                    </a:cubicBezTo>
                    <a:cubicBezTo>
                      <a:pt x="128" y="39"/>
                      <a:pt x="124" y="38"/>
                      <a:pt x="121" y="35"/>
                    </a:cubicBezTo>
                    <a:cubicBezTo>
                      <a:pt x="118" y="32"/>
                      <a:pt x="116" y="27"/>
                      <a:pt x="116" y="22"/>
                    </a:cubicBezTo>
                    <a:cubicBezTo>
                      <a:pt x="116" y="19"/>
                      <a:pt x="117" y="16"/>
                      <a:pt x="118" y="13"/>
                    </a:cubicBezTo>
                    <a:cubicBezTo>
                      <a:pt x="119" y="11"/>
                      <a:pt x="121" y="9"/>
                      <a:pt x="123" y="7"/>
                    </a:cubicBezTo>
                    <a:cubicBezTo>
                      <a:pt x="125" y="5"/>
                      <a:pt x="127" y="3"/>
                      <a:pt x="130" y="2"/>
                    </a:cubicBezTo>
                    <a:cubicBezTo>
                      <a:pt x="133" y="1"/>
                      <a:pt x="136" y="0"/>
                      <a:pt x="139" y="0"/>
                    </a:cubicBezTo>
                    <a:cubicBezTo>
                      <a:pt x="141" y="0"/>
                      <a:pt x="143" y="1"/>
                      <a:pt x="145" y="1"/>
                    </a:cubicBezTo>
                    <a:cubicBezTo>
                      <a:pt x="147" y="2"/>
                      <a:pt x="148" y="3"/>
                      <a:pt x="150"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solidFill>
                    <a:srgbClr val="000000"/>
                  </a:solidFill>
                </a:endParaRPr>
              </a:p>
            </p:txBody>
          </p:sp>
          <p:sp>
            <p:nvSpPr>
              <p:cNvPr id="27" name="ïsļîḑè"/>
              <p:cNvSpPr/>
              <p:nvPr/>
            </p:nvSpPr>
            <p:spPr bwMode="auto">
              <a:xfrm>
                <a:off x="2190751" y="2551113"/>
                <a:ext cx="1754188" cy="1651000"/>
              </a:xfrm>
              <a:custGeom>
                <a:avLst/>
                <a:gdLst>
                  <a:gd name="T0" fmla="*/ 266 w 532"/>
                  <a:gd name="T1" fmla="*/ 0 h 500"/>
                  <a:gd name="T2" fmla="*/ 532 w 532"/>
                  <a:gd name="T3" fmla="*/ 266 h 500"/>
                  <a:gd name="T4" fmla="*/ 395 w 532"/>
                  <a:gd name="T5" fmla="*/ 500 h 500"/>
                  <a:gd name="T6" fmla="*/ 389 w 532"/>
                  <a:gd name="T7" fmla="*/ 489 h 500"/>
                  <a:gd name="T8" fmla="*/ 521 w 532"/>
                  <a:gd name="T9" fmla="*/ 266 h 500"/>
                  <a:gd name="T10" fmla="*/ 266 w 532"/>
                  <a:gd name="T11" fmla="*/ 12 h 500"/>
                  <a:gd name="T12" fmla="*/ 11 w 532"/>
                  <a:gd name="T13" fmla="*/ 266 h 500"/>
                  <a:gd name="T14" fmla="*/ 144 w 532"/>
                  <a:gd name="T15" fmla="*/ 490 h 500"/>
                  <a:gd name="T16" fmla="*/ 139 w 532"/>
                  <a:gd name="T17" fmla="*/ 500 h 500"/>
                  <a:gd name="T18" fmla="*/ 0 w 532"/>
                  <a:gd name="T19" fmla="*/ 266 h 500"/>
                  <a:gd name="T20" fmla="*/ 266 w 532"/>
                  <a:gd name="T21" fmla="*/ 0 h 5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32" h="500">
                    <a:moveTo>
                      <a:pt x="266" y="0"/>
                    </a:moveTo>
                    <a:cubicBezTo>
                      <a:pt x="413" y="0"/>
                      <a:pt x="532" y="120"/>
                      <a:pt x="532" y="266"/>
                    </a:cubicBezTo>
                    <a:cubicBezTo>
                      <a:pt x="532" y="367"/>
                      <a:pt x="477" y="454"/>
                      <a:pt x="395" y="500"/>
                    </a:cubicBezTo>
                    <a:cubicBezTo>
                      <a:pt x="389" y="489"/>
                      <a:pt x="389" y="489"/>
                      <a:pt x="389" y="489"/>
                    </a:cubicBezTo>
                    <a:cubicBezTo>
                      <a:pt x="468" y="446"/>
                      <a:pt x="521" y="362"/>
                      <a:pt x="521" y="266"/>
                    </a:cubicBezTo>
                    <a:cubicBezTo>
                      <a:pt x="521" y="126"/>
                      <a:pt x="407" y="12"/>
                      <a:pt x="266" y="12"/>
                    </a:cubicBezTo>
                    <a:cubicBezTo>
                      <a:pt x="126" y="12"/>
                      <a:pt x="11" y="126"/>
                      <a:pt x="11" y="266"/>
                    </a:cubicBezTo>
                    <a:cubicBezTo>
                      <a:pt x="11" y="363"/>
                      <a:pt x="65" y="447"/>
                      <a:pt x="144" y="490"/>
                    </a:cubicBezTo>
                    <a:cubicBezTo>
                      <a:pt x="139" y="500"/>
                      <a:pt x="139" y="500"/>
                      <a:pt x="139" y="500"/>
                    </a:cubicBezTo>
                    <a:cubicBezTo>
                      <a:pt x="56" y="455"/>
                      <a:pt x="0" y="367"/>
                      <a:pt x="0" y="266"/>
                    </a:cubicBezTo>
                    <a:cubicBezTo>
                      <a:pt x="0" y="120"/>
                      <a:pt x="120" y="0"/>
                      <a:pt x="266"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solidFill>
                    <a:srgbClr val="000000"/>
                  </a:solidFill>
                </a:endParaRPr>
              </a:p>
            </p:txBody>
          </p:sp>
        </p:grpSp>
        <p:sp>
          <p:nvSpPr>
            <p:cNvPr id="8" name="íšľïḋé"/>
            <p:cNvSpPr/>
            <p:nvPr/>
          </p:nvSpPr>
          <p:spPr bwMode="auto">
            <a:xfrm>
              <a:off x="10398657" y="734847"/>
              <a:ext cx="1120243" cy="66549"/>
            </a:xfrm>
            <a:custGeom>
              <a:avLst/>
              <a:gdLst>
                <a:gd name="T0" fmla="*/ 2 w 1702"/>
                <a:gd name="T1" fmla="*/ 29 h 101"/>
                <a:gd name="T2" fmla="*/ 49 w 1702"/>
                <a:gd name="T3" fmla="*/ 13 h 101"/>
                <a:gd name="T4" fmla="*/ 59 w 1702"/>
                <a:gd name="T5" fmla="*/ 92 h 101"/>
                <a:gd name="T6" fmla="*/ 87 w 1702"/>
                <a:gd name="T7" fmla="*/ 93 h 101"/>
                <a:gd name="T8" fmla="*/ 110 w 1702"/>
                <a:gd name="T9" fmla="*/ 3 h 101"/>
                <a:gd name="T10" fmla="*/ 133 w 1702"/>
                <a:gd name="T11" fmla="*/ 99 h 101"/>
                <a:gd name="T12" fmla="*/ 235 w 1702"/>
                <a:gd name="T13" fmla="*/ 34 h 101"/>
                <a:gd name="T14" fmla="*/ 240 w 1702"/>
                <a:gd name="T15" fmla="*/ 77 h 101"/>
                <a:gd name="T16" fmla="*/ 254 w 1702"/>
                <a:gd name="T17" fmla="*/ 99 h 101"/>
                <a:gd name="T18" fmla="*/ 263 w 1702"/>
                <a:gd name="T19" fmla="*/ 2 h 101"/>
                <a:gd name="T20" fmla="*/ 326 w 1702"/>
                <a:gd name="T21" fmla="*/ 9 h 101"/>
                <a:gd name="T22" fmla="*/ 354 w 1702"/>
                <a:gd name="T23" fmla="*/ 9 h 101"/>
                <a:gd name="T24" fmla="*/ 318 w 1702"/>
                <a:gd name="T25" fmla="*/ 93 h 101"/>
                <a:gd name="T26" fmla="*/ 299 w 1702"/>
                <a:gd name="T27" fmla="*/ 98 h 101"/>
                <a:gd name="T28" fmla="*/ 377 w 1702"/>
                <a:gd name="T29" fmla="*/ 2 h 101"/>
                <a:gd name="T30" fmla="*/ 415 w 1702"/>
                <a:gd name="T31" fmla="*/ 82 h 101"/>
                <a:gd name="T32" fmla="*/ 454 w 1702"/>
                <a:gd name="T33" fmla="*/ 2 h 101"/>
                <a:gd name="T34" fmla="*/ 398 w 1702"/>
                <a:gd name="T35" fmla="*/ 93 h 101"/>
                <a:gd name="T36" fmla="*/ 510 w 1702"/>
                <a:gd name="T37" fmla="*/ 93 h 101"/>
                <a:gd name="T38" fmla="*/ 528 w 1702"/>
                <a:gd name="T39" fmla="*/ 2 h 101"/>
                <a:gd name="T40" fmla="*/ 534 w 1702"/>
                <a:gd name="T41" fmla="*/ 93 h 101"/>
                <a:gd name="T42" fmla="*/ 669 w 1702"/>
                <a:gd name="T43" fmla="*/ 9 h 101"/>
                <a:gd name="T44" fmla="*/ 680 w 1702"/>
                <a:gd name="T45" fmla="*/ 17 h 101"/>
                <a:gd name="T46" fmla="*/ 598 w 1702"/>
                <a:gd name="T47" fmla="*/ 98 h 101"/>
                <a:gd name="T48" fmla="*/ 607 w 1702"/>
                <a:gd name="T49" fmla="*/ 3 h 101"/>
                <a:gd name="T50" fmla="*/ 793 w 1702"/>
                <a:gd name="T51" fmla="*/ 3 h 101"/>
                <a:gd name="T52" fmla="*/ 827 w 1702"/>
                <a:gd name="T53" fmla="*/ 89 h 101"/>
                <a:gd name="T54" fmla="*/ 860 w 1702"/>
                <a:gd name="T55" fmla="*/ 2 h 101"/>
                <a:gd name="T56" fmla="*/ 781 w 1702"/>
                <a:gd name="T57" fmla="*/ 16 h 101"/>
                <a:gd name="T58" fmla="*/ 981 w 1702"/>
                <a:gd name="T59" fmla="*/ 7 h 101"/>
                <a:gd name="T60" fmla="*/ 914 w 1702"/>
                <a:gd name="T61" fmla="*/ 99 h 101"/>
                <a:gd name="T62" fmla="*/ 882 w 1702"/>
                <a:gd name="T63" fmla="*/ 7 h 101"/>
                <a:gd name="T64" fmla="*/ 1006 w 1702"/>
                <a:gd name="T65" fmla="*/ 91 h 101"/>
                <a:gd name="T66" fmla="*/ 1042 w 1702"/>
                <a:gd name="T67" fmla="*/ 2 h 101"/>
                <a:gd name="T68" fmla="*/ 1020 w 1702"/>
                <a:gd name="T69" fmla="*/ 98 h 101"/>
                <a:gd name="T70" fmla="*/ 1054 w 1702"/>
                <a:gd name="T71" fmla="*/ 2 h 101"/>
                <a:gd name="T72" fmla="*/ 1090 w 1702"/>
                <a:gd name="T73" fmla="*/ 15 h 101"/>
                <a:gd name="T74" fmla="*/ 1137 w 1702"/>
                <a:gd name="T75" fmla="*/ 2 h 101"/>
                <a:gd name="T76" fmla="*/ 1173 w 1702"/>
                <a:gd name="T77" fmla="*/ 91 h 101"/>
                <a:gd name="T78" fmla="*/ 1224 w 1702"/>
                <a:gd name="T79" fmla="*/ 2 h 101"/>
                <a:gd name="T80" fmla="*/ 1210 w 1702"/>
                <a:gd name="T81" fmla="*/ 46 h 101"/>
                <a:gd name="T82" fmla="*/ 1211 w 1702"/>
                <a:gd name="T83" fmla="*/ 52 h 101"/>
                <a:gd name="T84" fmla="*/ 1221 w 1702"/>
                <a:gd name="T85" fmla="*/ 98 h 101"/>
                <a:gd name="T86" fmla="*/ 1267 w 1702"/>
                <a:gd name="T87" fmla="*/ 9 h 101"/>
                <a:gd name="T88" fmla="*/ 1333 w 1702"/>
                <a:gd name="T89" fmla="*/ 40 h 101"/>
                <a:gd name="T90" fmla="*/ 1324 w 1702"/>
                <a:gd name="T91" fmla="*/ 96 h 101"/>
                <a:gd name="T92" fmla="*/ 1302 w 1702"/>
                <a:gd name="T93" fmla="*/ 93 h 101"/>
                <a:gd name="T94" fmla="*/ 1318 w 1702"/>
                <a:gd name="T95" fmla="*/ 28 h 101"/>
                <a:gd name="T96" fmla="*/ 1413 w 1702"/>
                <a:gd name="T97" fmla="*/ 88 h 101"/>
                <a:gd name="T98" fmla="*/ 1431 w 1702"/>
                <a:gd name="T99" fmla="*/ 4 h 101"/>
                <a:gd name="T100" fmla="*/ 1407 w 1702"/>
                <a:gd name="T101" fmla="*/ 38 h 101"/>
                <a:gd name="T102" fmla="*/ 1370 w 1702"/>
                <a:gd name="T103" fmla="*/ 73 h 101"/>
                <a:gd name="T104" fmla="*/ 1465 w 1702"/>
                <a:gd name="T105" fmla="*/ 9 h 101"/>
                <a:gd name="T106" fmla="*/ 1491 w 1702"/>
                <a:gd name="T107" fmla="*/ 16 h 101"/>
                <a:gd name="T108" fmla="*/ 1456 w 1702"/>
                <a:gd name="T109" fmla="*/ 99 h 101"/>
                <a:gd name="T110" fmla="*/ 1517 w 1702"/>
                <a:gd name="T111" fmla="*/ 26 h 101"/>
                <a:gd name="T112" fmla="*/ 1586 w 1702"/>
                <a:gd name="T113" fmla="*/ 13 h 101"/>
                <a:gd name="T114" fmla="*/ 1545 w 1702"/>
                <a:gd name="T115" fmla="*/ 98 h 101"/>
                <a:gd name="T116" fmla="*/ 1656 w 1702"/>
                <a:gd name="T117" fmla="*/ 98 h 101"/>
                <a:gd name="T118" fmla="*/ 1610 w 1702"/>
                <a:gd name="T119" fmla="*/ 7 h 101"/>
                <a:gd name="T120" fmla="*/ 1644 w 1702"/>
                <a:gd name="T121" fmla="*/ 12 h 101"/>
                <a:gd name="T122" fmla="*/ 1688 w 1702"/>
                <a:gd name="T123" fmla="*/ 3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702" h="101">
                  <a:moveTo>
                    <a:pt x="1" y="66"/>
                  </a:moveTo>
                  <a:cubicBezTo>
                    <a:pt x="11" y="66"/>
                    <a:pt x="11" y="66"/>
                    <a:pt x="11" y="66"/>
                  </a:cubicBezTo>
                  <a:cubicBezTo>
                    <a:pt x="11" y="75"/>
                    <a:pt x="13" y="81"/>
                    <a:pt x="16" y="85"/>
                  </a:cubicBezTo>
                  <a:cubicBezTo>
                    <a:pt x="20" y="90"/>
                    <a:pt x="25" y="92"/>
                    <a:pt x="32" y="92"/>
                  </a:cubicBezTo>
                  <a:cubicBezTo>
                    <a:pt x="37" y="92"/>
                    <a:pt x="41" y="90"/>
                    <a:pt x="44" y="88"/>
                  </a:cubicBezTo>
                  <a:cubicBezTo>
                    <a:pt x="48" y="85"/>
                    <a:pt x="49" y="82"/>
                    <a:pt x="49" y="77"/>
                  </a:cubicBezTo>
                  <a:cubicBezTo>
                    <a:pt x="49" y="74"/>
                    <a:pt x="48" y="71"/>
                    <a:pt x="46" y="68"/>
                  </a:cubicBezTo>
                  <a:cubicBezTo>
                    <a:pt x="44" y="66"/>
                    <a:pt x="39" y="63"/>
                    <a:pt x="31" y="60"/>
                  </a:cubicBezTo>
                  <a:cubicBezTo>
                    <a:pt x="20" y="55"/>
                    <a:pt x="12" y="51"/>
                    <a:pt x="8" y="46"/>
                  </a:cubicBezTo>
                  <a:cubicBezTo>
                    <a:pt x="4" y="41"/>
                    <a:pt x="2" y="36"/>
                    <a:pt x="2" y="29"/>
                  </a:cubicBezTo>
                  <a:cubicBezTo>
                    <a:pt x="2" y="20"/>
                    <a:pt x="5" y="13"/>
                    <a:pt x="11" y="8"/>
                  </a:cubicBezTo>
                  <a:cubicBezTo>
                    <a:pt x="17" y="2"/>
                    <a:pt x="25" y="0"/>
                    <a:pt x="34" y="0"/>
                  </a:cubicBezTo>
                  <a:cubicBezTo>
                    <a:pt x="38" y="0"/>
                    <a:pt x="42" y="0"/>
                    <a:pt x="47" y="1"/>
                  </a:cubicBezTo>
                  <a:cubicBezTo>
                    <a:pt x="51" y="1"/>
                    <a:pt x="56" y="2"/>
                    <a:pt x="62" y="3"/>
                  </a:cubicBezTo>
                  <a:cubicBezTo>
                    <a:pt x="62" y="4"/>
                    <a:pt x="62" y="4"/>
                    <a:pt x="62" y="4"/>
                  </a:cubicBezTo>
                  <a:cubicBezTo>
                    <a:pt x="62" y="9"/>
                    <a:pt x="62" y="14"/>
                    <a:pt x="62" y="17"/>
                  </a:cubicBezTo>
                  <a:cubicBezTo>
                    <a:pt x="62" y="19"/>
                    <a:pt x="62" y="23"/>
                    <a:pt x="62" y="29"/>
                  </a:cubicBezTo>
                  <a:cubicBezTo>
                    <a:pt x="62" y="29"/>
                    <a:pt x="62" y="29"/>
                    <a:pt x="62" y="29"/>
                  </a:cubicBezTo>
                  <a:cubicBezTo>
                    <a:pt x="54" y="29"/>
                    <a:pt x="54" y="29"/>
                    <a:pt x="54" y="29"/>
                  </a:cubicBezTo>
                  <a:cubicBezTo>
                    <a:pt x="54" y="22"/>
                    <a:pt x="53" y="17"/>
                    <a:pt x="49" y="13"/>
                  </a:cubicBezTo>
                  <a:cubicBezTo>
                    <a:pt x="46" y="10"/>
                    <a:pt x="42" y="8"/>
                    <a:pt x="36" y="8"/>
                  </a:cubicBezTo>
                  <a:cubicBezTo>
                    <a:pt x="31" y="8"/>
                    <a:pt x="27" y="9"/>
                    <a:pt x="25" y="11"/>
                  </a:cubicBezTo>
                  <a:cubicBezTo>
                    <a:pt x="22" y="14"/>
                    <a:pt x="21" y="17"/>
                    <a:pt x="21" y="21"/>
                  </a:cubicBezTo>
                  <a:cubicBezTo>
                    <a:pt x="21" y="24"/>
                    <a:pt x="22" y="27"/>
                    <a:pt x="24" y="30"/>
                  </a:cubicBezTo>
                  <a:cubicBezTo>
                    <a:pt x="26" y="32"/>
                    <a:pt x="31" y="35"/>
                    <a:pt x="39" y="38"/>
                  </a:cubicBezTo>
                  <a:cubicBezTo>
                    <a:pt x="40" y="38"/>
                    <a:pt x="41" y="39"/>
                    <a:pt x="43" y="40"/>
                  </a:cubicBezTo>
                  <a:cubicBezTo>
                    <a:pt x="51" y="43"/>
                    <a:pt x="57" y="46"/>
                    <a:pt x="60" y="49"/>
                  </a:cubicBezTo>
                  <a:cubicBezTo>
                    <a:pt x="63" y="51"/>
                    <a:pt x="65" y="55"/>
                    <a:pt x="66" y="58"/>
                  </a:cubicBezTo>
                  <a:cubicBezTo>
                    <a:pt x="68" y="61"/>
                    <a:pt x="69" y="65"/>
                    <a:pt x="69" y="69"/>
                  </a:cubicBezTo>
                  <a:cubicBezTo>
                    <a:pt x="69" y="79"/>
                    <a:pt x="65" y="86"/>
                    <a:pt x="59" y="92"/>
                  </a:cubicBezTo>
                  <a:cubicBezTo>
                    <a:pt x="53" y="98"/>
                    <a:pt x="44" y="101"/>
                    <a:pt x="33" y="101"/>
                  </a:cubicBezTo>
                  <a:cubicBezTo>
                    <a:pt x="27" y="101"/>
                    <a:pt x="21" y="100"/>
                    <a:pt x="16" y="99"/>
                  </a:cubicBezTo>
                  <a:cubicBezTo>
                    <a:pt x="11" y="98"/>
                    <a:pt x="5" y="96"/>
                    <a:pt x="0" y="93"/>
                  </a:cubicBezTo>
                  <a:cubicBezTo>
                    <a:pt x="1" y="90"/>
                    <a:pt x="1" y="87"/>
                    <a:pt x="1" y="83"/>
                  </a:cubicBezTo>
                  <a:cubicBezTo>
                    <a:pt x="1" y="80"/>
                    <a:pt x="1" y="77"/>
                    <a:pt x="1" y="73"/>
                  </a:cubicBezTo>
                  <a:cubicBezTo>
                    <a:pt x="1" y="71"/>
                    <a:pt x="1" y="70"/>
                    <a:pt x="1" y="69"/>
                  </a:cubicBezTo>
                  <a:cubicBezTo>
                    <a:pt x="1" y="68"/>
                    <a:pt x="1" y="67"/>
                    <a:pt x="1" y="66"/>
                  </a:cubicBezTo>
                  <a:cubicBezTo>
                    <a:pt x="1" y="66"/>
                    <a:pt x="1" y="66"/>
                    <a:pt x="1" y="66"/>
                  </a:cubicBezTo>
                  <a:close/>
                  <a:moveTo>
                    <a:pt x="87" y="99"/>
                  </a:moveTo>
                  <a:cubicBezTo>
                    <a:pt x="87" y="93"/>
                    <a:pt x="87" y="93"/>
                    <a:pt x="87" y="93"/>
                  </a:cubicBezTo>
                  <a:cubicBezTo>
                    <a:pt x="88" y="93"/>
                    <a:pt x="88" y="93"/>
                    <a:pt x="88" y="93"/>
                  </a:cubicBezTo>
                  <a:cubicBezTo>
                    <a:pt x="93" y="93"/>
                    <a:pt x="95" y="92"/>
                    <a:pt x="97" y="91"/>
                  </a:cubicBezTo>
                  <a:cubicBezTo>
                    <a:pt x="98" y="89"/>
                    <a:pt x="99" y="86"/>
                    <a:pt x="99" y="81"/>
                  </a:cubicBezTo>
                  <a:cubicBezTo>
                    <a:pt x="99" y="16"/>
                    <a:pt x="99" y="16"/>
                    <a:pt x="99" y="16"/>
                  </a:cubicBezTo>
                  <a:cubicBezTo>
                    <a:pt x="99" y="13"/>
                    <a:pt x="98" y="11"/>
                    <a:pt x="97" y="9"/>
                  </a:cubicBezTo>
                  <a:cubicBezTo>
                    <a:pt x="95" y="8"/>
                    <a:pt x="93" y="7"/>
                    <a:pt x="89" y="7"/>
                  </a:cubicBezTo>
                  <a:cubicBezTo>
                    <a:pt x="87" y="7"/>
                    <a:pt x="87" y="7"/>
                    <a:pt x="87" y="7"/>
                  </a:cubicBezTo>
                  <a:cubicBezTo>
                    <a:pt x="87" y="2"/>
                    <a:pt x="87" y="2"/>
                    <a:pt x="87" y="2"/>
                  </a:cubicBezTo>
                  <a:cubicBezTo>
                    <a:pt x="91" y="2"/>
                    <a:pt x="95" y="2"/>
                    <a:pt x="99" y="2"/>
                  </a:cubicBezTo>
                  <a:cubicBezTo>
                    <a:pt x="103" y="3"/>
                    <a:pt x="107" y="3"/>
                    <a:pt x="110" y="3"/>
                  </a:cubicBezTo>
                  <a:cubicBezTo>
                    <a:pt x="114" y="3"/>
                    <a:pt x="118" y="3"/>
                    <a:pt x="122" y="2"/>
                  </a:cubicBezTo>
                  <a:cubicBezTo>
                    <a:pt x="126" y="2"/>
                    <a:pt x="129" y="2"/>
                    <a:pt x="133" y="2"/>
                  </a:cubicBezTo>
                  <a:cubicBezTo>
                    <a:pt x="133" y="7"/>
                    <a:pt x="133" y="7"/>
                    <a:pt x="133" y="7"/>
                  </a:cubicBezTo>
                  <a:cubicBezTo>
                    <a:pt x="129" y="7"/>
                    <a:pt x="126" y="8"/>
                    <a:pt x="125" y="9"/>
                  </a:cubicBezTo>
                  <a:cubicBezTo>
                    <a:pt x="123" y="10"/>
                    <a:pt x="122" y="12"/>
                    <a:pt x="122" y="16"/>
                  </a:cubicBezTo>
                  <a:cubicBezTo>
                    <a:pt x="122" y="81"/>
                    <a:pt x="122" y="81"/>
                    <a:pt x="122" y="81"/>
                  </a:cubicBezTo>
                  <a:cubicBezTo>
                    <a:pt x="122" y="86"/>
                    <a:pt x="123" y="89"/>
                    <a:pt x="124" y="91"/>
                  </a:cubicBezTo>
                  <a:cubicBezTo>
                    <a:pt x="126" y="92"/>
                    <a:pt x="128" y="93"/>
                    <a:pt x="133" y="93"/>
                  </a:cubicBezTo>
                  <a:cubicBezTo>
                    <a:pt x="133" y="93"/>
                    <a:pt x="133" y="93"/>
                    <a:pt x="133" y="93"/>
                  </a:cubicBezTo>
                  <a:cubicBezTo>
                    <a:pt x="133" y="99"/>
                    <a:pt x="133" y="99"/>
                    <a:pt x="133" y="99"/>
                  </a:cubicBezTo>
                  <a:cubicBezTo>
                    <a:pt x="130" y="98"/>
                    <a:pt x="126" y="98"/>
                    <a:pt x="122" y="98"/>
                  </a:cubicBezTo>
                  <a:cubicBezTo>
                    <a:pt x="118" y="98"/>
                    <a:pt x="114" y="98"/>
                    <a:pt x="110" y="98"/>
                  </a:cubicBezTo>
                  <a:cubicBezTo>
                    <a:pt x="107" y="98"/>
                    <a:pt x="104" y="98"/>
                    <a:pt x="100" y="98"/>
                  </a:cubicBezTo>
                  <a:cubicBezTo>
                    <a:pt x="96" y="98"/>
                    <a:pt x="92" y="98"/>
                    <a:pt x="87" y="99"/>
                  </a:cubicBezTo>
                  <a:cubicBezTo>
                    <a:pt x="87" y="99"/>
                    <a:pt x="87" y="99"/>
                    <a:pt x="87" y="99"/>
                  </a:cubicBezTo>
                  <a:close/>
                  <a:moveTo>
                    <a:pt x="236" y="4"/>
                  </a:moveTo>
                  <a:cubicBezTo>
                    <a:pt x="236" y="8"/>
                    <a:pt x="235" y="11"/>
                    <a:pt x="235" y="14"/>
                  </a:cubicBezTo>
                  <a:cubicBezTo>
                    <a:pt x="235" y="17"/>
                    <a:pt x="235" y="20"/>
                    <a:pt x="235" y="23"/>
                  </a:cubicBezTo>
                  <a:cubicBezTo>
                    <a:pt x="235" y="24"/>
                    <a:pt x="235" y="26"/>
                    <a:pt x="235" y="27"/>
                  </a:cubicBezTo>
                  <a:cubicBezTo>
                    <a:pt x="235" y="29"/>
                    <a:pt x="235" y="31"/>
                    <a:pt x="235" y="34"/>
                  </a:cubicBezTo>
                  <a:cubicBezTo>
                    <a:pt x="227" y="34"/>
                    <a:pt x="227" y="34"/>
                    <a:pt x="227" y="34"/>
                  </a:cubicBezTo>
                  <a:cubicBezTo>
                    <a:pt x="226" y="25"/>
                    <a:pt x="224" y="18"/>
                    <a:pt x="220" y="14"/>
                  </a:cubicBezTo>
                  <a:cubicBezTo>
                    <a:pt x="216" y="10"/>
                    <a:pt x="211" y="7"/>
                    <a:pt x="205" y="7"/>
                  </a:cubicBezTo>
                  <a:cubicBezTo>
                    <a:pt x="195" y="7"/>
                    <a:pt x="188" y="11"/>
                    <a:pt x="183" y="18"/>
                  </a:cubicBezTo>
                  <a:cubicBezTo>
                    <a:pt x="178" y="25"/>
                    <a:pt x="175" y="35"/>
                    <a:pt x="175" y="47"/>
                  </a:cubicBezTo>
                  <a:cubicBezTo>
                    <a:pt x="175" y="60"/>
                    <a:pt x="178" y="71"/>
                    <a:pt x="184" y="78"/>
                  </a:cubicBezTo>
                  <a:cubicBezTo>
                    <a:pt x="189" y="86"/>
                    <a:pt x="197" y="90"/>
                    <a:pt x="206" y="90"/>
                  </a:cubicBezTo>
                  <a:cubicBezTo>
                    <a:pt x="211" y="90"/>
                    <a:pt x="216" y="89"/>
                    <a:pt x="220" y="86"/>
                  </a:cubicBezTo>
                  <a:cubicBezTo>
                    <a:pt x="224" y="83"/>
                    <a:pt x="229" y="79"/>
                    <a:pt x="233" y="73"/>
                  </a:cubicBezTo>
                  <a:cubicBezTo>
                    <a:pt x="240" y="77"/>
                    <a:pt x="240" y="77"/>
                    <a:pt x="240" y="77"/>
                  </a:cubicBezTo>
                  <a:cubicBezTo>
                    <a:pt x="234" y="85"/>
                    <a:pt x="229" y="91"/>
                    <a:pt x="222" y="95"/>
                  </a:cubicBezTo>
                  <a:cubicBezTo>
                    <a:pt x="215" y="99"/>
                    <a:pt x="208" y="101"/>
                    <a:pt x="199" y="101"/>
                  </a:cubicBezTo>
                  <a:cubicBezTo>
                    <a:pt x="184" y="101"/>
                    <a:pt x="172" y="96"/>
                    <a:pt x="164" y="87"/>
                  </a:cubicBezTo>
                  <a:cubicBezTo>
                    <a:pt x="155" y="78"/>
                    <a:pt x="151" y="66"/>
                    <a:pt x="151" y="50"/>
                  </a:cubicBezTo>
                  <a:cubicBezTo>
                    <a:pt x="151" y="35"/>
                    <a:pt x="156" y="23"/>
                    <a:pt x="165" y="14"/>
                  </a:cubicBezTo>
                  <a:cubicBezTo>
                    <a:pt x="175" y="4"/>
                    <a:pt x="187" y="0"/>
                    <a:pt x="203" y="0"/>
                  </a:cubicBezTo>
                  <a:cubicBezTo>
                    <a:pt x="209" y="0"/>
                    <a:pt x="218" y="1"/>
                    <a:pt x="233" y="4"/>
                  </a:cubicBezTo>
                  <a:cubicBezTo>
                    <a:pt x="234" y="4"/>
                    <a:pt x="235" y="4"/>
                    <a:pt x="236" y="4"/>
                  </a:cubicBezTo>
                  <a:cubicBezTo>
                    <a:pt x="236" y="4"/>
                    <a:pt x="236" y="4"/>
                    <a:pt x="236" y="4"/>
                  </a:cubicBezTo>
                  <a:close/>
                  <a:moveTo>
                    <a:pt x="254" y="99"/>
                  </a:moveTo>
                  <a:cubicBezTo>
                    <a:pt x="254" y="93"/>
                    <a:pt x="254" y="93"/>
                    <a:pt x="254" y="93"/>
                  </a:cubicBezTo>
                  <a:cubicBezTo>
                    <a:pt x="255" y="93"/>
                    <a:pt x="255" y="93"/>
                    <a:pt x="255" y="93"/>
                  </a:cubicBezTo>
                  <a:cubicBezTo>
                    <a:pt x="259" y="93"/>
                    <a:pt x="262" y="92"/>
                    <a:pt x="263" y="91"/>
                  </a:cubicBezTo>
                  <a:cubicBezTo>
                    <a:pt x="265" y="89"/>
                    <a:pt x="265" y="86"/>
                    <a:pt x="265" y="81"/>
                  </a:cubicBezTo>
                  <a:cubicBezTo>
                    <a:pt x="265" y="16"/>
                    <a:pt x="265" y="16"/>
                    <a:pt x="265" y="16"/>
                  </a:cubicBezTo>
                  <a:cubicBezTo>
                    <a:pt x="265" y="13"/>
                    <a:pt x="265" y="11"/>
                    <a:pt x="263" y="9"/>
                  </a:cubicBezTo>
                  <a:cubicBezTo>
                    <a:pt x="262" y="8"/>
                    <a:pt x="259" y="7"/>
                    <a:pt x="256" y="7"/>
                  </a:cubicBezTo>
                  <a:cubicBezTo>
                    <a:pt x="254" y="7"/>
                    <a:pt x="254" y="7"/>
                    <a:pt x="254" y="7"/>
                  </a:cubicBezTo>
                  <a:cubicBezTo>
                    <a:pt x="254" y="2"/>
                    <a:pt x="254" y="2"/>
                    <a:pt x="254" y="2"/>
                  </a:cubicBezTo>
                  <a:cubicBezTo>
                    <a:pt x="257" y="2"/>
                    <a:pt x="260" y="2"/>
                    <a:pt x="263" y="2"/>
                  </a:cubicBezTo>
                  <a:cubicBezTo>
                    <a:pt x="267" y="3"/>
                    <a:pt x="271" y="3"/>
                    <a:pt x="277" y="3"/>
                  </a:cubicBezTo>
                  <a:cubicBezTo>
                    <a:pt x="282" y="3"/>
                    <a:pt x="286" y="3"/>
                    <a:pt x="290" y="2"/>
                  </a:cubicBezTo>
                  <a:cubicBezTo>
                    <a:pt x="294" y="2"/>
                    <a:pt x="297" y="2"/>
                    <a:pt x="299" y="2"/>
                  </a:cubicBezTo>
                  <a:cubicBezTo>
                    <a:pt x="299" y="7"/>
                    <a:pt x="299" y="7"/>
                    <a:pt x="299" y="7"/>
                  </a:cubicBezTo>
                  <a:cubicBezTo>
                    <a:pt x="295" y="7"/>
                    <a:pt x="292" y="8"/>
                    <a:pt x="291" y="9"/>
                  </a:cubicBezTo>
                  <a:cubicBezTo>
                    <a:pt x="289" y="10"/>
                    <a:pt x="288" y="12"/>
                    <a:pt x="288" y="16"/>
                  </a:cubicBezTo>
                  <a:cubicBezTo>
                    <a:pt x="288" y="43"/>
                    <a:pt x="288" y="43"/>
                    <a:pt x="288" y="43"/>
                  </a:cubicBezTo>
                  <a:cubicBezTo>
                    <a:pt x="329" y="43"/>
                    <a:pt x="329" y="43"/>
                    <a:pt x="329" y="43"/>
                  </a:cubicBezTo>
                  <a:cubicBezTo>
                    <a:pt x="329" y="16"/>
                    <a:pt x="329" y="16"/>
                    <a:pt x="329" y="16"/>
                  </a:cubicBezTo>
                  <a:cubicBezTo>
                    <a:pt x="329" y="13"/>
                    <a:pt x="328" y="10"/>
                    <a:pt x="326" y="9"/>
                  </a:cubicBezTo>
                  <a:cubicBezTo>
                    <a:pt x="325" y="8"/>
                    <a:pt x="322" y="7"/>
                    <a:pt x="318" y="7"/>
                  </a:cubicBezTo>
                  <a:cubicBezTo>
                    <a:pt x="317" y="7"/>
                    <a:pt x="317" y="7"/>
                    <a:pt x="317" y="7"/>
                  </a:cubicBezTo>
                  <a:cubicBezTo>
                    <a:pt x="317" y="2"/>
                    <a:pt x="317" y="2"/>
                    <a:pt x="317" y="2"/>
                  </a:cubicBezTo>
                  <a:cubicBezTo>
                    <a:pt x="321" y="2"/>
                    <a:pt x="324" y="2"/>
                    <a:pt x="328" y="2"/>
                  </a:cubicBezTo>
                  <a:cubicBezTo>
                    <a:pt x="331" y="3"/>
                    <a:pt x="336" y="3"/>
                    <a:pt x="340" y="3"/>
                  </a:cubicBezTo>
                  <a:cubicBezTo>
                    <a:pt x="345" y="3"/>
                    <a:pt x="349" y="3"/>
                    <a:pt x="352" y="2"/>
                  </a:cubicBezTo>
                  <a:cubicBezTo>
                    <a:pt x="356" y="2"/>
                    <a:pt x="359" y="2"/>
                    <a:pt x="362" y="2"/>
                  </a:cubicBezTo>
                  <a:cubicBezTo>
                    <a:pt x="362" y="7"/>
                    <a:pt x="362" y="7"/>
                    <a:pt x="362" y="7"/>
                  </a:cubicBezTo>
                  <a:cubicBezTo>
                    <a:pt x="361" y="7"/>
                    <a:pt x="361" y="7"/>
                    <a:pt x="361" y="7"/>
                  </a:cubicBezTo>
                  <a:cubicBezTo>
                    <a:pt x="357" y="7"/>
                    <a:pt x="355" y="8"/>
                    <a:pt x="354" y="9"/>
                  </a:cubicBezTo>
                  <a:cubicBezTo>
                    <a:pt x="352" y="11"/>
                    <a:pt x="351" y="13"/>
                    <a:pt x="351" y="16"/>
                  </a:cubicBezTo>
                  <a:cubicBezTo>
                    <a:pt x="351" y="81"/>
                    <a:pt x="351" y="81"/>
                    <a:pt x="351" y="81"/>
                  </a:cubicBezTo>
                  <a:cubicBezTo>
                    <a:pt x="351" y="86"/>
                    <a:pt x="352" y="89"/>
                    <a:pt x="354" y="90"/>
                  </a:cubicBezTo>
                  <a:cubicBezTo>
                    <a:pt x="355" y="92"/>
                    <a:pt x="358" y="93"/>
                    <a:pt x="362" y="93"/>
                  </a:cubicBezTo>
                  <a:cubicBezTo>
                    <a:pt x="362" y="99"/>
                    <a:pt x="362" y="99"/>
                    <a:pt x="362" y="99"/>
                  </a:cubicBezTo>
                  <a:cubicBezTo>
                    <a:pt x="358" y="98"/>
                    <a:pt x="354" y="98"/>
                    <a:pt x="350" y="98"/>
                  </a:cubicBezTo>
                  <a:cubicBezTo>
                    <a:pt x="346" y="98"/>
                    <a:pt x="343" y="98"/>
                    <a:pt x="340" y="98"/>
                  </a:cubicBezTo>
                  <a:cubicBezTo>
                    <a:pt x="338" y="98"/>
                    <a:pt x="336" y="98"/>
                    <a:pt x="332" y="98"/>
                  </a:cubicBezTo>
                  <a:cubicBezTo>
                    <a:pt x="328" y="98"/>
                    <a:pt x="323" y="98"/>
                    <a:pt x="318" y="99"/>
                  </a:cubicBezTo>
                  <a:cubicBezTo>
                    <a:pt x="318" y="93"/>
                    <a:pt x="318" y="93"/>
                    <a:pt x="318" y="93"/>
                  </a:cubicBezTo>
                  <a:cubicBezTo>
                    <a:pt x="318" y="93"/>
                    <a:pt x="318" y="93"/>
                    <a:pt x="318" y="93"/>
                  </a:cubicBezTo>
                  <a:cubicBezTo>
                    <a:pt x="323" y="93"/>
                    <a:pt x="325" y="92"/>
                    <a:pt x="327" y="91"/>
                  </a:cubicBezTo>
                  <a:cubicBezTo>
                    <a:pt x="328" y="89"/>
                    <a:pt x="329" y="86"/>
                    <a:pt x="329" y="81"/>
                  </a:cubicBezTo>
                  <a:cubicBezTo>
                    <a:pt x="329" y="50"/>
                    <a:pt x="329" y="50"/>
                    <a:pt x="329" y="50"/>
                  </a:cubicBezTo>
                  <a:cubicBezTo>
                    <a:pt x="288" y="50"/>
                    <a:pt x="288" y="50"/>
                    <a:pt x="288" y="50"/>
                  </a:cubicBezTo>
                  <a:cubicBezTo>
                    <a:pt x="288" y="81"/>
                    <a:pt x="288" y="81"/>
                    <a:pt x="288" y="81"/>
                  </a:cubicBezTo>
                  <a:cubicBezTo>
                    <a:pt x="288" y="86"/>
                    <a:pt x="289" y="89"/>
                    <a:pt x="290" y="91"/>
                  </a:cubicBezTo>
                  <a:cubicBezTo>
                    <a:pt x="292" y="92"/>
                    <a:pt x="294" y="93"/>
                    <a:pt x="299" y="93"/>
                  </a:cubicBezTo>
                  <a:cubicBezTo>
                    <a:pt x="299" y="93"/>
                    <a:pt x="299" y="93"/>
                    <a:pt x="299" y="93"/>
                  </a:cubicBezTo>
                  <a:cubicBezTo>
                    <a:pt x="299" y="98"/>
                    <a:pt x="299" y="98"/>
                    <a:pt x="299" y="98"/>
                  </a:cubicBezTo>
                  <a:cubicBezTo>
                    <a:pt x="294" y="98"/>
                    <a:pt x="290" y="98"/>
                    <a:pt x="286" y="98"/>
                  </a:cubicBezTo>
                  <a:cubicBezTo>
                    <a:pt x="282" y="98"/>
                    <a:pt x="279" y="98"/>
                    <a:pt x="277" y="98"/>
                  </a:cubicBezTo>
                  <a:cubicBezTo>
                    <a:pt x="273" y="98"/>
                    <a:pt x="270" y="98"/>
                    <a:pt x="266" y="98"/>
                  </a:cubicBezTo>
                  <a:cubicBezTo>
                    <a:pt x="262" y="98"/>
                    <a:pt x="258" y="98"/>
                    <a:pt x="254" y="99"/>
                  </a:cubicBezTo>
                  <a:cubicBezTo>
                    <a:pt x="254" y="99"/>
                    <a:pt x="254" y="99"/>
                    <a:pt x="254" y="99"/>
                  </a:cubicBezTo>
                  <a:close/>
                  <a:moveTo>
                    <a:pt x="388" y="16"/>
                  </a:moveTo>
                  <a:cubicBezTo>
                    <a:pt x="388" y="13"/>
                    <a:pt x="387" y="11"/>
                    <a:pt x="386" y="9"/>
                  </a:cubicBezTo>
                  <a:cubicBezTo>
                    <a:pt x="384" y="8"/>
                    <a:pt x="382" y="7"/>
                    <a:pt x="378" y="7"/>
                  </a:cubicBezTo>
                  <a:cubicBezTo>
                    <a:pt x="377" y="7"/>
                    <a:pt x="377" y="7"/>
                    <a:pt x="377" y="7"/>
                  </a:cubicBezTo>
                  <a:cubicBezTo>
                    <a:pt x="377" y="2"/>
                    <a:pt x="377" y="2"/>
                    <a:pt x="377" y="2"/>
                  </a:cubicBezTo>
                  <a:cubicBezTo>
                    <a:pt x="382" y="2"/>
                    <a:pt x="386" y="2"/>
                    <a:pt x="390" y="3"/>
                  </a:cubicBezTo>
                  <a:cubicBezTo>
                    <a:pt x="393" y="3"/>
                    <a:pt x="397" y="3"/>
                    <a:pt x="400" y="3"/>
                  </a:cubicBezTo>
                  <a:cubicBezTo>
                    <a:pt x="403" y="3"/>
                    <a:pt x="406" y="3"/>
                    <a:pt x="410" y="3"/>
                  </a:cubicBezTo>
                  <a:cubicBezTo>
                    <a:pt x="414" y="2"/>
                    <a:pt x="418" y="2"/>
                    <a:pt x="423" y="2"/>
                  </a:cubicBezTo>
                  <a:cubicBezTo>
                    <a:pt x="423" y="7"/>
                    <a:pt x="423" y="7"/>
                    <a:pt x="423" y="7"/>
                  </a:cubicBezTo>
                  <a:cubicBezTo>
                    <a:pt x="418" y="7"/>
                    <a:pt x="415" y="8"/>
                    <a:pt x="414" y="9"/>
                  </a:cubicBezTo>
                  <a:cubicBezTo>
                    <a:pt x="412" y="10"/>
                    <a:pt x="411" y="12"/>
                    <a:pt x="411" y="16"/>
                  </a:cubicBezTo>
                  <a:cubicBezTo>
                    <a:pt x="411" y="60"/>
                    <a:pt x="411" y="60"/>
                    <a:pt x="411" y="60"/>
                  </a:cubicBezTo>
                  <a:cubicBezTo>
                    <a:pt x="411" y="67"/>
                    <a:pt x="412" y="72"/>
                    <a:pt x="412" y="75"/>
                  </a:cubicBezTo>
                  <a:cubicBezTo>
                    <a:pt x="413" y="78"/>
                    <a:pt x="414" y="80"/>
                    <a:pt x="415" y="82"/>
                  </a:cubicBezTo>
                  <a:cubicBezTo>
                    <a:pt x="417" y="84"/>
                    <a:pt x="420" y="86"/>
                    <a:pt x="423" y="88"/>
                  </a:cubicBezTo>
                  <a:cubicBezTo>
                    <a:pt x="426" y="89"/>
                    <a:pt x="430" y="89"/>
                    <a:pt x="434" y="89"/>
                  </a:cubicBezTo>
                  <a:cubicBezTo>
                    <a:pt x="442" y="89"/>
                    <a:pt x="448" y="87"/>
                    <a:pt x="452" y="83"/>
                  </a:cubicBezTo>
                  <a:cubicBezTo>
                    <a:pt x="456" y="78"/>
                    <a:pt x="457" y="70"/>
                    <a:pt x="457" y="60"/>
                  </a:cubicBezTo>
                  <a:cubicBezTo>
                    <a:pt x="457" y="59"/>
                    <a:pt x="457" y="59"/>
                    <a:pt x="457" y="59"/>
                  </a:cubicBezTo>
                  <a:cubicBezTo>
                    <a:pt x="457" y="18"/>
                    <a:pt x="457" y="18"/>
                    <a:pt x="457" y="18"/>
                  </a:cubicBezTo>
                  <a:cubicBezTo>
                    <a:pt x="457" y="14"/>
                    <a:pt x="457" y="11"/>
                    <a:pt x="455" y="9"/>
                  </a:cubicBezTo>
                  <a:cubicBezTo>
                    <a:pt x="454" y="8"/>
                    <a:pt x="451" y="7"/>
                    <a:pt x="446" y="7"/>
                  </a:cubicBezTo>
                  <a:cubicBezTo>
                    <a:pt x="446" y="2"/>
                    <a:pt x="446" y="2"/>
                    <a:pt x="446" y="2"/>
                  </a:cubicBezTo>
                  <a:cubicBezTo>
                    <a:pt x="449" y="2"/>
                    <a:pt x="452" y="2"/>
                    <a:pt x="454" y="2"/>
                  </a:cubicBezTo>
                  <a:cubicBezTo>
                    <a:pt x="456" y="2"/>
                    <a:pt x="458" y="3"/>
                    <a:pt x="460" y="3"/>
                  </a:cubicBezTo>
                  <a:cubicBezTo>
                    <a:pt x="462" y="3"/>
                    <a:pt x="465" y="2"/>
                    <a:pt x="467" y="2"/>
                  </a:cubicBezTo>
                  <a:cubicBezTo>
                    <a:pt x="469" y="2"/>
                    <a:pt x="472" y="2"/>
                    <a:pt x="474" y="2"/>
                  </a:cubicBezTo>
                  <a:cubicBezTo>
                    <a:pt x="474" y="7"/>
                    <a:pt x="474" y="7"/>
                    <a:pt x="474" y="7"/>
                  </a:cubicBezTo>
                  <a:cubicBezTo>
                    <a:pt x="471" y="7"/>
                    <a:pt x="469" y="8"/>
                    <a:pt x="468" y="9"/>
                  </a:cubicBezTo>
                  <a:cubicBezTo>
                    <a:pt x="467" y="10"/>
                    <a:pt x="466" y="13"/>
                    <a:pt x="466" y="18"/>
                  </a:cubicBezTo>
                  <a:cubicBezTo>
                    <a:pt x="465" y="62"/>
                    <a:pt x="465" y="62"/>
                    <a:pt x="465" y="62"/>
                  </a:cubicBezTo>
                  <a:cubicBezTo>
                    <a:pt x="465" y="76"/>
                    <a:pt x="462" y="86"/>
                    <a:pt x="456" y="92"/>
                  </a:cubicBezTo>
                  <a:cubicBezTo>
                    <a:pt x="450" y="98"/>
                    <a:pt x="440" y="101"/>
                    <a:pt x="427" y="101"/>
                  </a:cubicBezTo>
                  <a:cubicBezTo>
                    <a:pt x="414" y="101"/>
                    <a:pt x="405" y="98"/>
                    <a:pt x="398" y="93"/>
                  </a:cubicBezTo>
                  <a:cubicBezTo>
                    <a:pt x="391" y="87"/>
                    <a:pt x="388" y="79"/>
                    <a:pt x="388" y="69"/>
                  </a:cubicBezTo>
                  <a:cubicBezTo>
                    <a:pt x="388" y="16"/>
                    <a:pt x="388" y="16"/>
                    <a:pt x="388" y="16"/>
                  </a:cubicBezTo>
                  <a:close/>
                  <a:moveTo>
                    <a:pt x="524" y="27"/>
                  </a:moveTo>
                  <a:cubicBezTo>
                    <a:pt x="511" y="60"/>
                    <a:pt x="511" y="60"/>
                    <a:pt x="511" y="60"/>
                  </a:cubicBezTo>
                  <a:cubicBezTo>
                    <a:pt x="536" y="60"/>
                    <a:pt x="536" y="60"/>
                    <a:pt x="536" y="60"/>
                  </a:cubicBezTo>
                  <a:cubicBezTo>
                    <a:pt x="524" y="27"/>
                    <a:pt x="524" y="27"/>
                    <a:pt x="524" y="27"/>
                  </a:cubicBezTo>
                  <a:close/>
                  <a:moveTo>
                    <a:pt x="501" y="84"/>
                  </a:moveTo>
                  <a:cubicBezTo>
                    <a:pt x="500" y="85"/>
                    <a:pt x="500" y="86"/>
                    <a:pt x="500" y="86"/>
                  </a:cubicBezTo>
                  <a:cubicBezTo>
                    <a:pt x="500" y="87"/>
                    <a:pt x="500" y="88"/>
                    <a:pt x="500" y="88"/>
                  </a:cubicBezTo>
                  <a:cubicBezTo>
                    <a:pt x="500" y="91"/>
                    <a:pt x="503" y="92"/>
                    <a:pt x="510" y="93"/>
                  </a:cubicBezTo>
                  <a:cubicBezTo>
                    <a:pt x="510" y="93"/>
                    <a:pt x="510" y="93"/>
                    <a:pt x="510" y="93"/>
                  </a:cubicBezTo>
                  <a:cubicBezTo>
                    <a:pt x="510" y="99"/>
                    <a:pt x="510" y="99"/>
                    <a:pt x="510" y="99"/>
                  </a:cubicBezTo>
                  <a:cubicBezTo>
                    <a:pt x="507" y="98"/>
                    <a:pt x="505" y="98"/>
                    <a:pt x="502" y="98"/>
                  </a:cubicBezTo>
                  <a:cubicBezTo>
                    <a:pt x="499" y="98"/>
                    <a:pt x="497" y="98"/>
                    <a:pt x="495" y="98"/>
                  </a:cubicBezTo>
                  <a:cubicBezTo>
                    <a:pt x="493" y="98"/>
                    <a:pt x="492" y="98"/>
                    <a:pt x="490" y="98"/>
                  </a:cubicBezTo>
                  <a:cubicBezTo>
                    <a:pt x="488" y="98"/>
                    <a:pt x="484" y="98"/>
                    <a:pt x="480" y="99"/>
                  </a:cubicBezTo>
                  <a:cubicBezTo>
                    <a:pt x="480" y="93"/>
                    <a:pt x="480" y="93"/>
                    <a:pt x="480" y="93"/>
                  </a:cubicBezTo>
                  <a:cubicBezTo>
                    <a:pt x="483" y="92"/>
                    <a:pt x="485" y="91"/>
                    <a:pt x="487" y="90"/>
                  </a:cubicBezTo>
                  <a:cubicBezTo>
                    <a:pt x="489" y="88"/>
                    <a:pt x="491" y="85"/>
                    <a:pt x="493" y="81"/>
                  </a:cubicBezTo>
                  <a:cubicBezTo>
                    <a:pt x="528" y="2"/>
                    <a:pt x="528" y="2"/>
                    <a:pt x="528" y="2"/>
                  </a:cubicBezTo>
                  <a:cubicBezTo>
                    <a:pt x="537" y="2"/>
                    <a:pt x="537" y="2"/>
                    <a:pt x="537" y="2"/>
                  </a:cubicBezTo>
                  <a:cubicBezTo>
                    <a:pt x="568" y="86"/>
                    <a:pt x="568" y="86"/>
                    <a:pt x="568" y="86"/>
                  </a:cubicBezTo>
                  <a:cubicBezTo>
                    <a:pt x="569" y="89"/>
                    <a:pt x="571" y="90"/>
                    <a:pt x="572" y="91"/>
                  </a:cubicBezTo>
                  <a:cubicBezTo>
                    <a:pt x="574" y="92"/>
                    <a:pt x="576" y="93"/>
                    <a:pt x="579" y="93"/>
                  </a:cubicBezTo>
                  <a:cubicBezTo>
                    <a:pt x="579" y="99"/>
                    <a:pt x="579" y="99"/>
                    <a:pt x="579" y="99"/>
                  </a:cubicBezTo>
                  <a:cubicBezTo>
                    <a:pt x="575" y="98"/>
                    <a:pt x="571" y="98"/>
                    <a:pt x="567" y="98"/>
                  </a:cubicBezTo>
                  <a:cubicBezTo>
                    <a:pt x="564" y="98"/>
                    <a:pt x="560" y="98"/>
                    <a:pt x="557" y="98"/>
                  </a:cubicBezTo>
                  <a:cubicBezTo>
                    <a:pt x="554" y="98"/>
                    <a:pt x="551" y="98"/>
                    <a:pt x="547" y="98"/>
                  </a:cubicBezTo>
                  <a:cubicBezTo>
                    <a:pt x="543" y="98"/>
                    <a:pt x="538" y="98"/>
                    <a:pt x="534" y="99"/>
                  </a:cubicBezTo>
                  <a:cubicBezTo>
                    <a:pt x="534" y="93"/>
                    <a:pt x="534" y="93"/>
                    <a:pt x="534" y="93"/>
                  </a:cubicBezTo>
                  <a:cubicBezTo>
                    <a:pt x="539" y="93"/>
                    <a:pt x="542" y="92"/>
                    <a:pt x="543" y="92"/>
                  </a:cubicBezTo>
                  <a:cubicBezTo>
                    <a:pt x="545" y="91"/>
                    <a:pt x="545" y="90"/>
                    <a:pt x="545" y="88"/>
                  </a:cubicBezTo>
                  <a:cubicBezTo>
                    <a:pt x="545" y="88"/>
                    <a:pt x="545" y="87"/>
                    <a:pt x="545" y="87"/>
                  </a:cubicBezTo>
                  <a:cubicBezTo>
                    <a:pt x="545" y="86"/>
                    <a:pt x="545" y="86"/>
                    <a:pt x="545" y="85"/>
                  </a:cubicBezTo>
                  <a:cubicBezTo>
                    <a:pt x="538" y="67"/>
                    <a:pt x="538" y="67"/>
                    <a:pt x="538" y="67"/>
                  </a:cubicBezTo>
                  <a:cubicBezTo>
                    <a:pt x="508" y="67"/>
                    <a:pt x="508" y="67"/>
                    <a:pt x="508" y="67"/>
                  </a:cubicBezTo>
                  <a:cubicBezTo>
                    <a:pt x="501" y="84"/>
                    <a:pt x="501" y="84"/>
                    <a:pt x="501" y="84"/>
                  </a:cubicBezTo>
                  <a:close/>
                  <a:moveTo>
                    <a:pt x="672" y="64"/>
                  </a:moveTo>
                  <a:cubicBezTo>
                    <a:pt x="672" y="17"/>
                    <a:pt x="672" y="17"/>
                    <a:pt x="672" y="17"/>
                  </a:cubicBezTo>
                  <a:cubicBezTo>
                    <a:pt x="672" y="13"/>
                    <a:pt x="671" y="10"/>
                    <a:pt x="669" y="9"/>
                  </a:cubicBezTo>
                  <a:cubicBezTo>
                    <a:pt x="668" y="8"/>
                    <a:pt x="664" y="7"/>
                    <a:pt x="659" y="7"/>
                  </a:cubicBezTo>
                  <a:cubicBezTo>
                    <a:pt x="659" y="2"/>
                    <a:pt x="659" y="2"/>
                    <a:pt x="659" y="2"/>
                  </a:cubicBezTo>
                  <a:cubicBezTo>
                    <a:pt x="661" y="2"/>
                    <a:pt x="664" y="2"/>
                    <a:pt x="666" y="2"/>
                  </a:cubicBezTo>
                  <a:cubicBezTo>
                    <a:pt x="669" y="2"/>
                    <a:pt x="672" y="2"/>
                    <a:pt x="675" y="2"/>
                  </a:cubicBezTo>
                  <a:cubicBezTo>
                    <a:pt x="678" y="2"/>
                    <a:pt x="680" y="2"/>
                    <a:pt x="683" y="2"/>
                  </a:cubicBezTo>
                  <a:cubicBezTo>
                    <a:pt x="685" y="2"/>
                    <a:pt x="688" y="2"/>
                    <a:pt x="690" y="2"/>
                  </a:cubicBezTo>
                  <a:cubicBezTo>
                    <a:pt x="690" y="7"/>
                    <a:pt x="690" y="7"/>
                    <a:pt x="690" y="7"/>
                  </a:cubicBezTo>
                  <a:cubicBezTo>
                    <a:pt x="689" y="7"/>
                    <a:pt x="689" y="7"/>
                    <a:pt x="689" y="7"/>
                  </a:cubicBezTo>
                  <a:cubicBezTo>
                    <a:pt x="686" y="7"/>
                    <a:pt x="683" y="8"/>
                    <a:pt x="682" y="9"/>
                  </a:cubicBezTo>
                  <a:cubicBezTo>
                    <a:pt x="681" y="11"/>
                    <a:pt x="680" y="13"/>
                    <a:pt x="680" y="17"/>
                  </a:cubicBezTo>
                  <a:cubicBezTo>
                    <a:pt x="680" y="99"/>
                    <a:pt x="680" y="99"/>
                    <a:pt x="680" y="99"/>
                  </a:cubicBezTo>
                  <a:cubicBezTo>
                    <a:pt x="671" y="99"/>
                    <a:pt x="671" y="99"/>
                    <a:pt x="671" y="99"/>
                  </a:cubicBezTo>
                  <a:cubicBezTo>
                    <a:pt x="610" y="20"/>
                    <a:pt x="610" y="20"/>
                    <a:pt x="610" y="20"/>
                  </a:cubicBezTo>
                  <a:cubicBezTo>
                    <a:pt x="610" y="81"/>
                    <a:pt x="610" y="81"/>
                    <a:pt x="610" y="81"/>
                  </a:cubicBezTo>
                  <a:cubicBezTo>
                    <a:pt x="610" y="86"/>
                    <a:pt x="611" y="89"/>
                    <a:pt x="612" y="91"/>
                  </a:cubicBezTo>
                  <a:cubicBezTo>
                    <a:pt x="614" y="92"/>
                    <a:pt x="617" y="93"/>
                    <a:pt x="623" y="93"/>
                  </a:cubicBezTo>
                  <a:cubicBezTo>
                    <a:pt x="623" y="99"/>
                    <a:pt x="623" y="99"/>
                    <a:pt x="623" y="99"/>
                  </a:cubicBezTo>
                  <a:cubicBezTo>
                    <a:pt x="620" y="98"/>
                    <a:pt x="617" y="98"/>
                    <a:pt x="614" y="98"/>
                  </a:cubicBezTo>
                  <a:cubicBezTo>
                    <a:pt x="611" y="98"/>
                    <a:pt x="608" y="98"/>
                    <a:pt x="605" y="98"/>
                  </a:cubicBezTo>
                  <a:cubicBezTo>
                    <a:pt x="603" y="98"/>
                    <a:pt x="600" y="98"/>
                    <a:pt x="598" y="98"/>
                  </a:cubicBezTo>
                  <a:cubicBezTo>
                    <a:pt x="595" y="98"/>
                    <a:pt x="592" y="98"/>
                    <a:pt x="590" y="99"/>
                  </a:cubicBezTo>
                  <a:cubicBezTo>
                    <a:pt x="590" y="93"/>
                    <a:pt x="590" y="93"/>
                    <a:pt x="590" y="93"/>
                  </a:cubicBezTo>
                  <a:cubicBezTo>
                    <a:pt x="595" y="93"/>
                    <a:pt x="598" y="92"/>
                    <a:pt x="599" y="91"/>
                  </a:cubicBezTo>
                  <a:cubicBezTo>
                    <a:pt x="601" y="89"/>
                    <a:pt x="602" y="86"/>
                    <a:pt x="602" y="81"/>
                  </a:cubicBezTo>
                  <a:cubicBezTo>
                    <a:pt x="602" y="17"/>
                    <a:pt x="602" y="17"/>
                    <a:pt x="602" y="17"/>
                  </a:cubicBezTo>
                  <a:cubicBezTo>
                    <a:pt x="602" y="13"/>
                    <a:pt x="601" y="11"/>
                    <a:pt x="599" y="9"/>
                  </a:cubicBezTo>
                  <a:cubicBezTo>
                    <a:pt x="598" y="8"/>
                    <a:pt x="595" y="8"/>
                    <a:pt x="591" y="7"/>
                  </a:cubicBezTo>
                  <a:cubicBezTo>
                    <a:pt x="591" y="2"/>
                    <a:pt x="591" y="2"/>
                    <a:pt x="591" y="2"/>
                  </a:cubicBezTo>
                  <a:cubicBezTo>
                    <a:pt x="595" y="2"/>
                    <a:pt x="599" y="2"/>
                    <a:pt x="601" y="2"/>
                  </a:cubicBezTo>
                  <a:cubicBezTo>
                    <a:pt x="603" y="2"/>
                    <a:pt x="605" y="3"/>
                    <a:pt x="607" y="3"/>
                  </a:cubicBezTo>
                  <a:cubicBezTo>
                    <a:pt x="609" y="3"/>
                    <a:pt x="612" y="2"/>
                    <a:pt x="614" y="2"/>
                  </a:cubicBezTo>
                  <a:cubicBezTo>
                    <a:pt x="617" y="2"/>
                    <a:pt x="620" y="2"/>
                    <a:pt x="623" y="2"/>
                  </a:cubicBezTo>
                  <a:cubicBezTo>
                    <a:pt x="672" y="64"/>
                    <a:pt x="672" y="64"/>
                    <a:pt x="672" y="64"/>
                  </a:cubicBezTo>
                  <a:close/>
                  <a:moveTo>
                    <a:pt x="781" y="16"/>
                  </a:moveTo>
                  <a:cubicBezTo>
                    <a:pt x="781" y="13"/>
                    <a:pt x="780" y="11"/>
                    <a:pt x="779" y="9"/>
                  </a:cubicBezTo>
                  <a:cubicBezTo>
                    <a:pt x="777" y="8"/>
                    <a:pt x="775" y="7"/>
                    <a:pt x="771" y="7"/>
                  </a:cubicBezTo>
                  <a:cubicBezTo>
                    <a:pt x="770" y="7"/>
                    <a:pt x="770" y="7"/>
                    <a:pt x="770" y="7"/>
                  </a:cubicBezTo>
                  <a:cubicBezTo>
                    <a:pt x="770" y="2"/>
                    <a:pt x="770" y="2"/>
                    <a:pt x="770" y="2"/>
                  </a:cubicBezTo>
                  <a:cubicBezTo>
                    <a:pt x="775" y="2"/>
                    <a:pt x="779" y="2"/>
                    <a:pt x="782" y="3"/>
                  </a:cubicBezTo>
                  <a:cubicBezTo>
                    <a:pt x="786" y="3"/>
                    <a:pt x="790" y="3"/>
                    <a:pt x="793" y="3"/>
                  </a:cubicBezTo>
                  <a:cubicBezTo>
                    <a:pt x="796" y="3"/>
                    <a:pt x="799" y="3"/>
                    <a:pt x="803" y="3"/>
                  </a:cubicBezTo>
                  <a:cubicBezTo>
                    <a:pt x="807" y="2"/>
                    <a:pt x="811" y="2"/>
                    <a:pt x="815" y="2"/>
                  </a:cubicBezTo>
                  <a:cubicBezTo>
                    <a:pt x="815" y="7"/>
                    <a:pt x="815" y="7"/>
                    <a:pt x="815" y="7"/>
                  </a:cubicBezTo>
                  <a:cubicBezTo>
                    <a:pt x="811" y="7"/>
                    <a:pt x="808" y="8"/>
                    <a:pt x="807" y="9"/>
                  </a:cubicBezTo>
                  <a:cubicBezTo>
                    <a:pt x="805" y="10"/>
                    <a:pt x="804" y="12"/>
                    <a:pt x="804" y="16"/>
                  </a:cubicBezTo>
                  <a:cubicBezTo>
                    <a:pt x="804" y="60"/>
                    <a:pt x="804" y="60"/>
                    <a:pt x="804" y="60"/>
                  </a:cubicBezTo>
                  <a:cubicBezTo>
                    <a:pt x="804" y="67"/>
                    <a:pt x="805" y="72"/>
                    <a:pt x="805" y="75"/>
                  </a:cubicBezTo>
                  <a:cubicBezTo>
                    <a:pt x="806" y="78"/>
                    <a:pt x="807" y="80"/>
                    <a:pt x="808" y="82"/>
                  </a:cubicBezTo>
                  <a:cubicBezTo>
                    <a:pt x="810" y="84"/>
                    <a:pt x="813" y="86"/>
                    <a:pt x="816" y="88"/>
                  </a:cubicBezTo>
                  <a:cubicBezTo>
                    <a:pt x="819" y="89"/>
                    <a:pt x="822" y="89"/>
                    <a:pt x="827" y="89"/>
                  </a:cubicBezTo>
                  <a:cubicBezTo>
                    <a:pt x="835" y="89"/>
                    <a:pt x="841" y="87"/>
                    <a:pt x="845" y="83"/>
                  </a:cubicBezTo>
                  <a:cubicBezTo>
                    <a:pt x="848" y="78"/>
                    <a:pt x="850" y="70"/>
                    <a:pt x="850" y="60"/>
                  </a:cubicBezTo>
                  <a:cubicBezTo>
                    <a:pt x="850" y="59"/>
                    <a:pt x="850" y="59"/>
                    <a:pt x="850" y="59"/>
                  </a:cubicBezTo>
                  <a:cubicBezTo>
                    <a:pt x="850" y="18"/>
                    <a:pt x="850" y="18"/>
                    <a:pt x="850" y="18"/>
                  </a:cubicBezTo>
                  <a:cubicBezTo>
                    <a:pt x="850" y="14"/>
                    <a:pt x="849" y="11"/>
                    <a:pt x="848" y="9"/>
                  </a:cubicBezTo>
                  <a:cubicBezTo>
                    <a:pt x="847" y="8"/>
                    <a:pt x="844" y="7"/>
                    <a:pt x="839" y="7"/>
                  </a:cubicBezTo>
                  <a:cubicBezTo>
                    <a:pt x="839" y="2"/>
                    <a:pt x="839" y="2"/>
                    <a:pt x="839" y="2"/>
                  </a:cubicBezTo>
                  <a:cubicBezTo>
                    <a:pt x="842" y="2"/>
                    <a:pt x="845" y="2"/>
                    <a:pt x="847" y="2"/>
                  </a:cubicBezTo>
                  <a:cubicBezTo>
                    <a:pt x="849" y="2"/>
                    <a:pt x="851" y="3"/>
                    <a:pt x="853" y="3"/>
                  </a:cubicBezTo>
                  <a:cubicBezTo>
                    <a:pt x="855" y="3"/>
                    <a:pt x="857" y="2"/>
                    <a:pt x="860" y="2"/>
                  </a:cubicBezTo>
                  <a:cubicBezTo>
                    <a:pt x="862" y="2"/>
                    <a:pt x="865" y="2"/>
                    <a:pt x="867" y="2"/>
                  </a:cubicBezTo>
                  <a:cubicBezTo>
                    <a:pt x="867" y="7"/>
                    <a:pt x="867" y="7"/>
                    <a:pt x="867" y="7"/>
                  </a:cubicBezTo>
                  <a:cubicBezTo>
                    <a:pt x="864" y="7"/>
                    <a:pt x="862" y="8"/>
                    <a:pt x="861" y="9"/>
                  </a:cubicBezTo>
                  <a:cubicBezTo>
                    <a:pt x="860" y="10"/>
                    <a:pt x="859" y="13"/>
                    <a:pt x="859" y="18"/>
                  </a:cubicBezTo>
                  <a:cubicBezTo>
                    <a:pt x="858" y="62"/>
                    <a:pt x="858" y="62"/>
                    <a:pt x="858" y="62"/>
                  </a:cubicBezTo>
                  <a:cubicBezTo>
                    <a:pt x="858" y="76"/>
                    <a:pt x="855" y="86"/>
                    <a:pt x="849" y="92"/>
                  </a:cubicBezTo>
                  <a:cubicBezTo>
                    <a:pt x="843" y="98"/>
                    <a:pt x="833" y="101"/>
                    <a:pt x="820" y="101"/>
                  </a:cubicBezTo>
                  <a:cubicBezTo>
                    <a:pt x="807" y="101"/>
                    <a:pt x="797" y="98"/>
                    <a:pt x="791" y="93"/>
                  </a:cubicBezTo>
                  <a:cubicBezTo>
                    <a:pt x="784" y="87"/>
                    <a:pt x="781" y="79"/>
                    <a:pt x="781" y="69"/>
                  </a:cubicBezTo>
                  <a:cubicBezTo>
                    <a:pt x="781" y="16"/>
                    <a:pt x="781" y="16"/>
                    <a:pt x="781" y="16"/>
                  </a:cubicBezTo>
                  <a:close/>
                  <a:moveTo>
                    <a:pt x="963" y="64"/>
                  </a:moveTo>
                  <a:cubicBezTo>
                    <a:pt x="963" y="17"/>
                    <a:pt x="963" y="17"/>
                    <a:pt x="963" y="17"/>
                  </a:cubicBezTo>
                  <a:cubicBezTo>
                    <a:pt x="963" y="13"/>
                    <a:pt x="962" y="10"/>
                    <a:pt x="961" y="9"/>
                  </a:cubicBezTo>
                  <a:cubicBezTo>
                    <a:pt x="959" y="8"/>
                    <a:pt x="956" y="7"/>
                    <a:pt x="950" y="7"/>
                  </a:cubicBezTo>
                  <a:cubicBezTo>
                    <a:pt x="950" y="2"/>
                    <a:pt x="950" y="2"/>
                    <a:pt x="950" y="2"/>
                  </a:cubicBezTo>
                  <a:cubicBezTo>
                    <a:pt x="953" y="2"/>
                    <a:pt x="955" y="2"/>
                    <a:pt x="958" y="2"/>
                  </a:cubicBezTo>
                  <a:cubicBezTo>
                    <a:pt x="960" y="2"/>
                    <a:pt x="963" y="2"/>
                    <a:pt x="966" y="2"/>
                  </a:cubicBezTo>
                  <a:cubicBezTo>
                    <a:pt x="969" y="2"/>
                    <a:pt x="972" y="2"/>
                    <a:pt x="974" y="2"/>
                  </a:cubicBezTo>
                  <a:cubicBezTo>
                    <a:pt x="977" y="2"/>
                    <a:pt x="979" y="2"/>
                    <a:pt x="981" y="2"/>
                  </a:cubicBezTo>
                  <a:cubicBezTo>
                    <a:pt x="981" y="7"/>
                    <a:pt x="981" y="7"/>
                    <a:pt x="981" y="7"/>
                  </a:cubicBezTo>
                  <a:cubicBezTo>
                    <a:pt x="980" y="7"/>
                    <a:pt x="980" y="7"/>
                    <a:pt x="980" y="7"/>
                  </a:cubicBezTo>
                  <a:cubicBezTo>
                    <a:pt x="977" y="7"/>
                    <a:pt x="975" y="8"/>
                    <a:pt x="973" y="9"/>
                  </a:cubicBezTo>
                  <a:cubicBezTo>
                    <a:pt x="972" y="11"/>
                    <a:pt x="971" y="13"/>
                    <a:pt x="971" y="17"/>
                  </a:cubicBezTo>
                  <a:cubicBezTo>
                    <a:pt x="971" y="99"/>
                    <a:pt x="971" y="99"/>
                    <a:pt x="971" y="99"/>
                  </a:cubicBezTo>
                  <a:cubicBezTo>
                    <a:pt x="963" y="99"/>
                    <a:pt x="963" y="99"/>
                    <a:pt x="963" y="99"/>
                  </a:cubicBezTo>
                  <a:cubicBezTo>
                    <a:pt x="901" y="20"/>
                    <a:pt x="901" y="20"/>
                    <a:pt x="901" y="20"/>
                  </a:cubicBezTo>
                  <a:cubicBezTo>
                    <a:pt x="901" y="81"/>
                    <a:pt x="901" y="81"/>
                    <a:pt x="901" y="81"/>
                  </a:cubicBezTo>
                  <a:cubicBezTo>
                    <a:pt x="901" y="86"/>
                    <a:pt x="902" y="89"/>
                    <a:pt x="904" y="91"/>
                  </a:cubicBezTo>
                  <a:cubicBezTo>
                    <a:pt x="905" y="92"/>
                    <a:pt x="909" y="93"/>
                    <a:pt x="914" y="93"/>
                  </a:cubicBezTo>
                  <a:cubicBezTo>
                    <a:pt x="914" y="99"/>
                    <a:pt x="914" y="99"/>
                    <a:pt x="914" y="99"/>
                  </a:cubicBezTo>
                  <a:cubicBezTo>
                    <a:pt x="911" y="98"/>
                    <a:pt x="908" y="98"/>
                    <a:pt x="905" y="98"/>
                  </a:cubicBezTo>
                  <a:cubicBezTo>
                    <a:pt x="902" y="98"/>
                    <a:pt x="900" y="98"/>
                    <a:pt x="897" y="98"/>
                  </a:cubicBezTo>
                  <a:cubicBezTo>
                    <a:pt x="894" y="98"/>
                    <a:pt x="892" y="98"/>
                    <a:pt x="889" y="98"/>
                  </a:cubicBezTo>
                  <a:cubicBezTo>
                    <a:pt x="886" y="98"/>
                    <a:pt x="884" y="98"/>
                    <a:pt x="881" y="99"/>
                  </a:cubicBezTo>
                  <a:cubicBezTo>
                    <a:pt x="881" y="93"/>
                    <a:pt x="881" y="93"/>
                    <a:pt x="881" y="93"/>
                  </a:cubicBezTo>
                  <a:cubicBezTo>
                    <a:pt x="886" y="93"/>
                    <a:pt x="889" y="92"/>
                    <a:pt x="891" y="91"/>
                  </a:cubicBezTo>
                  <a:cubicBezTo>
                    <a:pt x="892" y="89"/>
                    <a:pt x="893" y="86"/>
                    <a:pt x="893" y="81"/>
                  </a:cubicBezTo>
                  <a:cubicBezTo>
                    <a:pt x="893" y="17"/>
                    <a:pt x="893" y="17"/>
                    <a:pt x="893" y="17"/>
                  </a:cubicBezTo>
                  <a:cubicBezTo>
                    <a:pt x="893" y="13"/>
                    <a:pt x="892" y="11"/>
                    <a:pt x="891" y="9"/>
                  </a:cubicBezTo>
                  <a:cubicBezTo>
                    <a:pt x="889" y="8"/>
                    <a:pt x="886" y="8"/>
                    <a:pt x="882" y="7"/>
                  </a:cubicBezTo>
                  <a:cubicBezTo>
                    <a:pt x="882" y="2"/>
                    <a:pt x="882" y="2"/>
                    <a:pt x="882" y="2"/>
                  </a:cubicBezTo>
                  <a:cubicBezTo>
                    <a:pt x="887" y="2"/>
                    <a:pt x="890" y="2"/>
                    <a:pt x="892" y="2"/>
                  </a:cubicBezTo>
                  <a:cubicBezTo>
                    <a:pt x="895" y="2"/>
                    <a:pt x="897" y="3"/>
                    <a:pt x="899" y="3"/>
                  </a:cubicBezTo>
                  <a:cubicBezTo>
                    <a:pt x="901" y="3"/>
                    <a:pt x="903" y="2"/>
                    <a:pt x="906" y="2"/>
                  </a:cubicBezTo>
                  <a:cubicBezTo>
                    <a:pt x="908" y="2"/>
                    <a:pt x="911" y="2"/>
                    <a:pt x="915" y="2"/>
                  </a:cubicBezTo>
                  <a:cubicBezTo>
                    <a:pt x="963" y="64"/>
                    <a:pt x="963" y="64"/>
                    <a:pt x="963" y="64"/>
                  </a:cubicBezTo>
                  <a:close/>
                  <a:moveTo>
                    <a:pt x="997" y="99"/>
                  </a:moveTo>
                  <a:cubicBezTo>
                    <a:pt x="997" y="93"/>
                    <a:pt x="997" y="93"/>
                    <a:pt x="997" y="93"/>
                  </a:cubicBezTo>
                  <a:cubicBezTo>
                    <a:pt x="997" y="93"/>
                    <a:pt x="997" y="93"/>
                    <a:pt x="997" y="93"/>
                  </a:cubicBezTo>
                  <a:cubicBezTo>
                    <a:pt x="1002" y="93"/>
                    <a:pt x="1005" y="92"/>
                    <a:pt x="1006" y="91"/>
                  </a:cubicBezTo>
                  <a:cubicBezTo>
                    <a:pt x="1007" y="89"/>
                    <a:pt x="1008" y="86"/>
                    <a:pt x="1008" y="81"/>
                  </a:cubicBezTo>
                  <a:cubicBezTo>
                    <a:pt x="1008" y="16"/>
                    <a:pt x="1008" y="16"/>
                    <a:pt x="1008" y="16"/>
                  </a:cubicBezTo>
                  <a:cubicBezTo>
                    <a:pt x="1008" y="13"/>
                    <a:pt x="1007" y="11"/>
                    <a:pt x="1006" y="9"/>
                  </a:cubicBezTo>
                  <a:cubicBezTo>
                    <a:pt x="1004" y="8"/>
                    <a:pt x="1002" y="7"/>
                    <a:pt x="998" y="7"/>
                  </a:cubicBezTo>
                  <a:cubicBezTo>
                    <a:pt x="997" y="7"/>
                    <a:pt x="997" y="7"/>
                    <a:pt x="997" y="7"/>
                  </a:cubicBezTo>
                  <a:cubicBezTo>
                    <a:pt x="997" y="2"/>
                    <a:pt x="997" y="2"/>
                    <a:pt x="997" y="2"/>
                  </a:cubicBezTo>
                  <a:cubicBezTo>
                    <a:pt x="1001" y="2"/>
                    <a:pt x="1004" y="2"/>
                    <a:pt x="1008" y="2"/>
                  </a:cubicBezTo>
                  <a:cubicBezTo>
                    <a:pt x="1012" y="3"/>
                    <a:pt x="1016" y="3"/>
                    <a:pt x="1020" y="3"/>
                  </a:cubicBezTo>
                  <a:cubicBezTo>
                    <a:pt x="1023" y="3"/>
                    <a:pt x="1027" y="3"/>
                    <a:pt x="1031" y="2"/>
                  </a:cubicBezTo>
                  <a:cubicBezTo>
                    <a:pt x="1035" y="2"/>
                    <a:pt x="1039" y="2"/>
                    <a:pt x="1042" y="2"/>
                  </a:cubicBezTo>
                  <a:cubicBezTo>
                    <a:pt x="1042" y="7"/>
                    <a:pt x="1042" y="7"/>
                    <a:pt x="1042" y="7"/>
                  </a:cubicBezTo>
                  <a:cubicBezTo>
                    <a:pt x="1038" y="7"/>
                    <a:pt x="1035" y="8"/>
                    <a:pt x="1034" y="9"/>
                  </a:cubicBezTo>
                  <a:cubicBezTo>
                    <a:pt x="1032" y="10"/>
                    <a:pt x="1031" y="12"/>
                    <a:pt x="1031" y="16"/>
                  </a:cubicBezTo>
                  <a:cubicBezTo>
                    <a:pt x="1031" y="81"/>
                    <a:pt x="1031" y="81"/>
                    <a:pt x="1031" y="81"/>
                  </a:cubicBezTo>
                  <a:cubicBezTo>
                    <a:pt x="1031" y="86"/>
                    <a:pt x="1032" y="89"/>
                    <a:pt x="1033" y="91"/>
                  </a:cubicBezTo>
                  <a:cubicBezTo>
                    <a:pt x="1035" y="92"/>
                    <a:pt x="1038" y="93"/>
                    <a:pt x="1042" y="93"/>
                  </a:cubicBezTo>
                  <a:cubicBezTo>
                    <a:pt x="1042" y="93"/>
                    <a:pt x="1042" y="93"/>
                    <a:pt x="1042" y="93"/>
                  </a:cubicBezTo>
                  <a:cubicBezTo>
                    <a:pt x="1042" y="99"/>
                    <a:pt x="1042" y="99"/>
                    <a:pt x="1042" y="99"/>
                  </a:cubicBezTo>
                  <a:cubicBezTo>
                    <a:pt x="1039" y="98"/>
                    <a:pt x="1035" y="98"/>
                    <a:pt x="1031" y="98"/>
                  </a:cubicBezTo>
                  <a:cubicBezTo>
                    <a:pt x="1027" y="98"/>
                    <a:pt x="1024" y="98"/>
                    <a:pt x="1020" y="98"/>
                  </a:cubicBezTo>
                  <a:cubicBezTo>
                    <a:pt x="1016" y="98"/>
                    <a:pt x="1013" y="98"/>
                    <a:pt x="1009" y="98"/>
                  </a:cubicBezTo>
                  <a:cubicBezTo>
                    <a:pt x="1005" y="98"/>
                    <a:pt x="1001" y="98"/>
                    <a:pt x="997" y="99"/>
                  </a:cubicBezTo>
                  <a:cubicBezTo>
                    <a:pt x="997" y="99"/>
                    <a:pt x="997" y="99"/>
                    <a:pt x="997" y="99"/>
                  </a:cubicBezTo>
                  <a:close/>
                  <a:moveTo>
                    <a:pt x="1107" y="100"/>
                  </a:moveTo>
                  <a:cubicBezTo>
                    <a:pt x="1097" y="100"/>
                    <a:pt x="1097" y="100"/>
                    <a:pt x="1097" y="100"/>
                  </a:cubicBezTo>
                  <a:cubicBezTo>
                    <a:pt x="1066" y="16"/>
                    <a:pt x="1066" y="16"/>
                    <a:pt x="1066" y="16"/>
                  </a:cubicBezTo>
                  <a:cubicBezTo>
                    <a:pt x="1065" y="13"/>
                    <a:pt x="1064" y="11"/>
                    <a:pt x="1062" y="9"/>
                  </a:cubicBezTo>
                  <a:cubicBezTo>
                    <a:pt x="1060" y="8"/>
                    <a:pt x="1058" y="7"/>
                    <a:pt x="1055" y="7"/>
                  </a:cubicBezTo>
                  <a:cubicBezTo>
                    <a:pt x="1054" y="7"/>
                    <a:pt x="1054" y="7"/>
                    <a:pt x="1054" y="7"/>
                  </a:cubicBezTo>
                  <a:cubicBezTo>
                    <a:pt x="1054" y="2"/>
                    <a:pt x="1054" y="2"/>
                    <a:pt x="1054" y="2"/>
                  </a:cubicBezTo>
                  <a:cubicBezTo>
                    <a:pt x="1058" y="2"/>
                    <a:pt x="1062" y="2"/>
                    <a:pt x="1066" y="2"/>
                  </a:cubicBezTo>
                  <a:cubicBezTo>
                    <a:pt x="1070" y="2"/>
                    <a:pt x="1073" y="3"/>
                    <a:pt x="1076" y="3"/>
                  </a:cubicBezTo>
                  <a:cubicBezTo>
                    <a:pt x="1079" y="3"/>
                    <a:pt x="1081" y="2"/>
                    <a:pt x="1085" y="2"/>
                  </a:cubicBezTo>
                  <a:cubicBezTo>
                    <a:pt x="1088" y="2"/>
                    <a:pt x="1093" y="2"/>
                    <a:pt x="1100" y="2"/>
                  </a:cubicBezTo>
                  <a:cubicBezTo>
                    <a:pt x="1100" y="7"/>
                    <a:pt x="1100" y="7"/>
                    <a:pt x="1100" y="7"/>
                  </a:cubicBezTo>
                  <a:cubicBezTo>
                    <a:pt x="1099" y="7"/>
                    <a:pt x="1099" y="7"/>
                    <a:pt x="1099" y="7"/>
                  </a:cubicBezTo>
                  <a:cubicBezTo>
                    <a:pt x="1095" y="7"/>
                    <a:pt x="1093" y="8"/>
                    <a:pt x="1092" y="8"/>
                  </a:cubicBezTo>
                  <a:cubicBezTo>
                    <a:pt x="1090" y="9"/>
                    <a:pt x="1089" y="11"/>
                    <a:pt x="1089" y="12"/>
                  </a:cubicBezTo>
                  <a:cubicBezTo>
                    <a:pt x="1089" y="13"/>
                    <a:pt x="1089" y="13"/>
                    <a:pt x="1090" y="14"/>
                  </a:cubicBezTo>
                  <a:cubicBezTo>
                    <a:pt x="1090" y="14"/>
                    <a:pt x="1090" y="15"/>
                    <a:pt x="1090" y="15"/>
                  </a:cubicBezTo>
                  <a:cubicBezTo>
                    <a:pt x="1110" y="74"/>
                    <a:pt x="1110" y="74"/>
                    <a:pt x="1110" y="74"/>
                  </a:cubicBezTo>
                  <a:cubicBezTo>
                    <a:pt x="1133" y="16"/>
                    <a:pt x="1133" y="16"/>
                    <a:pt x="1133" y="16"/>
                  </a:cubicBezTo>
                  <a:cubicBezTo>
                    <a:pt x="1134" y="14"/>
                    <a:pt x="1134" y="14"/>
                    <a:pt x="1134" y="13"/>
                  </a:cubicBezTo>
                  <a:cubicBezTo>
                    <a:pt x="1134" y="12"/>
                    <a:pt x="1135" y="11"/>
                    <a:pt x="1135" y="11"/>
                  </a:cubicBezTo>
                  <a:cubicBezTo>
                    <a:pt x="1135" y="9"/>
                    <a:pt x="1134" y="9"/>
                    <a:pt x="1132" y="8"/>
                  </a:cubicBezTo>
                  <a:cubicBezTo>
                    <a:pt x="1131" y="7"/>
                    <a:pt x="1128" y="7"/>
                    <a:pt x="1125" y="7"/>
                  </a:cubicBezTo>
                  <a:cubicBezTo>
                    <a:pt x="1124" y="7"/>
                    <a:pt x="1124" y="7"/>
                    <a:pt x="1124" y="7"/>
                  </a:cubicBezTo>
                  <a:cubicBezTo>
                    <a:pt x="1124" y="2"/>
                    <a:pt x="1124" y="2"/>
                    <a:pt x="1124" y="2"/>
                  </a:cubicBezTo>
                  <a:cubicBezTo>
                    <a:pt x="1126" y="2"/>
                    <a:pt x="1128" y="2"/>
                    <a:pt x="1130" y="2"/>
                  </a:cubicBezTo>
                  <a:cubicBezTo>
                    <a:pt x="1132" y="2"/>
                    <a:pt x="1135" y="2"/>
                    <a:pt x="1137" y="2"/>
                  </a:cubicBezTo>
                  <a:cubicBezTo>
                    <a:pt x="1140" y="2"/>
                    <a:pt x="1143" y="2"/>
                    <a:pt x="1145" y="2"/>
                  </a:cubicBezTo>
                  <a:cubicBezTo>
                    <a:pt x="1147" y="2"/>
                    <a:pt x="1149" y="2"/>
                    <a:pt x="1151" y="2"/>
                  </a:cubicBezTo>
                  <a:cubicBezTo>
                    <a:pt x="1152" y="7"/>
                    <a:pt x="1152" y="7"/>
                    <a:pt x="1152" y="7"/>
                  </a:cubicBezTo>
                  <a:cubicBezTo>
                    <a:pt x="1149" y="7"/>
                    <a:pt x="1148" y="8"/>
                    <a:pt x="1146" y="9"/>
                  </a:cubicBezTo>
                  <a:cubicBezTo>
                    <a:pt x="1145" y="10"/>
                    <a:pt x="1144" y="12"/>
                    <a:pt x="1143" y="15"/>
                  </a:cubicBezTo>
                  <a:cubicBezTo>
                    <a:pt x="1107" y="100"/>
                    <a:pt x="1107" y="100"/>
                    <a:pt x="1107" y="100"/>
                  </a:cubicBezTo>
                  <a:close/>
                  <a:moveTo>
                    <a:pt x="1163" y="99"/>
                  </a:moveTo>
                  <a:cubicBezTo>
                    <a:pt x="1163" y="93"/>
                    <a:pt x="1163" y="93"/>
                    <a:pt x="1163" y="93"/>
                  </a:cubicBezTo>
                  <a:cubicBezTo>
                    <a:pt x="1165" y="93"/>
                    <a:pt x="1165" y="93"/>
                    <a:pt x="1165" y="93"/>
                  </a:cubicBezTo>
                  <a:cubicBezTo>
                    <a:pt x="1168" y="93"/>
                    <a:pt x="1171" y="92"/>
                    <a:pt x="1173" y="91"/>
                  </a:cubicBezTo>
                  <a:cubicBezTo>
                    <a:pt x="1174" y="89"/>
                    <a:pt x="1175" y="87"/>
                    <a:pt x="1175" y="84"/>
                  </a:cubicBezTo>
                  <a:cubicBezTo>
                    <a:pt x="1175" y="16"/>
                    <a:pt x="1175" y="16"/>
                    <a:pt x="1175" y="16"/>
                  </a:cubicBezTo>
                  <a:cubicBezTo>
                    <a:pt x="1175" y="13"/>
                    <a:pt x="1174" y="11"/>
                    <a:pt x="1173" y="10"/>
                  </a:cubicBezTo>
                  <a:cubicBezTo>
                    <a:pt x="1171" y="8"/>
                    <a:pt x="1168" y="7"/>
                    <a:pt x="1165" y="7"/>
                  </a:cubicBezTo>
                  <a:cubicBezTo>
                    <a:pt x="1163" y="7"/>
                    <a:pt x="1163" y="7"/>
                    <a:pt x="1163" y="7"/>
                  </a:cubicBezTo>
                  <a:cubicBezTo>
                    <a:pt x="1163" y="2"/>
                    <a:pt x="1163" y="2"/>
                    <a:pt x="1163" y="2"/>
                  </a:cubicBezTo>
                  <a:cubicBezTo>
                    <a:pt x="1166" y="2"/>
                    <a:pt x="1170" y="2"/>
                    <a:pt x="1174" y="2"/>
                  </a:cubicBezTo>
                  <a:cubicBezTo>
                    <a:pt x="1178" y="2"/>
                    <a:pt x="1184" y="2"/>
                    <a:pt x="1193" y="2"/>
                  </a:cubicBezTo>
                  <a:cubicBezTo>
                    <a:pt x="1207" y="2"/>
                    <a:pt x="1207" y="2"/>
                    <a:pt x="1207" y="2"/>
                  </a:cubicBezTo>
                  <a:cubicBezTo>
                    <a:pt x="1214" y="2"/>
                    <a:pt x="1219" y="2"/>
                    <a:pt x="1224" y="2"/>
                  </a:cubicBezTo>
                  <a:cubicBezTo>
                    <a:pt x="1228" y="2"/>
                    <a:pt x="1232" y="2"/>
                    <a:pt x="1236" y="2"/>
                  </a:cubicBezTo>
                  <a:cubicBezTo>
                    <a:pt x="1236" y="5"/>
                    <a:pt x="1236" y="9"/>
                    <a:pt x="1236" y="13"/>
                  </a:cubicBezTo>
                  <a:cubicBezTo>
                    <a:pt x="1236" y="16"/>
                    <a:pt x="1237" y="21"/>
                    <a:pt x="1237" y="25"/>
                  </a:cubicBezTo>
                  <a:cubicBezTo>
                    <a:pt x="1231" y="25"/>
                    <a:pt x="1231" y="25"/>
                    <a:pt x="1231" y="25"/>
                  </a:cubicBezTo>
                  <a:cubicBezTo>
                    <a:pt x="1230" y="19"/>
                    <a:pt x="1228" y="15"/>
                    <a:pt x="1225" y="12"/>
                  </a:cubicBezTo>
                  <a:cubicBezTo>
                    <a:pt x="1222" y="10"/>
                    <a:pt x="1216" y="9"/>
                    <a:pt x="1208" y="9"/>
                  </a:cubicBezTo>
                  <a:cubicBezTo>
                    <a:pt x="1204" y="9"/>
                    <a:pt x="1201" y="9"/>
                    <a:pt x="1200" y="10"/>
                  </a:cubicBezTo>
                  <a:cubicBezTo>
                    <a:pt x="1198" y="10"/>
                    <a:pt x="1198" y="12"/>
                    <a:pt x="1198" y="13"/>
                  </a:cubicBezTo>
                  <a:cubicBezTo>
                    <a:pt x="1198" y="46"/>
                    <a:pt x="1198" y="46"/>
                    <a:pt x="1198" y="46"/>
                  </a:cubicBezTo>
                  <a:cubicBezTo>
                    <a:pt x="1210" y="46"/>
                    <a:pt x="1210" y="46"/>
                    <a:pt x="1210" y="46"/>
                  </a:cubicBezTo>
                  <a:cubicBezTo>
                    <a:pt x="1214" y="46"/>
                    <a:pt x="1217" y="45"/>
                    <a:pt x="1219" y="42"/>
                  </a:cubicBezTo>
                  <a:cubicBezTo>
                    <a:pt x="1221" y="40"/>
                    <a:pt x="1222" y="37"/>
                    <a:pt x="1222" y="32"/>
                  </a:cubicBezTo>
                  <a:cubicBezTo>
                    <a:pt x="1227" y="32"/>
                    <a:pt x="1227" y="32"/>
                    <a:pt x="1227" y="32"/>
                  </a:cubicBezTo>
                  <a:cubicBezTo>
                    <a:pt x="1227" y="35"/>
                    <a:pt x="1227" y="38"/>
                    <a:pt x="1227" y="40"/>
                  </a:cubicBezTo>
                  <a:cubicBezTo>
                    <a:pt x="1227" y="43"/>
                    <a:pt x="1227" y="46"/>
                    <a:pt x="1227" y="49"/>
                  </a:cubicBezTo>
                  <a:cubicBezTo>
                    <a:pt x="1227" y="52"/>
                    <a:pt x="1227" y="54"/>
                    <a:pt x="1227" y="57"/>
                  </a:cubicBezTo>
                  <a:cubicBezTo>
                    <a:pt x="1227" y="60"/>
                    <a:pt x="1227" y="63"/>
                    <a:pt x="1227" y="65"/>
                  </a:cubicBezTo>
                  <a:cubicBezTo>
                    <a:pt x="1222" y="65"/>
                    <a:pt x="1222" y="65"/>
                    <a:pt x="1222" y="65"/>
                  </a:cubicBezTo>
                  <a:cubicBezTo>
                    <a:pt x="1222" y="60"/>
                    <a:pt x="1221" y="57"/>
                    <a:pt x="1219" y="55"/>
                  </a:cubicBezTo>
                  <a:cubicBezTo>
                    <a:pt x="1218" y="53"/>
                    <a:pt x="1215" y="52"/>
                    <a:pt x="1211" y="52"/>
                  </a:cubicBezTo>
                  <a:cubicBezTo>
                    <a:pt x="1198" y="52"/>
                    <a:pt x="1198" y="52"/>
                    <a:pt x="1198" y="52"/>
                  </a:cubicBezTo>
                  <a:cubicBezTo>
                    <a:pt x="1198" y="85"/>
                    <a:pt x="1198" y="85"/>
                    <a:pt x="1198" y="85"/>
                  </a:cubicBezTo>
                  <a:cubicBezTo>
                    <a:pt x="1198" y="87"/>
                    <a:pt x="1198" y="88"/>
                    <a:pt x="1199" y="89"/>
                  </a:cubicBezTo>
                  <a:cubicBezTo>
                    <a:pt x="1201" y="90"/>
                    <a:pt x="1202" y="90"/>
                    <a:pt x="1205" y="90"/>
                  </a:cubicBezTo>
                  <a:cubicBezTo>
                    <a:pt x="1216" y="90"/>
                    <a:pt x="1224" y="89"/>
                    <a:pt x="1229" y="86"/>
                  </a:cubicBezTo>
                  <a:cubicBezTo>
                    <a:pt x="1233" y="83"/>
                    <a:pt x="1236" y="78"/>
                    <a:pt x="1238" y="71"/>
                  </a:cubicBezTo>
                  <a:cubicBezTo>
                    <a:pt x="1244" y="71"/>
                    <a:pt x="1244" y="71"/>
                    <a:pt x="1244" y="71"/>
                  </a:cubicBezTo>
                  <a:cubicBezTo>
                    <a:pt x="1243" y="76"/>
                    <a:pt x="1242" y="80"/>
                    <a:pt x="1241" y="85"/>
                  </a:cubicBezTo>
                  <a:cubicBezTo>
                    <a:pt x="1240" y="90"/>
                    <a:pt x="1239" y="94"/>
                    <a:pt x="1239" y="99"/>
                  </a:cubicBezTo>
                  <a:cubicBezTo>
                    <a:pt x="1233" y="98"/>
                    <a:pt x="1228" y="98"/>
                    <a:pt x="1221" y="98"/>
                  </a:cubicBezTo>
                  <a:cubicBezTo>
                    <a:pt x="1215" y="98"/>
                    <a:pt x="1208" y="98"/>
                    <a:pt x="1201" y="98"/>
                  </a:cubicBezTo>
                  <a:cubicBezTo>
                    <a:pt x="1193" y="98"/>
                    <a:pt x="1186" y="98"/>
                    <a:pt x="1180" y="98"/>
                  </a:cubicBezTo>
                  <a:cubicBezTo>
                    <a:pt x="1174" y="98"/>
                    <a:pt x="1168" y="98"/>
                    <a:pt x="1163" y="99"/>
                  </a:cubicBezTo>
                  <a:cubicBezTo>
                    <a:pt x="1163" y="99"/>
                    <a:pt x="1163" y="99"/>
                    <a:pt x="1163" y="99"/>
                  </a:cubicBezTo>
                  <a:close/>
                  <a:moveTo>
                    <a:pt x="1259" y="99"/>
                  </a:moveTo>
                  <a:cubicBezTo>
                    <a:pt x="1259" y="93"/>
                    <a:pt x="1259" y="93"/>
                    <a:pt x="1259" y="93"/>
                  </a:cubicBezTo>
                  <a:cubicBezTo>
                    <a:pt x="1263" y="93"/>
                    <a:pt x="1266" y="92"/>
                    <a:pt x="1267" y="91"/>
                  </a:cubicBezTo>
                  <a:cubicBezTo>
                    <a:pt x="1269" y="89"/>
                    <a:pt x="1270" y="86"/>
                    <a:pt x="1270" y="81"/>
                  </a:cubicBezTo>
                  <a:cubicBezTo>
                    <a:pt x="1270" y="16"/>
                    <a:pt x="1270" y="16"/>
                    <a:pt x="1270" y="16"/>
                  </a:cubicBezTo>
                  <a:cubicBezTo>
                    <a:pt x="1270" y="13"/>
                    <a:pt x="1269" y="11"/>
                    <a:pt x="1267" y="9"/>
                  </a:cubicBezTo>
                  <a:cubicBezTo>
                    <a:pt x="1266" y="8"/>
                    <a:pt x="1263" y="7"/>
                    <a:pt x="1260" y="7"/>
                  </a:cubicBezTo>
                  <a:cubicBezTo>
                    <a:pt x="1259" y="7"/>
                    <a:pt x="1259" y="7"/>
                    <a:pt x="1259" y="7"/>
                  </a:cubicBezTo>
                  <a:cubicBezTo>
                    <a:pt x="1259" y="2"/>
                    <a:pt x="1259" y="2"/>
                    <a:pt x="1259" y="2"/>
                  </a:cubicBezTo>
                  <a:cubicBezTo>
                    <a:pt x="1262" y="2"/>
                    <a:pt x="1265" y="2"/>
                    <a:pt x="1268" y="2"/>
                  </a:cubicBezTo>
                  <a:cubicBezTo>
                    <a:pt x="1271" y="2"/>
                    <a:pt x="1274" y="3"/>
                    <a:pt x="1277" y="3"/>
                  </a:cubicBezTo>
                  <a:cubicBezTo>
                    <a:pt x="1281" y="3"/>
                    <a:pt x="1286" y="2"/>
                    <a:pt x="1292" y="2"/>
                  </a:cubicBezTo>
                  <a:cubicBezTo>
                    <a:pt x="1298" y="2"/>
                    <a:pt x="1302" y="2"/>
                    <a:pt x="1305" y="2"/>
                  </a:cubicBezTo>
                  <a:cubicBezTo>
                    <a:pt x="1316" y="2"/>
                    <a:pt x="1325" y="4"/>
                    <a:pt x="1330" y="7"/>
                  </a:cubicBezTo>
                  <a:cubicBezTo>
                    <a:pt x="1336" y="11"/>
                    <a:pt x="1339" y="17"/>
                    <a:pt x="1339" y="24"/>
                  </a:cubicBezTo>
                  <a:cubicBezTo>
                    <a:pt x="1339" y="30"/>
                    <a:pt x="1337" y="36"/>
                    <a:pt x="1333" y="40"/>
                  </a:cubicBezTo>
                  <a:cubicBezTo>
                    <a:pt x="1329" y="45"/>
                    <a:pt x="1323" y="49"/>
                    <a:pt x="1316" y="51"/>
                  </a:cubicBezTo>
                  <a:cubicBezTo>
                    <a:pt x="1320" y="53"/>
                    <a:pt x="1324" y="56"/>
                    <a:pt x="1328" y="61"/>
                  </a:cubicBezTo>
                  <a:cubicBezTo>
                    <a:pt x="1332" y="66"/>
                    <a:pt x="1336" y="73"/>
                    <a:pt x="1341" y="82"/>
                  </a:cubicBezTo>
                  <a:cubicBezTo>
                    <a:pt x="1341" y="83"/>
                    <a:pt x="1341" y="84"/>
                    <a:pt x="1342" y="85"/>
                  </a:cubicBezTo>
                  <a:cubicBezTo>
                    <a:pt x="1345" y="92"/>
                    <a:pt x="1348" y="95"/>
                    <a:pt x="1351" y="95"/>
                  </a:cubicBezTo>
                  <a:cubicBezTo>
                    <a:pt x="1352" y="95"/>
                    <a:pt x="1352" y="95"/>
                    <a:pt x="1352" y="95"/>
                  </a:cubicBezTo>
                  <a:cubicBezTo>
                    <a:pt x="1352" y="100"/>
                    <a:pt x="1352" y="100"/>
                    <a:pt x="1352" y="100"/>
                  </a:cubicBezTo>
                  <a:cubicBezTo>
                    <a:pt x="1347" y="99"/>
                    <a:pt x="1341" y="99"/>
                    <a:pt x="1334" y="98"/>
                  </a:cubicBezTo>
                  <a:cubicBezTo>
                    <a:pt x="1333" y="98"/>
                    <a:pt x="1333" y="98"/>
                    <a:pt x="1332" y="98"/>
                  </a:cubicBezTo>
                  <a:cubicBezTo>
                    <a:pt x="1328" y="98"/>
                    <a:pt x="1326" y="97"/>
                    <a:pt x="1324" y="96"/>
                  </a:cubicBezTo>
                  <a:cubicBezTo>
                    <a:pt x="1322" y="94"/>
                    <a:pt x="1320" y="91"/>
                    <a:pt x="1318" y="86"/>
                  </a:cubicBezTo>
                  <a:cubicBezTo>
                    <a:pt x="1317" y="83"/>
                    <a:pt x="1316" y="80"/>
                    <a:pt x="1314" y="75"/>
                  </a:cubicBezTo>
                  <a:cubicBezTo>
                    <a:pt x="1310" y="64"/>
                    <a:pt x="1307" y="58"/>
                    <a:pt x="1304" y="56"/>
                  </a:cubicBezTo>
                  <a:cubicBezTo>
                    <a:pt x="1303" y="56"/>
                    <a:pt x="1302" y="55"/>
                    <a:pt x="1301" y="55"/>
                  </a:cubicBezTo>
                  <a:cubicBezTo>
                    <a:pt x="1300" y="55"/>
                    <a:pt x="1298" y="55"/>
                    <a:pt x="1296" y="55"/>
                  </a:cubicBezTo>
                  <a:cubicBezTo>
                    <a:pt x="1296" y="55"/>
                    <a:pt x="1295" y="55"/>
                    <a:pt x="1295" y="55"/>
                  </a:cubicBezTo>
                  <a:cubicBezTo>
                    <a:pt x="1294" y="55"/>
                    <a:pt x="1293" y="55"/>
                    <a:pt x="1292" y="55"/>
                  </a:cubicBezTo>
                  <a:cubicBezTo>
                    <a:pt x="1292" y="81"/>
                    <a:pt x="1292" y="81"/>
                    <a:pt x="1292" y="81"/>
                  </a:cubicBezTo>
                  <a:cubicBezTo>
                    <a:pt x="1292" y="86"/>
                    <a:pt x="1293" y="89"/>
                    <a:pt x="1294" y="90"/>
                  </a:cubicBezTo>
                  <a:cubicBezTo>
                    <a:pt x="1295" y="92"/>
                    <a:pt x="1298" y="93"/>
                    <a:pt x="1302" y="93"/>
                  </a:cubicBezTo>
                  <a:cubicBezTo>
                    <a:pt x="1302" y="99"/>
                    <a:pt x="1302" y="99"/>
                    <a:pt x="1302" y="99"/>
                  </a:cubicBezTo>
                  <a:cubicBezTo>
                    <a:pt x="1297" y="98"/>
                    <a:pt x="1292" y="98"/>
                    <a:pt x="1289" y="98"/>
                  </a:cubicBezTo>
                  <a:cubicBezTo>
                    <a:pt x="1285" y="98"/>
                    <a:pt x="1282" y="98"/>
                    <a:pt x="1281" y="98"/>
                  </a:cubicBezTo>
                  <a:cubicBezTo>
                    <a:pt x="1277" y="98"/>
                    <a:pt x="1274" y="98"/>
                    <a:pt x="1270" y="98"/>
                  </a:cubicBezTo>
                  <a:cubicBezTo>
                    <a:pt x="1267" y="98"/>
                    <a:pt x="1263" y="98"/>
                    <a:pt x="1259" y="99"/>
                  </a:cubicBezTo>
                  <a:cubicBezTo>
                    <a:pt x="1259" y="99"/>
                    <a:pt x="1259" y="99"/>
                    <a:pt x="1259" y="99"/>
                  </a:cubicBezTo>
                  <a:close/>
                  <a:moveTo>
                    <a:pt x="1292" y="48"/>
                  </a:moveTo>
                  <a:cubicBezTo>
                    <a:pt x="1298" y="48"/>
                    <a:pt x="1298" y="48"/>
                    <a:pt x="1298" y="48"/>
                  </a:cubicBezTo>
                  <a:cubicBezTo>
                    <a:pt x="1305" y="48"/>
                    <a:pt x="1310" y="46"/>
                    <a:pt x="1313" y="43"/>
                  </a:cubicBezTo>
                  <a:cubicBezTo>
                    <a:pt x="1316" y="40"/>
                    <a:pt x="1318" y="35"/>
                    <a:pt x="1318" y="28"/>
                  </a:cubicBezTo>
                  <a:cubicBezTo>
                    <a:pt x="1318" y="21"/>
                    <a:pt x="1316" y="16"/>
                    <a:pt x="1313" y="13"/>
                  </a:cubicBezTo>
                  <a:cubicBezTo>
                    <a:pt x="1309" y="10"/>
                    <a:pt x="1304" y="8"/>
                    <a:pt x="1297" y="8"/>
                  </a:cubicBezTo>
                  <a:cubicBezTo>
                    <a:pt x="1295" y="8"/>
                    <a:pt x="1295" y="8"/>
                    <a:pt x="1294" y="8"/>
                  </a:cubicBezTo>
                  <a:cubicBezTo>
                    <a:pt x="1293" y="9"/>
                    <a:pt x="1293" y="9"/>
                    <a:pt x="1292" y="9"/>
                  </a:cubicBezTo>
                  <a:cubicBezTo>
                    <a:pt x="1292" y="48"/>
                    <a:pt x="1292" y="48"/>
                    <a:pt x="1292" y="48"/>
                  </a:cubicBezTo>
                  <a:close/>
                  <a:moveTo>
                    <a:pt x="1370" y="66"/>
                  </a:moveTo>
                  <a:cubicBezTo>
                    <a:pt x="1380" y="66"/>
                    <a:pt x="1380" y="66"/>
                    <a:pt x="1380" y="66"/>
                  </a:cubicBezTo>
                  <a:cubicBezTo>
                    <a:pt x="1380" y="75"/>
                    <a:pt x="1382" y="81"/>
                    <a:pt x="1385" y="85"/>
                  </a:cubicBezTo>
                  <a:cubicBezTo>
                    <a:pt x="1389" y="90"/>
                    <a:pt x="1394" y="92"/>
                    <a:pt x="1400" y="92"/>
                  </a:cubicBezTo>
                  <a:cubicBezTo>
                    <a:pt x="1406" y="92"/>
                    <a:pt x="1410" y="90"/>
                    <a:pt x="1413" y="88"/>
                  </a:cubicBezTo>
                  <a:cubicBezTo>
                    <a:pt x="1416" y="85"/>
                    <a:pt x="1418" y="82"/>
                    <a:pt x="1418" y="77"/>
                  </a:cubicBezTo>
                  <a:cubicBezTo>
                    <a:pt x="1418" y="74"/>
                    <a:pt x="1417" y="71"/>
                    <a:pt x="1415" y="68"/>
                  </a:cubicBezTo>
                  <a:cubicBezTo>
                    <a:pt x="1413" y="66"/>
                    <a:pt x="1408" y="63"/>
                    <a:pt x="1400" y="60"/>
                  </a:cubicBezTo>
                  <a:cubicBezTo>
                    <a:pt x="1389" y="55"/>
                    <a:pt x="1381" y="51"/>
                    <a:pt x="1377" y="46"/>
                  </a:cubicBezTo>
                  <a:cubicBezTo>
                    <a:pt x="1373" y="41"/>
                    <a:pt x="1371" y="36"/>
                    <a:pt x="1371" y="29"/>
                  </a:cubicBezTo>
                  <a:cubicBezTo>
                    <a:pt x="1371" y="20"/>
                    <a:pt x="1374" y="13"/>
                    <a:pt x="1380" y="8"/>
                  </a:cubicBezTo>
                  <a:cubicBezTo>
                    <a:pt x="1386" y="2"/>
                    <a:pt x="1393" y="0"/>
                    <a:pt x="1403" y="0"/>
                  </a:cubicBezTo>
                  <a:cubicBezTo>
                    <a:pt x="1407" y="0"/>
                    <a:pt x="1411" y="0"/>
                    <a:pt x="1415" y="1"/>
                  </a:cubicBezTo>
                  <a:cubicBezTo>
                    <a:pt x="1420" y="1"/>
                    <a:pt x="1425" y="2"/>
                    <a:pt x="1431" y="3"/>
                  </a:cubicBezTo>
                  <a:cubicBezTo>
                    <a:pt x="1431" y="4"/>
                    <a:pt x="1431" y="4"/>
                    <a:pt x="1431" y="4"/>
                  </a:cubicBezTo>
                  <a:cubicBezTo>
                    <a:pt x="1431" y="9"/>
                    <a:pt x="1431" y="14"/>
                    <a:pt x="1431" y="17"/>
                  </a:cubicBezTo>
                  <a:cubicBezTo>
                    <a:pt x="1431" y="19"/>
                    <a:pt x="1431" y="23"/>
                    <a:pt x="1431" y="29"/>
                  </a:cubicBezTo>
                  <a:cubicBezTo>
                    <a:pt x="1431" y="29"/>
                    <a:pt x="1431" y="29"/>
                    <a:pt x="1431" y="29"/>
                  </a:cubicBezTo>
                  <a:cubicBezTo>
                    <a:pt x="1423" y="29"/>
                    <a:pt x="1423" y="29"/>
                    <a:pt x="1423" y="29"/>
                  </a:cubicBezTo>
                  <a:cubicBezTo>
                    <a:pt x="1423" y="22"/>
                    <a:pt x="1421" y="17"/>
                    <a:pt x="1418" y="13"/>
                  </a:cubicBezTo>
                  <a:cubicBezTo>
                    <a:pt x="1415" y="10"/>
                    <a:pt x="1410" y="8"/>
                    <a:pt x="1404" y="8"/>
                  </a:cubicBezTo>
                  <a:cubicBezTo>
                    <a:pt x="1400" y="8"/>
                    <a:pt x="1396" y="9"/>
                    <a:pt x="1393" y="11"/>
                  </a:cubicBezTo>
                  <a:cubicBezTo>
                    <a:pt x="1391" y="14"/>
                    <a:pt x="1389" y="17"/>
                    <a:pt x="1389" y="21"/>
                  </a:cubicBezTo>
                  <a:cubicBezTo>
                    <a:pt x="1389" y="24"/>
                    <a:pt x="1390" y="27"/>
                    <a:pt x="1392" y="30"/>
                  </a:cubicBezTo>
                  <a:cubicBezTo>
                    <a:pt x="1395" y="32"/>
                    <a:pt x="1400" y="35"/>
                    <a:pt x="1407" y="38"/>
                  </a:cubicBezTo>
                  <a:cubicBezTo>
                    <a:pt x="1408" y="38"/>
                    <a:pt x="1410" y="39"/>
                    <a:pt x="1412" y="40"/>
                  </a:cubicBezTo>
                  <a:cubicBezTo>
                    <a:pt x="1420" y="43"/>
                    <a:pt x="1426" y="46"/>
                    <a:pt x="1429" y="49"/>
                  </a:cubicBezTo>
                  <a:cubicBezTo>
                    <a:pt x="1432" y="51"/>
                    <a:pt x="1434" y="55"/>
                    <a:pt x="1435" y="58"/>
                  </a:cubicBezTo>
                  <a:cubicBezTo>
                    <a:pt x="1437" y="61"/>
                    <a:pt x="1437" y="65"/>
                    <a:pt x="1437" y="69"/>
                  </a:cubicBezTo>
                  <a:cubicBezTo>
                    <a:pt x="1437" y="79"/>
                    <a:pt x="1434" y="86"/>
                    <a:pt x="1428" y="92"/>
                  </a:cubicBezTo>
                  <a:cubicBezTo>
                    <a:pt x="1421" y="98"/>
                    <a:pt x="1413" y="101"/>
                    <a:pt x="1402" y="101"/>
                  </a:cubicBezTo>
                  <a:cubicBezTo>
                    <a:pt x="1396" y="101"/>
                    <a:pt x="1390" y="100"/>
                    <a:pt x="1385" y="99"/>
                  </a:cubicBezTo>
                  <a:cubicBezTo>
                    <a:pt x="1379" y="98"/>
                    <a:pt x="1374" y="96"/>
                    <a:pt x="1369" y="93"/>
                  </a:cubicBezTo>
                  <a:cubicBezTo>
                    <a:pt x="1370" y="90"/>
                    <a:pt x="1370" y="87"/>
                    <a:pt x="1370" y="83"/>
                  </a:cubicBezTo>
                  <a:cubicBezTo>
                    <a:pt x="1370" y="80"/>
                    <a:pt x="1370" y="77"/>
                    <a:pt x="1370" y="73"/>
                  </a:cubicBezTo>
                  <a:cubicBezTo>
                    <a:pt x="1370" y="71"/>
                    <a:pt x="1370" y="70"/>
                    <a:pt x="1370" y="69"/>
                  </a:cubicBezTo>
                  <a:cubicBezTo>
                    <a:pt x="1370" y="68"/>
                    <a:pt x="1370" y="67"/>
                    <a:pt x="1370" y="66"/>
                  </a:cubicBezTo>
                  <a:cubicBezTo>
                    <a:pt x="1370" y="66"/>
                    <a:pt x="1370" y="66"/>
                    <a:pt x="1370" y="66"/>
                  </a:cubicBezTo>
                  <a:close/>
                  <a:moveTo>
                    <a:pt x="1456" y="99"/>
                  </a:moveTo>
                  <a:cubicBezTo>
                    <a:pt x="1456" y="93"/>
                    <a:pt x="1456" y="93"/>
                    <a:pt x="1456" y="93"/>
                  </a:cubicBezTo>
                  <a:cubicBezTo>
                    <a:pt x="1457" y="93"/>
                    <a:pt x="1457" y="93"/>
                    <a:pt x="1457" y="93"/>
                  </a:cubicBezTo>
                  <a:cubicBezTo>
                    <a:pt x="1461" y="93"/>
                    <a:pt x="1464" y="92"/>
                    <a:pt x="1466" y="91"/>
                  </a:cubicBezTo>
                  <a:cubicBezTo>
                    <a:pt x="1467" y="89"/>
                    <a:pt x="1468" y="86"/>
                    <a:pt x="1468" y="81"/>
                  </a:cubicBezTo>
                  <a:cubicBezTo>
                    <a:pt x="1468" y="16"/>
                    <a:pt x="1468" y="16"/>
                    <a:pt x="1468" y="16"/>
                  </a:cubicBezTo>
                  <a:cubicBezTo>
                    <a:pt x="1468" y="13"/>
                    <a:pt x="1467" y="11"/>
                    <a:pt x="1465" y="9"/>
                  </a:cubicBezTo>
                  <a:cubicBezTo>
                    <a:pt x="1464" y="8"/>
                    <a:pt x="1461" y="7"/>
                    <a:pt x="1458" y="7"/>
                  </a:cubicBezTo>
                  <a:cubicBezTo>
                    <a:pt x="1456" y="7"/>
                    <a:pt x="1456" y="7"/>
                    <a:pt x="1456" y="7"/>
                  </a:cubicBezTo>
                  <a:cubicBezTo>
                    <a:pt x="1456" y="2"/>
                    <a:pt x="1456" y="2"/>
                    <a:pt x="1456" y="2"/>
                  </a:cubicBezTo>
                  <a:cubicBezTo>
                    <a:pt x="1460" y="2"/>
                    <a:pt x="1464" y="2"/>
                    <a:pt x="1468" y="2"/>
                  </a:cubicBezTo>
                  <a:cubicBezTo>
                    <a:pt x="1472" y="3"/>
                    <a:pt x="1475" y="3"/>
                    <a:pt x="1479" y="3"/>
                  </a:cubicBezTo>
                  <a:cubicBezTo>
                    <a:pt x="1483" y="3"/>
                    <a:pt x="1487" y="3"/>
                    <a:pt x="1491" y="2"/>
                  </a:cubicBezTo>
                  <a:cubicBezTo>
                    <a:pt x="1494" y="2"/>
                    <a:pt x="1498" y="2"/>
                    <a:pt x="1502" y="2"/>
                  </a:cubicBezTo>
                  <a:cubicBezTo>
                    <a:pt x="1502" y="7"/>
                    <a:pt x="1502" y="7"/>
                    <a:pt x="1502" y="7"/>
                  </a:cubicBezTo>
                  <a:cubicBezTo>
                    <a:pt x="1498" y="7"/>
                    <a:pt x="1495" y="8"/>
                    <a:pt x="1493" y="9"/>
                  </a:cubicBezTo>
                  <a:cubicBezTo>
                    <a:pt x="1492" y="10"/>
                    <a:pt x="1491" y="12"/>
                    <a:pt x="1491" y="16"/>
                  </a:cubicBezTo>
                  <a:cubicBezTo>
                    <a:pt x="1491" y="81"/>
                    <a:pt x="1491" y="81"/>
                    <a:pt x="1491" y="81"/>
                  </a:cubicBezTo>
                  <a:cubicBezTo>
                    <a:pt x="1491" y="86"/>
                    <a:pt x="1492" y="89"/>
                    <a:pt x="1493" y="91"/>
                  </a:cubicBezTo>
                  <a:cubicBezTo>
                    <a:pt x="1494" y="92"/>
                    <a:pt x="1497" y="93"/>
                    <a:pt x="1501" y="93"/>
                  </a:cubicBezTo>
                  <a:cubicBezTo>
                    <a:pt x="1502" y="93"/>
                    <a:pt x="1502" y="93"/>
                    <a:pt x="1502" y="93"/>
                  </a:cubicBezTo>
                  <a:cubicBezTo>
                    <a:pt x="1502" y="99"/>
                    <a:pt x="1502" y="99"/>
                    <a:pt x="1502" y="99"/>
                  </a:cubicBezTo>
                  <a:cubicBezTo>
                    <a:pt x="1498" y="98"/>
                    <a:pt x="1495" y="98"/>
                    <a:pt x="1491" y="98"/>
                  </a:cubicBezTo>
                  <a:cubicBezTo>
                    <a:pt x="1487" y="98"/>
                    <a:pt x="1483" y="98"/>
                    <a:pt x="1479" y="98"/>
                  </a:cubicBezTo>
                  <a:cubicBezTo>
                    <a:pt x="1476" y="98"/>
                    <a:pt x="1472" y="98"/>
                    <a:pt x="1469" y="98"/>
                  </a:cubicBezTo>
                  <a:cubicBezTo>
                    <a:pt x="1465" y="98"/>
                    <a:pt x="1461" y="98"/>
                    <a:pt x="1456" y="99"/>
                  </a:cubicBezTo>
                  <a:cubicBezTo>
                    <a:pt x="1456" y="99"/>
                    <a:pt x="1456" y="99"/>
                    <a:pt x="1456" y="99"/>
                  </a:cubicBezTo>
                  <a:close/>
                  <a:moveTo>
                    <a:pt x="1533" y="99"/>
                  </a:moveTo>
                  <a:cubicBezTo>
                    <a:pt x="1533" y="93"/>
                    <a:pt x="1533" y="93"/>
                    <a:pt x="1533" y="93"/>
                  </a:cubicBezTo>
                  <a:cubicBezTo>
                    <a:pt x="1535" y="93"/>
                    <a:pt x="1535" y="93"/>
                    <a:pt x="1535" y="93"/>
                  </a:cubicBezTo>
                  <a:cubicBezTo>
                    <a:pt x="1539" y="93"/>
                    <a:pt x="1542" y="92"/>
                    <a:pt x="1543" y="91"/>
                  </a:cubicBezTo>
                  <a:cubicBezTo>
                    <a:pt x="1545" y="89"/>
                    <a:pt x="1546" y="87"/>
                    <a:pt x="1546" y="84"/>
                  </a:cubicBezTo>
                  <a:cubicBezTo>
                    <a:pt x="1546" y="9"/>
                    <a:pt x="1546" y="9"/>
                    <a:pt x="1546" y="9"/>
                  </a:cubicBezTo>
                  <a:cubicBezTo>
                    <a:pt x="1543" y="9"/>
                    <a:pt x="1543" y="9"/>
                    <a:pt x="1543" y="9"/>
                  </a:cubicBezTo>
                  <a:cubicBezTo>
                    <a:pt x="1537" y="9"/>
                    <a:pt x="1532" y="10"/>
                    <a:pt x="1528" y="13"/>
                  </a:cubicBezTo>
                  <a:cubicBezTo>
                    <a:pt x="1525" y="16"/>
                    <a:pt x="1523" y="20"/>
                    <a:pt x="1522" y="26"/>
                  </a:cubicBezTo>
                  <a:cubicBezTo>
                    <a:pt x="1517" y="26"/>
                    <a:pt x="1517" y="26"/>
                    <a:pt x="1517" y="26"/>
                  </a:cubicBezTo>
                  <a:cubicBezTo>
                    <a:pt x="1518" y="2"/>
                    <a:pt x="1518" y="2"/>
                    <a:pt x="1518" y="2"/>
                  </a:cubicBezTo>
                  <a:cubicBezTo>
                    <a:pt x="1520" y="2"/>
                    <a:pt x="1522" y="2"/>
                    <a:pt x="1524" y="2"/>
                  </a:cubicBezTo>
                  <a:cubicBezTo>
                    <a:pt x="1527" y="2"/>
                    <a:pt x="1531" y="2"/>
                    <a:pt x="1536" y="2"/>
                  </a:cubicBezTo>
                  <a:cubicBezTo>
                    <a:pt x="1557" y="2"/>
                    <a:pt x="1557" y="2"/>
                    <a:pt x="1557" y="2"/>
                  </a:cubicBezTo>
                  <a:cubicBezTo>
                    <a:pt x="1578" y="2"/>
                    <a:pt x="1578" y="2"/>
                    <a:pt x="1578" y="2"/>
                  </a:cubicBezTo>
                  <a:cubicBezTo>
                    <a:pt x="1584" y="2"/>
                    <a:pt x="1588" y="2"/>
                    <a:pt x="1591" y="2"/>
                  </a:cubicBezTo>
                  <a:cubicBezTo>
                    <a:pt x="1593" y="2"/>
                    <a:pt x="1595" y="2"/>
                    <a:pt x="1597" y="2"/>
                  </a:cubicBezTo>
                  <a:cubicBezTo>
                    <a:pt x="1598" y="26"/>
                    <a:pt x="1598" y="26"/>
                    <a:pt x="1598" y="26"/>
                  </a:cubicBezTo>
                  <a:cubicBezTo>
                    <a:pt x="1593" y="26"/>
                    <a:pt x="1593" y="26"/>
                    <a:pt x="1593" y="26"/>
                  </a:cubicBezTo>
                  <a:cubicBezTo>
                    <a:pt x="1592" y="20"/>
                    <a:pt x="1590" y="16"/>
                    <a:pt x="1586" y="13"/>
                  </a:cubicBezTo>
                  <a:cubicBezTo>
                    <a:pt x="1583" y="10"/>
                    <a:pt x="1578" y="9"/>
                    <a:pt x="1572" y="9"/>
                  </a:cubicBezTo>
                  <a:cubicBezTo>
                    <a:pt x="1569" y="9"/>
                    <a:pt x="1569" y="9"/>
                    <a:pt x="1569" y="9"/>
                  </a:cubicBezTo>
                  <a:cubicBezTo>
                    <a:pt x="1569" y="83"/>
                    <a:pt x="1569" y="83"/>
                    <a:pt x="1569" y="83"/>
                  </a:cubicBezTo>
                  <a:cubicBezTo>
                    <a:pt x="1569" y="87"/>
                    <a:pt x="1570" y="89"/>
                    <a:pt x="1571" y="91"/>
                  </a:cubicBezTo>
                  <a:cubicBezTo>
                    <a:pt x="1573" y="92"/>
                    <a:pt x="1576" y="93"/>
                    <a:pt x="1580" y="93"/>
                  </a:cubicBezTo>
                  <a:cubicBezTo>
                    <a:pt x="1581" y="93"/>
                    <a:pt x="1581" y="93"/>
                    <a:pt x="1581" y="93"/>
                  </a:cubicBezTo>
                  <a:cubicBezTo>
                    <a:pt x="1581" y="99"/>
                    <a:pt x="1581" y="99"/>
                    <a:pt x="1581" y="99"/>
                  </a:cubicBezTo>
                  <a:cubicBezTo>
                    <a:pt x="1576" y="98"/>
                    <a:pt x="1571" y="98"/>
                    <a:pt x="1567" y="98"/>
                  </a:cubicBezTo>
                  <a:cubicBezTo>
                    <a:pt x="1563" y="98"/>
                    <a:pt x="1560" y="98"/>
                    <a:pt x="1557" y="98"/>
                  </a:cubicBezTo>
                  <a:cubicBezTo>
                    <a:pt x="1553" y="98"/>
                    <a:pt x="1549" y="98"/>
                    <a:pt x="1545" y="98"/>
                  </a:cubicBezTo>
                  <a:cubicBezTo>
                    <a:pt x="1541" y="98"/>
                    <a:pt x="1537" y="98"/>
                    <a:pt x="1533" y="99"/>
                  </a:cubicBezTo>
                  <a:cubicBezTo>
                    <a:pt x="1533" y="99"/>
                    <a:pt x="1533" y="99"/>
                    <a:pt x="1533" y="99"/>
                  </a:cubicBezTo>
                  <a:close/>
                  <a:moveTo>
                    <a:pt x="1666" y="56"/>
                  </a:moveTo>
                  <a:cubicBezTo>
                    <a:pt x="1666" y="81"/>
                    <a:pt x="1666" y="81"/>
                    <a:pt x="1666" y="81"/>
                  </a:cubicBezTo>
                  <a:cubicBezTo>
                    <a:pt x="1666" y="86"/>
                    <a:pt x="1667" y="89"/>
                    <a:pt x="1669" y="91"/>
                  </a:cubicBezTo>
                  <a:cubicBezTo>
                    <a:pt x="1670" y="92"/>
                    <a:pt x="1673" y="93"/>
                    <a:pt x="1678" y="93"/>
                  </a:cubicBezTo>
                  <a:cubicBezTo>
                    <a:pt x="1680" y="93"/>
                    <a:pt x="1680" y="93"/>
                    <a:pt x="1680" y="93"/>
                  </a:cubicBezTo>
                  <a:cubicBezTo>
                    <a:pt x="1680" y="99"/>
                    <a:pt x="1680" y="99"/>
                    <a:pt x="1680" y="99"/>
                  </a:cubicBezTo>
                  <a:cubicBezTo>
                    <a:pt x="1675" y="98"/>
                    <a:pt x="1670" y="98"/>
                    <a:pt x="1666" y="98"/>
                  </a:cubicBezTo>
                  <a:cubicBezTo>
                    <a:pt x="1661" y="98"/>
                    <a:pt x="1658" y="98"/>
                    <a:pt x="1656" y="98"/>
                  </a:cubicBezTo>
                  <a:cubicBezTo>
                    <a:pt x="1653" y="98"/>
                    <a:pt x="1649" y="98"/>
                    <a:pt x="1645" y="98"/>
                  </a:cubicBezTo>
                  <a:cubicBezTo>
                    <a:pt x="1640" y="98"/>
                    <a:pt x="1635" y="98"/>
                    <a:pt x="1630" y="99"/>
                  </a:cubicBezTo>
                  <a:cubicBezTo>
                    <a:pt x="1630" y="93"/>
                    <a:pt x="1630" y="93"/>
                    <a:pt x="1630" y="93"/>
                  </a:cubicBezTo>
                  <a:cubicBezTo>
                    <a:pt x="1633" y="93"/>
                    <a:pt x="1633" y="93"/>
                    <a:pt x="1633" y="93"/>
                  </a:cubicBezTo>
                  <a:cubicBezTo>
                    <a:pt x="1638" y="93"/>
                    <a:pt x="1641" y="92"/>
                    <a:pt x="1642" y="91"/>
                  </a:cubicBezTo>
                  <a:cubicBezTo>
                    <a:pt x="1644" y="89"/>
                    <a:pt x="1644" y="86"/>
                    <a:pt x="1644" y="81"/>
                  </a:cubicBezTo>
                  <a:cubicBezTo>
                    <a:pt x="1644" y="56"/>
                    <a:pt x="1644" y="56"/>
                    <a:pt x="1644" y="56"/>
                  </a:cubicBezTo>
                  <a:cubicBezTo>
                    <a:pt x="1619" y="14"/>
                    <a:pt x="1619" y="14"/>
                    <a:pt x="1619" y="14"/>
                  </a:cubicBezTo>
                  <a:cubicBezTo>
                    <a:pt x="1619" y="14"/>
                    <a:pt x="1619" y="14"/>
                    <a:pt x="1619" y="14"/>
                  </a:cubicBezTo>
                  <a:cubicBezTo>
                    <a:pt x="1616" y="10"/>
                    <a:pt x="1613" y="7"/>
                    <a:pt x="1610" y="7"/>
                  </a:cubicBezTo>
                  <a:cubicBezTo>
                    <a:pt x="1608" y="7"/>
                    <a:pt x="1608" y="7"/>
                    <a:pt x="1608" y="7"/>
                  </a:cubicBezTo>
                  <a:cubicBezTo>
                    <a:pt x="1608" y="2"/>
                    <a:pt x="1608" y="2"/>
                    <a:pt x="1608" y="2"/>
                  </a:cubicBezTo>
                  <a:cubicBezTo>
                    <a:pt x="1612" y="2"/>
                    <a:pt x="1616" y="2"/>
                    <a:pt x="1620" y="2"/>
                  </a:cubicBezTo>
                  <a:cubicBezTo>
                    <a:pt x="1623" y="2"/>
                    <a:pt x="1627" y="3"/>
                    <a:pt x="1631" y="3"/>
                  </a:cubicBezTo>
                  <a:cubicBezTo>
                    <a:pt x="1636" y="3"/>
                    <a:pt x="1640" y="2"/>
                    <a:pt x="1644" y="2"/>
                  </a:cubicBezTo>
                  <a:cubicBezTo>
                    <a:pt x="1648" y="2"/>
                    <a:pt x="1651" y="2"/>
                    <a:pt x="1654" y="2"/>
                  </a:cubicBezTo>
                  <a:cubicBezTo>
                    <a:pt x="1654" y="7"/>
                    <a:pt x="1654" y="7"/>
                    <a:pt x="1654" y="7"/>
                  </a:cubicBezTo>
                  <a:cubicBezTo>
                    <a:pt x="1650" y="7"/>
                    <a:pt x="1647" y="7"/>
                    <a:pt x="1646" y="8"/>
                  </a:cubicBezTo>
                  <a:cubicBezTo>
                    <a:pt x="1644" y="9"/>
                    <a:pt x="1644" y="9"/>
                    <a:pt x="1644" y="11"/>
                  </a:cubicBezTo>
                  <a:cubicBezTo>
                    <a:pt x="1644" y="11"/>
                    <a:pt x="1644" y="11"/>
                    <a:pt x="1644" y="12"/>
                  </a:cubicBezTo>
                  <a:cubicBezTo>
                    <a:pt x="1644" y="12"/>
                    <a:pt x="1644" y="13"/>
                    <a:pt x="1644" y="13"/>
                  </a:cubicBezTo>
                  <a:cubicBezTo>
                    <a:pt x="1664" y="48"/>
                    <a:pt x="1664" y="48"/>
                    <a:pt x="1664" y="48"/>
                  </a:cubicBezTo>
                  <a:cubicBezTo>
                    <a:pt x="1683" y="13"/>
                    <a:pt x="1683" y="13"/>
                    <a:pt x="1683" y="13"/>
                  </a:cubicBezTo>
                  <a:cubicBezTo>
                    <a:pt x="1683" y="12"/>
                    <a:pt x="1683" y="12"/>
                    <a:pt x="1683" y="11"/>
                  </a:cubicBezTo>
                  <a:cubicBezTo>
                    <a:pt x="1683" y="11"/>
                    <a:pt x="1683" y="11"/>
                    <a:pt x="1683" y="10"/>
                  </a:cubicBezTo>
                  <a:cubicBezTo>
                    <a:pt x="1683" y="9"/>
                    <a:pt x="1683" y="8"/>
                    <a:pt x="1681" y="8"/>
                  </a:cubicBezTo>
                  <a:cubicBezTo>
                    <a:pt x="1679" y="7"/>
                    <a:pt x="1677" y="7"/>
                    <a:pt x="1673" y="7"/>
                  </a:cubicBezTo>
                  <a:cubicBezTo>
                    <a:pt x="1673" y="2"/>
                    <a:pt x="1673" y="2"/>
                    <a:pt x="1673" y="2"/>
                  </a:cubicBezTo>
                  <a:cubicBezTo>
                    <a:pt x="1676" y="2"/>
                    <a:pt x="1679" y="2"/>
                    <a:pt x="1682" y="2"/>
                  </a:cubicBezTo>
                  <a:cubicBezTo>
                    <a:pt x="1684" y="2"/>
                    <a:pt x="1686" y="3"/>
                    <a:pt x="1688" y="3"/>
                  </a:cubicBezTo>
                  <a:cubicBezTo>
                    <a:pt x="1691" y="3"/>
                    <a:pt x="1693" y="2"/>
                    <a:pt x="1695" y="2"/>
                  </a:cubicBezTo>
                  <a:cubicBezTo>
                    <a:pt x="1698" y="2"/>
                    <a:pt x="1700" y="2"/>
                    <a:pt x="1702" y="2"/>
                  </a:cubicBezTo>
                  <a:cubicBezTo>
                    <a:pt x="1702" y="7"/>
                    <a:pt x="1702" y="7"/>
                    <a:pt x="1702" y="7"/>
                  </a:cubicBezTo>
                  <a:cubicBezTo>
                    <a:pt x="1699" y="7"/>
                    <a:pt x="1697" y="8"/>
                    <a:pt x="1696" y="8"/>
                  </a:cubicBezTo>
                  <a:cubicBezTo>
                    <a:pt x="1695" y="9"/>
                    <a:pt x="1694" y="10"/>
                    <a:pt x="1692" y="13"/>
                  </a:cubicBezTo>
                  <a:lnTo>
                    <a:pt x="1666" y="56"/>
                  </a:lnTo>
                  <a:close/>
                </a:path>
              </a:pathLst>
            </a:custGeom>
            <a:solidFill>
              <a:srgbClr val="0A0A0A"/>
            </a:solidFill>
            <a:ln>
              <a:noFill/>
            </a:ln>
          </p:spPr>
          <p:txBody>
            <a:bodyPr anchor="ctr"/>
            <a:lstStyle/>
            <a:p>
              <a:pPr algn="ctr"/>
              <a:endParaRPr>
                <a:solidFill>
                  <a:srgbClr val="000000"/>
                </a:solidFill>
              </a:endParaRPr>
            </a:p>
          </p:txBody>
        </p:sp>
        <p:grpSp>
          <p:nvGrpSpPr>
            <p:cNvPr id="7" name="í$ļîdé"/>
            <p:cNvGrpSpPr/>
            <p:nvPr/>
          </p:nvGrpSpPr>
          <p:grpSpPr>
            <a:xfrm>
              <a:off x="10450629" y="404003"/>
              <a:ext cx="1011546" cy="270315"/>
              <a:chOff x="5102226" y="2428875"/>
              <a:chExt cx="5067300" cy="1354138"/>
            </a:xfrm>
            <a:solidFill>
              <a:srgbClr val="0A0A0A"/>
            </a:solidFill>
          </p:grpSpPr>
          <p:sp>
            <p:nvSpPr>
              <p:cNvPr id="10" name="ís1ïḋe"/>
              <p:cNvSpPr/>
              <p:nvPr/>
            </p:nvSpPr>
            <p:spPr bwMode="auto">
              <a:xfrm>
                <a:off x="5102226" y="2884488"/>
                <a:ext cx="1347788" cy="673100"/>
              </a:xfrm>
              <a:custGeom>
                <a:avLst/>
                <a:gdLst>
                  <a:gd name="T0" fmla="*/ 62 w 409"/>
                  <a:gd name="T1" fmla="*/ 79 h 204"/>
                  <a:gd name="T2" fmla="*/ 47 w 409"/>
                  <a:gd name="T3" fmla="*/ 55 h 204"/>
                  <a:gd name="T4" fmla="*/ 23 w 409"/>
                  <a:gd name="T5" fmla="*/ 49 h 204"/>
                  <a:gd name="T6" fmla="*/ 0 w 409"/>
                  <a:gd name="T7" fmla="*/ 87 h 204"/>
                  <a:gd name="T8" fmla="*/ 34 w 409"/>
                  <a:gd name="T9" fmla="*/ 193 h 204"/>
                  <a:gd name="T10" fmla="*/ 70 w 409"/>
                  <a:gd name="T11" fmla="*/ 186 h 204"/>
                  <a:gd name="T12" fmla="*/ 65 w 409"/>
                  <a:gd name="T13" fmla="*/ 129 h 204"/>
                  <a:gd name="T14" fmla="*/ 132 w 409"/>
                  <a:gd name="T15" fmla="*/ 63 h 204"/>
                  <a:gd name="T16" fmla="*/ 219 w 409"/>
                  <a:gd name="T17" fmla="*/ 42 h 204"/>
                  <a:gd name="T18" fmla="*/ 223 w 409"/>
                  <a:gd name="T19" fmla="*/ 63 h 204"/>
                  <a:gd name="T20" fmla="*/ 191 w 409"/>
                  <a:gd name="T21" fmla="*/ 105 h 204"/>
                  <a:gd name="T22" fmla="*/ 179 w 409"/>
                  <a:gd name="T23" fmla="*/ 103 h 204"/>
                  <a:gd name="T24" fmla="*/ 166 w 409"/>
                  <a:gd name="T25" fmla="*/ 77 h 204"/>
                  <a:gd name="T26" fmla="*/ 141 w 409"/>
                  <a:gd name="T27" fmla="*/ 85 h 204"/>
                  <a:gd name="T28" fmla="*/ 150 w 409"/>
                  <a:gd name="T29" fmla="*/ 113 h 204"/>
                  <a:gd name="T30" fmla="*/ 156 w 409"/>
                  <a:gd name="T31" fmla="*/ 127 h 204"/>
                  <a:gd name="T32" fmla="*/ 126 w 409"/>
                  <a:gd name="T33" fmla="*/ 142 h 204"/>
                  <a:gd name="T34" fmla="*/ 108 w 409"/>
                  <a:gd name="T35" fmla="*/ 153 h 204"/>
                  <a:gd name="T36" fmla="*/ 122 w 409"/>
                  <a:gd name="T37" fmla="*/ 177 h 204"/>
                  <a:gd name="T38" fmla="*/ 160 w 409"/>
                  <a:gd name="T39" fmla="*/ 156 h 204"/>
                  <a:gd name="T40" fmla="*/ 202 w 409"/>
                  <a:gd name="T41" fmla="*/ 149 h 204"/>
                  <a:gd name="T42" fmla="*/ 225 w 409"/>
                  <a:gd name="T43" fmla="*/ 169 h 204"/>
                  <a:gd name="T44" fmla="*/ 280 w 409"/>
                  <a:gd name="T45" fmla="*/ 173 h 204"/>
                  <a:gd name="T46" fmla="*/ 369 w 409"/>
                  <a:gd name="T47" fmla="*/ 139 h 204"/>
                  <a:gd name="T48" fmla="*/ 404 w 409"/>
                  <a:gd name="T49" fmla="*/ 129 h 204"/>
                  <a:gd name="T50" fmla="*/ 337 w 409"/>
                  <a:gd name="T51" fmla="*/ 21 h 204"/>
                  <a:gd name="T52" fmla="*/ 193 w 409"/>
                  <a:gd name="T53" fmla="*/ 12 h 204"/>
                  <a:gd name="T54" fmla="*/ 93 w 409"/>
                  <a:gd name="T55" fmla="*/ 54 h 204"/>
                  <a:gd name="T56" fmla="*/ 62 w 409"/>
                  <a:gd name="T57" fmla="*/ 79 h 204"/>
                  <a:gd name="T58" fmla="*/ 62 w 409"/>
                  <a:gd name="T59" fmla="*/ 79 h 204"/>
                  <a:gd name="T60" fmla="*/ 204 w 409"/>
                  <a:gd name="T61" fmla="*/ 125 h 204"/>
                  <a:gd name="T62" fmla="*/ 194 w 409"/>
                  <a:gd name="T63" fmla="*/ 124 h 204"/>
                  <a:gd name="T64" fmla="*/ 244 w 409"/>
                  <a:gd name="T65" fmla="*/ 90 h 204"/>
                  <a:gd name="T66" fmla="*/ 245 w 409"/>
                  <a:gd name="T67" fmla="*/ 60 h 204"/>
                  <a:gd name="T68" fmla="*/ 234 w 409"/>
                  <a:gd name="T69" fmla="*/ 45 h 204"/>
                  <a:gd name="T70" fmla="*/ 284 w 409"/>
                  <a:gd name="T71" fmla="*/ 43 h 204"/>
                  <a:gd name="T72" fmla="*/ 357 w 409"/>
                  <a:gd name="T73" fmla="*/ 75 h 204"/>
                  <a:gd name="T74" fmla="*/ 307 w 409"/>
                  <a:gd name="T75" fmla="*/ 112 h 204"/>
                  <a:gd name="T76" fmla="*/ 249 w 409"/>
                  <a:gd name="T77" fmla="*/ 142 h 204"/>
                  <a:gd name="T78" fmla="*/ 229 w 409"/>
                  <a:gd name="T79" fmla="*/ 127 h 204"/>
                  <a:gd name="T80" fmla="*/ 204 w 409"/>
                  <a:gd name="T81" fmla="*/ 125 h 2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409" h="204">
                    <a:moveTo>
                      <a:pt x="62" y="79"/>
                    </a:moveTo>
                    <a:cubicBezTo>
                      <a:pt x="56" y="77"/>
                      <a:pt x="57" y="61"/>
                      <a:pt x="47" y="55"/>
                    </a:cubicBezTo>
                    <a:cubicBezTo>
                      <a:pt x="38" y="49"/>
                      <a:pt x="30" y="49"/>
                      <a:pt x="23" y="49"/>
                    </a:cubicBezTo>
                    <a:cubicBezTo>
                      <a:pt x="16" y="50"/>
                      <a:pt x="1" y="62"/>
                      <a:pt x="0" y="87"/>
                    </a:cubicBezTo>
                    <a:cubicBezTo>
                      <a:pt x="0" y="112"/>
                      <a:pt x="25" y="181"/>
                      <a:pt x="34" y="193"/>
                    </a:cubicBezTo>
                    <a:cubicBezTo>
                      <a:pt x="43" y="204"/>
                      <a:pt x="74" y="198"/>
                      <a:pt x="70" y="186"/>
                    </a:cubicBezTo>
                    <a:cubicBezTo>
                      <a:pt x="65" y="175"/>
                      <a:pt x="57" y="144"/>
                      <a:pt x="65" y="129"/>
                    </a:cubicBezTo>
                    <a:cubicBezTo>
                      <a:pt x="73" y="115"/>
                      <a:pt x="88" y="89"/>
                      <a:pt x="132" y="63"/>
                    </a:cubicBezTo>
                    <a:cubicBezTo>
                      <a:pt x="177" y="38"/>
                      <a:pt x="211" y="39"/>
                      <a:pt x="219" y="42"/>
                    </a:cubicBezTo>
                    <a:cubicBezTo>
                      <a:pt x="227" y="45"/>
                      <a:pt x="224" y="59"/>
                      <a:pt x="223" y="63"/>
                    </a:cubicBezTo>
                    <a:cubicBezTo>
                      <a:pt x="221" y="67"/>
                      <a:pt x="191" y="102"/>
                      <a:pt x="191" y="105"/>
                    </a:cubicBezTo>
                    <a:cubicBezTo>
                      <a:pt x="190" y="108"/>
                      <a:pt x="180" y="114"/>
                      <a:pt x="179" y="103"/>
                    </a:cubicBezTo>
                    <a:cubicBezTo>
                      <a:pt x="179" y="92"/>
                      <a:pt x="177" y="81"/>
                      <a:pt x="166" y="77"/>
                    </a:cubicBezTo>
                    <a:cubicBezTo>
                      <a:pt x="156" y="73"/>
                      <a:pt x="146" y="71"/>
                      <a:pt x="141" y="85"/>
                    </a:cubicBezTo>
                    <a:cubicBezTo>
                      <a:pt x="137" y="99"/>
                      <a:pt x="144" y="109"/>
                      <a:pt x="150" y="113"/>
                    </a:cubicBezTo>
                    <a:cubicBezTo>
                      <a:pt x="155" y="118"/>
                      <a:pt x="164" y="126"/>
                      <a:pt x="156" y="127"/>
                    </a:cubicBezTo>
                    <a:cubicBezTo>
                      <a:pt x="149" y="127"/>
                      <a:pt x="126" y="142"/>
                      <a:pt x="126" y="142"/>
                    </a:cubicBezTo>
                    <a:cubicBezTo>
                      <a:pt x="126" y="142"/>
                      <a:pt x="111" y="140"/>
                      <a:pt x="108" y="153"/>
                    </a:cubicBezTo>
                    <a:cubicBezTo>
                      <a:pt x="106" y="166"/>
                      <a:pt x="115" y="181"/>
                      <a:pt x="122" y="177"/>
                    </a:cubicBezTo>
                    <a:cubicBezTo>
                      <a:pt x="128" y="173"/>
                      <a:pt x="148" y="161"/>
                      <a:pt x="160" y="156"/>
                    </a:cubicBezTo>
                    <a:cubicBezTo>
                      <a:pt x="173" y="151"/>
                      <a:pt x="194" y="144"/>
                      <a:pt x="202" y="149"/>
                    </a:cubicBezTo>
                    <a:cubicBezTo>
                      <a:pt x="210" y="154"/>
                      <a:pt x="211" y="162"/>
                      <a:pt x="225" y="169"/>
                    </a:cubicBezTo>
                    <a:cubicBezTo>
                      <a:pt x="240" y="177"/>
                      <a:pt x="268" y="178"/>
                      <a:pt x="280" y="173"/>
                    </a:cubicBezTo>
                    <a:cubicBezTo>
                      <a:pt x="292" y="167"/>
                      <a:pt x="356" y="138"/>
                      <a:pt x="369" y="139"/>
                    </a:cubicBezTo>
                    <a:cubicBezTo>
                      <a:pt x="383" y="140"/>
                      <a:pt x="398" y="154"/>
                      <a:pt x="404" y="129"/>
                    </a:cubicBezTo>
                    <a:cubicBezTo>
                      <a:pt x="409" y="104"/>
                      <a:pt x="378" y="37"/>
                      <a:pt x="337" y="21"/>
                    </a:cubicBezTo>
                    <a:cubicBezTo>
                      <a:pt x="295" y="5"/>
                      <a:pt x="248" y="0"/>
                      <a:pt x="193" y="12"/>
                    </a:cubicBezTo>
                    <a:cubicBezTo>
                      <a:pt x="139" y="23"/>
                      <a:pt x="113" y="34"/>
                      <a:pt x="93" y="54"/>
                    </a:cubicBezTo>
                    <a:cubicBezTo>
                      <a:pt x="73" y="73"/>
                      <a:pt x="68" y="82"/>
                      <a:pt x="62" y="79"/>
                    </a:cubicBezTo>
                    <a:cubicBezTo>
                      <a:pt x="62" y="79"/>
                      <a:pt x="62" y="79"/>
                      <a:pt x="62" y="79"/>
                    </a:cubicBezTo>
                    <a:close/>
                    <a:moveTo>
                      <a:pt x="204" y="125"/>
                    </a:moveTo>
                    <a:cubicBezTo>
                      <a:pt x="204" y="125"/>
                      <a:pt x="200" y="122"/>
                      <a:pt x="194" y="124"/>
                    </a:cubicBezTo>
                    <a:cubicBezTo>
                      <a:pt x="188" y="125"/>
                      <a:pt x="229" y="99"/>
                      <a:pt x="244" y="90"/>
                    </a:cubicBezTo>
                    <a:cubicBezTo>
                      <a:pt x="259" y="81"/>
                      <a:pt x="253" y="71"/>
                      <a:pt x="245" y="60"/>
                    </a:cubicBezTo>
                    <a:cubicBezTo>
                      <a:pt x="238" y="50"/>
                      <a:pt x="238" y="50"/>
                      <a:pt x="234" y="45"/>
                    </a:cubicBezTo>
                    <a:cubicBezTo>
                      <a:pt x="251" y="42"/>
                      <a:pt x="264" y="41"/>
                      <a:pt x="284" y="43"/>
                    </a:cubicBezTo>
                    <a:cubicBezTo>
                      <a:pt x="310" y="45"/>
                      <a:pt x="341" y="53"/>
                      <a:pt x="357" y="75"/>
                    </a:cubicBezTo>
                    <a:cubicBezTo>
                      <a:pt x="366" y="87"/>
                      <a:pt x="319" y="105"/>
                      <a:pt x="307" y="112"/>
                    </a:cubicBezTo>
                    <a:cubicBezTo>
                      <a:pt x="294" y="118"/>
                      <a:pt x="257" y="138"/>
                      <a:pt x="249" y="142"/>
                    </a:cubicBezTo>
                    <a:cubicBezTo>
                      <a:pt x="241" y="145"/>
                      <a:pt x="238" y="137"/>
                      <a:pt x="229" y="127"/>
                    </a:cubicBezTo>
                    <a:cubicBezTo>
                      <a:pt x="220" y="118"/>
                      <a:pt x="204" y="125"/>
                      <a:pt x="204" y="12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solidFill>
                    <a:srgbClr val="000000"/>
                  </a:solidFill>
                </a:endParaRPr>
              </a:p>
            </p:txBody>
          </p:sp>
          <p:sp>
            <p:nvSpPr>
              <p:cNvPr id="11" name="îślïḍê"/>
              <p:cNvSpPr/>
              <p:nvPr/>
            </p:nvSpPr>
            <p:spPr bwMode="auto">
              <a:xfrm>
                <a:off x="6911976" y="2584450"/>
                <a:ext cx="781050" cy="1198563"/>
              </a:xfrm>
              <a:custGeom>
                <a:avLst/>
                <a:gdLst>
                  <a:gd name="T0" fmla="*/ 35 w 237"/>
                  <a:gd name="T1" fmla="*/ 87 h 363"/>
                  <a:gd name="T2" fmla="*/ 18 w 237"/>
                  <a:gd name="T3" fmla="*/ 113 h 363"/>
                  <a:gd name="T4" fmla="*/ 29 w 237"/>
                  <a:gd name="T5" fmla="*/ 166 h 363"/>
                  <a:gd name="T6" fmla="*/ 18 w 237"/>
                  <a:gd name="T7" fmla="*/ 273 h 363"/>
                  <a:gd name="T8" fmla="*/ 7 w 237"/>
                  <a:gd name="T9" fmla="*/ 306 h 363"/>
                  <a:gd name="T10" fmla="*/ 16 w 237"/>
                  <a:gd name="T11" fmla="*/ 338 h 363"/>
                  <a:gd name="T12" fmla="*/ 35 w 237"/>
                  <a:gd name="T13" fmla="*/ 311 h 363"/>
                  <a:gd name="T14" fmla="*/ 48 w 237"/>
                  <a:gd name="T15" fmla="*/ 205 h 363"/>
                  <a:gd name="T16" fmla="*/ 52 w 237"/>
                  <a:gd name="T17" fmla="*/ 149 h 363"/>
                  <a:gd name="T18" fmla="*/ 54 w 237"/>
                  <a:gd name="T19" fmla="*/ 114 h 363"/>
                  <a:gd name="T20" fmla="*/ 35 w 237"/>
                  <a:gd name="T21" fmla="*/ 87 h 363"/>
                  <a:gd name="T22" fmla="*/ 35 w 237"/>
                  <a:gd name="T23" fmla="*/ 87 h 363"/>
                  <a:gd name="T24" fmla="*/ 112 w 237"/>
                  <a:gd name="T25" fmla="*/ 102 h 363"/>
                  <a:gd name="T26" fmla="*/ 94 w 237"/>
                  <a:gd name="T27" fmla="*/ 109 h 363"/>
                  <a:gd name="T28" fmla="*/ 98 w 237"/>
                  <a:gd name="T29" fmla="*/ 142 h 363"/>
                  <a:gd name="T30" fmla="*/ 103 w 237"/>
                  <a:gd name="T31" fmla="*/ 171 h 363"/>
                  <a:gd name="T32" fmla="*/ 106 w 237"/>
                  <a:gd name="T33" fmla="*/ 246 h 363"/>
                  <a:gd name="T34" fmla="*/ 127 w 237"/>
                  <a:gd name="T35" fmla="*/ 232 h 363"/>
                  <a:gd name="T36" fmla="*/ 133 w 237"/>
                  <a:gd name="T37" fmla="*/ 191 h 363"/>
                  <a:gd name="T38" fmla="*/ 135 w 237"/>
                  <a:gd name="T39" fmla="*/ 161 h 363"/>
                  <a:gd name="T40" fmla="*/ 133 w 237"/>
                  <a:gd name="T41" fmla="*/ 119 h 363"/>
                  <a:gd name="T42" fmla="*/ 112 w 237"/>
                  <a:gd name="T43" fmla="*/ 102 h 363"/>
                  <a:gd name="T44" fmla="*/ 112 w 237"/>
                  <a:gd name="T45" fmla="*/ 102 h 363"/>
                  <a:gd name="T46" fmla="*/ 209 w 237"/>
                  <a:gd name="T47" fmla="*/ 2 h 363"/>
                  <a:gd name="T48" fmla="*/ 186 w 237"/>
                  <a:gd name="T49" fmla="*/ 5 h 363"/>
                  <a:gd name="T50" fmla="*/ 184 w 237"/>
                  <a:gd name="T51" fmla="*/ 33 h 363"/>
                  <a:gd name="T52" fmla="*/ 190 w 237"/>
                  <a:gd name="T53" fmla="*/ 65 h 363"/>
                  <a:gd name="T54" fmla="*/ 191 w 237"/>
                  <a:gd name="T55" fmla="*/ 174 h 363"/>
                  <a:gd name="T56" fmla="*/ 189 w 237"/>
                  <a:gd name="T57" fmla="*/ 262 h 363"/>
                  <a:gd name="T58" fmla="*/ 199 w 237"/>
                  <a:gd name="T59" fmla="*/ 350 h 363"/>
                  <a:gd name="T60" fmla="*/ 221 w 237"/>
                  <a:gd name="T61" fmla="*/ 330 h 363"/>
                  <a:gd name="T62" fmla="*/ 212 w 237"/>
                  <a:gd name="T63" fmla="*/ 296 h 363"/>
                  <a:gd name="T64" fmla="*/ 208 w 237"/>
                  <a:gd name="T65" fmla="*/ 128 h 363"/>
                  <a:gd name="T66" fmla="*/ 217 w 237"/>
                  <a:gd name="T67" fmla="*/ 68 h 363"/>
                  <a:gd name="T68" fmla="*/ 234 w 237"/>
                  <a:gd name="T69" fmla="*/ 32 h 363"/>
                  <a:gd name="T70" fmla="*/ 209 w 237"/>
                  <a:gd name="T71" fmla="*/ 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237" h="363">
                    <a:moveTo>
                      <a:pt x="35" y="87"/>
                    </a:moveTo>
                    <a:cubicBezTo>
                      <a:pt x="23" y="88"/>
                      <a:pt x="16" y="93"/>
                      <a:pt x="18" y="113"/>
                    </a:cubicBezTo>
                    <a:cubicBezTo>
                      <a:pt x="21" y="132"/>
                      <a:pt x="33" y="134"/>
                      <a:pt x="29" y="166"/>
                    </a:cubicBezTo>
                    <a:cubicBezTo>
                      <a:pt x="25" y="197"/>
                      <a:pt x="18" y="262"/>
                      <a:pt x="18" y="273"/>
                    </a:cubicBezTo>
                    <a:cubicBezTo>
                      <a:pt x="18" y="283"/>
                      <a:pt x="9" y="299"/>
                      <a:pt x="7" y="306"/>
                    </a:cubicBezTo>
                    <a:cubicBezTo>
                      <a:pt x="4" y="313"/>
                      <a:pt x="0" y="335"/>
                      <a:pt x="16" y="338"/>
                    </a:cubicBezTo>
                    <a:cubicBezTo>
                      <a:pt x="32" y="341"/>
                      <a:pt x="33" y="320"/>
                      <a:pt x="35" y="311"/>
                    </a:cubicBezTo>
                    <a:cubicBezTo>
                      <a:pt x="38" y="301"/>
                      <a:pt x="48" y="218"/>
                      <a:pt x="48" y="205"/>
                    </a:cubicBezTo>
                    <a:cubicBezTo>
                      <a:pt x="47" y="192"/>
                      <a:pt x="49" y="160"/>
                      <a:pt x="52" y="149"/>
                    </a:cubicBezTo>
                    <a:cubicBezTo>
                      <a:pt x="55" y="138"/>
                      <a:pt x="59" y="128"/>
                      <a:pt x="54" y="114"/>
                    </a:cubicBezTo>
                    <a:cubicBezTo>
                      <a:pt x="49" y="101"/>
                      <a:pt x="47" y="86"/>
                      <a:pt x="35" y="87"/>
                    </a:cubicBezTo>
                    <a:cubicBezTo>
                      <a:pt x="35" y="87"/>
                      <a:pt x="35" y="87"/>
                      <a:pt x="35" y="87"/>
                    </a:cubicBezTo>
                    <a:close/>
                    <a:moveTo>
                      <a:pt x="112" y="102"/>
                    </a:moveTo>
                    <a:cubicBezTo>
                      <a:pt x="107" y="101"/>
                      <a:pt x="98" y="100"/>
                      <a:pt x="94" y="109"/>
                    </a:cubicBezTo>
                    <a:cubicBezTo>
                      <a:pt x="89" y="118"/>
                      <a:pt x="94" y="133"/>
                      <a:pt x="98" y="142"/>
                    </a:cubicBezTo>
                    <a:cubicBezTo>
                      <a:pt x="101" y="152"/>
                      <a:pt x="104" y="162"/>
                      <a:pt x="103" y="171"/>
                    </a:cubicBezTo>
                    <a:cubicBezTo>
                      <a:pt x="101" y="180"/>
                      <a:pt x="100" y="240"/>
                      <a:pt x="106" y="246"/>
                    </a:cubicBezTo>
                    <a:cubicBezTo>
                      <a:pt x="111" y="252"/>
                      <a:pt x="121" y="245"/>
                      <a:pt x="127" y="232"/>
                    </a:cubicBezTo>
                    <a:cubicBezTo>
                      <a:pt x="133" y="218"/>
                      <a:pt x="137" y="200"/>
                      <a:pt x="133" y="191"/>
                    </a:cubicBezTo>
                    <a:cubicBezTo>
                      <a:pt x="130" y="183"/>
                      <a:pt x="130" y="173"/>
                      <a:pt x="135" y="161"/>
                    </a:cubicBezTo>
                    <a:cubicBezTo>
                      <a:pt x="140" y="149"/>
                      <a:pt x="137" y="133"/>
                      <a:pt x="133" y="119"/>
                    </a:cubicBezTo>
                    <a:cubicBezTo>
                      <a:pt x="129" y="105"/>
                      <a:pt x="117" y="102"/>
                      <a:pt x="112" y="102"/>
                    </a:cubicBezTo>
                    <a:cubicBezTo>
                      <a:pt x="112" y="102"/>
                      <a:pt x="112" y="102"/>
                      <a:pt x="112" y="102"/>
                    </a:cubicBezTo>
                    <a:close/>
                    <a:moveTo>
                      <a:pt x="209" y="2"/>
                    </a:moveTo>
                    <a:cubicBezTo>
                      <a:pt x="203" y="1"/>
                      <a:pt x="190" y="0"/>
                      <a:pt x="186" y="5"/>
                    </a:cubicBezTo>
                    <a:cubicBezTo>
                      <a:pt x="181" y="10"/>
                      <a:pt x="179" y="21"/>
                      <a:pt x="184" y="33"/>
                    </a:cubicBezTo>
                    <a:cubicBezTo>
                      <a:pt x="190" y="46"/>
                      <a:pt x="191" y="57"/>
                      <a:pt x="190" y="65"/>
                    </a:cubicBezTo>
                    <a:cubicBezTo>
                      <a:pt x="189" y="72"/>
                      <a:pt x="191" y="153"/>
                      <a:pt x="191" y="174"/>
                    </a:cubicBezTo>
                    <a:cubicBezTo>
                      <a:pt x="191" y="195"/>
                      <a:pt x="188" y="235"/>
                      <a:pt x="189" y="262"/>
                    </a:cubicBezTo>
                    <a:cubicBezTo>
                      <a:pt x="190" y="289"/>
                      <a:pt x="189" y="337"/>
                      <a:pt x="199" y="350"/>
                    </a:cubicBezTo>
                    <a:cubicBezTo>
                      <a:pt x="210" y="363"/>
                      <a:pt x="225" y="344"/>
                      <a:pt x="221" y="330"/>
                    </a:cubicBezTo>
                    <a:cubicBezTo>
                      <a:pt x="217" y="317"/>
                      <a:pt x="216" y="321"/>
                      <a:pt x="212" y="296"/>
                    </a:cubicBezTo>
                    <a:cubicBezTo>
                      <a:pt x="209" y="270"/>
                      <a:pt x="208" y="138"/>
                      <a:pt x="208" y="128"/>
                    </a:cubicBezTo>
                    <a:cubicBezTo>
                      <a:pt x="209" y="117"/>
                      <a:pt x="212" y="79"/>
                      <a:pt x="217" y="68"/>
                    </a:cubicBezTo>
                    <a:cubicBezTo>
                      <a:pt x="221" y="57"/>
                      <a:pt x="237" y="45"/>
                      <a:pt x="234" y="32"/>
                    </a:cubicBezTo>
                    <a:cubicBezTo>
                      <a:pt x="236" y="20"/>
                      <a:pt x="215" y="4"/>
                      <a:pt x="209"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solidFill>
                    <a:srgbClr val="000000"/>
                  </a:solidFill>
                </a:endParaRPr>
              </a:p>
            </p:txBody>
          </p:sp>
          <p:sp>
            <p:nvSpPr>
              <p:cNvPr id="12" name="iśḷiḍê"/>
              <p:cNvSpPr/>
              <p:nvPr/>
            </p:nvSpPr>
            <p:spPr bwMode="auto">
              <a:xfrm>
                <a:off x="8172451" y="2600325"/>
                <a:ext cx="806450" cy="1046163"/>
              </a:xfrm>
              <a:custGeom>
                <a:avLst/>
                <a:gdLst>
                  <a:gd name="T0" fmla="*/ 144 w 245"/>
                  <a:gd name="T1" fmla="*/ 240 h 317"/>
                  <a:gd name="T2" fmla="*/ 216 w 245"/>
                  <a:gd name="T3" fmla="*/ 298 h 317"/>
                  <a:gd name="T4" fmla="*/ 221 w 245"/>
                  <a:gd name="T5" fmla="*/ 247 h 317"/>
                  <a:gd name="T6" fmla="*/ 155 w 245"/>
                  <a:gd name="T7" fmla="*/ 214 h 317"/>
                  <a:gd name="T8" fmla="*/ 144 w 245"/>
                  <a:gd name="T9" fmla="*/ 240 h 317"/>
                  <a:gd name="T10" fmla="*/ 144 w 245"/>
                  <a:gd name="T11" fmla="*/ 240 h 317"/>
                  <a:gd name="T12" fmla="*/ 117 w 245"/>
                  <a:gd name="T13" fmla="*/ 59 h 317"/>
                  <a:gd name="T14" fmla="*/ 114 w 245"/>
                  <a:gd name="T15" fmla="*/ 20 h 317"/>
                  <a:gd name="T16" fmla="*/ 132 w 245"/>
                  <a:gd name="T17" fmla="*/ 2 h 317"/>
                  <a:gd name="T18" fmla="*/ 151 w 245"/>
                  <a:gd name="T19" fmla="*/ 32 h 317"/>
                  <a:gd name="T20" fmla="*/ 142 w 245"/>
                  <a:gd name="T21" fmla="*/ 57 h 317"/>
                  <a:gd name="T22" fmla="*/ 136 w 245"/>
                  <a:gd name="T23" fmla="*/ 74 h 317"/>
                  <a:gd name="T24" fmla="*/ 131 w 245"/>
                  <a:gd name="T25" fmla="*/ 98 h 317"/>
                  <a:gd name="T26" fmla="*/ 151 w 245"/>
                  <a:gd name="T27" fmla="*/ 91 h 317"/>
                  <a:gd name="T28" fmla="*/ 177 w 245"/>
                  <a:gd name="T29" fmla="*/ 76 h 317"/>
                  <a:gd name="T30" fmla="*/ 208 w 245"/>
                  <a:gd name="T31" fmla="*/ 82 h 317"/>
                  <a:gd name="T32" fmla="*/ 199 w 245"/>
                  <a:gd name="T33" fmla="*/ 103 h 317"/>
                  <a:gd name="T34" fmla="*/ 172 w 245"/>
                  <a:gd name="T35" fmla="*/ 109 h 317"/>
                  <a:gd name="T36" fmla="*/ 124 w 245"/>
                  <a:gd name="T37" fmla="*/ 132 h 317"/>
                  <a:gd name="T38" fmla="*/ 107 w 245"/>
                  <a:gd name="T39" fmla="*/ 203 h 317"/>
                  <a:gd name="T40" fmla="*/ 65 w 245"/>
                  <a:gd name="T41" fmla="*/ 263 h 317"/>
                  <a:gd name="T42" fmla="*/ 32 w 245"/>
                  <a:gd name="T43" fmla="*/ 308 h 317"/>
                  <a:gd name="T44" fmla="*/ 14 w 245"/>
                  <a:gd name="T45" fmla="*/ 303 h 317"/>
                  <a:gd name="T46" fmla="*/ 8 w 245"/>
                  <a:gd name="T47" fmla="*/ 275 h 317"/>
                  <a:gd name="T48" fmla="*/ 24 w 245"/>
                  <a:gd name="T49" fmla="*/ 263 h 317"/>
                  <a:gd name="T50" fmla="*/ 36 w 245"/>
                  <a:gd name="T51" fmla="*/ 267 h 317"/>
                  <a:gd name="T52" fmla="*/ 70 w 245"/>
                  <a:gd name="T53" fmla="*/ 222 h 317"/>
                  <a:gd name="T54" fmla="*/ 93 w 245"/>
                  <a:gd name="T55" fmla="*/ 165 h 317"/>
                  <a:gd name="T56" fmla="*/ 98 w 245"/>
                  <a:gd name="T57" fmla="*/ 148 h 317"/>
                  <a:gd name="T58" fmla="*/ 79 w 245"/>
                  <a:gd name="T59" fmla="*/ 160 h 317"/>
                  <a:gd name="T60" fmla="*/ 46 w 245"/>
                  <a:gd name="T61" fmla="*/ 163 h 317"/>
                  <a:gd name="T62" fmla="*/ 20 w 245"/>
                  <a:gd name="T63" fmla="*/ 134 h 317"/>
                  <a:gd name="T64" fmla="*/ 30 w 245"/>
                  <a:gd name="T65" fmla="*/ 115 h 317"/>
                  <a:gd name="T66" fmla="*/ 64 w 245"/>
                  <a:gd name="T67" fmla="*/ 119 h 317"/>
                  <a:gd name="T68" fmla="*/ 105 w 245"/>
                  <a:gd name="T69" fmla="*/ 106 h 317"/>
                  <a:gd name="T70" fmla="*/ 106 w 245"/>
                  <a:gd name="T71" fmla="*/ 105 h 317"/>
                  <a:gd name="T72" fmla="*/ 117 w 245"/>
                  <a:gd name="T73" fmla="*/ 59 h 3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45" h="317">
                    <a:moveTo>
                      <a:pt x="144" y="240"/>
                    </a:moveTo>
                    <a:cubicBezTo>
                      <a:pt x="154" y="257"/>
                      <a:pt x="187" y="309"/>
                      <a:pt x="216" y="298"/>
                    </a:cubicBezTo>
                    <a:cubicBezTo>
                      <a:pt x="245" y="288"/>
                      <a:pt x="233" y="255"/>
                      <a:pt x="221" y="247"/>
                    </a:cubicBezTo>
                    <a:cubicBezTo>
                      <a:pt x="210" y="239"/>
                      <a:pt x="155" y="214"/>
                      <a:pt x="155" y="214"/>
                    </a:cubicBezTo>
                    <a:cubicBezTo>
                      <a:pt x="132" y="204"/>
                      <a:pt x="138" y="230"/>
                      <a:pt x="144" y="240"/>
                    </a:cubicBezTo>
                    <a:cubicBezTo>
                      <a:pt x="144" y="240"/>
                      <a:pt x="144" y="240"/>
                      <a:pt x="144" y="240"/>
                    </a:cubicBezTo>
                    <a:close/>
                    <a:moveTo>
                      <a:pt x="117" y="59"/>
                    </a:moveTo>
                    <a:cubicBezTo>
                      <a:pt x="120" y="57"/>
                      <a:pt x="113" y="32"/>
                      <a:pt x="114" y="20"/>
                    </a:cubicBezTo>
                    <a:cubicBezTo>
                      <a:pt x="115" y="8"/>
                      <a:pt x="124" y="0"/>
                      <a:pt x="132" y="2"/>
                    </a:cubicBezTo>
                    <a:cubicBezTo>
                      <a:pt x="140" y="4"/>
                      <a:pt x="152" y="23"/>
                      <a:pt x="151" y="32"/>
                    </a:cubicBezTo>
                    <a:cubicBezTo>
                      <a:pt x="150" y="42"/>
                      <a:pt x="145" y="53"/>
                      <a:pt x="142" y="57"/>
                    </a:cubicBezTo>
                    <a:cubicBezTo>
                      <a:pt x="139" y="60"/>
                      <a:pt x="137" y="64"/>
                      <a:pt x="136" y="74"/>
                    </a:cubicBezTo>
                    <a:cubicBezTo>
                      <a:pt x="135" y="80"/>
                      <a:pt x="133" y="89"/>
                      <a:pt x="131" y="98"/>
                    </a:cubicBezTo>
                    <a:cubicBezTo>
                      <a:pt x="140" y="95"/>
                      <a:pt x="148" y="93"/>
                      <a:pt x="151" y="91"/>
                    </a:cubicBezTo>
                    <a:cubicBezTo>
                      <a:pt x="157" y="87"/>
                      <a:pt x="168" y="83"/>
                      <a:pt x="177" y="76"/>
                    </a:cubicBezTo>
                    <a:cubicBezTo>
                      <a:pt x="187" y="68"/>
                      <a:pt x="197" y="76"/>
                      <a:pt x="208" y="82"/>
                    </a:cubicBezTo>
                    <a:cubicBezTo>
                      <a:pt x="218" y="88"/>
                      <a:pt x="209" y="98"/>
                      <a:pt x="199" y="103"/>
                    </a:cubicBezTo>
                    <a:cubicBezTo>
                      <a:pt x="188" y="109"/>
                      <a:pt x="179" y="106"/>
                      <a:pt x="172" y="109"/>
                    </a:cubicBezTo>
                    <a:cubicBezTo>
                      <a:pt x="166" y="112"/>
                      <a:pt x="138" y="124"/>
                      <a:pt x="124" y="132"/>
                    </a:cubicBezTo>
                    <a:cubicBezTo>
                      <a:pt x="121" y="152"/>
                      <a:pt x="113" y="188"/>
                      <a:pt x="107" y="203"/>
                    </a:cubicBezTo>
                    <a:cubicBezTo>
                      <a:pt x="101" y="221"/>
                      <a:pt x="77" y="248"/>
                      <a:pt x="65" y="263"/>
                    </a:cubicBezTo>
                    <a:cubicBezTo>
                      <a:pt x="52" y="279"/>
                      <a:pt x="45" y="300"/>
                      <a:pt x="32" y="308"/>
                    </a:cubicBezTo>
                    <a:cubicBezTo>
                      <a:pt x="19" y="317"/>
                      <a:pt x="16" y="311"/>
                      <a:pt x="14" y="303"/>
                    </a:cubicBezTo>
                    <a:cubicBezTo>
                      <a:pt x="12" y="295"/>
                      <a:pt x="0" y="285"/>
                      <a:pt x="8" y="275"/>
                    </a:cubicBezTo>
                    <a:cubicBezTo>
                      <a:pt x="16" y="264"/>
                      <a:pt x="18" y="252"/>
                      <a:pt x="24" y="263"/>
                    </a:cubicBezTo>
                    <a:cubicBezTo>
                      <a:pt x="29" y="273"/>
                      <a:pt x="38" y="267"/>
                      <a:pt x="36" y="267"/>
                    </a:cubicBezTo>
                    <a:cubicBezTo>
                      <a:pt x="34" y="266"/>
                      <a:pt x="62" y="236"/>
                      <a:pt x="70" y="222"/>
                    </a:cubicBezTo>
                    <a:cubicBezTo>
                      <a:pt x="79" y="207"/>
                      <a:pt x="89" y="173"/>
                      <a:pt x="93" y="165"/>
                    </a:cubicBezTo>
                    <a:cubicBezTo>
                      <a:pt x="94" y="163"/>
                      <a:pt x="96" y="157"/>
                      <a:pt x="98" y="148"/>
                    </a:cubicBezTo>
                    <a:cubicBezTo>
                      <a:pt x="91" y="152"/>
                      <a:pt x="84" y="156"/>
                      <a:pt x="79" y="160"/>
                    </a:cubicBezTo>
                    <a:cubicBezTo>
                      <a:pt x="68" y="168"/>
                      <a:pt x="66" y="171"/>
                      <a:pt x="46" y="163"/>
                    </a:cubicBezTo>
                    <a:cubicBezTo>
                      <a:pt x="26" y="154"/>
                      <a:pt x="21" y="145"/>
                      <a:pt x="20" y="134"/>
                    </a:cubicBezTo>
                    <a:cubicBezTo>
                      <a:pt x="18" y="123"/>
                      <a:pt x="24" y="116"/>
                      <a:pt x="30" y="115"/>
                    </a:cubicBezTo>
                    <a:cubicBezTo>
                      <a:pt x="37" y="113"/>
                      <a:pt x="53" y="117"/>
                      <a:pt x="64" y="119"/>
                    </a:cubicBezTo>
                    <a:cubicBezTo>
                      <a:pt x="76" y="121"/>
                      <a:pt x="99" y="108"/>
                      <a:pt x="105" y="106"/>
                    </a:cubicBezTo>
                    <a:cubicBezTo>
                      <a:pt x="105" y="106"/>
                      <a:pt x="106" y="105"/>
                      <a:pt x="106" y="105"/>
                    </a:cubicBezTo>
                    <a:cubicBezTo>
                      <a:pt x="111" y="82"/>
                      <a:pt x="115" y="60"/>
                      <a:pt x="117" y="5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solidFill>
                    <a:srgbClr val="000000"/>
                  </a:solidFill>
                </a:endParaRPr>
              </a:p>
            </p:txBody>
          </p:sp>
          <p:sp>
            <p:nvSpPr>
              <p:cNvPr id="13" name="iṧľíḑe"/>
              <p:cNvSpPr/>
              <p:nvPr/>
            </p:nvSpPr>
            <p:spPr bwMode="auto">
              <a:xfrm>
                <a:off x="9385301" y="2428875"/>
                <a:ext cx="784225" cy="1284288"/>
              </a:xfrm>
              <a:custGeom>
                <a:avLst/>
                <a:gdLst>
                  <a:gd name="T0" fmla="*/ 62 w 238"/>
                  <a:gd name="T1" fmla="*/ 102 h 389"/>
                  <a:gd name="T2" fmla="*/ 70 w 238"/>
                  <a:gd name="T3" fmla="*/ 150 h 389"/>
                  <a:gd name="T4" fmla="*/ 80 w 238"/>
                  <a:gd name="T5" fmla="*/ 191 h 389"/>
                  <a:gd name="T6" fmla="*/ 98 w 238"/>
                  <a:gd name="T7" fmla="*/ 182 h 389"/>
                  <a:gd name="T8" fmla="*/ 98 w 238"/>
                  <a:gd name="T9" fmla="*/ 198 h 389"/>
                  <a:gd name="T10" fmla="*/ 16 w 238"/>
                  <a:gd name="T11" fmla="*/ 237 h 389"/>
                  <a:gd name="T12" fmla="*/ 7 w 238"/>
                  <a:gd name="T13" fmla="*/ 265 h 389"/>
                  <a:gd name="T14" fmla="*/ 70 w 238"/>
                  <a:gd name="T15" fmla="*/ 235 h 389"/>
                  <a:gd name="T16" fmla="*/ 183 w 238"/>
                  <a:gd name="T17" fmla="*/ 180 h 389"/>
                  <a:gd name="T18" fmla="*/ 183 w 238"/>
                  <a:gd name="T19" fmla="*/ 205 h 389"/>
                  <a:gd name="T20" fmla="*/ 199 w 238"/>
                  <a:gd name="T21" fmla="*/ 209 h 389"/>
                  <a:gd name="T22" fmla="*/ 212 w 238"/>
                  <a:gd name="T23" fmla="*/ 164 h 389"/>
                  <a:gd name="T24" fmla="*/ 163 w 238"/>
                  <a:gd name="T25" fmla="*/ 161 h 389"/>
                  <a:gd name="T26" fmla="*/ 188 w 238"/>
                  <a:gd name="T27" fmla="*/ 110 h 389"/>
                  <a:gd name="T28" fmla="*/ 183 w 238"/>
                  <a:gd name="T29" fmla="*/ 77 h 389"/>
                  <a:gd name="T30" fmla="*/ 179 w 238"/>
                  <a:gd name="T31" fmla="*/ 43 h 389"/>
                  <a:gd name="T32" fmla="*/ 189 w 238"/>
                  <a:gd name="T33" fmla="*/ 22 h 389"/>
                  <a:gd name="T34" fmla="*/ 163 w 238"/>
                  <a:gd name="T35" fmla="*/ 5 h 389"/>
                  <a:gd name="T36" fmla="*/ 163 w 238"/>
                  <a:gd name="T37" fmla="*/ 42 h 389"/>
                  <a:gd name="T38" fmla="*/ 159 w 238"/>
                  <a:gd name="T39" fmla="*/ 65 h 389"/>
                  <a:gd name="T40" fmla="*/ 145 w 238"/>
                  <a:gd name="T41" fmla="*/ 96 h 389"/>
                  <a:gd name="T42" fmla="*/ 139 w 238"/>
                  <a:gd name="T43" fmla="*/ 145 h 389"/>
                  <a:gd name="T44" fmla="*/ 147 w 238"/>
                  <a:gd name="T45" fmla="*/ 172 h 389"/>
                  <a:gd name="T46" fmla="*/ 120 w 238"/>
                  <a:gd name="T47" fmla="*/ 172 h 389"/>
                  <a:gd name="T48" fmla="*/ 125 w 238"/>
                  <a:gd name="T49" fmla="*/ 127 h 389"/>
                  <a:gd name="T50" fmla="*/ 110 w 238"/>
                  <a:gd name="T51" fmla="*/ 117 h 389"/>
                  <a:gd name="T52" fmla="*/ 115 w 238"/>
                  <a:gd name="T53" fmla="*/ 39 h 389"/>
                  <a:gd name="T54" fmla="*/ 104 w 238"/>
                  <a:gd name="T55" fmla="*/ 73 h 389"/>
                  <a:gd name="T56" fmla="*/ 101 w 238"/>
                  <a:gd name="T57" fmla="*/ 134 h 389"/>
                  <a:gd name="T58" fmla="*/ 86 w 238"/>
                  <a:gd name="T59" fmla="*/ 96 h 389"/>
                  <a:gd name="T60" fmla="*/ 54 w 238"/>
                  <a:gd name="T61" fmla="*/ 88 h 389"/>
                  <a:gd name="T62" fmla="*/ 93 w 238"/>
                  <a:gd name="T63" fmla="*/ 244 h 389"/>
                  <a:gd name="T64" fmla="*/ 151 w 238"/>
                  <a:gd name="T65" fmla="*/ 216 h 389"/>
                  <a:gd name="T66" fmla="*/ 146 w 238"/>
                  <a:gd name="T67" fmla="*/ 262 h 389"/>
                  <a:gd name="T68" fmla="*/ 194 w 238"/>
                  <a:gd name="T69" fmla="*/ 265 h 389"/>
                  <a:gd name="T70" fmla="*/ 168 w 238"/>
                  <a:gd name="T71" fmla="*/ 297 h 389"/>
                  <a:gd name="T72" fmla="*/ 158 w 238"/>
                  <a:gd name="T73" fmla="*/ 349 h 389"/>
                  <a:gd name="T74" fmla="*/ 102 w 238"/>
                  <a:gd name="T75" fmla="*/ 372 h 389"/>
                  <a:gd name="T76" fmla="*/ 112 w 238"/>
                  <a:gd name="T77" fmla="*/ 355 h 389"/>
                  <a:gd name="T78" fmla="*/ 151 w 238"/>
                  <a:gd name="T79" fmla="*/ 319 h 389"/>
                  <a:gd name="T80" fmla="*/ 114 w 238"/>
                  <a:gd name="T81" fmla="*/ 312 h 389"/>
                  <a:gd name="T82" fmla="*/ 62 w 238"/>
                  <a:gd name="T83" fmla="*/ 309 h 389"/>
                  <a:gd name="T84" fmla="*/ 133 w 238"/>
                  <a:gd name="T85" fmla="*/ 280 h 389"/>
                  <a:gd name="T86" fmla="*/ 106 w 238"/>
                  <a:gd name="T87" fmla="*/ 259 h 3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238" h="389">
                    <a:moveTo>
                      <a:pt x="54" y="88"/>
                    </a:moveTo>
                    <a:cubicBezTo>
                      <a:pt x="55" y="91"/>
                      <a:pt x="59" y="99"/>
                      <a:pt x="62" y="102"/>
                    </a:cubicBezTo>
                    <a:cubicBezTo>
                      <a:pt x="66" y="106"/>
                      <a:pt x="73" y="113"/>
                      <a:pt x="72" y="116"/>
                    </a:cubicBezTo>
                    <a:cubicBezTo>
                      <a:pt x="72" y="120"/>
                      <a:pt x="70" y="144"/>
                      <a:pt x="70" y="150"/>
                    </a:cubicBezTo>
                    <a:cubicBezTo>
                      <a:pt x="70" y="156"/>
                      <a:pt x="67" y="172"/>
                      <a:pt x="71" y="176"/>
                    </a:cubicBezTo>
                    <a:cubicBezTo>
                      <a:pt x="74" y="180"/>
                      <a:pt x="80" y="191"/>
                      <a:pt x="80" y="191"/>
                    </a:cubicBezTo>
                    <a:cubicBezTo>
                      <a:pt x="80" y="191"/>
                      <a:pt x="88" y="193"/>
                      <a:pt x="90" y="187"/>
                    </a:cubicBezTo>
                    <a:cubicBezTo>
                      <a:pt x="92" y="180"/>
                      <a:pt x="98" y="182"/>
                      <a:pt x="98" y="182"/>
                    </a:cubicBezTo>
                    <a:cubicBezTo>
                      <a:pt x="98" y="182"/>
                      <a:pt x="110" y="187"/>
                      <a:pt x="107" y="190"/>
                    </a:cubicBezTo>
                    <a:cubicBezTo>
                      <a:pt x="104" y="193"/>
                      <a:pt x="105" y="194"/>
                      <a:pt x="98" y="198"/>
                    </a:cubicBezTo>
                    <a:cubicBezTo>
                      <a:pt x="92" y="202"/>
                      <a:pt x="39" y="231"/>
                      <a:pt x="39" y="231"/>
                    </a:cubicBezTo>
                    <a:cubicBezTo>
                      <a:pt x="39" y="231"/>
                      <a:pt x="21" y="236"/>
                      <a:pt x="16" y="237"/>
                    </a:cubicBezTo>
                    <a:cubicBezTo>
                      <a:pt x="11" y="238"/>
                      <a:pt x="4" y="236"/>
                      <a:pt x="2" y="243"/>
                    </a:cubicBezTo>
                    <a:cubicBezTo>
                      <a:pt x="0" y="250"/>
                      <a:pt x="2" y="260"/>
                      <a:pt x="7" y="265"/>
                    </a:cubicBezTo>
                    <a:cubicBezTo>
                      <a:pt x="10" y="266"/>
                      <a:pt x="22" y="271"/>
                      <a:pt x="33" y="266"/>
                    </a:cubicBezTo>
                    <a:cubicBezTo>
                      <a:pt x="47" y="260"/>
                      <a:pt x="60" y="244"/>
                      <a:pt x="70" y="235"/>
                    </a:cubicBezTo>
                    <a:cubicBezTo>
                      <a:pt x="88" y="221"/>
                      <a:pt x="104" y="211"/>
                      <a:pt x="119" y="204"/>
                    </a:cubicBezTo>
                    <a:cubicBezTo>
                      <a:pt x="134" y="198"/>
                      <a:pt x="167" y="182"/>
                      <a:pt x="183" y="180"/>
                    </a:cubicBezTo>
                    <a:cubicBezTo>
                      <a:pt x="199" y="178"/>
                      <a:pt x="202" y="186"/>
                      <a:pt x="199" y="190"/>
                    </a:cubicBezTo>
                    <a:cubicBezTo>
                      <a:pt x="197" y="195"/>
                      <a:pt x="188" y="203"/>
                      <a:pt x="183" y="205"/>
                    </a:cubicBezTo>
                    <a:cubicBezTo>
                      <a:pt x="179" y="208"/>
                      <a:pt x="181" y="213"/>
                      <a:pt x="181" y="213"/>
                    </a:cubicBezTo>
                    <a:cubicBezTo>
                      <a:pt x="181" y="213"/>
                      <a:pt x="185" y="213"/>
                      <a:pt x="199" y="209"/>
                    </a:cubicBezTo>
                    <a:cubicBezTo>
                      <a:pt x="214" y="205"/>
                      <a:pt x="234" y="205"/>
                      <a:pt x="236" y="200"/>
                    </a:cubicBezTo>
                    <a:cubicBezTo>
                      <a:pt x="238" y="196"/>
                      <a:pt x="230" y="165"/>
                      <a:pt x="212" y="164"/>
                    </a:cubicBezTo>
                    <a:cubicBezTo>
                      <a:pt x="193" y="163"/>
                      <a:pt x="172" y="168"/>
                      <a:pt x="167" y="170"/>
                    </a:cubicBezTo>
                    <a:cubicBezTo>
                      <a:pt x="162" y="171"/>
                      <a:pt x="157" y="167"/>
                      <a:pt x="163" y="161"/>
                    </a:cubicBezTo>
                    <a:cubicBezTo>
                      <a:pt x="169" y="154"/>
                      <a:pt x="178" y="146"/>
                      <a:pt x="182" y="133"/>
                    </a:cubicBezTo>
                    <a:cubicBezTo>
                      <a:pt x="186" y="119"/>
                      <a:pt x="192" y="116"/>
                      <a:pt x="188" y="110"/>
                    </a:cubicBezTo>
                    <a:cubicBezTo>
                      <a:pt x="183" y="104"/>
                      <a:pt x="176" y="92"/>
                      <a:pt x="173" y="90"/>
                    </a:cubicBezTo>
                    <a:cubicBezTo>
                      <a:pt x="170" y="88"/>
                      <a:pt x="173" y="81"/>
                      <a:pt x="183" y="77"/>
                    </a:cubicBezTo>
                    <a:cubicBezTo>
                      <a:pt x="193" y="72"/>
                      <a:pt x="204" y="61"/>
                      <a:pt x="198" y="54"/>
                    </a:cubicBezTo>
                    <a:cubicBezTo>
                      <a:pt x="192" y="46"/>
                      <a:pt x="180" y="50"/>
                      <a:pt x="179" y="43"/>
                    </a:cubicBezTo>
                    <a:cubicBezTo>
                      <a:pt x="179" y="35"/>
                      <a:pt x="173" y="31"/>
                      <a:pt x="179" y="29"/>
                    </a:cubicBezTo>
                    <a:cubicBezTo>
                      <a:pt x="185" y="27"/>
                      <a:pt x="191" y="25"/>
                      <a:pt x="189" y="22"/>
                    </a:cubicBezTo>
                    <a:cubicBezTo>
                      <a:pt x="187" y="18"/>
                      <a:pt x="184" y="12"/>
                      <a:pt x="180" y="6"/>
                    </a:cubicBezTo>
                    <a:cubicBezTo>
                      <a:pt x="175" y="1"/>
                      <a:pt x="164" y="0"/>
                      <a:pt x="163" y="5"/>
                    </a:cubicBezTo>
                    <a:cubicBezTo>
                      <a:pt x="161" y="11"/>
                      <a:pt x="161" y="21"/>
                      <a:pt x="161" y="26"/>
                    </a:cubicBezTo>
                    <a:cubicBezTo>
                      <a:pt x="161" y="31"/>
                      <a:pt x="160" y="38"/>
                      <a:pt x="163" y="42"/>
                    </a:cubicBezTo>
                    <a:cubicBezTo>
                      <a:pt x="167" y="46"/>
                      <a:pt x="168" y="48"/>
                      <a:pt x="167" y="52"/>
                    </a:cubicBezTo>
                    <a:cubicBezTo>
                      <a:pt x="166" y="55"/>
                      <a:pt x="166" y="61"/>
                      <a:pt x="159" y="65"/>
                    </a:cubicBezTo>
                    <a:cubicBezTo>
                      <a:pt x="151" y="69"/>
                      <a:pt x="147" y="69"/>
                      <a:pt x="145" y="74"/>
                    </a:cubicBezTo>
                    <a:cubicBezTo>
                      <a:pt x="142" y="80"/>
                      <a:pt x="142" y="94"/>
                      <a:pt x="145" y="96"/>
                    </a:cubicBezTo>
                    <a:cubicBezTo>
                      <a:pt x="147" y="97"/>
                      <a:pt x="155" y="95"/>
                      <a:pt x="153" y="105"/>
                    </a:cubicBezTo>
                    <a:cubicBezTo>
                      <a:pt x="150" y="116"/>
                      <a:pt x="138" y="141"/>
                      <a:pt x="139" y="145"/>
                    </a:cubicBezTo>
                    <a:cubicBezTo>
                      <a:pt x="140" y="150"/>
                      <a:pt x="148" y="148"/>
                      <a:pt x="148" y="153"/>
                    </a:cubicBezTo>
                    <a:cubicBezTo>
                      <a:pt x="148" y="159"/>
                      <a:pt x="151" y="169"/>
                      <a:pt x="147" y="172"/>
                    </a:cubicBezTo>
                    <a:cubicBezTo>
                      <a:pt x="143" y="176"/>
                      <a:pt x="130" y="180"/>
                      <a:pt x="130" y="180"/>
                    </a:cubicBezTo>
                    <a:cubicBezTo>
                      <a:pt x="130" y="180"/>
                      <a:pt x="116" y="184"/>
                      <a:pt x="120" y="172"/>
                    </a:cubicBezTo>
                    <a:cubicBezTo>
                      <a:pt x="123" y="160"/>
                      <a:pt x="126" y="141"/>
                      <a:pt x="127" y="137"/>
                    </a:cubicBezTo>
                    <a:cubicBezTo>
                      <a:pt x="127" y="133"/>
                      <a:pt x="131" y="128"/>
                      <a:pt x="125" y="127"/>
                    </a:cubicBezTo>
                    <a:cubicBezTo>
                      <a:pt x="120" y="127"/>
                      <a:pt x="126" y="117"/>
                      <a:pt x="119" y="120"/>
                    </a:cubicBezTo>
                    <a:cubicBezTo>
                      <a:pt x="113" y="122"/>
                      <a:pt x="108" y="125"/>
                      <a:pt x="110" y="117"/>
                    </a:cubicBezTo>
                    <a:cubicBezTo>
                      <a:pt x="111" y="108"/>
                      <a:pt x="121" y="80"/>
                      <a:pt x="124" y="63"/>
                    </a:cubicBezTo>
                    <a:cubicBezTo>
                      <a:pt x="126" y="46"/>
                      <a:pt x="120" y="43"/>
                      <a:pt x="115" y="39"/>
                    </a:cubicBezTo>
                    <a:cubicBezTo>
                      <a:pt x="110" y="36"/>
                      <a:pt x="95" y="44"/>
                      <a:pt x="95" y="50"/>
                    </a:cubicBezTo>
                    <a:cubicBezTo>
                      <a:pt x="95" y="56"/>
                      <a:pt x="103" y="65"/>
                      <a:pt x="104" y="73"/>
                    </a:cubicBezTo>
                    <a:cubicBezTo>
                      <a:pt x="105" y="81"/>
                      <a:pt x="103" y="107"/>
                      <a:pt x="104" y="110"/>
                    </a:cubicBezTo>
                    <a:cubicBezTo>
                      <a:pt x="104" y="113"/>
                      <a:pt x="102" y="130"/>
                      <a:pt x="101" y="134"/>
                    </a:cubicBezTo>
                    <a:cubicBezTo>
                      <a:pt x="100" y="137"/>
                      <a:pt x="83" y="150"/>
                      <a:pt x="85" y="136"/>
                    </a:cubicBezTo>
                    <a:cubicBezTo>
                      <a:pt x="88" y="122"/>
                      <a:pt x="89" y="105"/>
                      <a:pt x="86" y="96"/>
                    </a:cubicBezTo>
                    <a:cubicBezTo>
                      <a:pt x="82" y="87"/>
                      <a:pt x="67" y="75"/>
                      <a:pt x="62" y="74"/>
                    </a:cubicBezTo>
                    <a:cubicBezTo>
                      <a:pt x="58" y="74"/>
                      <a:pt x="54" y="84"/>
                      <a:pt x="54" y="88"/>
                    </a:cubicBezTo>
                    <a:cubicBezTo>
                      <a:pt x="54" y="88"/>
                      <a:pt x="54" y="88"/>
                      <a:pt x="54" y="88"/>
                    </a:cubicBezTo>
                    <a:close/>
                    <a:moveTo>
                      <a:pt x="93" y="244"/>
                    </a:moveTo>
                    <a:cubicBezTo>
                      <a:pt x="93" y="236"/>
                      <a:pt x="103" y="232"/>
                      <a:pt x="110" y="230"/>
                    </a:cubicBezTo>
                    <a:cubicBezTo>
                      <a:pt x="116" y="229"/>
                      <a:pt x="140" y="217"/>
                      <a:pt x="151" y="216"/>
                    </a:cubicBezTo>
                    <a:cubicBezTo>
                      <a:pt x="162" y="216"/>
                      <a:pt x="162" y="232"/>
                      <a:pt x="159" y="239"/>
                    </a:cubicBezTo>
                    <a:cubicBezTo>
                      <a:pt x="156" y="246"/>
                      <a:pt x="150" y="257"/>
                      <a:pt x="146" y="262"/>
                    </a:cubicBezTo>
                    <a:cubicBezTo>
                      <a:pt x="143" y="267"/>
                      <a:pt x="159" y="270"/>
                      <a:pt x="159" y="270"/>
                    </a:cubicBezTo>
                    <a:cubicBezTo>
                      <a:pt x="159" y="270"/>
                      <a:pt x="184" y="264"/>
                      <a:pt x="194" y="265"/>
                    </a:cubicBezTo>
                    <a:cubicBezTo>
                      <a:pt x="203" y="266"/>
                      <a:pt x="205" y="280"/>
                      <a:pt x="203" y="291"/>
                    </a:cubicBezTo>
                    <a:cubicBezTo>
                      <a:pt x="201" y="302"/>
                      <a:pt x="174" y="298"/>
                      <a:pt x="168" y="297"/>
                    </a:cubicBezTo>
                    <a:cubicBezTo>
                      <a:pt x="162" y="296"/>
                      <a:pt x="166" y="307"/>
                      <a:pt x="164" y="313"/>
                    </a:cubicBezTo>
                    <a:cubicBezTo>
                      <a:pt x="163" y="319"/>
                      <a:pt x="163" y="329"/>
                      <a:pt x="158" y="349"/>
                    </a:cubicBezTo>
                    <a:cubicBezTo>
                      <a:pt x="153" y="368"/>
                      <a:pt x="139" y="381"/>
                      <a:pt x="131" y="385"/>
                    </a:cubicBezTo>
                    <a:cubicBezTo>
                      <a:pt x="122" y="389"/>
                      <a:pt x="106" y="379"/>
                      <a:pt x="102" y="372"/>
                    </a:cubicBezTo>
                    <a:cubicBezTo>
                      <a:pt x="99" y="365"/>
                      <a:pt x="92" y="366"/>
                      <a:pt x="89" y="355"/>
                    </a:cubicBezTo>
                    <a:cubicBezTo>
                      <a:pt x="85" y="344"/>
                      <a:pt x="104" y="351"/>
                      <a:pt x="112" y="355"/>
                    </a:cubicBezTo>
                    <a:cubicBezTo>
                      <a:pt x="119" y="358"/>
                      <a:pt x="132" y="358"/>
                      <a:pt x="139" y="356"/>
                    </a:cubicBezTo>
                    <a:cubicBezTo>
                      <a:pt x="146" y="353"/>
                      <a:pt x="151" y="328"/>
                      <a:pt x="151" y="319"/>
                    </a:cubicBezTo>
                    <a:cubicBezTo>
                      <a:pt x="152" y="309"/>
                      <a:pt x="145" y="302"/>
                      <a:pt x="142" y="301"/>
                    </a:cubicBezTo>
                    <a:cubicBezTo>
                      <a:pt x="139" y="300"/>
                      <a:pt x="126" y="306"/>
                      <a:pt x="114" y="312"/>
                    </a:cubicBezTo>
                    <a:cubicBezTo>
                      <a:pt x="103" y="318"/>
                      <a:pt x="95" y="325"/>
                      <a:pt x="86" y="327"/>
                    </a:cubicBezTo>
                    <a:cubicBezTo>
                      <a:pt x="76" y="329"/>
                      <a:pt x="64" y="319"/>
                      <a:pt x="62" y="309"/>
                    </a:cubicBezTo>
                    <a:cubicBezTo>
                      <a:pt x="60" y="299"/>
                      <a:pt x="88" y="298"/>
                      <a:pt x="93" y="297"/>
                    </a:cubicBezTo>
                    <a:cubicBezTo>
                      <a:pt x="99" y="296"/>
                      <a:pt x="133" y="280"/>
                      <a:pt x="133" y="280"/>
                    </a:cubicBezTo>
                    <a:cubicBezTo>
                      <a:pt x="135" y="272"/>
                      <a:pt x="139" y="251"/>
                      <a:pt x="126" y="249"/>
                    </a:cubicBezTo>
                    <a:cubicBezTo>
                      <a:pt x="118" y="248"/>
                      <a:pt x="113" y="259"/>
                      <a:pt x="106" y="259"/>
                    </a:cubicBezTo>
                    <a:cubicBezTo>
                      <a:pt x="99" y="259"/>
                      <a:pt x="94" y="252"/>
                      <a:pt x="93" y="24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solidFill>
                    <a:srgbClr val="000000"/>
                  </a:solidFill>
                </a:endParaRPr>
              </a:p>
            </p:txBody>
          </p:sp>
        </p:grpSp>
      </p:grpSp>
      <p:pic>
        <p:nvPicPr>
          <p:cNvPr id="28" name="图片 27"/>
          <p:cNvPicPr>
            <a:picLocks noChangeAspect="1"/>
          </p:cNvPicPr>
          <p:nvPr userDrawn="1"/>
        </p:nvPicPr>
        <p:blipFill rotWithShape="1">
          <a:blip r:embed="rId2" cstate="email"/>
          <a:srcRect/>
          <a:stretch>
            <a:fillRect/>
          </a:stretch>
        </p:blipFill>
        <p:spPr>
          <a:xfrm>
            <a:off x="-1" y="-111239"/>
            <a:ext cx="1520613" cy="1143934"/>
          </a:xfrm>
          <a:prstGeom prst="rect">
            <a:avLst/>
          </a:prstGeom>
        </p:spPr>
      </p:pic>
      <p:pic>
        <p:nvPicPr>
          <p:cNvPr id="29" name="图片 28"/>
          <p:cNvPicPr>
            <a:picLocks noChangeAspect="1"/>
          </p:cNvPicPr>
          <p:nvPr userDrawn="1"/>
        </p:nvPicPr>
        <p:blipFill>
          <a:blip r:embed="rId3" cstate="email">
            <a:extLst>
              <a:ext uri="{BEBA8EAE-BF5A-486C-A8C5-ECC9F3942E4B}">
                <a14:imgProps xmlns:a14="http://schemas.microsoft.com/office/drawing/2010/main">
                  <a14:imgLayer r:embed="rId4">
                    <a14:imgEffect>
                      <a14:saturation sat="33000"/>
                    </a14:imgEffect>
                  </a14:imgLayer>
                </a14:imgProps>
              </a:ext>
            </a:extLst>
          </a:blip>
          <a:stretch>
            <a:fillRect/>
          </a:stretch>
        </p:blipFill>
        <p:spPr>
          <a:xfrm>
            <a:off x="0" y="4531283"/>
            <a:ext cx="12192000" cy="2323704"/>
          </a:xfrm>
          <a:prstGeom prst="rect">
            <a:avLst/>
          </a:prstGeom>
        </p:spPr>
      </p:pic>
      <p:sp>
        <p:nvSpPr>
          <p:cNvPr id="2" name="矩形 1"/>
          <p:cNvSpPr/>
          <p:nvPr userDrawn="1"/>
        </p:nvSpPr>
        <p:spPr>
          <a:xfrm>
            <a:off x="0" y="1028700"/>
            <a:ext cx="12192000" cy="5829300"/>
          </a:xfrm>
          <a:prstGeom prst="rect">
            <a:avLst/>
          </a:prstGeom>
          <a:gradFill>
            <a:gsLst>
              <a:gs pos="0">
                <a:schemeClr val="bg1">
                  <a:alpha val="0"/>
                </a:schemeClr>
              </a:gs>
              <a:gs pos="50000">
                <a:schemeClr val="bg1">
                  <a:alpha val="20000"/>
                </a:schemeClr>
              </a:gs>
              <a:gs pos="100000">
                <a:schemeClr val="bg1">
                  <a:alpha val="9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endParaRPr>
          </a:p>
        </p:txBody>
      </p:sp>
      <p:sp>
        <p:nvSpPr>
          <p:cNvPr id="5" name="图片占位符 4"/>
          <p:cNvSpPr>
            <a:spLocks noGrp="1"/>
          </p:cNvSpPr>
          <p:nvPr>
            <p:ph type="pic" sz="quarter" idx="11"/>
          </p:nvPr>
        </p:nvSpPr>
        <p:spPr>
          <a:xfrm>
            <a:off x="4406254" y="1701000"/>
            <a:ext cx="3456000" cy="3456000"/>
          </a:xfrm>
          <a:prstGeom prst="rect">
            <a:avLst/>
          </a:prstGeom>
        </p:spPr>
        <p:txBody>
          <a:bodyPr/>
          <a:lstStyle/>
          <a:p>
            <a:endParaRPr lang="zh-CN" altLang="en-US"/>
          </a:p>
        </p:txBody>
      </p:sp>
    </p:spTree>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标题和内容">
    <p:spTree>
      <p:nvGrpSpPr>
        <p:cNvPr id="1" name=""/>
        <p:cNvGrpSpPr/>
        <p:nvPr/>
      </p:nvGrpSpPr>
      <p:grpSpPr>
        <a:xfrm>
          <a:off x="0" y="0"/>
          <a:ext cx="0" cy="0"/>
          <a:chOff x="0" y="0"/>
          <a:chExt cx="0" cy="0"/>
        </a:xfrm>
      </p:grpSpPr>
      <p:sp>
        <p:nvSpPr>
          <p:cNvPr id="33" name="文本占位符 32"/>
          <p:cNvSpPr>
            <a:spLocks noGrp="1"/>
          </p:cNvSpPr>
          <p:nvPr>
            <p:ph type="body" sz="quarter" idx="10" hasCustomPrompt="1"/>
          </p:nvPr>
        </p:nvSpPr>
        <p:spPr>
          <a:xfrm>
            <a:off x="1587197" y="340254"/>
            <a:ext cx="3944854" cy="530225"/>
          </a:xfrm>
        </p:spPr>
        <p:txBody>
          <a:bodyPr lIns="0" rIns="0">
            <a:noAutofit/>
          </a:bodyPr>
          <a:lstStyle>
            <a:lvl1pPr marL="0" indent="0">
              <a:buNone/>
              <a:defRPr sz="3600" b="1">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请输入你的标题</a:t>
            </a:r>
          </a:p>
        </p:txBody>
      </p:sp>
      <p:cxnSp>
        <p:nvCxnSpPr>
          <p:cNvPr id="4" name="直接连接符 3"/>
          <p:cNvCxnSpPr/>
          <p:nvPr userDrawn="1"/>
        </p:nvCxnSpPr>
        <p:spPr>
          <a:xfrm>
            <a:off x="1083902" y="1028700"/>
            <a:ext cx="11108098" cy="0"/>
          </a:xfrm>
          <a:prstGeom prst="line">
            <a:avLst/>
          </a:prstGeom>
        </p:spPr>
        <p:style>
          <a:lnRef idx="1">
            <a:schemeClr val="accent1"/>
          </a:lnRef>
          <a:fillRef idx="0">
            <a:schemeClr val="accent1"/>
          </a:fillRef>
          <a:effectRef idx="0">
            <a:schemeClr val="accent1"/>
          </a:effectRef>
          <a:fontRef idx="minor">
            <a:schemeClr val="tx1"/>
          </a:fontRef>
        </p:style>
      </p:cxnSp>
      <p:grpSp>
        <p:nvGrpSpPr>
          <p:cNvPr id="3" name="组合 2"/>
          <p:cNvGrpSpPr/>
          <p:nvPr userDrawn="1"/>
        </p:nvGrpSpPr>
        <p:grpSpPr>
          <a:xfrm>
            <a:off x="9778483" y="337454"/>
            <a:ext cx="1740417" cy="533025"/>
            <a:chOff x="9778483" y="337454"/>
            <a:chExt cx="1740417" cy="533025"/>
          </a:xfrm>
        </p:grpSpPr>
        <p:grpSp>
          <p:nvGrpSpPr>
            <p:cNvPr id="6" name="íślïdé"/>
            <p:cNvGrpSpPr/>
            <p:nvPr/>
          </p:nvGrpSpPr>
          <p:grpSpPr>
            <a:xfrm>
              <a:off x="9778483" y="337454"/>
              <a:ext cx="532392" cy="533025"/>
              <a:chOff x="1735138" y="2095500"/>
              <a:chExt cx="2667000" cy="2670175"/>
            </a:xfrm>
            <a:solidFill>
              <a:schemeClr val="accent1"/>
            </a:solidFill>
          </p:grpSpPr>
          <p:sp>
            <p:nvSpPr>
              <p:cNvPr id="14" name="ïṡḻïḍê"/>
              <p:cNvSpPr/>
              <p:nvPr/>
            </p:nvSpPr>
            <p:spPr bwMode="auto">
              <a:xfrm>
                <a:off x="2913063" y="3238500"/>
                <a:ext cx="319088" cy="762000"/>
              </a:xfrm>
              <a:custGeom>
                <a:avLst/>
                <a:gdLst>
                  <a:gd name="T0" fmla="*/ 56 w 97"/>
                  <a:gd name="T1" fmla="*/ 193 h 231"/>
                  <a:gd name="T2" fmla="*/ 41 w 97"/>
                  <a:gd name="T3" fmla="*/ 193 h 231"/>
                  <a:gd name="T4" fmla="*/ 41 w 97"/>
                  <a:gd name="T5" fmla="*/ 22 h 231"/>
                  <a:gd name="T6" fmla="*/ 23 w 97"/>
                  <a:gd name="T7" fmla="*/ 0 h 231"/>
                  <a:gd name="T8" fmla="*/ 4 w 97"/>
                  <a:gd name="T9" fmla="*/ 22 h 231"/>
                  <a:gd name="T10" fmla="*/ 1 w 97"/>
                  <a:gd name="T11" fmla="*/ 175 h 231"/>
                  <a:gd name="T12" fmla="*/ 48 w 97"/>
                  <a:gd name="T13" fmla="*/ 231 h 231"/>
                  <a:gd name="T14" fmla="*/ 96 w 97"/>
                  <a:gd name="T15" fmla="*/ 175 h 231"/>
                  <a:gd name="T16" fmla="*/ 92 w 97"/>
                  <a:gd name="T17" fmla="*/ 22 h 231"/>
                  <a:gd name="T18" fmla="*/ 73 w 97"/>
                  <a:gd name="T19" fmla="*/ 0 h 231"/>
                  <a:gd name="T20" fmla="*/ 56 w 97"/>
                  <a:gd name="T21" fmla="*/ 22 h 231"/>
                  <a:gd name="T22" fmla="*/ 56 w 97"/>
                  <a:gd name="T23" fmla="*/ 193 h 2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97" h="231">
                    <a:moveTo>
                      <a:pt x="56" y="193"/>
                    </a:moveTo>
                    <a:cubicBezTo>
                      <a:pt x="41" y="193"/>
                      <a:pt x="41" y="193"/>
                      <a:pt x="41" y="193"/>
                    </a:cubicBezTo>
                    <a:cubicBezTo>
                      <a:pt x="41" y="136"/>
                      <a:pt x="41" y="79"/>
                      <a:pt x="41" y="22"/>
                    </a:cubicBezTo>
                    <a:cubicBezTo>
                      <a:pt x="40" y="11"/>
                      <a:pt x="38" y="1"/>
                      <a:pt x="23" y="0"/>
                    </a:cubicBezTo>
                    <a:cubicBezTo>
                      <a:pt x="13" y="0"/>
                      <a:pt x="4" y="7"/>
                      <a:pt x="4" y="22"/>
                    </a:cubicBezTo>
                    <a:cubicBezTo>
                      <a:pt x="3" y="73"/>
                      <a:pt x="2" y="124"/>
                      <a:pt x="1" y="175"/>
                    </a:cubicBezTo>
                    <a:cubicBezTo>
                      <a:pt x="0" y="206"/>
                      <a:pt x="15" y="231"/>
                      <a:pt x="48" y="231"/>
                    </a:cubicBezTo>
                    <a:cubicBezTo>
                      <a:pt x="82" y="231"/>
                      <a:pt x="97" y="206"/>
                      <a:pt x="96" y="175"/>
                    </a:cubicBezTo>
                    <a:cubicBezTo>
                      <a:pt x="95" y="124"/>
                      <a:pt x="94" y="73"/>
                      <a:pt x="92" y="22"/>
                    </a:cubicBezTo>
                    <a:cubicBezTo>
                      <a:pt x="92" y="7"/>
                      <a:pt x="84" y="0"/>
                      <a:pt x="73" y="0"/>
                    </a:cubicBezTo>
                    <a:cubicBezTo>
                      <a:pt x="58" y="1"/>
                      <a:pt x="56" y="11"/>
                      <a:pt x="56" y="22"/>
                    </a:cubicBezTo>
                    <a:cubicBezTo>
                      <a:pt x="56" y="79"/>
                      <a:pt x="56" y="136"/>
                      <a:pt x="56" y="19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solidFill>
                    <a:srgbClr val="000000"/>
                  </a:solidFill>
                </a:endParaRPr>
              </a:p>
            </p:txBody>
          </p:sp>
          <p:sp>
            <p:nvSpPr>
              <p:cNvPr id="15" name="ï$lîḍè"/>
              <p:cNvSpPr/>
              <p:nvPr/>
            </p:nvSpPr>
            <p:spPr bwMode="auto">
              <a:xfrm>
                <a:off x="2008188" y="2713038"/>
                <a:ext cx="257175" cy="342900"/>
              </a:xfrm>
              <a:custGeom>
                <a:avLst/>
                <a:gdLst>
                  <a:gd name="T0" fmla="*/ 13 w 78"/>
                  <a:gd name="T1" fmla="*/ 80 h 104"/>
                  <a:gd name="T2" fmla="*/ 6 w 78"/>
                  <a:gd name="T3" fmla="*/ 80 h 104"/>
                  <a:gd name="T4" fmla="*/ 1 w 78"/>
                  <a:gd name="T5" fmla="*/ 85 h 104"/>
                  <a:gd name="T6" fmla="*/ 7 w 78"/>
                  <a:gd name="T7" fmla="*/ 96 h 104"/>
                  <a:gd name="T8" fmla="*/ 36 w 78"/>
                  <a:gd name="T9" fmla="*/ 103 h 104"/>
                  <a:gd name="T10" fmla="*/ 40 w 78"/>
                  <a:gd name="T11" fmla="*/ 94 h 104"/>
                  <a:gd name="T12" fmla="*/ 26 w 78"/>
                  <a:gd name="T13" fmla="*/ 87 h 104"/>
                  <a:gd name="T14" fmla="*/ 20 w 78"/>
                  <a:gd name="T15" fmla="*/ 62 h 104"/>
                  <a:gd name="T16" fmla="*/ 27 w 78"/>
                  <a:gd name="T17" fmla="*/ 38 h 104"/>
                  <a:gd name="T18" fmla="*/ 32 w 78"/>
                  <a:gd name="T19" fmla="*/ 40 h 104"/>
                  <a:gd name="T20" fmla="*/ 38 w 78"/>
                  <a:gd name="T21" fmla="*/ 54 h 104"/>
                  <a:gd name="T22" fmla="*/ 35 w 78"/>
                  <a:gd name="T23" fmla="*/ 56 h 104"/>
                  <a:gd name="T24" fmla="*/ 28 w 78"/>
                  <a:gd name="T25" fmla="*/ 56 h 104"/>
                  <a:gd name="T26" fmla="*/ 26 w 78"/>
                  <a:gd name="T27" fmla="*/ 63 h 104"/>
                  <a:gd name="T28" fmla="*/ 34 w 78"/>
                  <a:gd name="T29" fmla="*/ 65 h 104"/>
                  <a:gd name="T30" fmla="*/ 38 w 78"/>
                  <a:gd name="T31" fmla="*/ 65 h 104"/>
                  <a:gd name="T32" fmla="*/ 37 w 78"/>
                  <a:gd name="T33" fmla="*/ 74 h 104"/>
                  <a:gd name="T34" fmla="*/ 37 w 78"/>
                  <a:gd name="T35" fmla="*/ 80 h 104"/>
                  <a:gd name="T36" fmla="*/ 45 w 78"/>
                  <a:gd name="T37" fmla="*/ 80 h 104"/>
                  <a:gd name="T38" fmla="*/ 45 w 78"/>
                  <a:gd name="T39" fmla="*/ 68 h 104"/>
                  <a:gd name="T40" fmla="*/ 49 w 78"/>
                  <a:gd name="T41" fmla="*/ 57 h 104"/>
                  <a:gd name="T42" fmla="*/ 58 w 78"/>
                  <a:gd name="T43" fmla="*/ 55 h 104"/>
                  <a:gd name="T44" fmla="*/ 66 w 78"/>
                  <a:gd name="T45" fmla="*/ 42 h 104"/>
                  <a:gd name="T46" fmla="*/ 71 w 78"/>
                  <a:gd name="T47" fmla="*/ 17 h 104"/>
                  <a:gd name="T48" fmla="*/ 73 w 78"/>
                  <a:gd name="T49" fmla="*/ 7 h 104"/>
                  <a:gd name="T50" fmla="*/ 38 w 78"/>
                  <a:gd name="T51" fmla="*/ 8 h 104"/>
                  <a:gd name="T52" fmla="*/ 16 w 78"/>
                  <a:gd name="T53" fmla="*/ 40 h 104"/>
                  <a:gd name="T54" fmla="*/ 12 w 78"/>
                  <a:gd name="T55" fmla="*/ 69 h 104"/>
                  <a:gd name="T56" fmla="*/ 13 w 78"/>
                  <a:gd name="T57" fmla="*/ 80 h 104"/>
                  <a:gd name="T58" fmla="*/ 13 w 78"/>
                  <a:gd name="T59" fmla="*/ 80 h 104"/>
                  <a:gd name="T60" fmla="*/ 44 w 78"/>
                  <a:gd name="T61" fmla="*/ 54 h 104"/>
                  <a:gd name="T62" fmla="*/ 42 w 78"/>
                  <a:gd name="T63" fmla="*/ 56 h 104"/>
                  <a:gd name="T64" fmla="*/ 42 w 78"/>
                  <a:gd name="T65" fmla="*/ 39 h 104"/>
                  <a:gd name="T66" fmla="*/ 35 w 78"/>
                  <a:gd name="T67" fmla="*/ 35 h 104"/>
                  <a:gd name="T68" fmla="*/ 29 w 78"/>
                  <a:gd name="T69" fmla="*/ 35 h 104"/>
                  <a:gd name="T70" fmla="*/ 36 w 78"/>
                  <a:gd name="T71" fmla="*/ 23 h 104"/>
                  <a:gd name="T72" fmla="*/ 54 w 78"/>
                  <a:gd name="T73" fmla="*/ 11 h 104"/>
                  <a:gd name="T74" fmla="*/ 55 w 78"/>
                  <a:gd name="T75" fmla="*/ 28 h 104"/>
                  <a:gd name="T76" fmla="*/ 54 w 78"/>
                  <a:gd name="T77" fmla="*/ 45 h 104"/>
                  <a:gd name="T78" fmla="*/ 48 w 78"/>
                  <a:gd name="T79" fmla="*/ 48 h 104"/>
                  <a:gd name="T80" fmla="*/ 44 w 78"/>
                  <a:gd name="T81" fmla="*/ 54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78" h="104">
                    <a:moveTo>
                      <a:pt x="13" y="80"/>
                    </a:moveTo>
                    <a:cubicBezTo>
                      <a:pt x="12" y="81"/>
                      <a:pt x="9" y="79"/>
                      <a:pt x="6" y="80"/>
                    </a:cubicBezTo>
                    <a:cubicBezTo>
                      <a:pt x="3" y="82"/>
                      <a:pt x="2" y="84"/>
                      <a:pt x="1" y="85"/>
                    </a:cubicBezTo>
                    <a:cubicBezTo>
                      <a:pt x="0" y="87"/>
                      <a:pt x="1" y="92"/>
                      <a:pt x="7" y="96"/>
                    </a:cubicBezTo>
                    <a:cubicBezTo>
                      <a:pt x="12" y="100"/>
                      <a:pt x="32" y="104"/>
                      <a:pt x="36" y="103"/>
                    </a:cubicBezTo>
                    <a:cubicBezTo>
                      <a:pt x="40" y="102"/>
                      <a:pt x="43" y="94"/>
                      <a:pt x="40" y="94"/>
                    </a:cubicBezTo>
                    <a:cubicBezTo>
                      <a:pt x="36" y="93"/>
                      <a:pt x="28" y="91"/>
                      <a:pt x="26" y="87"/>
                    </a:cubicBezTo>
                    <a:cubicBezTo>
                      <a:pt x="23" y="83"/>
                      <a:pt x="19" y="76"/>
                      <a:pt x="20" y="62"/>
                    </a:cubicBezTo>
                    <a:cubicBezTo>
                      <a:pt x="20" y="48"/>
                      <a:pt x="25" y="40"/>
                      <a:pt x="27" y="38"/>
                    </a:cubicBezTo>
                    <a:cubicBezTo>
                      <a:pt x="29" y="37"/>
                      <a:pt x="32" y="39"/>
                      <a:pt x="32" y="40"/>
                    </a:cubicBezTo>
                    <a:cubicBezTo>
                      <a:pt x="33" y="41"/>
                      <a:pt x="37" y="53"/>
                      <a:pt x="38" y="54"/>
                    </a:cubicBezTo>
                    <a:cubicBezTo>
                      <a:pt x="38" y="54"/>
                      <a:pt x="38" y="58"/>
                      <a:pt x="35" y="56"/>
                    </a:cubicBezTo>
                    <a:cubicBezTo>
                      <a:pt x="33" y="55"/>
                      <a:pt x="30" y="54"/>
                      <a:pt x="28" y="56"/>
                    </a:cubicBezTo>
                    <a:cubicBezTo>
                      <a:pt x="25" y="57"/>
                      <a:pt x="23" y="60"/>
                      <a:pt x="26" y="63"/>
                    </a:cubicBezTo>
                    <a:cubicBezTo>
                      <a:pt x="29" y="66"/>
                      <a:pt x="32" y="65"/>
                      <a:pt x="34" y="65"/>
                    </a:cubicBezTo>
                    <a:cubicBezTo>
                      <a:pt x="35" y="64"/>
                      <a:pt x="39" y="63"/>
                      <a:pt x="38" y="65"/>
                    </a:cubicBezTo>
                    <a:cubicBezTo>
                      <a:pt x="37" y="67"/>
                      <a:pt x="37" y="74"/>
                      <a:pt x="37" y="74"/>
                    </a:cubicBezTo>
                    <a:cubicBezTo>
                      <a:pt x="37" y="74"/>
                      <a:pt x="34" y="78"/>
                      <a:pt x="37" y="80"/>
                    </a:cubicBezTo>
                    <a:cubicBezTo>
                      <a:pt x="40" y="82"/>
                      <a:pt x="45" y="82"/>
                      <a:pt x="45" y="80"/>
                    </a:cubicBezTo>
                    <a:cubicBezTo>
                      <a:pt x="45" y="78"/>
                      <a:pt x="45" y="72"/>
                      <a:pt x="45" y="68"/>
                    </a:cubicBezTo>
                    <a:cubicBezTo>
                      <a:pt x="46" y="65"/>
                      <a:pt x="47" y="59"/>
                      <a:pt x="49" y="57"/>
                    </a:cubicBezTo>
                    <a:cubicBezTo>
                      <a:pt x="52" y="56"/>
                      <a:pt x="54" y="57"/>
                      <a:pt x="58" y="55"/>
                    </a:cubicBezTo>
                    <a:cubicBezTo>
                      <a:pt x="61" y="52"/>
                      <a:pt x="66" y="46"/>
                      <a:pt x="66" y="42"/>
                    </a:cubicBezTo>
                    <a:cubicBezTo>
                      <a:pt x="66" y="39"/>
                      <a:pt x="69" y="20"/>
                      <a:pt x="71" y="17"/>
                    </a:cubicBezTo>
                    <a:cubicBezTo>
                      <a:pt x="73" y="14"/>
                      <a:pt x="78" y="12"/>
                      <a:pt x="73" y="7"/>
                    </a:cubicBezTo>
                    <a:cubicBezTo>
                      <a:pt x="68" y="2"/>
                      <a:pt x="48" y="0"/>
                      <a:pt x="38" y="8"/>
                    </a:cubicBezTo>
                    <a:cubicBezTo>
                      <a:pt x="29" y="15"/>
                      <a:pt x="21" y="26"/>
                      <a:pt x="16" y="40"/>
                    </a:cubicBezTo>
                    <a:cubicBezTo>
                      <a:pt x="11" y="54"/>
                      <a:pt x="10" y="62"/>
                      <a:pt x="12" y="69"/>
                    </a:cubicBezTo>
                    <a:cubicBezTo>
                      <a:pt x="14" y="77"/>
                      <a:pt x="15" y="79"/>
                      <a:pt x="13" y="80"/>
                    </a:cubicBezTo>
                    <a:cubicBezTo>
                      <a:pt x="13" y="80"/>
                      <a:pt x="13" y="80"/>
                      <a:pt x="13" y="80"/>
                    </a:cubicBezTo>
                    <a:close/>
                    <a:moveTo>
                      <a:pt x="44" y="54"/>
                    </a:moveTo>
                    <a:cubicBezTo>
                      <a:pt x="44" y="54"/>
                      <a:pt x="43" y="54"/>
                      <a:pt x="42" y="56"/>
                    </a:cubicBezTo>
                    <a:cubicBezTo>
                      <a:pt x="42" y="57"/>
                      <a:pt x="42" y="44"/>
                      <a:pt x="42" y="39"/>
                    </a:cubicBezTo>
                    <a:cubicBezTo>
                      <a:pt x="42" y="34"/>
                      <a:pt x="38" y="34"/>
                      <a:pt x="35" y="35"/>
                    </a:cubicBezTo>
                    <a:cubicBezTo>
                      <a:pt x="31" y="35"/>
                      <a:pt x="31" y="35"/>
                      <a:pt x="29" y="35"/>
                    </a:cubicBezTo>
                    <a:cubicBezTo>
                      <a:pt x="31" y="31"/>
                      <a:pt x="33" y="28"/>
                      <a:pt x="36" y="23"/>
                    </a:cubicBezTo>
                    <a:cubicBezTo>
                      <a:pt x="40" y="17"/>
                      <a:pt x="46" y="11"/>
                      <a:pt x="54" y="11"/>
                    </a:cubicBezTo>
                    <a:cubicBezTo>
                      <a:pt x="58" y="10"/>
                      <a:pt x="56" y="24"/>
                      <a:pt x="55" y="28"/>
                    </a:cubicBezTo>
                    <a:cubicBezTo>
                      <a:pt x="55" y="31"/>
                      <a:pt x="55" y="43"/>
                      <a:pt x="54" y="45"/>
                    </a:cubicBezTo>
                    <a:cubicBezTo>
                      <a:pt x="54" y="48"/>
                      <a:pt x="52" y="47"/>
                      <a:pt x="48" y="48"/>
                    </a:cubicBezTo>
                    <a:cubicBezTo>
                      <a:pt x="45" y="49"/>
                      <a:pt x="44" y="54"/>
                      <a:pt x="44" y="5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solidFill>
                    <a:srgbClr val="000000"/>
                  </a:solidFill>
                </a:endParaRPr>
              </a:p>
            </p:txBody>
          </p:sp>
          <p:sp>
            <p:nvSpPr>
              <p:cNvPr id="16" name="îSļiḋé"/>
              <p:cNvSpPr/>
              <p:nvPr/>
            </p:nvSpPr>
            <p:spPr bwMode="auto">
              <a:xfrm>
                <a:off x="2540001" y="2389188"/>
                <a:ext cx="98425" cy="225425"/>
              </a:xfrm>
              <a:custGeom>
                <a:avLst/>
                <a:gdLst>
                  <a:gd name="T0" fmla="*/ 4 w 30"/>
                  <a:gd name="T1" fmla="*/ 2 h 68"/>
                  <a:gd name="T2" fmla="*/ 2 w 30"/>
                  <a:gd name="T3" fmla="*/ 10 h 68"/>
                  <a:gd name="T4" fmla="*/ 10 w 30"/>
                  <a:gd name="T5" fmla="*/ 22 h 68"/>
                  <a:gd name="T6" fmla="*/ 19 w 30"/>
                  <a:gd name="T7" fmla="*/ 50 h 68"/>
                  <a:gd name="T8" fmla="*/ 20 w 30"/>
                  <a:gd name="T9" fmla="*/ 60 h 68"/>
                  <a:gd name="T10" fmla="*/ 25 w 30"/>
                  <a:gd name="T11" fmla="*/ 67 h 68"/>
                  <a:gd name="T12" fmla="*/ 27 w 30"/>
                  <a:gd name="T13" fmla="*/ 58 h 68"/>
                  <a:gd name="T14" fmla="*/ 19 w 30"/>
                  <a:gd name="T15" fmla="*/ 30 h 68"/>
                  <a:gd name="T16" fmla="*/ 14 w 30"/>
                  <a:gd name="T17" fmla="*/ 15 h 68"/>
                  <a:gd name="T18" fmla="*/ 11 w 30"/>
                  <a:gd name="T19" fmla="*/ 6 h 68"/>
                  <a:gd name="T20" fmla="*/ 4 w 30"/>
                  <a:gd name="T21" fmla="*/ 2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0" h="68">
                    <a:moveTo>
                      <a:pt x="4" y="2"/>
                    </a:moveTo>
                    <a:cubicBezTo>
                      <a:pt x="1" y="3"/>
                      <a:pt x="0" y="5"/>
                      <a:pt x="2" y="10"/>
                    </a:cubicBezTo>
                    <a:cubicBezTo>
                      <a:pt x="5" y="14"/>
                      <a:pt x="8" y="13"/>
                      <a:pt x="10" y="22"/>
                    </a:cubicBezTo>
                    <a:cubicBezTo>
                      <a:pt x="13" y="30"/>
                      <a:pt x="18" y="47"/>
                      <a:pt x="19" y="50"/>
                    </a:cubicBezTo>
                    <a:cubicBezTo>
                      <a:pt x="20" y="53"/>
                      <a:pt x="20" y="58"/>
                      <a:pt x="20" y="60"/>
                    </a:cubicBezTo>
                    <a:cubicBezTo>
                      <a:pt x="20" y="62"/>
                      <a:pt x="21" y="68"/>
                      <a:pt x="25" y="67"/>
                    </a:cubicBezTo>
                    <a:cubicBezTo>
                      <a:pt x="30" y="66"/>
                      <a:pt x="28" y="61"/>
                      <a:pt x="27" y="58"/>
                    </a:cubicBezTo>
                    <a:cubicBezTo>
                      <a:pt x="27" y="55"/>
                      <a:pt x="21" y="33"/>
                      <a:pt x="19" y="30"/>
                    </a:cubicBezTo>
                    <a:cubicBezTo>
                      <a:pt x="18" y="27"/>
                      <a:pt x="15" y="18"/>
                      <a:pt x="14" y="15"/>
                    </a:cubicBezTo>
                    <a:cubicBezTo>
                      <a:pt x="14" y="12"/>
                      <a:pt x="14" y="9"/>
                      <a:pt x="11" y="6"/>
                    </a:cubicBezTo>
                    <a:cubicBezTo>
                      <a:pt x="9" y="4"/>
                      <a:pt x="7" y="0"/>
                      <a:pt x="4"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solidFill>
                    <a:srgbClr val="000000"/>
                  </a:solidFill>
                </a:endParaRPr>
              </a:p>
            </p:txBody>
          </p:sp>
          <p:sp>
            <p:nvSpPr>
              <p:cNvPr id="17" name="îŝļîḍé"/>
              <p:cNvSpPr/>
              <p:nvPr/>
            </p:nvSpPr>
            <p:spPr bwMode="auto">
              <a:xfrm>
                <a:off x="2608263" y="2376488"/>
                <a:ext cx="69850" cy="128588"/>
              </a:xfrm>
              <a:custGeom>
                <a:avLst/>
                <a:gdLst>
                  <a:gd name="T0" fmla="*/ 4 w 21"/>
                  <a:gd name="T1" fmla="*/ 1 h 39"/>
                  <a:gd name="T2" fmla="*/ 0 w 21"/>
                  <a:gd name="T3" fmla="*/ 5 h 39"/>
                  <a:gd name="T4" fmla="*/ 4 w 21"/>
                  <a:gd name="T5" fmla="*/ 13 h 39"/>
                  <a:gd name="T6" fmla="*/ 9 w 21"/>
                  <a:gd name="T7" fmla="*/ 19 h 39"/>
                  <a:gd name="T8" fmla="*/ 17 w 21"/>
                  <a:gd name="T9" fmla="*/ 38 h 39"/>
                  <a:gd name="T10" fmla="*/ 21 w 21"/>
                  <a:gd name="T11" fmla="*/ 32 h 39"/>
                  <a:gd name="T12" fmla="*/ 19 w 21"/>
                  <a:gd name="T13" fmla="*/ 21 h 39"/>
                  <a:gd name="T14" fmla="*/ 16 w 21"/>
                  <a:gd name="T15" fmla="*/ 14 h 39"/>
                  <a:gd name="T16" fmla="*/ 11 w 21"/>
                  <a:gd name="T17" fmla="*/ 3 h 39"/>
                  <a:gd name="T18" fmla="*/ 4 w 21"/>
                  <a:gd name="T19" fmla="*/ 1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1" h="39">
                    <a:moveTo>
                      <a:pt x="4" y="1"/>
                    </a:moveTo>
                    <a:cubicBezTo>
                      <a:pt x="2" y="2"/>
                      <a:pt x="0" y="2"/>
                      <a:pt x="0" y="5"/>
                    </a:cubicBezTo>
                    <a:cubicBezTo>
                      <a:pt x="0" y="8"/>
                      <a:pt x="3" y="11"/>
                      <a:pt x="4" y="13"/>
                    </a:cubicBezTo>
                    <a:cubicBezTo>
                      <a:pt x="6" y="15"/>
                      <a:pt x="8" y="17"/>
                      <a:pt x="9" y="19"/>
                    </a:cubicBezTo>
                    <a:cubicBezTo>
                      <a:pt x="9" y="22"/>
                      <a:pt x="15" y="37"/>
                      <a:pt x="17" y="38"/>
                    </a:cubicBezTo>
                    <a:cubicBezTo>
                      <a:pt x="19" y="39"/>
                      <a:pt x="21" y="36"/>
                      <a:pt x="21" y="32"/>
                    </a:cubicBezTo>
                    <a:cubicBezTo>
                      <a:pt x="21" y="28"/>
                      <a:pt x="20" y="23"/>
                      <a:pt x="19" y="21"/>
                    </a:cubicBezTo>
                    <a:cubicBezTo>
                      <a:pt x="17" y="20"/>
                      <a:pt x="16" y="17"/>
                      <a:pt x="16" y="14"/>
                    </a:cubicBezTo>
                    <a:cubicBezTo>
                      <a:pt x="16" y="10"/>
                      <a:pt x="13" y="6"/>
                      <a:pt x="11" y="3"/>
                    </a:cubicBezTo>
                    <a:cubicBezTo>
                      <a:pt x="8" y="0"/>
                      <a:pt x="5" y="1"/>
                      <a:pt x="4"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solidFill>
                    <a:srgbClr val="000000"/>
                  </a:solidFill>
                </a:endParaRPr>
              </a:p>
            </p:txBody>
          </p:sp>
          <p:sp>
            <p:nvSpPr>
              <p:cNvPr id="18" name="ïṩḻiďé"/>
              <p:cNvSpPr/>
              <p:nvPr/>
            </p:nvSpPr>
            <p:spPr bwMode="auto">
              <a:xfrm>
                <a:off x="2644776" y="2263775"/>
                <a:ext cx="155575" cy="300038"/>
              </a:xfrm>
              <a:custGeom>
                <a:avLst/>
                <a:gdLst>
                  <a:gd name="T0" fmla="*/ 7 w 47"/>
                  <a:gd name="T1" fmla="*/ 0 h 91"/>
                  <a:gd name="T2" fmla="*/ 1 w 47"/>
                  <a:gd name="T3" fmla="*/ 3 h 91"/>
                  <a:gd name="T4" fmla="*/ 4 w 47"/>
                  <a:gd name="T5" fmla="*/ 10 h 91"/>
                  <a:gd name="T6" fmla="*/ 8 w 47"/>
                  <a:gd name="T7" fmla="*/ 18 h 91"/>
                  <a:gd name="T8" fmla="*/ 20 w 47"/>
                  <a:gd name="T9" fmla="*/ 45 h 91"/>
                  <a:gd name="T10" fmla="*/ 29 w 47"/>
                  <a:gd name="T11" fmla="*/ 67 h 91"/>
                  <a:gd name="T12" fmla="*/ 41 w 47"/>
                  <a:gd name="T13" fmla="*/ 89 h 91"/>
                  <a:gd name="T14" fmla="*/ 44 w 47"/>
                  <a:gd name="T15" fmla="*/ 81 h 91"/>
                  <a:gd name="T16" fmla="*/ 38 w 47"/>
                  <a:gd name="T17" fmla="*/ 73 h 91"/>
                  <a:gd name="T18" fmla="*/ 20 w 47"/>
                  <a:gd name="T19" fmla="*/ 32 h 91"/>
                  <a:gd name="T20" fmla="*/ 16 w 47"/>
                  <a:gd name="T21" fmla="*/ 16 h 91"/>
                  <a:gd name="T22" fmla="*/ 16 w 47"/>
                  <a:gd name="T23" fmla="*/ 5 h 91"/>
                  <a:gd name="T24" fmla="*/ 7 w 47"/>
                  <a:gd name="T25" fmla="*/ 0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7" h="91">
                    <a:moveTo>
                      <a:pt x="7" y="0"/>
                    </a:moveTo>
                    <a:cubicBezTo>
                      <a:pt x="5" y="0"/>
                      <a:pt x="2" y="1"/>
                      <a:pt x="1" y="3"/>
                    </a:cubicBezTo>
                    <a:cubicBezTo>
                      <a:pt x="0" y="5"/>
                      <a:pt x="1" y="8"/>
                      <a:pt x="4" y="10"/>
                    </a:cubicBezTo>
                    <a:cubicBezTo>
                      <a:pt x="6" y="13"/>
                      <a:pt x="8" y="16"/>
                      <a:pt x="8" y="18"/>
                    </a:cubicBezTo>
                    <a:cubicBezTo>
                      <a:pt x="9" y="20"/>
                      <a:pt x="18" y="40"/>
                      <a:pt x="20" y="45"/>
                    </a:cubicBezTo>
                    <a:cubicBezTo>
                      <a:pt x="22" y="50"/>
                      <a:pt x="26" y="61"/>
                      <a:pt x="29" y="67"/>
                    </a:cubicBezTo>
                    <a:cubicBezTo>
                      <a:pt x="32" y="74"/>
                      <a:pt x="37" y="86"/>
                      <a:pt x="41" y="89"/>
                    </a:cubicBezTo>
                    <a:cubicBezTo>
                      <a:pt x="45" y="91"/>
                      <a:pt x="47" y="84"/>
                      <a:pt x="44" y="81"/>
                    </a:cubicBezTo>
                    <a:cubicBezTo>
                      <a:pt x="42" y="78"/>
                      <a:pt x="42" y="79"/>
                      <a:pt x="38" y="73"/>
                    </a:cubicBezTo>
                    <a:cubicBezTo>
                      <a:pt x="35" y="67"/>
                      <a:pt x="21" y="34"/>
                      <a:pt x="20" y="32"/>
                    </a:cubicBezTo>
                    <a:cubicBezTo>
                      <a:pt x="19" y="29"/>
                      <a:pt x="16" y="19"/>
                      <a:pt x="16" y="16"/>
                    </a:cubicBezTo>
                    <a:cubicBezTo>
                      <a:pt x="16" y="12"/>
                      <a:pt x="18" y="8"/>
                      <a:pt x="16" y="5"/>
                    </a:cubicBezTo>
                    <a:cubicBezTo>
                      <a:pt x="15" y="2"/>
                      <a:pt x="8" y="0"/>
                      <a:pt x="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solidFill>
                    <a:srgbClr val="000000"/>
                  </a:solidFill>
                </a:endParaRPr>
              </a:p>
            </p:txBody>
          </p:sp>
          <p:sp>
            <p:nvSpPr>
              <p:cNvPr id="19" name="ïṣ1ïḓè"/>
              <p:cNvSpPr/>
              <p:nvPr/>
            </p:nvSpPr>
            <p:spPr bwMode="auto">
              <a:xfrm>
                <a:off x="3508376" y="2495550"/>
                <a:ext cx="69850" cy="111125"/>
              </a:xfrm>
              <a:custGeom>
                <a:avLst/>
                <a:gdLst>
                  <a:gd name="T0" fmla="*/ 0 w 21"/>
                  <a:gd name="T1" fmla="*/ 11 h 34"/>
                  <a:gd name="T2" fmla="*/ 12 w 21"/>
                  <a:gd name="T3" fmla="*/ 33 h 34"/>
                  <a:gd name="T4" fmla="*/ 19 w 21"/>
                  <a:gd name="T5" fmla="*/ 21 h 34"/>
                  <a:gd name="T6" fmla="*/ 6 w 21"/>
                  <a:gd name="T7" fmla="*/ 5 h 34"/>
                  <a:gd name="T8" fmla="*/ 0 w 21"/>
                  <a:gd name="T9" fmla="*/ 11 h 34"/>
                </a:gdLst>
                <a:ahLst/>
                <a:cxnLst>
                  <a:cxn ang="0">
                    <a:pos x="T0" y="T1"/>
                  </a:cxn>
                  <a:cxn ang="0">
                    <a:pos x="T2" y="T3"/>
                  </a:cxn>
                  <a:cxn ang="0">
                    <a:pos x="T4" y="T5"/>
                  </a:cxn>
                  <a:cxn ang="0">
                    <a:pos x="T6" y="T7"/>
                  </a:cxn>
                  <a:cxn ang="0">
                    <a:pos x="T8" y="T9"/>
                  </a:cxn>
                </a:cxnLst>
                <a:rect l="0" t="0" r="r" b="b"/>
                <a:pathLst>
                  <a:path w="21" h="34">
                    <a:moveTo>
                      <a:pt x="0" y="11"/>
                    </a:moveTo>
                    <a:cubicBezTo>
                      <a:pt x="1" y="16"/>
                      <a:pt x="3" y="32"/>
                      <a:pt x="12" y="33"/>
                    </a:cubicBezTo>
                    <a:cubicBezTo>
                      <a:pt x="20" y="34"/>
                      <a:pt x="21" y="24"/>
                      <a:pt x="19" y="21"/>
                    </a:cubicBezTo>
                    <a:cubicBezTo>
                      <a:pt x="17" y="17"/>
                      <a:pt x="6" y="5"/>
                      <a:pt x="6" y="5"/>
                    </a:cubicBezTo>
                    <a:cubicBezTo>
                      <a:pt x="1" y="0"/>
                      <a:pt x="0" y="7"/>
                      <a:pt x="0" y="1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solidFill>
                    <a:srgbClr val="000000"/>
                  </a:solidFill>
                </a:endParaRPr>
              </a:p>
            </p:txBody>
          </p:sp>
          <p:sp>
            <p:nvSpPr>
              <p:cNvPr id="20" name="îsḻíḓê"/>
              <p:cNvSpPr/>
              <p:nvPr/>
            </p:nvSpPr>
            <p:spPr bwMode="auto">
              <a:xfrm>
                <a:off x="3967163" y="2887663"/>
                <a:ext cx="274638" cy="192088"/>
              </a:xfrm>
              <a:custGeom>
                <a:avLst/>
                <a:gdLst>
                  <a:gd name="T0" fmla="*/ 50 w 83"/>
                  <a:gd name="T1" fmla="*/ 1 h 58"/>
                  <a:gd name="T2" fmla="*/ 47 w 83"/>
                  <a:gd name="T3" fmla="*/ 4 h 58"/>
                  <a:gd name="T4" fmla="*/ 44 w 83"/>
                  <a:gd name="T5" fmla="*/ 8 h 58"/>
                  <a:gd name="T6" fmla="*/ 35 w 83"/>
                  <a:gd name="T7" fmla="*/ 10 h 58"/>
                  <a:gd name="T8" fmla="*/ 29 w 83"/>
                  <a:gd name="T9" fmla="*/ 12 h 58"/>
                  <a:gd name="T10" fmla="*/ 25 w 83"/>
                  <a:gd name="T11" fmla="*/ 16 h 58"/>
                  <a:gd name="T12" fmla="*/ 27 w 83"/>
                  <a:gd name="T13" fmla="*/ 18 h 58"/>
                  <a:gd name="T14" fmla="*/ 29 w 83"/>
                  <a:gd name="T15" fmla="*/ 20 h 58"/>
                  <a:gd name="T16" fmla="*/ 28 w 83"/>
                  <a:gd name="T17" fmla="*/ 23 h 58"/>
                  <a:gd name="T18" fmla="*/ 25 w 83"/>
                  <a:gd name="T19" fmla="*/ 21 h 58"/>
                  <a:gd name="T20" fmla="*/ 12 w 83"/>
                  <a:gd name="T21" fmla="*/ 8 h 58"/>
                  <a:gd name="T22" fmla="*/ 8 w 83"/>
                  <a:gd name="T23" fmla="*/ 3 h 58"/>
                  <a:gd name="T24" fmla="*/ 5 w 83"/>
                  <a:gd name="T25" fmla="*/ 0 h 58"/>
                  <a:gd name="T26" fmla="*/ 0 w 83"/>
                  <a:gd name="T27" fmla="*/ 3 h 58"/>
                  <a:gd name="T28" fmla="*/ 2 w 83"/>
                  <a:gd name="T29" fmla="*/ 10 h 58"/>
                  <a:gd name="T30" fmla="*/ 13 w 83"/>
                  <a:gd name="T31" fmla="*/ 17 h 58"/>
                  <a:gd name="T32" fmla="*/ 25 w 83"/>
                  <a:gd name="T33" fmla="*/ 27 h 58"/>
                  <a:gd name="T34" fmla="*/ 37 w 83"/>
                  <a:gd name="T35" fmla="*/ 42 h 58"/>
                  <a:gd name="T36" fmla="*/ 35 w 83"/>
                  <a:gd name="T37" fmla="*/ 47 h 58"/>
                  <a:gd name="T38" fmla="*/ 30 w 83"/>
                  <a:gd name="T39" fmla="*/ 44 h 58"/>
                  <a:gd name="T40" fmla="*/ 28 w 83"/>
                  <a:gd name="T41" fmla="*/ 44 h 58"/>
                  <a:gd name="T42" fmla="*/ 31 w 83"/>
                  <a:gd name="T43" fmla="*/ 49 h 58"/>
                  <a:gd name="T44" fmla="*/ 36 w 83"/>
                  <a:gd name="T45" fmla="*/ 58 h 58"/>
                  <a:gd name="T46" fmla="*/ 43 w 83"/>
                  <a:gd name="T47" fmla="*/ 48 h 58"/>
                  <a:gd name="T48" fmla="*/ 38 w 83"/>
                  <a:gd name="T49" fmla="*/ 37 h 58"/>
                  <a:gd name="T50" fmla="*/ 40 w 83"/>
                  <a:gd name="T51" fmla="*/ 35 h 58"/>
                  <a:gd name="T52" fmla="*/ 49 w 83"/>
                  <a:gd name="T53" fmla="*/ 38 h 58"/>
                  <a:gd name="T54" fmla="*/ 55 w 83"/>
                  <a:gd name="T55" fmla="*/ 38 h 58"/>
                  <a:gd name="T56" fmla="*/ 59 w 83"/>
                  <a:gd name="T57" fmla="*/ 32 h 58"/>
                  <a:gd name="T58" fmla="*/ 64 w 83"/>
                  <a:gd name="T59" fmla="*/ 33 h 58"/>
                  <a:gd name="T60" fmla="*/ 71 w 83"/>
                  <a:gd name="T61" fmla="*/ 36 h 58"/>
                  <a:gd name="T62" fmla="*/ 72 w 83"/>
                  <a:gd name="T63" fmla="*/ 30 h 58"/>
                  <a:gd name="T64" fmla="*/ 76 w 83"/>
                  <a:gd name="T65" fmla="*/ 29 h 58"/>
                  <a:gd name="T66" fmla="*/ 79 w 83"/>
                  <a:gd name="T67" fmla="*/ 31 h 58"/>
                  <a:gd name="T68" fmla="*/ 82 w 83"/>
                  <a:gd name="T69" fmla="*/ 27 h 58"/>
                  <a:gd name="T70" fmla="*/ 81 w 83"/>
                  <a:gd name="T71" fmla="*/ 22 h 58"/>
                  <a:gd name="T72" fmla="*/ 75 w 83"/>
                  <a:gd name="T73" fmla="*/ 24 h 58"/>
                  <a:gd name="T74" fmla="*/ 71 w 83"/>
                  <a:gd name="T75" fmla="*/ 26 h 58"/>
                  <a:gd name="T76" fmla="*/ 69 w 83"/>
                  <a:gd name="T77" fmla="*/ 27 h 58"/>
                  <a:gd name="T78" fmla="*/ 65 w 83"/>
                  <a:gd name="T79" fmla="*/ 26 h 58"/>
                  <a:gd name="T80" fmla="*/ 61 w 83"/>
                  <a:gd name="T81" fmla="*/ 23 h 58"/>
                  <a:gd name="T82" fmla="*/ 56 w 83"/>
                  <a:gd name="T83" fmla="*/ 25 h 58"/>
                  <a:gd name="T84" fmla="*/ 54 w 83"/>
                  <a:gd name="T85" fmla="*/ 28 h 58"/>
                  <a:gd name="T86" fmla="*/ 42 w 83"/>
                  <a:gd name="T87" fmla="*/ 28 h 58"/>
                  <a:gd name="T88" fmla="*/ 41 w 83"/>
                  <a:gd name="T89" fmla="*/ 31 h 58"/>
                  <a:gd name="T90" fmla="*/ 36 w 83"/>
                  <a:gd name="T91" fmla="*/ 32 h 58"/>
                  <a:gd name="T92" fmla="*/ 32 w 83"/>
                  <a:gd name="T93" fmla="*/ 28 h 58"/>
                  <a:gd name="T94" fmla="*/ 34 w 83"/>
                  <a:gd name="T95" fmla="*/ 25 h 58"/>
                  <a:gd name="T96" fmla="*/ 43 w 83"/>
                  <a:gd name="T97" fmla="*/ 24 h 58"/>
                  <a:gd name="T98" fmla="*/ 46 w 83"/>
                  <a:gd name="T99" fmla="*/ 23 h 58"/>
                  <a:gd name="T100" fmla="*/ 47 w 83"/>
                  <a:gd name="T101" fmla="*/ 20 h 58"/>
                  <a:gd name="T102" fmla="*/ 47 w 83"/>
                  <a:gd name="T103" fmla="*/ 18 h 58"/>
                  <a:gd name="T104" fmla="*/ 63 w 83"/>
                  <a:gd name="T105" fmla="*/ 17 h 58"/>
                  <a:gd name="T106" fmla="*/ 68 w 83"/>
                  <a:gd name="T107" fmla="*/ 13 h 58"/>
                  <a:gd name="T108" fmla="*/ 63 w 83"/>
                  <a:gd name="T109" fmla="*/ 8 h 58"/>
                  <a:gd name="T110" fmla="*/ 58 w 83"/>
                  <a:gd name="T111" fmla="*/ 13 h 58"/>
                  <a:gd name="T112" fmla="*/ 49 w 83"/>
                  <a:gd name="T113" fmla="*/ 16 h 58"/>
                  <a:gd name="T114" fmla="*/ 42 w 83"/>
                  <a:gd name="T115" fmla="*/ 17 h 58"/>
                  <a:gd name="T116" fmla="*/ 40 w 83"/>
                  <a:gd name="T117" fmla="*/ 13 h 58"/>
                  <a:gd name="T118" fmla="*/ 51 w 83"/>
                  <a:gd name="T119" fmla="*/ 10 h 58"/>
                  <a:gd name="T120" fmla="*/ 54 w 83"/>
                  <a:gd name="T121" fmla="*/ 2 h 58"/>
                  <a:gd name="T122" fmla="*/ 50 w 83"/>
                  <a:gd name="T123" fmla="*/ 1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83" h="58">
                    <a:moveTo>
                      <a:pt x="50" y="1"/>
                    </a:moveTo>
                    <a:cubicBezTo>
                      <a:pt x="50" y="1"/>
                      <a:pt x="48" y="3"/>
                      <a:pt x="47" y="4"/>
                    </a:cubicBezTo>
                    <a:cubicBezTo>
                      <a:pt x="47" y="5"/>
                      <a:pt x="45" y="8"/>
                      <a:pt x="44" y="8"/>
                    </a:cubicBezTo>
                    <a:cubicBezTo>
                      <a:pt x="43" y="8"/>
                      <a:pt x="37" y="10"/>
                      <a:pt x="35" y="10"/>
                    </a:cubicBezTo>
                    <a:cubicBezTo>
                      <a:pt x="34" y="10"/>
                      <a:pt x="29" y="11"/>
                      <a:pt x="29" y="12"/>
                    </a:cubicBezTo>
                    <a:cubicBezTo>
                      <a:pt x="28" y="14"/>
                      <a:pt x="25" y="16"/>
                      <a:pt x="25" y="16"/>
                    </a:cubicBezTo>
                    <a:cubicBezTo>
                      <a:pt x="25" y="16"/>
                      <a:pt x="25" y="18"/>
                      <a:pt x="27" y="18"/>
                    </a:cubicBezTo>
                    <a:cubicBezTo>
                      <a:pt x="29" y="18"/>
                      <a:pt x="29" y="20"/>
                      <a:pt x="29" y="20"/>
                    </a:cubicBezTo>
                    <a:cubicBezTo>
                      <a:pt x="29" y="20"/>
                      <a:pt x="29" y="24"/>
                      <a:pt x="28" y="23"/>
                    </a:cubicBezTo>
                    <a:cubicBezTo>
                      <a:pt x="27" y="22"/>
                      <a:pt x="27" y="23"/>
                      <a:pt x="25" y="21"/>
                    </a:cubicBezTo>
                    <a:cubicBezTo>
                      <a:pt x="24" y="20"/>
                      <a:pt x="12" y="8"/>
                      <a:pt x="12" y="8"/>
                    </a:cubicBezTo>
                    <a:cubicBezTo>
                      <a:pt x="12" y="8"/>
                      <a:pt x="9" y="4"/>
                      <a:pt x="8" y="3"/>
                    </a:cubicBezTo>
                    <a:cubicBezTo>
                      <a:pt x="8" y="2"/>
                      <a:pt x="7" y="0"/>
                      <a:pt x="5" y="0"/>
                    </a:cubicBezTo>
                    <a:cubicBezTo>
                      <a:pt x="3" y="0"/>
                      <a:pt x="1" y="1"/>
                      <a:pt x="0" y="3"/>
                    </a:cubicBezTo>
                    <a:cubicBezTo>
                      <a:pt x="0" y="4"/>
                      <a:pt x="0" y="7"/>
                      <a:pt x="2" y="10"/>
                    </a:cubicBezTo>
                    <a:cubicBezTo>
                      <a:pt x="5" y="13"/>
                      <a:pt x="10" y="15"/>
                      <a:pt x="13" y="17"/>
                    </a:cubicBezTo>
                    <a:cubicBezTo>
                      <a:pt x="18" y="20"/>
                      <a:pt x="22" y="24"/>
                      <a:pt x="25" y="27"/>
                    </a:cubicBezTo>
                    <a:cubicBezTo>
                      <a:pt x="28" y="31"/>
                      <a:pt x="35" y="38"/>
                      <a:pt x="37" y="42"/>
                    </a:cubicBezTo>
                    <a:cubicBezTo>
                      <a:pt x="38" y="46"/>
                      <a:pt x="37" y="47"/>
                      <a:pt x="35" y="47"/>
                    </a:cubicBezTo>
                    <a:cubicBezTo>
                      <a:pt x="34" y="47"/>
                      <a:pt x="31" y="45"/>
                      <a:pt x="30" y="44"/>
                    </a:cubicBezTo>
                    <a:cubicBezTo>
                      <a:pt x="29" y="43"/>
                      <a:pt x="28" y="44"/>
                      <a:pt x="28" y="44"/>
                    </a:cubicBezTo>
                    <a:cubicBezTo>
                      <a:pt x="28" y="44"/>
                      <a:pt x="28" y="45"/>
                      <a:pt x="31" y="49"/>
                    </a:cubicBezTo>
                    <a:cubicBezTo>
                      <a:pt x="33" y="52"/>
                      <a:pt x="34" y="57"/>
                      <a:pt x="36" y="58"/>
                    </a:cubicBezTo>
                    <a:cubicBezTo>
                      <a:pt x="37" y="58"/>
                      <a:pt x="45" y="53"/>
                      <a:pt x="43" y="48"/>
                    </a:cubicBezTo>
                    <a:cubicBezTo>
                      <a:pt x="42" y="43"/>
                      <a:pt x="39" y="38"/>
                      <a:pt x="38" y="37"/>
                    </a:cubicBezTo>
                    <a:cubicBezTo>
                      <a:pt x="37" y="36"/>
                      <a:pt x="38" y="34"/>
                      <a:pt x="40" y="35"/>
                    </a:cubicBezTo>
                    <a:cubicBezTo>
                      <a:pt x="42" y="36"/>
                      <a:pt x="45" y="38"/>
                      <a:pt x="49" y="38"/>
                    </a:cubicBezTo>
                    <a:cubicBezTo>
                      <a:pt x="53" y="38"/>
                      <a:pt x="54" y="39"/>
                      <a:pt x="55" y="38"/>
                    </a:cubicBezTo>
                    <a:cubicBezTo>
                      <a:pt x="57" y="36"/>
                      <a:pt x="59" y="33"/>
                      <a:pt x="59" y="32"/>
                    </a:cubicBezTo>
                    <a:cubicBezTo>
                      <a:pt x="60" y="31"/>
                      <a:pt x="62" y="31"/>
                      <a:pt x="64" y="33"/>
                    </a:cubicBezTo>
                    <a:cubicBezTo>
                      <a:pt x="66" y="36"/>
                      <a:pt x="69" y="38"/>
                      <a:pt x="71" y="36"/>
                    </a:cubicBezTo>
                    <a:cubicBezTo>
                      <a:pt x="72" y="33"/>
                      <a:pt x="70" y="30"/>
                      <a:pt x="72" y="30"/>
                    </a:cubicBezTo>
                    <a:cubicBezTo>
                      <a:pt x="74" y="29"/>
                      <a:pt x="75" y="27"/>
                      <a:pt x="76" y="29"/>
                    </a:cubicBezTo>
                    <a:cubicBezTo>
                      <a:pt x="77" y="30"/>
                      <a:pt x="78" y="32"/>
                      <a:pt x="79" y="31"/>
                    </a:cubicBezTo>
                    <a:cubicBezTo>
                      <a:pt x="79" y="30"/>
                      <a:pt x="81" y="29"/>
                      <a:pt x="82" y="27"/>
                    </a:cubicBezTo>
                    <a:cubicBezTo>
                      <a:pt x="83" y="25"/>
                      <a:pt x="82" y="22"/>
                      <a:pt x="81" y="22"/>
                    </a:cubicBezTo>
                    <a:cubicBezTo>
                      <a:pt x="79" y="23"/>
                      <a:pt x="76" y="23"/>
                      <a:pt x="75" y="24"/>
                    </a:cubicBezTo>
                    <a:cubicBezTo>
                      <a:pt x="74" y="24"/>
                      <a:pt x="72" y="24"/>
                      <a:pt x="71" y="26"/>
                    </a:cubicBezTo>
                    <a:cubicBezTo>
                      <a:pt x="70" y="27"/>
                      <a:pt x="70" y="27"/>
                      <a:pt x="69" y="27"/>
                    </a:cubicBezTo>
                    <a:cubicBezTo>
                      <a:pt x="68" y="27"/>
                      <a:pt x="66" y="28"/>
                      <a:pt x="65" y="26"/>
                    </a:cubicBezTo>
                    <a:cubicBezTo>
                      <a:pt x="63" y="25"/>
                      <a:pt x="63" y="23"/>
                      <a:pt x="61" y="23"/>
                    </a:cubicBezTo>
                    <a:cubicBezTo>
                      <a:pt x="60" y="23"/>
                      <a:pt x="56" y="24"/>
                      <a:pt x="56" y="25"/>
                    </a:cubicBezTo>
                    <a:cubicBezTo>
                      <a:pt x="55" y="26"/>
                      <a:pt x="57" y="28"/>
                      <a:pt x="54" y="28"/>
                    </a:cubicBezTo>
                    <a:cubicBezTo>
                      <a:pt x="51" y="28"/>
                      <a:pt x="43" y="27"/>
                      <a:pt x="42" y="28"/>
                    </a:cubicBezTo>
                    <a:cubicBezTo>
                      <a:pt x="41" y="28"/>
                      <a:pt x="42" y="30"/>
                      <a:pt x="41" y="31"/>
                    </a:cubicBezTo>
                    <a:cubicBezTo>
                      <a:pt x="39" y="31"/>
                      <a:pt x="37" y="33"/>
                      <a:pt x="36" y="32"/>
                    </a:cubicBezTo>
                    <a:cubicBezTo>
                      <a:pt x="35" y="31"/>
                      <a:pt x="32" y="28"/>
                      <a:pt x="32" y="28"/>
                    </a:cubicBezTo>
                    <a:cubicBezTo>
                      <a:pt x="32" y="28"/>
                      <a:pt x="30" y="25"/>
                      <a:pt x="34" y="25"/>
                    </a:cubicBezTo>
                    <a:cubicBezTo>
                      <a:pt x="37" y="25"/>
                      <a:pt x="42" y="24"/>
                      <a:pt x="43" y="24"/>
                    </a:cubicBezTo>
                    <a:cubicBezTo>
                      <a:pt x="44" y="24"/>
                      <a:pt x="46" y="24"/>
                      <a:pt x="46" y="23"/>
                    </a:cubicBezTo>
                    <a:cubicBezTo>
                      <a:pt x="45" y="21"/>
                      <a:pt x="48" y="22"/>
                      <a:pt x="47" y="20"/>
                    </a:cubicBezTo>
                    <a:cubicBezTo>
                      <a:pt x="46" y="19"/>
                      <a:pt x="45" y="18"/>
                      <a:pt x="47" y="18"/>
                    </a:cubicBezTo>
                    <a:cubicBezTo>
                      <a:pt x="50" y="17"/>
                      <a:pt x="58" y="18"/>
                      <a:pt x="63" y="17"/>
                    </a:cubicBezTo>
                    <a:cubicBezTo>
                      <a:pt x="67" y="16"/>
                      <a:pt x="67" y="14"/>
                      <a:pt x="68" y="13"/>
                    </a:cubicBezTo>
                    <a:cubicBezTo>
                      <a:pt x="68" y="11"/>
                      <a:pt x="65" y="8"/>
                      <a:pt x="63" y="8"/>
                    </a:cubicBezTo>
                    <a:cubicBezTo>
                      <a:pt x="62" y="9"/>
                      <a:pt x="60" y="12"/>
                      <a:pt x="58" y="13"/>
                    </a:cubicBezTo>
                    <a:cubicBezTo>
                      <a:pt x="56" y="13"/>
                      <a:pt x="49" y="15"/>
                      <a:pt x="49" y="16"/>
                    </a:cubicBezTo>
                    <a:cubicBezTo>
                      <a:pt x="48" y="16"/>
                      <a:pt x="43" y="17"/>
                      <a:pt x="42" y="17"/>
                    </a:cubicBezTo>
                    <a:cubicBezTo>
                      <a:pt x="41" y="17"/>
                      <a:pt x="36" y="13"/>
                      <a:pt x="40" y="13"/>
                    </a:cubicBezTo>
                    <a:cubicBezTo>
                      <a:pt x="44" y="12"/>
                      <a:pt x="49" y="11"/>
                      <a:pt x="51" y="10"/>
                    </a:cubicBezTo>
                    <a:cubicBezTo>
                      <a:pt x="53" y="8"/>
                      <a:pt x="55" y="3"/>
                      <a:pt x="54" y="2"/>
                    </a:cubicBezTo>
                    <a:cubicBezTo>
                      <a:pt x="54" y="1"/>
                      <a:pt x="51" y="0"/>
                      <a:pt x="5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solidFill>
                    <a:srgbClr val="000000"/>
                  </a:solidFill>
                </a:endParaRPr>
              </a:p>
            </p:txBody>
          </p:sp>
          <p:sp>
            <p:nvSpPr>
              <p:cNvPr id="21" name="ïşḷîďè"/>
              <p:cNvSpPr/>
              <p:nvPr/>
            </p:nvSpPr>
            <p:spPr bwMode="auto">
              <a:xfrm>
                <a:off x="3890963" y="2951163"/>
                <a:ext cx="161925" cy="125413"/>
              </a:xfrm>
              <a:custGeom>
                <a:avLst/>
                <a:gdLst>
                  <a:gd name="T0" fmla="*/ 36 w 49"/>
                  <a:gd name="T1" fmla="*/ 5 h 38"/>
                  <a:gd name="T2" fmla="*/ 33 w 49"/>
                  <a:gd name="T3" fmla="*/ 9 h 38"/>
                  <a:gd name="T4" fmla="*/ 37 w 49"/>
                  <a:gd name="T5" fmla="*/ 14 h 38"/>
                  <a:gd name="T6" fmla="*/ 30 w 49"/>
                  <a:gd name="T7" fmla="*/ 18 h 38"/>
                  <a:gd name="T8" fmla="*/ 22 w 49"/>
                  <a:gd name="T9" fmla="*/ 9 h 38"/>
                  <a:gd name="T10" fmla="*/ 16 w 49"/>
                  <a:gd name="T11" fmla="*/ 2 h 38"/>
                  <a:gd name="T12" fmla="*/ 13 w 49"/>
                  <a:gd name="T13" fmla="*/ 10 h 38"/>
                  <a:gd name="T14" fmla="*/ 20 w 49"/>
                  <a:gd name="T15" fmla="*/ 16 h 38"/>
                  <a:gd name="T16" fmla="*/ 25 w 49"/>
                  <a:gd name="T17" fmla="*/ 22 h 38"/>
                  <a:gd name="T18" fmla="*/ 21 w 49"/>
                  <a:gd name="T19" fmla="*/ 26 h 38"/>
                  <a:gd name="T20" fmla="*/ 10 w 49"/>
                  <a:gd name="T21" fmla="*/ 26 h 38"/>
                  <a:gd name="T22" fmla="*/ 8 w 49"/>
                  <a:gd name="T23" fmla="*/ 19 h 38"/>
                  <a:gd name="T24" fmla="*/ 6 w 49"/>
                  <a:gd name="T25" fmla="*/ 13 h 38"/>
                  <a:gd name="T26" fmla="*/ 3 w 49"/>
                  <a:gd name="T27" fmla="*/ 18 h 38"/>
                  <a:gd name="T28" fmla="*/ 2 w 49"/>
                  <a:gd name="T29" fmla="*/ 26 h 38"/>
                  <a:gd name="T30" fmla="*/ 14 w 49"/>
                  <a:gd name="T31" fmla="*/ 30 h 38"/>
                  <a:gd name="T32" fmla="*/ 23 w 49"/>
                  <a:gd name="T33" fmla="*/ 29 h 38"/>
                  <a:gd name="T34" fmla="*/ 28 w 49"/>
                  <a:gd name="T35" fmla="*/ 29 h 38"/>
                  <a:gd name="T36" fmla="*/ 32 w 49"/>
                  <a:gd name="T37" fmla="*/ 37 h 38"/>
                  <a:gd name="T38" fmla="*/ 38 w 49"/>
                  <a:gd name="T39" fmla="*/ 33 h 38"/>
                  <a:gd name="T40" fmla="*/ 34 w 49"/>
                  <a:gd name="T41" fmla="*/ 24 h 38"/>
                  <a:gd name="T42" fmla="*/ 35 w 49"/>
                  <a:gd name="T43" fmla="*/ 20 h 38"/>
                  <a:gd name="T44" fmla="*/ 42 w 49"/>
                  <a:gd name="T45" fmla="*/ 22 h 38"/>
                  <a:gd name="T46" fmla="*/ 48 w 49"/>
                  <a:gd name="T47" fmla="*/ 18 h 38"/>
                  <a:gd name="T48" fmla="*/ 41 w 49"/>
                  <a:gd name="T49" fmla="*/ 8 h 38"/>
                  <a:gd name="T50" fmla="*/ 36 w 49"/>
                  <a:gd name="T51" fmla="*/ 5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49" h="38">
                    <a:moveTo>
                      <a:pt x="36" y="5"/>
                    </a:moveTo>
                    <a:cubicBezTo>
                      <a:pt x="34" y="6"/>
                      <a:pt x="32" y="8"/>
                      <a:pt x="33" y="9"/>
                    </a:cubicBezTo>
                    <a:cubicBezTo>
                      <a:pt x="33" y="11"/>
                      <a:pt x="37" y="12"/>
                      <a:pt x="37" y="14"/>
                    </a:cubicBezTo>
                    <a:cubicBezTo>
                      <a:pt x="38" y="17"/>
                      <a:pt x="32" y="18"/>
                      <a:pt x="30" y="18"/>
                    </a:cubicBezTo>
                    <a:cubicBezTo>
                      <a:pt x="30" y="18"/>
                      <a:pt x="23" y="11"/>
                      <a:pt x="22" y="9"/>
                    </a:cubicBezTo>
                    <a:cubicBezTo>
                      <a:pt x="21" y="8"/>
                      <a:pt x="19" y="0"/>
                      <a:pt x="16" y="2"/>
                    </a:cubicBezTo>
                    <a:cubicBezTo>
                      <a:pt x="14" y="3"/>
                      <a:pt x="12" y="7"/>
                      <a:pt x="13" y="10"/>
                    </a:cubicBezTo>
                    <a:cubicBezTo>
                      <a:pt x="15" y="12"/>
                      <a:pt x="17" y="13"/>
                      <a:pt x="20" y="16"/>
                    </a:cubicBezTo>
                    <a:cubicBezTo>
                      <a:pt x="22" y="18"/>
                      <a:pt x="25" y="21"/>
                      <a:pt x="25" y="22"/>
                    </a:cubicBezTo>
                    <a:cubicBezTo>
                      <a:pt x="25" y="23"/>
                      <a:pt x="23" y="25"/>
                      <a:pt x="21" y="26"/>
                    </a:cubicBezTo>
                    <a:cubicBezTo>
                      <a:pt x="18" y="27"/>
                      <a:pt x="11" y="27"/>
                      <a:pt x="10" y="26"/>
                    </a:cubicBezTo>
                    <a:cubicBezTo>
                      <a:pt x="9" y="24"/>
                      <a:pt x="8" y="21"/>
                      <a:pt x="8" y="19"/>
                    </a:cubicBezTo>
                    <a:cubicBezTo>
                      <a:pt x="9" y="16"/>
                      <a:pt x="9" y="11"/>
                      <a:pt x="6" y="13"/>
                    </a:cubicBezTo>
                    <a:cubicBezTo>
                      <a:pt x="4" y="14"/>
                      <a:pt x="5" y="16"/>
                      <a:pt x="3" y="18"/>
                    </a:cubicBezTo>
                    <a:cubicBezTo>
                      <a:pt x="1" y="19"/>
                      <a:pt x="0" y="24"/>
                      <a:pt x="2" y="26"/>
                    </a:cubicBezTo>
                    <a:cubicBezTo>
                      <a:pt x="4" y="28"/>
                      <a:pt x="8" y="30"/>
                      <a:pt x="14" y="30"/>
                    </a:cubicBezTo>
                    <a:cubicBezTo>
                      <a:pt x="19" y="30"/>
                      <a:pt x="22" y="29"/>
                      <a:pt x="23" y="29"/>
                    </a:cubicBezTo>
                    <a:cubicBezTo>
                      <a:pt x="25" y="29"/>
                      <a:pt x="28" y="27"/>
                      <a:pt x="28" y="29"/>
                    </a:cubicBezTo>
                    <a:cubicBezTo>
                      <a:pt x="28" y="30"/>
                      <a:pt x="29" y="38"/>
                      <a:pt x="32" y="37"/>
                    </a:cubicBezTo>
                    <a:cubicBezTo>
                      <a:pt x="35" y="37"/>
                      <a:pt x="39" y="35"/>
                      <a:pt x="38" y="33"/>
                    </a:cubicBezTo>
                    <a:cubicBezTo>
                      <a:pt x="38" y="30"/>
                      <a:pt x="34" y="24"/>
                      <a:pt x="34" y="24"/>
                    </a:cubicBezTo>
                    <a:cubicBezTo>
                      <a:pt x="34" y="24"/>
                      <a:pt x="34" y="20"/>
                      <a:pt x="35" y="20"/>
                    </a:cubicBezTo>
                    <a:cubicBezTo>
                      <a:pt x="37" y="21"/>
                      <a:pt x="40" y="21"/>
                      <a:pt x="42" y="22"/>
                    </a:cubicBezTo>
                    <a:cubicBezTo>
                      <a:pt x="44" y="22"/>
                      <a:pt x="49" y="20"/>
                      <a:pt x="48" y="18"/>
                    </a:cubicBezTo>
                    <a:cubicBezTo>
                      <a:pt x="47" y="15"/>
                      <a:pt x="42" y="10"/>
                      <a:pt x="41" y="8"/>
                    </a:cubicBezTo>
                    <a:cubicBezTo>
                      <a:pt x="40" y="6"/>
                      <a:pt x="38" y="4"/>
                      <a:pt x="36"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solidFill>
                    <a:srgbClr val="000000"/>
                  </a:solidFill>
                </a:endParaRPr>
              </a:p>
            </p:txBody>
          </p:sp>
          <p:sp>
            <p:nvSpPr>
              <p:cNvPr id="22" name="îṡlïḋe"/>
              <p:cNvSpPr/>
              <p:nvPr/>
            </p:nvSpPr>
            <p:spPr bwMode="auto">
              <a:xfrm>
                <a:off x="3373438" y="2324100"/>
                <a:ext cx="254000" cy="223838"/>
              </a:xfrm>
              <a:custGeom>
                <a:avLst/>
                <a:gdLst>
                  <a:gd name="T0" fmla="*/ 54 w 77"/>
                  <a:gd name="T1" fmla="*/ 14 h 68"/>
                  <a:gd name="T2" fmla="*/ 47 w 77"/>
                  <a:gd name="T3" fmla="*/ 25 h 68"/>
                  <a:gd name="T4" fmla="*/ 46 w 77"/>
                  <a:gd name="T5" fmla="*/ 25 h 68"/>
                  <a:gd name="T6" fmla="*/ 35 w 77"/>
                  <a:gd name="T7" fmla="*/ 23 h 68"/>
                  <a:gd name="T8" fmla="*/ 27 w 77"/>
                  <a:gd name="T9" fmla="*/ 19 h 68"/>
                  <a:gd name="T10" fmla="*/ 22 w 77"/>
                  <a:gd name="T11" fmla="*/ 22 h 68"/>
                  <a:gd name="T12" fmla="*/ 25 w 77"/>
                  <a:gd name="T13" fmla="*/ 32 h 68"/>
                  <a:gd name="T14" fmla="*/ 34 w 77"/>
                  <a:gd name="T15" fmla="*/ 35 h 68"/>
                  <a:gd name="T16" fmla="*/ 40 w 77"/>
                  <a:gd name="T17" fmla="*/ 34 h 68"/>
                  <a:gd name="T18" fmla="*/ 37 w 77"/>
                  <a:gd name="T19" fmla="*/ 38 h 68"/>
                  <a:gd name="T20" fmla="*/ 25 w 77"/>
                  <a:gd name="T21" fmla="*/ 50 h 68"/>
                  <a:gd name="T22" fmla="*/ 11 w 77"/>
                  <a:gd name="T23" fmla="*/ 57 h 68"/>
                  <a:gd name="T24" fmla="*/ 9 w 77"/>
                  <a:gd name="T25" fmla="*/ 55 h 68"/>
                  <a:gd name="T26" fmla="*/ 3 w 77"/>
                  <a:gd name="T27" fmla="*/ 56 h 68"/>
                  <a:gd name="T28" fmla="*/ 2 w 77"/>
                  <a:gd name="T29" fmla="*/ 64 h 68"/>
                  <a:gd name="T30" fmla="*/ 6 w 77"/>
                  <a:gd name="T31" fmla="*/ 67 h 68"/>
                  <a:gd name="T32" fmla="*/ 19 w 77"/>
                  <a:gd name="T33" fmla="*/ 59 h 68"/>
                  <a:gd name="T34" fmla="*/ 36 w 77"/>
                  <a:gd name="T35" fmla="*/ 49 h 68"/>
                  <a:gd name="T36" fmla="*/ 48 w 77"/>
                  <a:gd name="T37" fmla="*/ 33 h 68"/>
                  <a:gd name="T38" fmla="*/ 63 w 77"/>
                  <a:gd name="T39" fmla="*/ 33 h 68"/>
                  <a:gd name="T40" fmla="*/ 70 w 77"/>
                  <a:gd name="T41" fmla="*/ 34 h 68"/>
                  <a:gd name="T42" fmla="*/ 75 w 77"/>
                  <a:gd name="T43" fmla="*/ 30 h 68"/>
                  <a:gd name="T44" fmla="*/ 68 w 77"/>
                  <a:gd name="T45" fmla="*/ 25 h 68"/>
                  <a:gd name="T46" fmla="*/ 59 w 77"/>
                  <a:gd name="T47" fmla="*/ 26 h 68"/>
                  <a:gd name="T48" fmla="*/ 54 w 77"/>
                  <a:gd name="T49" fmla="*/ 25 h 68"/>
                  <a:gd name="T50" fmla="*/ 57 w 77"/>
                  <a:gd name="T51" fmla="*/ 20 h 68"/>
                  <a:gd name="T52" fmla="*/ 61 w 77"/>
                  <a:gd name="T53" fmla="*/ 16 h 68"/>
                  <a:gd name="T54" fmla="*/ 66 w 77"/>
                  <a:gd name="T55" fmla="*/ 11 h 68"/>
                  <a:gd name="T56" fmla="*/ 65 w 77"/>
                  <a:gd name="T57" fmla="*/ 2 h 68"/>
                  <a:gd name="T58" fmla="*/ 58 w 77"/>
                  <a:gd name="T59" fmla="*/ 4 h 68"/>
                  <a:gd name="T60" fmla="*/ 54 w 77"/>
                  <a:gd name="T61" fmla="*/ 14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68">
                    <a:moveTo>
                      <a:pt x="54" y="14"/>
                    </a:moveTo>
                    <a:cubicBezTo>
                      <a:pt x="54" y="14"/>
                      <a:pt x="50" y="19"/>
                      <a:pt x="47" y="25"/>
                    </a:cubicBezTo>
                    <a:cubicBezTo>
                      <a:pt x="46" y="25"/>
                      <a:pt x="46" y="25"/>
                      <a:pt x="46" y="25"/>
                    </a:cubicBezTo>
                    <a:cubicBezTo>
                      <a:pt x="44" y="25"/>
                      <a:pt x="37" y="25"/>
                      <a:pt x="35" y="23"/>
                    </a:cubicBezTo>
                    <a:cubicBezTo>
                      <a:pt x="32" y="22"/>
                      <a:pt x="28" y="19"/>
                      <a:pt x="27" y="19"/>
                    </a:cubicBezTo>
                    <a:cubicBezTo>
                      <a:pt x="25" y="18"/>
                      <a:pt x="23" y="19"/>
                      <a:pt x="22" y="22"/>
                    </a:cubicBezTo>
                    <a:cubicBezTo>
                      <a:pt x="21" y="25"/>
                      <a:pt x="21" y="28"/>
                      <a:pt x="25" y="32"/>
                    </a:cubicBezTo>
                    <a:cubicBezTo>
                      <a:pt x="29" y="37"/>
                      <a:pt x="30" y="36"/>
                      <a:pt x="34" y="35"/>
                    </a:cubicBezTo>
                    <a:cubicBezTo>
                      <a:pt x="36" y="35"/>
                      <a:pt x="38" y="34"/>
                      <a:pt x="40" y="34"/>
                    </a:cubicBezTo>
                    <a:cubicBezTo>
                      <a:pt x="38" y="36"/>
                      <a:pt x="37" y="38"/>
                      <a:pt x="37" y="38"/>
                    </a:cubicBezTo>
                    <a:cubicBezTo>
                      <a:pt x="35" y="40"/>
                      <a:pt x="29" y="47"/>
                      <a:pt x="25" y="50"/>
                    </a:cubicBezTo>
                    <a:cubicBezTo>
                      <a:pt x="21" y="52"/>
                      <a:pt x="11" y="57"/>
                      <a:pt x="11" y="57"/>
                    </a:cubicBezTo>
                    <a:cubicBezTo>
                      <a:pt x="12" y="58"/>
                      <a:pt x="9" y="58"/>
                      <a:pt x="9" y="55"/>
                    </a:cubicBezTo>
                    <a:cubicBezTo>
                      <a:pt x="8" y="52"/>
                      <a:pt x="6" y="54"/>
                      <a:pt x="3" y="56"/>
                    </a:cubicBezTo>
                    <a:cubicBezTo>
                      <a:pt x="0" y="58"/>
                      <a:pt x="2" y="62"/>
                      <a:pt x="2" y="64"/>
                    </a:cubicBezTo>
                    <a:cubicBezTo>
                      <a:pt x="1" y="66"/>
                      <a:pt x="1" y="68"/>
                      <a:pt x="6" y="67"/>
                    </a:cubicBezTo>
                    <a:cubicBezTo>
                      <a:pt x="10" y="66"/>
                      <a:pt x="14" y="62"/>
                      <a:pt x="19" y="59"/>
                    </a:cubicBezTo>
                    <a:cubicBezTo>
                      <a:pt x="24" y="57"/>
                      <a:pt x="32" y="53"/>
                      <a:pt x="36" y="49"/>
                    </a:cubicBezTo>
                    <a:cubicBezTo>
                      <a:pt x="39" y="46"/>
                      <a:pt x="45" y="38"/>
                      <a:pt x="48" y="33"/>
                    </a:cubicBezTo>
                    <a:cubicBezTo>
                      <a:pt x="53" y="33"/>
                      <a:pt x="61" y="33"/>
                      <a:pt x="63" y="33"/>
                    </a:cubicBezTo>
                    <a:cubicBezTo>
                      <a:pt x="65" y="33"/>
                      <a:pt x="67" y="35"/>
                      <a:pt x="70" y="34"/>
                    </a:cubicBezTo>
                    <a:cubicBezTo>
                      <a:pt x="73" y="34"/>
                      <a:pt x="77" y="33"/>
                      <a:pt x="75" y="30"/>
                    </a:cubicBezTo>
                    <a:cubicBezTo>
                      <a:pt x="73" y="27"/>
                      <a:pt x="71" y="24"/>
                      <a:pt x="68" y="25"/>
                    </a:cubicBezTo>
                    <a:cubicBezTo>
                      <a:pt x="65" y="26"/>
                      <a:pt x="61" y="26"/>
                      <a:pt x="59" y="26"/>
                    </a:cubicBezTo>
                    <a:cubicBezTo>
                      <a:pt x="59" y="26"/>
                      <a:pt x="56" y="26"/>
                      <a:pt x="54" y="25"/>
                    </a:cubicBezTo>
                    <a:cubicBezTo>
                      <a:pt x="55" y="23"/>
                      <a:pt x="57" y="21"/>
                      <a:pt x="57" y="20"/>
                    </a:cubicBezTo>
                    <a:cubicBezTo>
                      <a:pt x="59" y="18"/>
                      <a:pt x="60" y="17"/>
                      <a:pt x="61" y="16"/>
                    </a:cubicBezTo>
                    <a:cubicBezTo>
                      <a:pt x="62" y="16"/>
                      <a:pt x="65" y="14"/>
                      <a:pt x="66" y="11"/>
                    </a:cubicBezTo>
                    <a:cubicBezTo>
                      <a:pt x="67" y="9"/>
                      <a:pt x="66" y="3"/>
                      <a:pt x="65" y="2"/>
                    </a:cubicBezTo>
                    <a:cubicBezTo>
                      <a:pt x="63" y="0"/>
                      <a:pt x="59" y="1"/>
                      <a:pt x="58" y="4"/>
                    </a:cubicBezTo>
                    <a:cubicBezTo>
                      <a:pt x="56" y="7"/>
                      <a:pt x="55" y="14"/>
                      <a:pt x="54" y="1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solidFill>
                    <a:srgbClr val="000000"/>
                  </a:solidFill>
                </a:endParaRPr>
              </a:p>
            </p:txBody>
          </p:sp>
          <p:sp>
            <p:nvSpPr>
              <p:cNvPr id="23" name="í$ḻíde"/>
              <p:cNvSpPr/>
              <p:nvPr/>
            </p:nvSpPr>
            <p:spPr bwMode="auto">
              <a:xfrm>
                <a:off x="2625726" y="2725738"/>
                <a:ext cx="890588" cy="1277938"/>
              </a:xfrm>
              <a:custGeom>
                <a:avLst/>
                <a:gdLst>
                  <a:gd name="T0" fmla="*/ 135 w 270"/>
                  <a:gd name="T1" fmla="*/ 22 h 387"/>
                  <a:gd name="T2" fmla="*/ 131 w 270"/>
                  <a:gd name="T3" fmla="*/ 22 h 387"/>
                  <a:gd name="T4" fmla="*/ 117 w 270"/>
                  <a:gd name="T5" fmla="*/ 6 h 387"/>
                  <a:gd name="T6" fmla="*/ 99 w 270"/>
                  <a:gd name="T7" fmla="*/ 6 h 387"/>
                  <a:gd name="T8" fmla="*/ 85 w 270"/>
                  <a:gd name="T9" fmla="*/ 0 h 387"/>
                  <a:gd name="T10" fmla="*/ 100 w 270"/>
                  <a:gd name="T11" fmla="*/ 20 h 387"/>
                  <a:gd name="T12" fmla="*/ 113 w 270"/>
                  <a:gd name="T13" fmla="*/ 20 h 387"/>
                  <a:gd name="T14" fmla="*/ 126 w 270"/>
                  <a:gd name="T15" fmla="*/ 23 h 387"/>
                  <a:gd name="T16" fmla="*/ 88 w 270"/>
                  <a:gd name="T17" fmla="*/ 45 h 387"/>
                  <a:gd name="T18" fmla="*/ 82 w 270"/>
                  <a:gd name="T19" fmla="*/ 108 h 387"/>
                  <a:gd name="T20" fmla="*/ 60 w 270"/>
                  <a:gd name="T21" fmla="*/ 108 h 387"/>
                  <a:gd name="T22" fmla="*/ 35 w 270"/>
                  <a:gd name="T23" fmla="*/ 142 h 387"/>
                  <a:gd name="T24" fmla="*/ 25 w 270"/>
                  <a:gd name="T25" fmla="*/ 309 h 387"/>
                  <a:gd name="T26" fmla="*/ 0 w 270"/>
                  <a:gd name="T27" fmla="*/ 387 h 387"/>
                  <a:gd name="T28" fmla="*/ 30 w 270"/>
                  <a:gd name="T29" fmla="*/ 387 h 387"/>
                  <a:gd name="T30" fmla="*/ 45 w 270"/>
                  <a:gd name="T31" fmla="*/ 367 h 387"/>
                  <a:gd name="T32" fmla="*/ 37 w 270"/>
                  <a:gd name="T33" fmla="*/ 387 h 387"/>
                  <a:gd name="T34" fmla="*/ 63 w 270"/>
                  <a:gd name="T35" fmla="*/ 387 h 387"/>
                  <a:gd name="T36" fmla="*/ 70 w 270"/>
                  <a:gd name="T37" fmla="*/ 353 h 387"/>
                  <a:gd name="T38" fmla="*/ 78 w 270"/>
                  <a:gd name="T39" fmla="*/ 167 h 387"/>
                  <a:gd name="T40" fmla="*/ 90 w 270"/>
                  <a:gd name="T41" fmla="*/ 151 h 387"/>
                  <a:gd name="T42" fmla="*/ 130 w 270"/>
                  <a:gd name="T43" fmla="*/ 151 h 387"/>
                  <a:gd name="T44" fmla="*/ 130 w 270"/>
                  <a:gd name="T45" fmla="*/ 69 h 387"/>
                  <a:gd name="T46" fmla="*/ 113 w 270"/>
                  <a:gd name="T47" fmla="*/ 48 h 387"/>
                  <a:gd name="T48" fmla="*/ 135 w 270"/>
                  <a:gd name="T49" fmla="*/ 27 h 387"/>
                  <a:gd name="T50" fmla="*/ 156 w 270"/>
                  <a:gd name="T51" fmla="*/ 48 h 387"/>
                  <a:gd name="T52" fmla="*/ 139 w 270"/>
                  <a:gd name="T53" fmla="*/ 69 h 387"/>
                  <a:gd name="T54" fmla="*/ 139 w 270"/>
                  <a:gd name="T55" fmla="*/ 151 h 387"/>
                  <a:gd name="T56" fmla="*/ 180 w 270"/>
                  <a:gd name="T57" fmla="*/ 151 h 387"/>
                  <a:gd name="T58" fmla="*/ 191 w 270"/>
                  <a:gd name="T59" fmla="*/ 167 h 387"/>
                  <a:gd name="T60" fmla="*/ 200 w 270"/>
                  <a:gd name="T61" fmla="*/ 353 h 387"/>
                  <a:gd name="T62" fmla="*/ 207 w 270"/>
                  <a:gd name="T63" fmla="*/ 387 h 387"/>
                  <a:gd name="T64" fmla="*/ 233 w 270"/>
                  <a:gd name="T65" fmla="*/ 387 h 387"/>
                  <a:gd name="T66" fmla="*/ 224 w 270"/>
                  <a:gd name="T67" fmla="*/ 367 h 387"/>
                  <a:gd name="T68" fmla="*/ 239 w 270"/>
                  <a:gd name="T69" fmla="*/ 387 h 387"/>
                  <a:gd name="T70" fmla="*/ 270 w 270"/>
                  <a:gd name="T71" fmla="*/ 387 h 387"/>
                  <a:gd name="T72" fmla="*/ 244 w 270"/>
                  <a:gd name="T73" fmla="*/ 309 h 387"/>
                  <a:gd name="T74" fmla="*/ 235 w 270"/>
                  <a:gd name="T75" fmla="*/ 142 h 387"/>
                  <a:gd name="T76" fmla="*/ 209 w 270"/>
                  <a:gd name="T77" fmla="*/ 108 h 387"/>
                  <a:gd name="T78" fmla="*/ 188 w 270"/>
                  <a:gd name="T79" fmla="*/ 108 h 387"/>
                  <a:gd name="T80" fmla="*/ 182 w 270"/>
                  <a:gd name="T81" fmla="*/ 45 h 387"/>
                  <a:gd name="T82" fmla="*/ 144 w 270"/>
                  <a:gd name="T83" fmla="*/ 23 h 387"/>
                  <a:gd name="T84" fmla="*/ 157 w 270"/>
                  <a:gd name="T85" fmla="*/ 20 h 387"/>
                  <a:gd name="T86" fmla="*/ 170 w 270"/>
                  <a:gd name="T87" fmla="*/ 20 h 387"/>
                  <a:gd name="T88" fmla="*/ 184 w 270"/>
                  <a:gd name="T89" fmla="*/ 0 h 387"/>
                  <a:gd name="T90" fmla="*/ 170 w 270"/>
                  <a:gd name="T91" fmla="*/ 6 h 387"/>
                  <a:gd name="T92" fmla="*/ 153 w 270"/>
                  <a:gd name="T93" fmla="*/ 6 h 387"/>
                  <a:gd name="T94" fmla="*/ 139 w 270"/>
                  <a:gd name="T95" fmla="*/ 22 h 387"/>
                  <a:gd name="T96" fmla="*/ 135 w 270"/>
                  <a:gd name="T97" fmla="*/ 22 h 3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70" h="387">
                    <a:moveTo>
                      <a:pt x="135" y="22"/>
                    </a:moveTo>
                    <a:cubicBezTo>
                      <a:pt x="133" y="22"/>
                      <a:pt x="132" y="22"/>
                      <a:pt x="131" y="22"/>
                    </a:cubicBezTo>
                    <a:cubicBezTo>
                      <a:pt x="130" y="15"/>
                      <a:pt x="126" y="6"/>
                      <a:pt x="117" y="6"/>
                    </a:cubicBezTo>
                    <a:cubicBezTo>
                      <a:pt x="110" y="6"/>
                      <a:pt x="106" y="6"/>
                      <a:pt x="99" y="6"/>
                    </a:cubicBezTo>
                    <a:cubicBezTo>
                      <a:pt x="93" y="6"/>
                      <a:pt x="88" y="4"/>
                      <a:pt x="85" y="0"/>
                    </a:cubicBezTo>
                    <a:cubicBezTo>
                      <a:pt x="87" y="9"/>
                      <a:pt x="90" y="18"/>
                      <a:pt x="100" y="20"/>
                    </a:cubicBezTo>
                    <a:cubicBezTo>
                      <a:pt x="104" y="20"/>
                      <a:pt x="109" y="20"/>
                      <a:pt x="113" y="20"/>
                    </a:cubicBezTo>
                    <a:cubicBezTo>
                      <a:pt x="120" y="20"/>
                      <a:pt x="123" y="21"/>
                      <a:pt x="126" y="23"/>
                    </a:cubicBezTo>
                    <a:cubicBezTo>
                      <a:pt x="109" y="24"/>
                      <a:pt x="93" y="30"/>
                      <a:pt x="88" y="45"/>
                    </a:cubicBezTo>
                    <a:cubicBezTo>
                      <a:pt x="83" y="59"/>
                      <a:pt x="85" y="92"/>
                      <a:pt x="82" y="108"/>
                    </a:cubicBezTo>
                    <a:cubicBezTo>
                      <a:pt x="75" y="108"/>
                      <a:pt x="67" y="108"/>
                      <a:pt x="60" y="108"/>
                    </a:cubicBezTo>
                    <a:cubicBezTo>
                      <a:pt x="42" y="107"/>
                      <a:pt x="36" y="123"/>
                      <a:pt x="35" y="142"/>
                    </a:cubicBezTo>
                    <a:cubicBezTo>
                      <a:pt x="32" y="198"/>
                      <a:pt x="28" y="253"/>
                      <a:pt x="25" y="309"/>
                    </a:cubicBezTo>
                    <a:cubicBezTo>
                      <a:pt x="23" y="352"/>
                      <a:pt x="14" y="372"/>
                      <a:pt x="0" y="387"/>
                    </a:cubicBezTo>
                    <a:cubicBezTo>
                      <a:pt x="10" y="387"/>
                      <a:pt x="20" y="387"/>
                      <a:pt x="30" y="387"/>
                    </a:cubicBezTo>
                    <a:cubicBezTo>
                      <a:pt x="35" y="383"/>
                      <a:pt x="38" y="378"/>
                      <a:pt x="45" y="367"/>
                    </a:cubicBezTo>
                    <a:cubicBezTo>
                      <a:pt x="42" y="377"/>
                      <a:pt x="40" y="382"/>
                      <a:pt x="37" y="387"/>
                    </a:cubicBezTo>
                    <a:cubicBezTo>
                      <a:pt x="46" y="387"/>
                      <a:pt x="54" y="387"/>
                      <a:pt x="63" y="387"/>
                    </a:cubicBezTo>
                    <a:cubicBezTo>
                      <a:pt x="68" y="377"/>
                      <a:pt x="70" y="365"/>
                      <a:pt x="70" y="353"/>
                    </a:cubicBezTo>
                    <a:cubicBezTo>
                      <a:pt x="73" y="291"/>
                      <a:pt x="76" y="229"/>
                      <a:pt x="78" y="167"/>
                    </a:cubicBezTo>
                    <a:cubicBezTo>
                      <a:pt x="79" y="157"/>
                      <a:pt x="82" y="151"/>
                      <a:pt x="90" y="151"/>
                    </a:cubicBezTo>
                    <a:cubicBezTo>
                      <a:pt x="103" y="151"/>
                      <a:pt x="117" y="151"/>
                      <a:pt x="130" y="151"/>
                    </a:cubicBezTo>
                    <a:cubicBezTo>
                      <a:pt x="130" y="124"/>
                      <a:pt x="130" y="96"/>
                      <a:pt x="130" y="69"/>
                    </a:cubicBezTo>
                    <a:cubicBezTo>
                      <a:pt x="121" y="67"/>
                      <a:pt x="113" y="58"/>
                      <a:pt x="113" y="48"/>
                    </a:cubicBezTo>
                    <a:cubicBezTo>
                      <a:pt x="113" y="36"/>
                      <a:pt x="123" y="27"/>
                      <a:pt x="135" y="27"/>
                    </a:cubicBezTo>
                    <a:cubicBezTo>
                      <a:pt x="147" y="27"/>
                      <a:pt x="156" y="36"/>
                      <a:pt x="156" y="48"/>
                    </a:cubicBezTo>
                    <a:cubicBezTo>
                      <a:pt x="156" y="58"/>
                      <a:pt x="149" y="67"/>
                      <a:pt x="139" y="69"/>
                    </a:cubicBezTo>
                    <a:cubicBezTo>
                      <a:pt x="139" y="96"/>
                      <a:pt x="139" y="124"/>
                      <a:pt x="139" y="151"/>
                    </a:cubicBezTo>
                    <a:cubicBezTo>
                      <a:pt x="153" y="151"/>
                      <a:pt x="166" y="151"/>
                      <a:pt x="180" y="151"/>
                    </a:cubicBezTo>
                    <a:cubicBezTo>
                      <a:pt x="188" y="151"/>
                      <a:pt x="191" y="157"/>
                      <a:pt x="191" y="167"/>
                    </a:cubicBezTo>
                    <a:cubicBezTo>
                      <a:pt x="194" y="229"/>
                      <a:pt x="197" y="291"/>
                      <a:pt x="200" y="353"/>
                    </a:cubicBezTo>
                    <a:cubicBezTo>
                      <a:pt x="200" y="365"/>
                      <a:pt x="202" y="377"/>
                      <a:pt x="207" y="387"/>
                    </a:cubicBezTo>
                    <a:cubicBezTo>
                      <a:pt x="215" y="387"/>
                      <a:pt x="224" y="387"/>
                      <a:pt x="233" y="387"/>
                    </a:cubicBezTo>
                    <a:cubicBezTo>
                      <a:pt x="230" y="382"/>
                      <a:pt x="227" y="377"/>
                      <a:pt x="224" y="367"/>
                    </a:cubicBezTo>
                    <a:cubicBezTo>
                      <a:pt x="232" y="378"/>
                      <a:pt x="235" y="383"/>
                      <a:pt x="239" y="387"/>
                    </a:cubicBezTo>
                    <a:cubicBezTo>
                      <a:pt x="249" y="387"/>
                      <a:pt x="260" y="387"/>
                      <a:pt x="270" y="387"/>
                    </a:cubicBezTo>
                    <a:cubicBezTo>
                      <a:pt x="256" y="372"/>
                      <a:pt x="247" y="352"/>
                      <a:pt x="244" y="309"/>
                    </a:cubicBezTo>
                    <a:cubicBezTo>
                      <a:pt x="242" y="253"/>
                      <a:pt x="238" y="198"/>
                      <a:pt x="235" y="142"/>
                    </a:cubicBezTo>
                    <a:cubicBezTo>
                      <a:pt x="234" y="123"/>
                      <a:pt x="228" y="107"/>
                      <a:pt x="209" y="108"/>
                    </a:cubicBezTo>
                    <a:cubicBezTo>
                      <a:pt x="202" y="108"/>
                      <a:pt x="195" y="108"/>
                      <a:pt x="188" y="108"/>
                    </a:cubicBezTo>
                    <a:cubicBezTo>
                      <a:pt x="185" y="92"/>
                      <a:pt x="186" y="59"/>
                      <a:pt x="182" y="45"/>
                    </a:cubicBezTo>
                    <a:cubicBezTo>
                      <a:pt x="176" y="30"/>
                      <a:pt x="161" y="24"/>
                      <a:pt x="144" y="23"/>
                    </a:cubicBezTo>
                    <a:cubicBezTo>
                      <a:pt x="146" y="21"/>
                      <a:pt x="150" y="20"/>
                      <a:pt x="157" y="20"/>
                    </a:cubicBezTo>
                    <a:cubicBezTo>
                      <a:pt x="161" y="20"/>
                      <a:pt x="166" y="20"/>
                      <a:pt x="170" y="20"/>
                    </a:cubicBezTo>
                    <a:cubicBezTo>
                      <a:pt x="180" y="18"/>
                      <a:pt x="183" y="9"/>
                      <a:pt x="184" y="0"/>
                    </a:cubicBezTo>
                    <a:cubicBezTo>
                      <a:pt x="181" y="4"/>
                      <a:pt x="177" y="6"/>
                      <a:pt x="170" y="6"/>
                    </a:cubicBezTo>
                    <a:cubicBezTo>
                      <a:pt x="164" y="6"/>
                      <a:pt x="159" y="6"/>
                      <a:pt x="153" y="6"/>
                    </a:cubicBezTo>
                    <a:cubicBezTo>
                      <a:pt x="144" y="6"/>
                      <a:pt x="140" y="15"/>
                      <a:pt x="139" y="22"/>
                    </a:cubicBezTo>
                    <a:cubicBezTo>
                      <a:pt x="138" y="22"/>
                      <a:pt x="136" y="22"/>
                      <a:pt x="135" y="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solidFill>
                    <a:srgbClr val="000000"/>
                  </a:solidFill>
                </a:endParaRPr>
              </a:p>
            </p:txBody>
          </p:sp>
          <p:sp>
            <p:nvSpPr>
              <p:cNvPr id="24" name="ïŝľîḑê"/>
              <p:cNvSpPr/>
              <p:nvPr/>
            </p:nvSpPr>
            <p:spPr bwMode="auto">
              <a:xfrm>
                <a:off x="1735138" y="2095500"/>
                <a:ext cx="2667000" cy="2670175"/>
              </a:xfrm>
              <a:custGeom>
                <a:avLst/>
                <a:gdLst>
                  <a:gd name="T0" fmla="*/ 404 w 809"/>
                  <a:gd name="T1" fmla="*/ 0 h 809"/>
                  <a:gd name="T2" fmla="*/ 809 w 809"/>
                  <a:gd name="T3" fmla="*/ 404 h 809"/>
                  <a:gd name="T4" fmla="*/ 404 w 809"/>
                  <a:gd name="T5" fmla="*/ 809 h 809"/>
                  <a:gd name="T6" fmla="*/ 0 w 809"/>
                  <a:gd name="T7" fmla="*/ 404 h 809"/>
                  <a:gd name="T8" fmla="*/ 404 w 809"/>
                  <a:gd name="T9" fmla="*/ 0 h 809"/>
                  <a:gd name="T10" fmla="*/ 404 w 809"/>
                  <a:gd name="T11" fmla="*/ 0 h 809"/>
                  <a:gd name="T12" fmla="*/ 404 w 809"/>
                  <a:gd name="T13" fmla="*/ 14 h 809"/>
                  <a:gd name="T14" fmla="*/ 14 w 809"/>
                  <a:gd name="T15" fmla="*/ 404 h 809"/>
                  <a:gd name="T16" fmla="*/ 404 w 809"/>
                  <a:gd name="T17" fmla="*/ 795 h 809"/>
                  <a:gd name="T18" fmla="*/ 795 w 809"/>
                  <a:gd name="T19" fmla="*/ 404 h 809"/>
                  <a:gd name="T20" fmla="*/ 404 w 809"/>
                  <a:gd name="T21" fmla="*/ 14 h 8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09" h="809">
                    <a:moveTo>
                      <a:pt x="404" y="0"/>
                    </a:moveTo>
                    <a:cubicBezTo>
                      <a:pt x="627" y="0"/>
                      <a:pt x="809" y="182"/>
                      <a:pt x="809" y="404"/>
                    </a:cubicBezTo>
                    <a:cubicBezTo>
                      <a:pt x="809" y="627"/>
                      <a:pt x="627" y="809"/>
                      <a:pt x="404" y="809"/>
                    </a:cubicBezTo>
                    <a:cubicBezTo>
                      <a:pt x="181" y="809"/>
                      <a:pt x="0" y="627"/>
                      <a:pt x="0" y="404"/>
                    </a:cubicBezTo>
                    <a:cubicBezTo>
                      <a:pt x="0" y="182"/>
                      <a:pt x="181" y="0"/>
                      <a:pt x="404" y="0"/>
                    </a:cubicBezTo>
                    <a:cubicBezTo>
                      <a:pt x="404" y="0"/>
                      <a:pt x="404" y="0"/>
                      <a:pt x="404" y="0"/>
                    </a:cubicBezTo>
                    <a:close/>
                    <a:moveTo>
                      <a:pt x="404" y="14"/>
                    </a:moveTo>
                    <a:cubicBezTo>
                      <a:pt x="189" y="14"/>
                      <a:pt x="14" y="189"/>
                      <a:pt x="14" y="404"/>
                    </a:cubicBezTo>
                    <a:cubicBezTo>
                      <a:pt x="14" y="619"/>
                      <a:pt x="189" y="795"/>
                      <a:pt x="404" y="795"/>
                    </a:cubicBezTo>
                    <a:cubicBezTo>
                      <a:pt x="619" y="795"/>
                      <a:pt x="795" y="619"/>
                      <a:pt x="795" y="404"/>
                    </a:cubicBezTo>
                    <a:cubicBezTo>
                      <a:pt x="795" y="189"/>
                      <a:pt x="619" y="14"/>
                      <a:pt x="404" y="1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solidFill>
                    <a:srgbClr val="000000"/>
                  </a:solidFill>
                </a:endParaRPr>
              </a:p>
            </p:txBody>
          </p:sp>
          <p:sp>
            <p:nvSpPr>
              <p:cNvPr id="25" name="išlíḑe"/>
              <p:cNvSpPr/>
              <p:nvPr/>
            </p:nvSpPr>
            <p:spPr bwMode="auto">
              <a:xfrm>
                <a:off x="1897063" y="3373438"/>
                <a:ext cx="2333625" cy="1227138"/>
              </a:xfrm>
              <a:custGeom>
                <a:avLst/>
                <a:gdLst>
                  <a:gd name="T0" fmla="*/ 21 w 708"/>
                  <a:gd name="T1" fmla="*/ 23 h 372"/>
                  <a:gd name="T2" fmla="*/ 53 w 708"/>
                  <a:gd name="T3" fmla="*/ 35 h 372"/>
                  <a:gd name="T4" fmla="*/ 51 w 708"/>
                  <a:gd name="T5" fmla="*/ 26 h 372"/>
                  <a:gd name="T6" fmla="*/ 18 w 708"/>
                  <a:gd name="T7" fmla="*/ 47 h 372"/>
                  <a:gd name="T8" fmla="*/ 18 w 708"/>
                  <a:gd name="T9" fmla="*/ 88 h 372"/>
                  <a:gd name="T10" fmla="*/ 48 w 708"/>
                  <a:gd name="T11" fmla="*/ 67 h 372"/>
                  <a:gd name="T12" fmla="*/ 18 w 708"/>
                  <a:gd name="T13" fmla="*/ 88 h 372"/>
                  <a:gd name="T14" fmla="*/ 62 w 708"/>
                  <a:gd name="T15" fmla="*/ 109 h 372"/>
                  <a:gd name="T16" fmla="*/ 64 w 708"/>
                  <a:gd name="T17" fmla="*/ 147 h 372"/>
                  <a:gd name="T18" fmla="*/ 42 w 708"/>
                  <a:gd name="T19" fmla="*/ 155 h 372"/>
                  <a:gd name="T20" fmla="*/ 57 w 708"/>
                  <a:gd name="T21" fmla="*/ 206 h 372"/>
                  <a:gd name="T22" fmla="*/ 116 w 708"/>
                  <a:gd name="T23" fmla="*/ 203 h 372"/>
                  <a:gd name="T24" fmla="*/ 93 w 708"/>
                  <a:gd name="T25" fmla="*/ 174 h 372"/>
                  <a:gd name="T26" fmla="*/ 46 w 708"/>
                  <a:gd name="T27" fmla="*/ 181 h 372"/>
                  <a:gd name="T28" fmla="*/ 129 w 708"/>
                  <a:gd name="T29" fmla="*/ 265 h 372"/>
                  <a:gd name="T30" fmla="*/ 149 w 708"/>
                  <a:gd name="T31" fmla="*/ 251 h 372"/>
                  <a:gd name="T32" fmla="*/ 121 w 708"/>
                  <a:gd name="T33" fmla="*/ 221 h 372"/>
                  <a:gd name="T34" fmla="*/ 111 w 708"/>
                  <a:gd name="T35" fmla="*/ 252 h 372"/>
                  <a:gd name="T36" fmla="*/ 164 w 708"/>
                  <a:gd name="T37" fmla="*/ 295 h 372"/>
                  <a:gd name="T38" fmla="*/ 175 w 708"/>
                  <a:gd name="T39" fmla="*/ 321 h 372"/>
                  <a:gd name="T40" fmla="*/ 132 w 708"/>
                  <a:gd name="T41" fmla="*/ 292 h 372"/>
                  <a:gd name="T42" fmla="*/ 146 w 708"/>
                  <a:gd name="T43" fmla="*/ 291 h 372"/>
                  <a:gd name="T44" fmla="*/ 211 w 708"/>
                  <a:gd name="T45" fmla="*/ 283 h 372"/>
                  <a:gd name="T46" fmla="*/ 260 w 708"/>
                  <a:gd name="T47" fmla="*/ 308 h 372"/>
                  <a:gd name="T48" fmla="*/ 205 w 708"/>
                  <a:gd name="T49" fmla="*/ 335 h 372"/>
                  <a:gd name="T50" fmla="*/ 342 w 708"/>
                  <a:gd name="T51" fmla="*/ 329 h 372"/>
                  <a:gd name="T52" fmla="*/ 344 w 708"/>
                  <a:gd name="T53" fmla="*/ 352 h 372"/>
                  <a:gd name="T54" fmla="*/ 303 w 708"/>
                  <a:gd name="T55" fmla="*/ 320 h 372"/>
                  <a:gd name="T56" fmla="*/ 320 w 708"/>
                  <a:gd name="T57" fmla="*/ 364 h 372"/>
                  <a:gd name="T58" fmla="*/ 360 w 708"/>
                  <a:gd name="T59" fmla="*/ 321 h 372"/>
                  <a:gd name="T60" fmla="*/ 416 w 708"/>
                  <a:gd name="T61" fmla="*/ 315 h 372"/>
                  <a:gd name="T62" fmla="*/ 384 w 708"/>
                  <a:gd name="T63" fmla="*/ 368 h 372"/>
                  <a:gd name="T64" fmla="*/ 464 w 708"/>
                  <a:gd name="T65" fmla="*/ 350 h 372"/>
                  <a:gd name="T66" fmla="*/ 433 w 708"/>
                  <a:gd name="T67" fmla="*/ 313 h 372"/>
                  <a:gd name="T68" fmla="*/ 508 w 708"/>
                  <a:gd name="T69" fmla="*/ 337 h 372"/>
                  <a:gd name="T70" fmla="*/ 500 w 708"/>
                  <a:gd name="T71" fmla="*/ 285 h 372"/>
                  <a:gd name="T72" fmla="*/ 483 w 708"/>
                  <a:gd name="T73" fmla="*/ 294 h 372"/>
                  <a:gd name="T74" fmla="*/ 508 w 708"/>
                  <a:gd name="T75" fmla="*/ 337 h 372"/>
                  <a:gd name="T76" fmla="*/ 515 w 708"/>
                  <a:gd name="T77" fmla="*/ 276 h 372"/>
                  <a:gd name="T78" fmla="*/ 548 w 708"/>
                  <a:gd name="T79" fmla="*/ 279 h 372"/>
                  <a:gd name="T80" fmla="*/ 550 w 708"/>
                  <a:gd name="T81" fmla="*/ 283 h 372"/>
                  <a:gd name="T82" fmla="*/ 547 w 708"/>
                  <a:gd name="T83" fmla="*/ 316 h 372"/>
                  <a:gd name="T84" fmla="*/ 609 w 708"/>
                  <a:gd name="T85" fmla="*/ 250 h 372"/>
                  <a:gd name="T86" fmla="*/ 608 w 708"/>
                  <a:gd name="T87" fmla="*/ 227 h 372"/>
                  <a:gd name="T88" fmla="*/ 573 w 708"/>
                  <a:gd name="T89" fmla="*/ 241 h 372"/>
                  <a:gd name="T90" fmla="*/ 609 w 708"/>
                  <a:gd name="T91" fmla="*/ 250 h 372"/>
                  <a:gd name="T92" fmla="*/ 656 w 708"/>
                  <a:gd name="T93" fmla="*/ 184 h 372"/>
                  <a:gd name="T94" fmla="*/ 613 w 708"/>
                  <a:gd name="T95" fmla="*/ 172 h 372"/>
                  <a:gd name="T96" fmla="*/ 625 w 708"/>
                  <a:gd name="T97" fmla="*/ 165 h 372"/>
                  <a:gd name="T98" fmla="*/ 650 w 708"/>
                  <a:gd name="T99" fmla="*/ 169 h 372"/>
                  <a:gd name="T100" fmla="*/ 651 w 708"/>
                  <a:gd name="T101" fmla="*/ 215 h 372"/>
                  <a:gd name="T102" fmla="*/ 635 w 708"/>
                  <a:gd name="T103" fmla="*/ 139 h 372"/>
                  <a:gd name="T104" fmla="*/ 683 w 708"/>
                  <a:gd name="T105" fmla="*/ 137 h 372"/>
                  <a:gd name="T106" fmla="*/ 655 w 708"/>
                  <a:gd name="T107" fmla="*/ 73 h 372"/>
                  <a:gd name="T108" fmla="*/ 690 w 708"/>
                  <a:gd name="T109" fmla="*/ 98 h 372"/>
                  <a:gd name="T110" fmla="*/ 684 w 708"/>
                  <a:gd name="T111" fmla="*/ 17 h 372"/>
                  <a:gd name="T112" fmla="*/ 698 w 708"/>
                  <a:gd name="T113" fmla="*/ 34 h 372"/>
                  <a:gd name="T114" fmla="*/ 659 w 708"/>
                  <a:gd name="T115" fmla="*/ 29 h 372"/>
                  <a:gd name="T116" fmla="*/ 659 w 708"/>
                  <a:gd name="T117" fmla="*/ 11 h 372"/>
                  <a:gd name="T118" fmla="*/ 663 w 708"/>
                  <a:gd name="T119" fmla="*/ 6 h 3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708" h="372">
                    <a:moveTo>
                      <a:pt x="0" y="6"/>
                    </a:moveTo>
                    <a:cubicBezTo>
                      <a:pt x="19" y="6"/>
                      <a:pt x="19" y="6"/>
                      <a:pt x="19" y="6"/>
                    </a:cubicBezTo>
                    <a:cubicBezTo>
                      <a:pt x="19" y="8"/>
                      <a:pt x="19" y="8"/>
                      <a:pt x="19" y="8"/>
                    </a:cubicBezTo>
                    <a:cubicBezTo>
                      <a:pt x="15" y="9"/>
                      <a:pt x="11" y="11"/>
                      <a:pt x="8" y="14"/>
                    </a:cubicBezTo>
                    <a:cubicBezTo>
                      <a:pt x="5" y="18"/>
                      <a:pt x="4" y="22"/>
                      <a:pt x="4" y="26"/>
                    </a:cubicBezTo>
                    <a:cubicBezTo>
                      <a:pt x="4" y="29"/>
                      <a:pt x="5" y="32"/>
                      <a:pt x="6" y="33"/>
                    </a:cubicBezTo>
                    <a:cubicBezTo>
                      <a:pt x="7" y="35"/>
                      <a:pt x="9" y="36"/>
                      <a:pt x="11" y="36"/>
                    </a:cubicBezTo>
                    <a:cubicBezTo>
                      <a:pt x="14" y="36"/>
                      <a:pt x="18" y="32"/>
                      <a:pt x="21" y="23"/>
                    </a:cubicBezTo>
                    <a:cubicBezTo>
                      <a:pt x="21" y="23"/>
                      <a:pt x="21" y="23"/>
                      <a:pt x="21" y="23"/>
                    </a:cubicBezTo>
                    <a:cubicBezTo>
                      <a:pt x="22" y="22"/>
                      <a:pt x="22" y="22"/>
                      <a:pt x="22" y="21"/>
                    </a:cubicBezTo>
                    <a:cubicBezTo>
                      <a:pt x="25" y="15"/>
                      <a:pt x="27" y="11"/>
                      <a:pt x="30" y="9"/>
                    </a:cubicBezTo>
                    <a:cubicBezTo>
                      <a:pt x="31" y="8"/>
                      <a:pt x="32" y="7"/>
                      <a:pt x="34" y="7"/>
                    </a:cubicBezTo>
                    <a:cubicBezTo>
                      <a:pt x="35" y="6"/>
                      <a:pt x="36" y="6"/>
                      <a:pt x="38" y="6"/>
                    </a:cubicBezTo>
                    <a:cubicBezTo>
                      <a:pt x="43" y="6"/>
                      <a:pt x="47" y="8"/>
                      <a:pt x="50" y="11"/>
                    </a:cubicBezTo>
                    <a:cubicBezTo>
                      <a:pt x="53" y="15"/>
                      <a:pt x="55" y="19"/>
                      <a:pt x="55" y="25"/>
                    </a:cubicBezTo>
                    <a:cubicBezTo>
                      <a:pt x="55" y="28"/>
                      <a:pt x="54" y="31"/>
                      <a:pt x="53" y="35"/>
                    </a:cubicBezTo>
                    <a:cubicBezTo>
                      <a:pt x="52" y="38"/>
                      <a:pt x="51" y="40"/>
                      <a:pt x="51" y="40"/>
                    </a:cubicBezTo>
                    <a:cubicBezTo>
                      <a:pt x="51" y="41"/>
                      <a:pt x="52" y="41"/>
                      <a:pt x="52" y="42"/>
                    </a:cubicBezTo>
                    <a:cubicBezTo>
                      <a:pt x="53" y="42"/>
                      <a:pt x="53" y="42"/>
                      <a:pt x="55" y="42"/>
                    </a:cubicBezTo>
                    <a:cubicBezTo>
                      <a:pt x="55" y="44"/>
                      <a:pt x="55" y="44"/>
                      <a:pt x="55" y="44"/>
                    </a:cubicBezTo>
                    <a:cubicBezTo>
                      <a:pt x="38" y="45"/>
                      <a:pt x="38" y="45"/>
                      <a:pt x="38" y="45"/>
                    </a:cubicBezTo>
                    <a:cubicBezTo>
                      <a:pt x="38" y="43"/>
                      <a:pt x="38" y="43"/>
                      <a:pt x="38" y="43"/>
                    </a:cubicBezTo>
                    <a:cubicBezTo>
                      <a:pt x="42" y="42"/>
                      <a:pt x="45" y="40"/>
                      <a:pt x="48" y="37"/>
                    </a:cubicBezTo>
                    <a:cubicBezTo>
                      <a:pt x="50" y="34"/>
                      <a:pt x="51" y="30"/>
                      <a:pt x="51" y="26"/>
                    </a:cubicBezTo>
                    <a:cubicBezTo>
                      <a:pt x="51" y="24"/>
                      <a:pt x="51" y="22"/>
                      <a:pt x="49" y="20"/>
                    </a:cubicBezTo>
                    <a:cubicBezTo>
                      <a:pt x="48" y="19"/>
                      <a:pt x="47" y="18"/>
                      <a:pt x="45" y="18"/>
                    </a:cubicBezTo>
                    <a:cubicBezTo>
                      <a:pt x="42" y="18"/>
                      <a:pt x="39" y="21"/>
                      <a:pt x="37" y="28"/>
                    </a:cubicBezTo>
                    <a:cubicBezTo>
                      <a:pt x="36" y="29"/>
                      <a:pt x="36" y="29"/>
                      <a:pt x="36" y="29"/>
                    </a:cubicBezTo>
                    <a:cubicBezTo>
                      <a:pt x="34" y="33"/>
                      <a:pt x="33" y="37"/>
                      <a:pt x="32" y="39"/>
                    </a:cubicBezTo>
                    <a:cubicBezTo>
                      <a:pt x="31" y="40"/>
                      <a:pt x="30" y="42"/>
                      <a:pt x="29" y="43"/>
                    </a:cubicBezTo>
                    <a:cubicBezTo>
                      <a:pt x="27" y="44"/>
                      <a:pt x="26" y="45"/>
                      <a:pt x="24" y="46"/>
                    </a:cubicBezTo>
                    <a:cubicBezTo>
                      <a:pt x="22" y="47"/>
                      <a:pt x="20" y="47"/>
                      <a:pt x="18" y="47"/>
                    </a:cubicBezTo>
                    <a:cubicBezTo>
                      <a:pt x="13" y="47"/>
                      <a:pt x="9" y="46"/>
                      <a:pt x="6" y="42"/>
                    </a:cubicBezTo>
                    <a:cubicBezTo>
                      <a:pt x="2" y="38"/>
                      <a:pt x="1" y="34"/>
                      <a:pt x="1" y="28"/>
                    </a:cubicBezTo>
                    <a:cubicBezTo>
                      <a:pt x="1" y="25"/>
                      <a:pt x="1" y="21"/>
                      <a:pt x="2" y="17"/>
                    </a:cubicBezTo>
                    <a:cubicBezTo>
                      <a:pt x="3" y="14"/>
                      <a:pt x="4" y="12"/>
                      <a:pt x="4" y="12"/>
                    </a:cubicBezTo>
                    <a:cubicBezTo>
                      <a:pt x="4" y="11"/>
                      <a:pt x="3" y="10"/>
                      <a:pt x="3" y="9"/>
                    </a:cubicBezTo>
                    <a:cubicBezTo>
                      <a:pt x="2" y="9"/>
                      <a:pt x="1" y="9"/>
                      <a:pt x="0" y="9"/>
                    </a:cubicBezTo>
                    <a:cubicBezTo>
                      <a:pt x="0" y="6"/>
                      <a:pt x="0" y="6"/>
                      <a:pt x="0" y="6"/>
                    </a:cubicBezTo>
                    <a:close/>
                    <a:moveTo>
                      <a:pt x="18" y="88"/>
                    </a:moveTo>
                    <a:cubicBezTo>
                      <a:pt x="16" y="89"/>
                      <a:pt x="14" y="90"/>
                      <a:pt x="13" y="91"/>
                    </a:cubicBezTo>
                    <a:cubicBezTo>
                      <a:pt x="12" y="92"/>
                      <a:pt x="12" y="94"/>
                      <a:pt x="12" y="96"/>
                    </a:cubicBezTo>
                    <a:cubicBezTo>
                      <a:pt x="10" y="96"/>
                      <a:pt x="10" y="96"/>
                      <a:pt x="10" y="96"/>
                    </a:cubicBezTo>
                    <a:cubicBezTo>
                      <a:pt x="5" y="68"/>
                      <a:pt x="5" y="68"/>
                      <a:pt x="5" y="68"/>
                    </a:cubicBezTo>
                    <a:cubicBezTo>
                      <a:pt x="7" y="67"/>
                      <a:pt x="7" y="67"/>
                      <a:pt x="7" y="67"/>
                    </a:cubicBezTo>
                    <a:cubicBezTo>
                      <a:pt x="8" y="70"/>
                      <a:pt x="8" y="71"/>
                      <a:pt x="10" y="72"/>
                    </a:cubicBezTo>
                    <a:cubicBezTo>
                      <a:pt x="11" y="73"/>
                      <a:pt x="13" y="73"/>
                      <a:pt x="16" y="73"/>
                    </a:cubicBezTo>
                    <a:cubicBezTo>
                      <a:pt x="48" y="67"/>
                      <a:pt x="48" y="67"/>
                      <a:pt x="48" y="67"/>
                    </a:cubicBezTo>
                    <a:cubicBezTo>
                      <a:pt x="50" y="66"/>
                      <a:pt x="52" y="66"/>
                      <a:pt x="53" y="64"/>
                    </a:cubicBezTo>
                    <a:cubicBezTo>
                      <a:pt x="54" y="63"/>
                      <a:pt x="54" y="61"/>
                      <a:pt x="54" y="59"/>
                    </a:cubicBezTo>
                    <a:cubicBezTo>
                      <a:pt x="56" y="59"/>
                      <a:pt x="56" y="59"/>
                      <a:pt x="56" y="59"/>
                    </a:cubicBezTo>
                    <a:cubicBezTo>
                      <a:pt x="61" y="88"/>
                      <a:pt x="61" y="88"/>
                      <a:pt x="61" y="88"/>
                    </a:cubicBezTo>
                    <a:cubicBezTo>
                      <a:pt x="59" y="88"/>
                      <a:pt x="59" y="88"/>
                      <a:pt x="59" y="88"/>
                    </a:cubicBezTo>
                    <a:cubicBezTo>
                      <a:pt x="59" y="85"/>
                      <a:pt x="58" y="84"/>
                      <a:pt x="56" y="83"/>
                    </a:cubicBezTo>
                    <a:cubicBezTo>
                      <a:pt x="55" y="82"/>
                      <a:pt x="53" y="82"/>
                      <a:pt x="51" y="83"/>
                    </a:cubicBezTo>
                    <a:cubicBezTo>
                      <a:pt x="18" y="88"/>
                      <a:pt x="18" y="88"/>
                      <a:pt x="18" y="88"/>
                    </a:cubicBezTo>
                    <a:close/>
                    <a:moveTo>
                      <a:pt x="41" y="158"/>
                    </a:moveTo>
                    <a:cubicBezTo>
                      <a:pt x="37" y="157"/>
                      <a:pt x="33" y="155"/>
                      <a:pt x="30" y="152"/>
                    </a:cubicBezTo>
                    <a:cubicBezTo>
                      <a:pt x="27" y="149"/>
                      <a:pt x="24" y="145"/>
                      <a:pt x="23" y="141"/>
                    </a:cubicBezTo>
                    <a:cubicBezTo>
                      <a:pt x="22" y="137"/>
                      <a:pt x="21" y="134"/>
                      <a:pt x="22" y="131"/>
                    </a:cubicBezTo>
                    <a:cubicBezTo>
                      <a:pt x="22" y="128"/>
                      <a:pt x="23" y="125"/>
                      <a:pt x="24" y="122"/>
                    </a:cubicBezTo>
                    <a:cubicBezTo>
                      <a:pt x="26" y="118"/>
                      <a:pt x="28" y="116"/>
                      <a:pt x="31" y="113"/>
                    </a:cubicBezTo>
                    <a:cubicBezTo>
                      <a:pt x="34" y="111"/>
                      <a:pt x="37" y="109"/>
                      <a:pt x="41" y="108"/>
                    </a:cubicBezTo>
                    <a:cubicBezTo>
                      <a:pt x="49" y="105"/>
                      <a:pt x="55" y="106"/>
                      <a:pt x="62" y="109"/>
                    </a:cubicBezTo>
                    <a:cubicBezTo>
                      <a:pt x="68" y="112"/>
                      <a:pt x="72" y="117"/>
                      <a:pt x="75" y="125"/>
                    </a:cubicBezTo>
                    <a:cubicBezTo>
                      <a:pt x="76" y="128"/>
                      <a:pt x="76" y="131"/>
                      <a:pt x="76" y="135"/>
                    </a:cubicBezTo>
                    <a:cubicBezTo>
                      <a:pt x="76" y="138"/>
                      <a:pt x="76" y="140"/>
                      <a:pt x="76" y="140"/>
                    </a:cubicBezTo>
                    <a:cubicBezTo>
                      <a:pt x="76" y="141"/>
                      <a:pt x="77" y="141"/>
                      <a:pt x="77" y="141"/>
                    </a:cubicBezTo>
                    <a:cubicBezTo>
                      <a:pt x="78" y="142"/>
                      <a:pt x="79" y="142"/>
                      <a:pt x="80" y="142"/>
                    </a:cubicBezTo>
                    <a:cubicBezTo>
                      <a:pt x="80" y="144"/>
                      <a:pt x="80" y="144"/>
                      <a:pt x="80" y="144"/>
                    </a:cubicBezTo>
                    <a:cubicBezTo>
                      <a:pt x="65" y="149"/>
                      <a:pt x="65" y="149"/>
                      <a:pt x="65" y="149"/>
                    </a:cubicBezTo>
                    <a:cubicBezTo>
                      <a:pt x="64" y="147"/>
                      <a:pt x="64" y="147"/>
                      <a:pt x="64" y="147"/>
                    </a:cubicBezTo>
                    <a:cubicBezTo>
                      <a:pt x="68" y="145"/>
                      <a:pt x="70" y="142"/>
                      <a:pt x="72" y="139"/>
                    </a:cubicBezTo>
                    <a:cubicBezTo>
                      <a:pt x="73" y="137"/>
                      <a:pt x="73" y="133"/>
                      <a:pt x="72" y="130"/>
                    </a:cubicBezTo>
                    <a:cubicBezTo>
                      <a:pt x="71" y="126"/>
                      <a:pt x="68" y="123"/>
                      <a:pt x="64" y="122"/>
                    </a:cubicBezTo>
                    <a:cubicBezTo>
                      <a:pt x="59" y="121"/>
                      <a:pt x="54" y="122"/>
                      <a:pt x="47" y="124"/>
                    </a:cubicBezTo>
                    <a:cubicBezTo>
                      <a:pt x="40" y="126"/>
                      <a:pt x="34" y="129"/>
                      <a:pt x="31" y="132"/>
                    </a:cubicBezTo>
                    <a:cubicBezTo>
                      <a:pt x="28" y="136"/>
                      <a:pt x="27" y="140"/>
                      <a:pt x="29" y="144"/>
                    </a:cubicBezTo>
                    <a:cubicBezTo>
                      <a:pt x="30" y="146"/>
                      <a:pt x="31" y="149"/>
                      <a:pt x="34" y="151"/>
                    </a:cubicBezTo>
                    <a:cubicBezTo>
                      <a:pt x="36" y="153"/>
                      <a:pt x="39" y="154"/>
                      <a:pt x="42" y="155"/>
                    </a:cubicBezTo>
                    <a:cubicBezTo>
                      <a:pt x="41" y="158"/>
                      <a:pt x="41" y="158"/>
                      <a:pt x="41" y="158"/>
                    </a:cubicBezTo>
                    <a:close/>
                    <a:moveTo>
                      <a:pt x="60" y="193"/>
                    </a:moveTo>
                    <a:cubicBezTo>
                      <a:pt x="73" y="185"/>
                      <a:pt x="73" y="185"/>
                      <a:pt x="73" y="185"/>
                    </a:cubicBezTo>
                    <a:cubicBezTo>
                      <a:pt x="81" y="198"/>
                      <a:pt x="81" y="198"/>
                      <a:pt x="81" y="198"/>
                    </a:cubicBezTo>
                    <a:cubicBezTo>
                      <a:pt x="68" y="207"/>
                      <a:pt x="68" y="207"/>
                      <a:pt x="68" y="207"/>
                    </a:cubicBezTo>
                    <a:cubicBezTo>
                      <a:pt x="66" y="208"/>
                      <a:pt x="64" y="208"/>
                      <a:pt x="63" y="208"/>
                    </a:cubicBezTo>
                    <a:cubicBezTo>
                      <a:pt x="61" y="208"/>
                      <a:pt x="60" y="207"/>
                      <a:pt x="59" y="205"/>
                    </a:cubicBezTo>
                    <a:cubicBezTo>
                      <a:pt x="57" y="206"/>
                      <a:pt x="57" y="206"/>
                      <a:pt x="57" y="206"/>
                    </a:cubicBezTo>
                    <a:cubicBezTo>
                      <a:pt x="72" y="231"/>
                      <a:pt x="72" y="231"/>
                      <a:pt x="72" y="231"/>
                    </a:cubicBezTo>
                    <a:cubicBezTo>
                      <a:pt x="74" y="230"/>
                      <a:pt x="74" y="230"/>
                      <a:pt x="74" y="230"/>
                    </a:cubicBezTo>
                    <a:cubicBezTo>
                      <a:pt x="73" y="228"/>
                      <a:pt x="72" y="226"/>
                      <a:pt x="73" y="224"/>
                    </a:cubicBezTo>
                    <a:cubicBezTo>
                      <a:pt x="73" y="223"/>
                      <a:pt x="75" y="222"/>
                      <a:pt x="77" y="220"/>
                    </a:cubicBezTo>
                    <a:cubicBezTo>
                      <a:pt x="105" y="203"/>
                      <a:pt x="105" y="203"/>
                      <a:pt x="105" y="203"/>
                    </a:cubicBezTo>
                    <a:cubicBezTo>
                      <a:pt x="107" y="201"/>
                      <a:pt x="109" y="201"/>
                      <a:pt x="110" y="201"/>
                    </a:cubicBezTo>
                    <a:cubicBezTo>
                      <a:pt x="112" y="201"/>
                      <a:pt x="113" y="202"/>
                      <a:pt x="114" y="204"/>
                    </a:cubicBezTo>
                    <a:cubicBezTo>
                      <a:pt x="116" y="203"/>
                      <a:pt x="116" y="203"/>
                      <a:pt x="116" y="203"/>
                    </a:cubicBezTo>
                    <a:cubicBezTo>
                      <a:pt x="101" y="179"/>
                      <a:pt x="101" y="179"/>
                      <a:pt x="101" y="179"/>
                    </a:cubicBezTo>
                    <a:cubicBezTo>
                      <a:pt x="99" y="180"/>
                      <a:pt x="99" y="180"/>
                      <a:pt x="99" y="180"/>
                    </a:cubicBezTo>
                    <a:cubicBezTo>
                      <a:pt x="100" y="182"/>
                      <a:pt x="101" y="183"/>
                      <a:pt x="100" y="185"/>
                    </a:cubicBezTo>
                    <a:cubicBezTo>
                      <a:pt x="100" y="186"/>
                      <a:pt x="98" y="188"/>
                      <a:pt x="96" y="189"/>
                    </a:cubicBezTo>
                    <a:cubicBezTo>
                      <a:pt x="85" y="196"/>
                      <a:pt x="85" y="196"/>
                      <a:pt x="85" y="196"/>
                    </a:cubicBezTo>
                    <a:cubicBezTo>
                      <a:pt x="76" y="183"/>
                      <a:pt x="76" y="183"/>
                      <a:pt x="76" y="183"/>
                    </a:cubicBezTo>
                    <a:cubicBezTo>
                      <a:pt x="88" y="176"/>
                      <a:pt x="88" y="176"/>
                      <a:pt x="88" y="176"/>
                    </a:cubicBezTo>
                    <a:cubicBezTo>
                      <a:pt x="90" y="174"/>
                      <a:pt x="92" y="174"/>
                      <a:pt x="93" y="174"/>
                    </a:cubicBezTo>
                    <a:cubicBezTo>
                      <a:pt x="95" y="174"/>
                      <a:pt x="96" y="175"/>
                      <a:pt x="98" y="177"/>
                    </a:cubicBezTo>
                    <a:cubicBezTo>
                      <a:pt x="99" y="176"/>
                      <a:pt x="99" y="176"/>
                      <a:pt x="99" y="176"/>
                    </a:cubicBezTo>
                    <a:cubicBezTo>
                      <a:pt x="84" y="152"/>
                      <a:pt x="84" y="152"/>
                      <a:pt x="84" y="152"/>
                    </a:cubicBezTo>
                    <a:cubicBezTo>
                      <a:pt x="82" y="153"/>
                      <a:pt x="82" y="153"/>
                      <a:pt x="82" y="153"/>
                    </a:cubicBezTo>
                    <a:cubicBezTo>
                      <a:pt x="83" y="155"/>
                      <a:pt x="84" y="157"/>
                      <a:pt x="83" y="158"/>
                    </a:cubicBezTo>
                    <a:cubicBezTo>
                      <a:pt x="83" y="159"/>
                      <a:pt x="82" y="161"/>
                      <a:pt x="79" y="162"/>
                    </a:cubicBezTo>
                    <a:cubicBezTo>
                      <a:pt x="52" y="180"/>
                      <a:pt x="52" y="180"/>
                      <a:pt x="52" y="180"/>
                    </a:cubicBezTo>
                    <a:cubicBezTo>
                      <a:pt x="49" y="181"/>
                      <a:pt x="47" y="182"/>
                      <a:pt x="46" y="181"/>
                    </a:cubicBezTo>
                    <a:cubicBezTo>
                      <a:pt x="44" y="181"/>
                      <a:pt x="43" y="180"/>
                      <a:pt x="42" y="178"/>
                    </a:cubicBezTo>
                    <a:cubicBezTo>
                      <a:pt x="40" y="179"/>
                      <a:pt x="40" y="179"/>
                      <a:pt x="40" y="179"/>
                    </a:cubicBezTo>
                    <a:cubicBezTo>
                      <a:pt x="56" y="204"/>
                      <a:pt x="56" y="204"/>
                      <a:pt x="56" y="204"/>
                    </a:cubicBezTo>
                    <a:cubicBezTo>
                      <a:pt x="57" y="203"/>
                      <a:pt x="57" y="203"/>
                      <a:pt x="57" y="203"/>
                    </a:cubicBezTo>
                    <a:cubicBezTo>
                      <a:pt x="56" y="201"/>
                      <a:pt x="56" y="199"/>
                      <a:pt x="56" y="197"/>
                    </a:cubicBezTo>
                    <a:cubicBezTo>
                      <a:pt x="56" y="196"/>
                      <a:pt x="58" y="195"/>
                      <a:pt x="60" y="193"/>
                    </a:cubicBezTo>
                    <a:cubicBezTo>
                      <a:pt x="60" y="193"/>
                      <a:pt x="60" y="193"/>
                      <a:pt x="60" y="193"/>
                    </a:cubicBezTo>
                    <a:close/>
                    <a:moveTo>
                      <a:pt x="129" y="265"/>
                    </a:moveTo>
                    <a:cubicBezTo>
                      <a:pt x="146" y="249"/>
                      <a:pt x="146" y="249"/>
                      <a:pt x="146" y="249"/>
                    </a:cubicBezTo>
                    <a:cubicBezTo>
                      <a:pt x="148" y="247"/>
                      <a:pt x="149" y="245"/>
                      <a:pt x="149" y="244"/>
                    </a:cubicBezTo>
                    <a:cubicBezTo>
                      <a:pt x="150" y="242"/>
                      <a:pt x="149" y="241"/>
                      <a:pt x="147" y="239"/>
                    </a:cubicBezTo>
                    <a:cubicBezTo>
                      <a:pt x="149" y="238"/>
                      <a:pt x="149" y="238"/>
                      <a:pt x="149" y="238"/>
                    </a:cubicBezTo>
                    <a:cubicBezTo>
                      <a:pt x="160" y="250"/>
                      <a:pt x="160" y="250"/>
                      <a:pt x="160" y="250"/>
                    </a:cubicBezTo>
                    <a:cubicBezTo>
                      <a:pt x="159" y="251"/>
                      <a:pt x="159" y="251"/>
                      <a:pt x="159" y="251"/>
                    </a:cubicBezTo>
                    <a:cubicBezTo>
                      <a:pt x="157" y="249"/>
                      <a:pt x="155" y="248"/>
                      <a:pt x="154" y="248"/>
                    </a:cubicBezTo>
                    <a:cubicBezTo>
                      <a:pt x="152" y="248"/>
                      <a:pt x="151" y="249"/>
                      <a:pt x="149" y="251"/>
                    </a:cubicBezTo>
                    <a:cubicBezTo>
                      <a:pt x="132" y="267"/>
                      <a:pt x="132" y="267"/>
                      <a:pt x="132" y="267"/>
                    </a:cubicBezTo>
                    <a:cubicBezTo>
                      <a:pt x="129" y="270"/>
                      <a:pt x="127" y="271"/>
                      <a:pt x="125" y="272"/>
                    </a:cubicBezTo>
                    <a:cubicBezTo>
                      <a:pt x="123" y="273"/>
                      <a:pt x="121" y="274"/>
                      <a:pt x="119" y="274"/>
                    </a:cubicBezTo>
                    <a:cubicBezTo>
                      <a:pt x="116" y="274"/>
                      <a:pt x="114" y="273"/>
                      <a:pt x="111" y="272"/>
                    </a:cubicBezTo>
                    <a:cubicBezTo>
                      <a:pt x="108" y="270"/>
                      <a:pt x="105" y="268"/>
                      <a:pt x="103" y="265"/>
                    </a:cubicBezTo>
                    <a:cubicBezTo>
                      <a:pt x="98" y="260"/>
                      <a:pt x="96" y="256"/>
                      <a:pt x="96" y="251"/>
                    </a:cubicBezTo>
                    <a:cubicBezTo>
                      <a:pt x="96" y="246"/>
                      <a:pt x="98" y="242"/>
                      <a:pt x="103" y="238"/>
                    </a:cubicBezTo>
                    <a:cubicBezTo>
                      <a:pt x="121" y="221"/>
                      <a:pt x="121" y="221"/>
                      <a:pt x="121" y="221"/>
                    </a:cubicBezTo>
                    <a:cubicBezTo>
                      <a:pt x="122" y="219"/>
                      <a:pt x="123" y="217"/>
                      <a:pt x="124" y="216"/>
                    </a:cubicBezTo>
                    <a:cubicBezTo>
                      <a:pt x="124" y="215"/>
                      <a:pt x="123" y="213"/>
                      <a:pt x="121" y="211"/>
                    </a:cubicBezTo>
                    <a:cubicBezTo>
                      <a:pt x="123" y="210"/>
                      <a:pt x="123" y="210"/>
                      <a:pt x="123" y="210"/>
                    </a:cubicBezTo>
                    <a:cubicBezTo>
                      <a:pt x="143" y="231"/>
                      <a:pt x="143" y="231"/>
                      <a:pt x="143" y="231"/>
                    </a:cubicBezTo>
                    <a:cubicBezTo>
                      <a:pt x="141" y="232"/>
                      <a:pt x="141" y="232"/>
                      <a:pt x="141" y="232"/>
                    </a:cubicBezTo>
                    <a:cubicBezTo>
                      <a:pt x="140" y="231"/>
                      <a:pt x="138" y="230"/>
                      <a:pt x="137" y="230"/>
                    </a:cubicBezTo>
                    <a:cubicBezTo>
                      <a:pt x="135" y="230"/>
                      <a:pt x="133" y="231"/>
                      <a:pt x="131" y="233"/>
                    </a:cubicBezTo>
                    <a:cubicBezTo>
                      <a:pt x="111" y="252"/>
                      <a:pt x="111" y="252"/>
                      <a:pt x="111" y="252"/>
                    </a:cubicBezTo>
                    <a:cubicBezTo>
                      <a:pt x="108" y="254"/>
                      <a:pt x="106" y="257"/>
                      <a:pt x="106" y="259"/>
                    </a:cubicBezTo>
                    <a:cubicBezTo>
                      <a:pt x="106" y="262"/>
                      <a:pt x="107" y="264"/>
                      <a:pt x="109" y="267"/>
                    </a:cubicBezTo>
                    <a:cubicBezTo>
                      <a:pt x="112" y="270"/>
                      <a:pt x="115" y="271"/>
                      <a:pt x="118" y="271"/>
                    </a:cubicBezTo>
                    <a:cubicBezTo>
                      <a:pt x="122" y="270"/>
                      <a:pt x="125" y="268"/>
                      <a:pt x="129" y="265"/>
                    </a:cubicBezTo>
                    <a:cubicBezTo>
                      <a:pt x="129" y="265"/>
                      <a:pt x="129" y="265"/>
                      <a:pt x="129" y="265"/>
                    </a:cubicBezTo>
                    <a:close/>
                    <a:moveTo>
                      <a:pt x="146" y="291"/>
                    </a:moveTo>
                    <a:cubicBezTo>
                      <a:pt x="153" y="287"/>
                      <a:pt x="153" y="287"/>
                      <a:pt x="153" y="287"/>
                    </a:cubicBezTo>
                    <a:cubicBezTo>
                      <a:pt x="164" y="295"/>
                      <a:pt x="164" y="295"/>
                      <a:pt x="164" y="295"/>
                    </a:cubicBezTo>
                    <a:cubicBezTo>
                      <a:pt x="161" y="304"/>
                      <a:pt x="161" y="304"/>
                      <a:pt x="161" y="304"/>
                    </a:cubicBezTo>
                    <a:cubicBezTo>
                      <a:pt x="161" y="305"/>
                      <a:pt x="161" y="305"/>
                      <a:pt x="160" y="305"/>
                    </a:cubicBezTo>
                    <a:cubicBezTo>
                      <a:pt x="160" y="306"/>
                      <a:pt x="160" y="306"/>
                      <a:pt x="160" y="306"/>
                    </a:cubicBezTo>
                    <a:cubicBezTo>
                      <a:pt x="159" y="307"/>
                      <a:pt x="158" y="308"/>
                      <a:pt x="158" y="308"/>
                    </a:cubicBezTo>
                    <a:cubicBezTo>
                      <a:pt x="157" y="307"/>
                      <a:pt x="155" y="307"/>
                      <a:pt x="153" y="305"/>
                    </a:cubicBezTo>
                    <a:cubicBezTo>
                      <a:pt x="152" y="307"/>
                      <a:pt x="152" y="307"/>
                      <a:pt x="152" y="307"/>
                    </a:cubicBezTo>
                    <a:cubicBezTo>
                      <a:pt x="174" y="322"/>
                      <a:pt x="174" y="322"/>
                      <a:pt x="174" y="322"/>
                    </a:cubicBezTo>
                    <a:cubicBezTo>
                      <a:pt x="175" y="321"/>
                      <a:pt x="175" y="321"/>
                      <a:pt x="175" y="321"/>
                    </a:cubicBezTo>
                    <a:cubicBezTo>
                      <a:pt x="174" y="320"/>
                      <a:pt x="174" y="320"/>
                      <a:pt x="173" y="319"/>
                    </a:cubicBezTo>
                    <a:cubicBezTo>
                      <a:pt x="173" y="318"/>
                      <a:pt x="173" y="316"/>
                      <a:pt x="174" y="315"/>
                    </a:cubicBezTo>
                    <a:cubicBezTo>
                      <a:pt x="186" y="268"/>
                      <a:pt x="186" y="268"/>
                      <a:pt x="186" y="268"/>
                    </a:cubicBezTo>
                    <a:cubicBezTo>
                      <a:pt x="181" y="264"/>
                      <a:pt x="181" y="264"/>
                      <a:pt x="181" y="264"/>
                    </a:cubicBezTo>
                    <a:cubicBezTo>
                      <a:pt x="141" y="290"/>
                      <a:pt x="141" y="290"/>
                      <a:pt x="141" y="290"/>
                    </a:cubicBezTo>
                    <a:cubicBezTo>
                      <a:pt x="139" y="291"/>
                      <a:pt x="138" y="291"/>
                      <a:pt x="137" y="292"/>
                    </a:cubicBezTo>
                    <a:cubicBezTo>
                      <a:pt x="135" y="292"/>
                      <a:pt x="134" y="291"/>
                      <a:pt x="133" y="291"/>
                    </a:cubicBezTo>
                    <a:cubicBezTo>
                      <a:pt x="132" y="292"/>
                      <a:pt x="132" y="292"/>
                      <a:pt x="132" y="292"/>
                    </a:cubicBezTo>
                    <a:cubicBezTo>
                      <a:pt x="145" y="301"/>
                      <a:pt x="145" y="301"/>
                      <a:pt x="145" y="301"/>
                    </a:cubicBezTo>
                    <a:cubicBezTo>
                      <a:pt x="146" y="300"/>
                      <a:pt x="146" y="300"/>
                      <a:pt x="146" y="300"/>
                    </a:cubicBezTo>
                    <a:cubicBezTo>
                      <a:pt x="145" y="299"/>
                      <a:pt x="145" y="299"/>
                      <a:pt x="145" y="299"/>
                    </a:cubicBezTo>
                    <a:cubicBezTo>
                      <a:pt x="144" y="298"/>
                      <a:pt x="143" y="297"/>
                      <a:pt x="143" y="296"/>
                    </a:cubicBezTo>
                    <a:cubicBezTo>
                      <a:pt x="142" y="295"/>
                      <a:pt x="143" y="294"/>
                      <a:pt x="143" y="293"/>
                    </a:cubicBezTo>
                    <a:cubicBezTo>
                      <a:pt x="144" y="293"/>
                      <a:pt x="144" y="293"/>
                      <a:pt x="144" y="292"/>
                    </a:cubicBezTo>
                    <a:cubicBezTo>
                      <a:pt x="145" y="292"/>
                      <a:pt x="145" y="292"/>
                      <a:pt x="146" y="291"/>
                    </a:cubicBezTo>
                    <a:cubicBezTo>
                      <a:pt x="146" y="291"/>
                      <a:pt x="146" y="291"/>
                      <a:pt x="146" y="291"/>
                    </a:cubicBezTo>
                    <a:close/>
                    <a:moveTo>
                      <a:pt x="156" y="285"/>
                    </a:moveTo>
                    <a:cubicBezTo>
                      <a:pt x="169" y="276"/>
                      <a:pt x="169" y="276"/>
                      <a:pt x="169" y="276"/>
                    </a:cubicBezTo>
                    <a:cubicBezTo>
                      <a:pt x="164" y="291"/>
                      <a:pt x="164" y="291"/>
                      <a:pt x="164" y="291"/>
                    </a:cubicBezTo>
                    <a:cubicBezTo>
                      <a:pt x="156" y="285"/>
                      <a:pt x="156" y="285"/>
                      <a:pt x="156" y="285"/>
                    </a:cubicBezTo>
                    <a:close/>
                    <a:moveTo>
                      <a:pt x="213" y="294"/>
                    </a:moveTo>
                    <a:cubicBezTo>
                      <a:pt x="214" y="292"/>
                      <a:pt x="214" y="290"/>
                      <a:pt x="214" y="288"/>
                    </a:cubicBezTo>
                    <a:cubicBezTo>
                      <a:pt x="213" y="287"/>
                      <a:pt x="212" y="286"/>
                      <a:pt x="210" y="285"/>
                    </a:cubicBezTo>
                    <a:cubicBezTo>
                      <a:pt x="211" y="283"/>
                      <a:pt x="211" y="283"/>
                      <a:pt x="211" y="283"/>
                    </a:cubicBezTo>
                    <a:cubicBezTo>
                      <a:pt x="230" y="292"/>
                      <a:pt x="230" y="292"/>
                      <a:pt x="230" y="292"/>
                    </a:cubicBezTo>
                    <a:cubicBezTo>
                      <a:pt x="239" y="329"/>
                      <a:pt x="239" y="329"/>
                      <a:pt x="239" y="329"/>
                    </a:cubicBezTo>
                    <a:cubicBezTo>
                      <a:pt x="248" y="311"/>
                      <a:pt x="248" y="311"/>
                      <a:pt x="248" y="311"/>
                    </a:cubicBezTo>
                    <a:cubicBezTo>
                      <a:pt x="249" y="308"/>
                      <a:pt x="250" y="306"/>
                      <a:pt x="249" y="305"/>
                    </a:cubicBezTo>
                    <a:cubicBezTo>
                      <a:pt x="249" y="304"/>
                      <a:pt x="248" y="302"/>
                      <a:pt x="245" y="301"/>
                    </a:cubicBezTo>
                    <a:cubicBezTo>
                      <a:pt x="246" y="299"/>
                      <a:pt x="246" y="299"/>
                      <a:pt x="246" y="299"/>
                    </a:cubicBezTo>
                    <a:cubicBezTo>
                      <a:pt x="261" y="306"/>
                      <a:pt x="261" y="306"/>
                      <a:pt x="261" y="306"/>
                    </a:cubicBezTo>
                    <a:cubicBezTo>
                      <a:pt x="260" y="308"/>
                      <a:pt x="260" y="308"/>
                      <a:pt x="260" y="308"/>
                    </a:cubicBezTo>
                    <a:cubicBezTo>
                      <a:pt x="258" y="307"/>
                      <a:pt x="256" y="307"/>
                      <a:pt x="255" y="308"/>
                    </a:cubicBezTo>
                    <a:cubicBezTo>
                      <a:pt x="254" y="308"/>
                      <a:pt x="252" y="310"/>
                      <a:pt x="251" y="312"/>
                    </a:cubicBezTo>
                    <a:cubicBezTo>
                      <a:pt x="234" y="350"/>
                      <a:pt x="234" y="350"/>
                      <a:pt x="234" y="350"/>
                    </a:cubicBezTo>
                    <a:cubicBezTo>
                      <a:pt x="228" y="348"/>
                      <a:pt x="228" y="348"/>
                      <a:pt x="228" y="348"/>
                    </a:cubicBezTo>
                    <a:cubicBezTo>
                      <a:pt x="215" y="297"/>
                      <a:pt x="215" y="297"/>
                      <a:pt x="215" y="297"/>
                    </a:cubicBezTo>
                    <a:cubicBezTo>
                      <a:pt x="202" y="325"/>
                      <a:pt x="202" y="325"/>
                      <a:pt x="202" y="325"/>
                    </a:cubicBezTo>
                    <a:cubicBezTo>
                      <a:pt x="201" y="328"/>
                      <a:pt x="200" y="330"/>
                      <a:pt x="201" y="331"/>
                    </a:cubicBezTo>
                    <a:cubicBezTo>
                      <a:pt x="201" y="332"/>
                      <a:pt x="203" y="334"/>
                      <a:pt x="205" y="335"/>
                    </a:cubicBezTo>
                    <a:cubicBezTo>
                      <a:pt x="204" y="337"/>
                      <a:pt x="204" y="337"/>
                      <a:pt x="204" y="337"/>
                    </a:cubicBezTo>
                    <a:cubicBezTo>
                      <a:pt x="189" y="329"/>
                      <a:pt x="189" y="329"/>
                      <a:pt x="189" y="329"/>
                    </a:cubicBezTo>
                    <a:cubicBezTo>
                      <a:pt x="190" y="328"/>
                      <a:pt x="190" y="328"/>
                      <a:pt x="190" y="328"/>
                    </a:cubicBezTo>
                    <a:cubicBezTo>
                      <a:pt x="192" y="329"/>
                      <a:pt x="194" y="329"/>
                      <a:pt x="195" y="328"/>
                    </a:cubicBezTo>
                    <a:cubicBezTo>
                      <a:pt x="196" y="328"/>
                      <a:pt x="198" y="326"/>
                      <a:pt x="199" y="324"/>
                    </a:cubicBezTo>
                    <a:cubicBezTo>
                      <a:pt x="213" y="294"/>
                      <a:pt x="213" y="294"/>
                      <a:pt x="213" y="294"/>
                    </a:cubicBezTo>
                    <a:close/>
                    <a:moveTo>
                      <a:pt x="340" y="352"/>
                    </a:moveTo>
                    <a:cubicBezTo>
                      <a:pt x="342" y="329"/>
                      <a:pt x="342" y="329"/>
                      <a:pt x="342" y="329"/>
                    </a:cubicBezTo>
                    <a:cubicBezTo>
                      <a:pt x="342" y="326"/>
                      <a:pt x="342" y="324"/>
                      <a:pt x="341" y="323"/>
                    </a:cubicBezTo>
                    <a:cubicBezTo>
                      <a:pt x="340" y="322"/>
                      <a:pt x="339" y="321"/>
                      <a:pt x="336" y="321"/>
                    </a:cubicBezTo>
                    <a:cubicBezTo>
                      <a:pt x="337" y="319"/>
                      <a:pt x="337" y="319"/>
                      <a:pt x="337" y="319"/>
                    </a:cubicBezTo>
                    <a:cubicBezTo>
                      <a:pt x="353" y="320"/>
                      <a:pt x="353" y="320"/>
                      <a:pt x="353" y="320"/>
                    </a:cubicBezTo>
                    <a:cubicBezTo>
                      <a:pt x="353" y="322"/>
                      <a:pt x="353" y="322"/>
                      <a:pt x="353" y="322"/>
                    </a:cubicBezTo>
                    <a:cubicBezTo>
                      <a:pt x="351" y="322"/>
                      <a:pt x="349" y="323"/>
                      <a:pt x="348" y="324"/>
                    </a:cubicBezTo>
                    <a:cubicBezTo>
                      <a:pt x="347" y="325"/>
                      <a:pt x="346" y="327"/>
                      <a:pt x="346" y="329"/>
                    </a:cubicBezTo>
                    <a:cubicBezTo>
                      <a:pt x="344" y="352"/>
                      <a:pt x="344" y="352"/>
                      <a:pt x="344" y="352"/>
                    </a:cubicBezTo>
                    <a:cubicBezTo>
                      <a:pt x="343" y="356"/>
                      <a:pt x="343" y="359"/>
                      <a:pt x="342" y="361"/>
                    </a:cubicBezTo>
                    <a:cubicBezTo>
                      <a:pt x="341" y="363"/>
                      <a:pt x="340" y="364"/>
                      <a:pt x="339" y="366"/>
                    </a:cubicBezTo>
                    <a:cubicBezTo>
                      <a:pt x="337" y="368"/>
                      <a:pt x="334" y="369"/>
                      <a:pt x="331" y="370"/>
                    </a:cubicBezTo>
                    <a:cubicBezTo>
                      <a:pt x="328" y="371"/>
                      <a:pt x="325" y="371"/>
                      <a:pt x="321" y="371"/>
                    </a:cubicBezTo>
                    <a:cubicBezTo>
                      <a:pt x="314" y="370"/>
                      <a:pt x="309" y="368"/>
                      <a:pt x="306" y="365"/>
                    </a:cubicBezTo>
                    <a:cubicBezTo>
                      <a:pt x="303" y="361"/>
                      <a:pt x="302" y="356"/>
                      <a:pt x="302" y="350"/>
                    </a:cubicBezTo>
                    <a:cubicBezTo>
                      <a:pt x="304" y="326"/>
                      <a:pt x="304" y="326"/>
                      <a:pt x="304" y="326"/>
                    </a:cubicBezTo>
                    <a:cubicBezTo>
                      <a:pt x="305" y="323"/>
                      <a:pt x="304" y="321"/>
                      <a:pt x="303" y="320"/>
                    </a:cubicBezTo>
                    <a:cubicBezTo>
                      <a:pt x="303" y="319"/>
                      <a:pt x="301" y="318"/>
                      <a:pt x="299" y="318"/>
                    </a:cubicBezTo>
                    <a:cubicBezTo>
                      <a:pt x="299" y="316"/>
                      <a:pt x="299" y="316"/>
                      <a:pt x="299" y="316"/>
                    </a:cubicBezTo>
                    <a:cubicBezTo>
                      <a:pt x="328" y="318"/>
                      <a:pt x="328" y="318"/>
                      <a:pt x="328" y="318"/>
                    </a:cubicBezTo>
                    <a:cubicBezTo>
                      <a:pt x="328" y="320"/>
                      <a:pt x="328" y="320"/>
                      <a:pt x="328" y="320"/>
                    </a:cubicBezTo>
                    <a:cubicBezTo>
                      <a:pt x="325" y="320"/>
                      <a:pt x="323" y="321"/>
                      <a:pt x="322" y="322"/>
                    </a:cubicBezTo>
                    <a:cubicBezTo>
                      <a:pt x="321" y="323"/>
                      <a:pt x="321" y="324"/>
                      <a:pt x="320" y="327"/>
                    </a:cubicBezTo>
                    <a:cubicBezTo>
                      <a:pt x="318" y="355"/>
                      <a:pt x="318" y="355"/>
                      <a:pt x="318" y="355"/>
                    </a:cubicBezTo>
                    <a:cubicBezTo>
                      <a:pt x="318" y="359"/>
                      <a:pt x="318" y="362"/>
                      <a:pt x="320" y="364"/>
                    </a:cubicBezTo>
                    <a:cubicBezTo>
                      <a:pt x="321" y="366"/>
                      <a:pt x="323" y="367"/>
                      <a:pt x="327" y="367"/>
                    </a:cubicBezTo>
                    <a:cubicBezTo>
                      <a:pt x="331" y="367"/>
                      <a:pt x="334" y="366"/>
                      <a:pt x="336" y="364"/>
                    </a:cubicBezTo>
                    <a:cubicBezTo>
                      <a:pt x="338" y="361"/>
                      <a:pt x="340" y="358"/>
                      <a:pt x="340" y="352"/>
                    </a:cubicBezTo>
                    <a:cubicBezTo>
                      <a:pt x="340" y="352"/>
                      <a:pt x="340" y="352"/>
                      <a:pt x="340" y="352"/>
                    </a:cubicBezTo>
                    <a:close/>
                    <a:moveTo>
                      <a:pt x="368" y="329"/>
                    </a:moveTo>
                    <a:cubicBezTo>
                      <a:pt x="368" y="327"/>
                      <a:pt x="367" y="325"/>
                      <a:pt x="366" y="324"/>
                    </a:cubicBezTo>
                    <a:cubicBezTo>
                      <a:pt x="365" y="323"/>
                      <a:pt x="363" y="323"/>
                      <a:pt x="361" y="323"/>
                    </a:cubicBezTo>
                    <a:cubicBezTo>
                      <a:pt x="360" y="321"/>
                      <a:pt x="360" y="321"/>
                      <a:pt x="360" y="321"/>
                    </a:cubicBezTo>
                    <a:cubicBezTo>
                      <a:pt x="382" y="318"/>
                      <a:pt x="382" y="318"/>
                      <a:pt x="382" y="318"/>
                    </a:cubicBezTo>
                    <a:cubicBezTo>
                      <a:pt x="410" y="344"/>
                      <a:pt x="410" y="344"/>
                      <a:pt x="410" y="344"/>
                    </a:cubicBezTo>
                    <a:cubicBezTo>
                      <a:pt x="407" y="324"/>
                      <a:pt x="407" y="324"/>
                      <a:pt x="407" y="324"/>
                    </a:cubicBezTo>
                    <a:cubicBezTo>
                      <a:pt x="407" y="321"/>
                      <a:pt x="406" y="320"/>
                      <a:pt x="405" y="319"/>
                    </a:cubicBezTo>
                    <a:cubicBezTo>
                      <a:pt x="404" y="318"/>
                      <a:pt x="402" y="317"/>
                      <a:pt x="400" y="317"/>
                    </a:cubicBezTo>
                    <a:cubicBezTo>
                      <a:pt x="399" y="316"/>
                      <a:pt x="399" y="316"/>
                      <a:pt x="399" y="316"/>
                    </a:cubicBezTo>
                    <a:cubicBezTo>
                      <a:pt x="416" y="313"/>
                      <a:pt x="416" y="313"/>
                      <a:pt x="416" y="313"/>
                    </a:cubicBezTo>
                    <a:cubicBezTo>
                      <a:pt x="416" y="315"/>
                      <a:pt x="416" y="315"/>
                      <a:pt x="416" y="315"/>
                    </a:cubicBezTo>
                    <a:cubicBezTo>
                      <a:pt x="414" y="316"/>
                      <a:pt x="412" y="316"/>
                      <a:pt x="411" y="318"/>
                    </a:cubicBezTo>
                    <a:cubicBezTo>
                      <a:pt x="410" y="319"/>
                      <a:pt x="410" y="321"/>
                      <a:pt x="411" y="323"/>
                    </a:cubicBezTo>
                    <a:cubicBezTo>
                      <a:pt x="416" y="365"/>
                      <a:pt x="416" y="365"/>
                      <a:pt x="416" y="365"/>
                    </a:cubicBezTo>
                    <a:cubicBezTo>
                      <a:pt x="411" y="366"/>
                      <a:pt x="411" y="366"/>
                      <a:pt x="411" y="366"/>
                    </a:cubicBezTo>
                    <a:cubicBezTo>
                      <a:pt x="372" y="330"/>
                      <a:pt x="372" y="330"/>
                      <a:pt x="372" y="330"/>
                    </a:cubicBezTo>
                    <a:cubicBezTo>
                      <a:pt x="376" y="361"/>
                      <a:pt x="376" y="361"/>
                      <a:pt x="376" y="361"/>
                    </a:cubicBezTo>
                    <a:cubicBezTo>
                      <a:pt x="377" y="364"/>
                      <a:pt x="377" y="366"/>
                      <a:pt x="379" y="367"/>
                    </a:cubicBezTo>
                    <a:cubicBezTo>
                      <a:pt x="380" y="368"/>
                      <a:pt x="381" y="368"/>
                      <a:pt x="384" y="368"/>
                    </a:cubicBezTo>
                    <a:cubicBezTo>
                      <a:pt x="384" y="370"/>
                      <a:pt x="384" y="370"/>
                      <a:pt x="384" y="370"/>
                    </a:cubicBezTo>
                    <a:cubicBezTo>
                      <a:pt x="368" y="372"/>
                      <a:pt x="368" y="372"/>
                      <a:pt x="368" y="372"/>
                    </a:cubicBezTo>
                    <a:cubicBezTo>
                      <a:pt x="367" y="370"/>
                      <a:pt x="367" y="370"/>
                      <a:pt x="367" y="370"/>
                    </a:cubicBezTo>
                    <a:cubicBezTo>
                      <a:pt x="370" y="370"/>
                      <a:pt x="371" y="369"/>
                      <a:pt x="372" y="368"/>
                    </a:cubicBezTo>
                    <a:cubicBezTo>
                      <a:pt x="373" y="366"/>
                      <a:pt x="373" y="364"/>
                      <a:pt x="373" y="362"/>
                    </a:cubicBezTo>
                    <a:cubicBezTo>
                      <a:pt x="368" y="329"/>
                      <a:pt x="368" y="329"/>
                      <a:pt x="368" y="329"/>
                    </a:cubicBezTo>
                    <a:close/>
                    <a:moveTo>
                      <a:pt x="461" y="345"/>
                    </a:moveTo>
                    <a:cubicBezTo>
                      <a:pt x="462" y="348"/>
                      <a:pt x="463" y="349"/>
                      <a:pt x="464" y="350"/>
                    </a:cubicBezTo>
                    <a:cubicBezTo>
                      <a:pt x="465" y="351"/>
                      <a:pt x="467" y="351"/>
                      <a:pt x="469" y="351"/>
                    </a:cubicBezTo>
                    <a:cubicBezTo>
                      <a:pt x="470" y="352"/>
                      <a:pt x="470" y="352"/>
                      <a:pt x="470" y="352"/>
                    </a:cubicBezTo>
                    <a:cubicBezTo>
                      <a:pt x="442" y="360"/>
                      <a:pt x="442" y="360"/>
                      <a:pt x="442" y="360"/>
                    </a:cubicBezTo>
                    <a:cubicBezTo>
                      <a:pt x="441" y="359"/>
                      <a:pt x="441" y="359"/>
                      <a:pt x="441" y="359"/>
                    </a:cubicBezTo>
                    <a:cubicBezTo>
                      <a:pt x="444" y="358"/>
                      <a:pt x="445" y="357"/>
                      <a:pt x="446" y="355"/>
                    </a:cubicBezTo>
                    <a:cubicBezTo>
                      <a:pt x="446" y="354"/>
                      <a:pt x="446" y="352"/>
                      <a:pt x="446" y="350"/>
                    </a:cubicBezTo>
                    <a:cubicBezTo>
                      <a:pt x="436" y="318"/>
                      <a:pt x="436" y="318"/>
                      <a:pt x="436" y="318"/>
                    </a:cubicBezTo>
                    <a:cubicBezTo>
                      <a:pt x="436" y="316"/>
                      <a:pt x="435" y="314"/>
                      <a:pt x="433" y="313"/>
                    </a:cubicBezTo>
                    <a:cubicBezTo>
                      <a:pt x="432" y="312"/>
                      <a:pt x="430" y="312"/>
                      <a:pt x="428" y="313"/>
                    </a:cubicBezTo>
                    <a:cubicBezTo>
                      <a:pt x="428" y="311"/>
                      <a:pt x="428" y="311"/>
                      <a:pt x="428" y="311"/>
                    </a:cubicBezTo>
                    <a:cubicBezTo>
                      <a:pt x="456" y="303"/>
                      <a:pt x="456" y="303"/>
                      <a:pt x="456" y="303"/>
                    </a:cubicBezTo>
                    <a:cubicBezTo>
                      <a:pt x="456" y="305"/>
                      <a:pt x="456" y="305"/>
                      <a:pt x="456" y="305"/>
                    </a:cubicBezTo>
                    <a:cubicBezTo>
                      <a:pt x="454" y="306"/>
                      <a:pt x="452" y="307"/>
                      <a:pt x="452" y="308"/>
                    </a:cubicBezTo>
                    <a:cubicBezTo>
                      <a:pt x="451" y="309"/>
                      <a:pt x="451" y="311"/>
                      <a:pt x="452" y="314"/>
                    </a:cubicBezTo>
                    <a:cubicBezTo>
                      <a:pt x="461" y="345"/>
                      <a:pt x="461" y="345"/>
                      <a:pt x="461" y="345"/>
                    </a:cubicBezTo>
                    <a:close/>
                    <a:moveTo>
                      <a:pt x="508" y="337"/>
                    </a:moveTo>
                    <a:cubicBezTo>
                      <a:pt x="511" y="336"/>
                      <a:pt x="511" y="336"/>
                      <a:pt x="511" y="336"/>
                    </a:cubicBezTo>
                    <a:cubicBezTo>
                      <a:pt x="507" y="287"/>
                      <a:pt x="507" y="287"/>
                      <a:pt x="507" y="287"/>
                    </a:cubicBezTo>
                    <a:cubicBezTo>
                      <a:pt x="507" y="285"/>
                      <a:pt x="507" y="284"/>
                      <a:pt x="507" y="282"/>
                    </a:cubicBezTo>
                    <a:cubicBezTo>
                      <a:pt x="508" y="281"/>
                      <a:pt x="509" y="280"/>
                      <a:pt x="510" y="279"/>
                    </a:cubicBezTo>
                    <a:cubicBezTo>
                      <a:pt x="509" y="277"/>
                      <a:pt x="509" y="277"/>
                      <a:pt x="509" y="277"/>
                    </a:cubicBezTo>
                    <a:cubicBezTo>
                      <a:pt x="495" y="285"/>
                      <a:pt x="495" y="285"/>
                      <a:pt x="495" y="285"/>
                    </a:cubicBezTo>
                    <a:cubicBezTo>
                      <a:pt x="496" y="286"/>
                      <a:pt x="496" y="286"/>
                      <a:pt x="496" y="286"/>
                    </a:cubicBezTo>
                    <a:cubicBezTo>
                      <a:pt x="498" y="286"/>
                      <a:pt x="499" y="285"/>
                      <a:pt x="500" y="285"/>
                    </a:cubicBezTo>
                    <a:cubicBezTo>
                      <a:pt x="501" y="285"/>
                      <a:pt x="502" y="286"/>
                      <a:pt x="503" y="287"/>
                    </a:cubicBezTo>
                    <a:cubicBezTo>
                      <a:pt x="503" y="287"/>
                      <a:pt x="503" y="287"/>
                      <a:pt x="503" y="288"/>
                    </a:cubicBezTo>
                    <a:cubicBezTo>
                      <a:pt x="503" y="288"/>
                      <a:pt x="503" y="289"/>
                      <a:pt x="503" y="290"/>
                    </a:cubicBezTo>
                    <a:cubicBezTo>
                      <a:pt x="506" y="316"/>
                      <a:pt x="506" y="316"/>
                      <a:pt x="506" y="316"/>
                    </a:cubicBezTo>
                    <a:cubicBezTo>
                      <a:pt x="485" y="298"/>
                      <a:pt x="485" y="298"/>
                      <a:pt x="485" y="298"/>
                    </a:cubicBezTo>
                    <a:cubicBezTo>
                      <a:pt x="484" y="297"/>
                      <a:pt x="484" y="297"/>
                      <a:pt x="484" y="297"/>
                    </a:cubicBezTo>
                    <a:cubicBezTo>
                      <a:pt x="484" y="297"/>
                      <a:pt x="484" y="296"/>
                      <a:pt x="483" y="296"/>
                    </a:cubicBezTo>
                    <a:cubicBezTo>
                      <a:pt x="483" y="295"/>
                      <a:pt x="483" y="295"/>
                      <a:pt x="483" y="294"/>
                    </a:cubicBezTo>
                    <a:cubicBezTo>
                      <a:pt x="484" y="293"/>
                      <a:pt x="485" y="292"/>
                      <a:pt x="486" y="292"/>
                    </a:cubicBezTo>
                    <a:cubicBezTo>
                      <a:pt x="486" y="291"/>
                      <a:pt x="486" y="291"/>
                      <a:pt x="486" y="291"/>
                    </a:cubicBezTo>
                    <a:cubicBezTo>
                      <a:pt x="486" y="290"/>
                      <a:pt x="486" y="290"/>
                      <a:pt x="486" y="290"/>
                    </a:cubicBezTo>
                    <a:cubicBezTo>
                      <a:pt x="462" y="302"/>
                      <a:pt x="462" y="302"/>
                      <a:pt x="462" y="302"/>
                    </a:cubicBezTo>
                    <a:cubicBezTo>
                      <a:pt x="463" y="304"/>
                      <a:pt x="463" y="304"/>
                      <a:pt x="463" y="304"/>
                    </a:cubicBezTo>
                    <a:cubicBezTo>
                      <a:pt x="464" y="303"/>
                      <a:pt x="465" y="303"/>
                      <a:pt x="467" y="303"/>
                    </a:cubicBezTo>
                    <a:cubicBezTo>
                      <a:pt x="468" y="304"/>
                      <a:pt x="469" y="305"/>
                      <a:pt x="471" y="306"/>
                    </a:cubicBezTo>
                    <a:cubicBezTo>
                      <a:pt x="508" y="337"/>
                      <a:pt x="508" y="337"/>
                      <a:pt x="508" y="337"/>
                    </a:cubicBezTo>
                    <a:close/>
                    <a:moveTo>
                      <a:pt x="547" y="316"/>
                    </a:moveTo>
                    <a:cubicBezTo>
                      <a:pt x="546" y="315"/>
                      <a:pt x="546" y="315"/>
                      <a:pt x="546" y="315"/>
                    </a:cubicBezTo>
                    <a:cubicBezTo>
                      <a:pt x="548" y="313"/>
                      <a:pt x="549" y="311"/>
                      <a:pt x="549" y="310"/>
                    </a:cubicBezTo>
                    <a:cubicBezTo>
                      <a:pt x="549" y="308"/>
                      <a:pt x="548" y="307"/>
                      <a:pt x="547" y="305"/>
                    </a:cubicBezTo>
                    <a:cubicBezTo>
                      <a:pt x="526" y="279"/>
                      <a:pt x="526" y="279"/>
                      <a:pt x="526" y="279"/>
                    </a:cubicBezTo>
                    <a:cubicBezTo>
                      <a:pt x="524" y="277"/>
                      <a:pt x="523" y="276"/>
                      <a:pt x="521" y="276"/>
                    </a:cubicBezTo>
                    <a:cubicBezTo>
                      <a:pt x="520" y="275"/>
                      <a:pt x="518" y="276"/>
                      <a:pt x="516" y="277"/>
                    </a:cubicBezTo>
                    <a:cubicBezTo>
                      <a:pt x="515" y="276"/>
                      <a:pt x="515" y="276"/>
                      <a:pt x="515" y="276"/>
                    </a:cubicBezTo>
                    <a:cubicBezTo>
                      <a:pt x="550" y="248"/>
                      <a:pt x="550" y="248"/>
                      <a:pt x="550" y="248"/>
                    </a:cubicBezTo>
                    <a:cubicBezTo>
                      <a:pt x="559" y="258"/>
                      <a:pt x="559" y="258"/>
                      <a:pt x="559" y="258"/>
                    </a:cubicBezTo>
                    <a:cubicBezTo>
                      <a:pt x="558" y="260"/>
                      <a:pt x="558" y="260"/>
                      <a:pt x="558" y="260"/>
                    </a:cubicBezTo>
                    <a:cubicBezTo>
                      <a:pt x="555" y="257"/>
                      <a:pt x="552" y="256"/>
                      <a:pt x="549" y="256"/>
                    </a:cubicBezTo>
                    <a:cubicBezTo>
                      <a:pt x="547" y="255"/>
                      <a:pt x="544" y="257"/>
                      <a:pt x="540" y="260"/>
                    </a:cubicBezTo>
                    <a:cubicBezTo>
                      <a:pt x="535" y="264"/>
                      <a:pt x="535" y="264"/>
                      <a:pt x="535" y="264"/>
                    </a:cubicBezTo>
                    <a:cubicBezTo>
                      <a:pt x="547" y="280"/>
                      <a:pt x="547" y="280"/>
                      <a:pt x="547" y="280"/>
                    </a:cubicBezTo>
                    <a:cubicBezTo>
                      <a:pt x="548" y="279"/>
                      <a:pt x="548" y="279"/>
                      <a:pt x="548" y="279"/>
                    </a:cubicBezTo>
                    <a:cubicBezTo>
                      <a:pt x="550" y="278"/>
                      <a:pt x="551" y="276"/>
                      <a:pt x="551" y="274"/>
                    </a:cubicBezTo>
                    <a:cubicBezTo>
                      <a:pt x="551" y="271"/>
                      <a:pt x="550" y="269"/>
                      <a:pt x="548" y="266"/>
                    </a:cubicBezTo>
                    <a:cubicBezTo>
                      <a:pt x="550" y="264"/>
                      <a:pt x="550" y="264"/>
                      <a:pt x="550" y="264"/>
                    </a:cubicBezTo>
                    <a:cubicBezTo>
                      <a:pt x="565" y="284"/>
                      <a:pt x="565" y="284"/>
                      <a:pt x="565" y="284"/>
                    </a:cubicBezTo>
                    <a:cubicBezTo>
                      <a:pt x="564" y="285"/>
                      <a:pt x="564" y="285"/>
                      <a:pt x="564" y="285"/>
                    </a:cubicBezTo>
                    <a:cubicBezTo>
                      <a:pt x="561" y="282"/>
                      <a:pt x="559" y="280"/>
                      <a:pt x="557" y="280"/>
                    </a:cubicBezTo>
                    <a:cubicBezTo>
                      <a:pt x="554" y="280"/>
                      <a:pt x="552" y="280"/>
                      <a:pt x="550" y="282"/>
                    </a:cubicBezTo>
                    <a:cubicBezTo>
                      <a:pt x="550" y="283"/>
                      <a:pt x="550" y="283"/>
                      <a:pt x="550" y="283"/>
                    </a:cubicBezTo>
                    <a:cubicBezTo>
                      <a:pt x="560" y="295"/>
                      <a:pt x="560" y="295"/>
                      <a:pt x="560" y="295"/>
                    </a:cubicBezTo>
                    <a:cubicBezTo>
                      <a:pt x="561" y="297"/>
                      <a:pt x="562" y="298"/>
                      <a:pt x="563" y="298"/>
                    </a:cubicBezTo>
                    <a:cubicBezTo>
                      <a:pt x="564" y="298"/>
                      <a:pt x="566" y="297"/>
                      <a:pt x="568" y="295"/>
                    </a:cubicBezTo>
                    <a:cubicBezTo>
                      <a:pt x="572" y="292"/>
                      <a:pt x="574" y="289"/>
                      <a:pt x="575" y="286"/>
                    </a:cubicBezTo>
                    <a:cubicBezTo>
                      <a:pt x="576" y="282"/>
                      <a:pt x="575" y="279"/>
                      <a:pt x="573" y="274"/>
                    </a:cubicBezTo>
                    <a:cubicBezTo>
                      <a:pt x="575" y="273"/>
                      <a:pt x="575" y="273"/>
                      <a:pt x="575" y="273"/>
                    </a:cubicBezTo>
                    <a:cubicBezTo>
                      <a:pt x="583" y="287"/>
                      <a:pt x="583" y="287"/>
                      <a:pt x="583" y="287"/>
                    </a:cubicBezTo>
                    <a:cubicBezTo>
                      <a:pt x="547" y="316"/>
                      <a:pt x="547" y="316"/>
                      <a:pt x="547" y="316"/>
                    </a:cubicBezTo>
                    <a:close/>
                    <a:moveTo>
                      <a:pt x="595" y="239"/>
                    </a:moveTo>
                    <a:cubicBezTo>
                      <a:pt x="596" y="238"/>
                      <a:pt x="596" y="238"/>
                      <a:pt x="596" y="238"/>
                    </a:cubicBezTo>
                    <a:cubicBezTo>
                      <a:pt x="598" y="236"/>
                      <a:pt x="599" y="233"/>
                      <a:pt x="599" y="231"/>
                    </a:cubicBezTo>
                    <a:cubicBezTo>
                      <a:pt x="598" y="229"/>
                      <a:pt x="597" y="226"/>
                      <a:pt x="594" y="224"/>
                    </a:cubicBezTo>
                    <a:cubicBezTo>
                      <a:pt x="591" y="221"/>
                      <a:pt x="588" y="220"/>
                      <a:pt x="586" y="220"/>
                    </a:cubicBezTo>
                    <a:cubicBezTo>
                      <a:pt x="583" y="220"/>
                      <a:pt x="581" y="222"/>
                      <a:pt x="579" y="225"/>
                    </a:cubicBezTo>
                    <a:cubicBezTo>
                      <a:pt x="595" y="239"/>
                      <a:pt x="595" y="239"/>
                      <a:pt x="595" y="239"/>
                    </a:cubicBezTo>
                    <a:close/>
                    <a:moveTo>
                      <a:pt x="609" y="250"/>
                    </a:moveTo>
                    <a:cubicBezTo>
                      <a:pt x="598" y="241"/>
                      <a:pt x="598" y="241"/>
                      <a:pt x="598" y="241"/>
                    </a:cubicBezTo>
                    <a:cubicBezTo>
                      <a:pt x="599" y="240"/>
                      <a:pt x="599" y="240"/>
                      <a:pt x="599" y="240"/>
                    </a:cubicBezTo>
                    <a:cubicBezTo>
                      <a:pt x="625" y="245"/>
                      <a:pt x="625" y="245"/>
                      <a:pt x="625" y="245"/>
                    </a:cubicBezTo>
                    <a:cubicBezTo>
                      <a:pt x="637" y="230"/>
                      <a:pt x="637" y="230"/>
                      <a:pt x="637" y="230"/>
                    </a:cubicBezTo>
                    <a:cubicBezTo>
                      <a:pt x="636" y="229"/>
                      <a:pt x="636" y="229"/>
                      <a:pt x="636" y="229"/>
                    </a:cubicBezTo>
                    <a:cubicBezTo>
                      <a:pt x="635" y="230"/>
                      <a:pt x="634" y="231"/>
                      <a:pt x="633" y="231"/>
                    </a:cubicBezTo>
                    <a:cubicBezTo>
                      <a:pt x="632" y="231"/>
                      <a:pt x="630" y="231"/>
                      <a:pt x="628" y="231"/>
                    </a:cubicBezTo>
                    <a:cubicBezTo>
                      <a:pt x="608" y="227"/>
                      <a:pt x="608" y="227"/>
                      <a:pt x="608" y="227"/>
                    </a:cubicBezTo>
                    <a:cubicBezTo>
                      <a:pt x="609" y="224"/>
                      <a:pt x="609" y="221"/>
                      <a:pt x="609" y="218"/>
                    </a:cubicBezTo>
                    <a:cubicBezTo>
                      <a:pt x="608" y="215"/>
                      <a:pt x="607" y="213"/>
                      <a:pt x="604" y="211"/>
                    </a:cubicBezTo>
                    <a:cubicBezTo>
                      <a:pt x="601" y="208"/>
                      <a:pt x="597" y="207"/>
                      <a:pt x="593" y="209"/>
                    </a:cubicBezTo>
                    <a:cubicBezTo>
                      <a:pt x="589" y="210"/>
                      <a:pt x="585" y="213"/>
                      <a:pt x="580" y="218"/>
                    </a:cubicBezTo>
                    <a:cubicBezTo>
                      <a:pt x="562" y="240"/>
                      <a:pt x="562" y="240"/>
                      <a:pt x="562" y="240"/>
                    </a:cubicBezTo>
                    <a:cubicBezTo>
                      <a:pt x="563" y="241"/>
                      <a:pt x="563" y="241"/>
                      <a:pt x="563" y="241"/>
                    </a:cubicBezTo>
                    <a:cubicBezTo>
                      <a:pt x="565" y="240"/>
                      <a:pt x="567" y="239"/>
                      <a:pt x="568" y="239"/>
                    </a:cubicBezTo>
                    <a:cubicBezTo>
                      <a:pt x="569" y="239"/>
                      <a:pt x="571" y="239"/>
                      <a:pt x="573" y="241"/>
                    </a:cubicBezTo>
                    <a:cubicBezTo>
                      <a:pt x="598" y="262"/>
                      <a:pt x="598" y="262"/>
                      <a:pt x="598" y="262"/>
                    </a:cubicBezTo>
                    <a:cubicBezTo>
                      <a:pt x="600" y="264"/>
                      <a:pt x="602" y="266"/>
                      <a:pt x="602" y="267"/>
                    </a:cubicBezTo>
                    <a:cubicBezTo>
                      <a:pt x="602" y="269"/>
                      <a:pt x="601" y="270"/>
                      <a:pt x="600" y="272"/>
                    </a:cubicBezTo>
                    <a:cubicBezTo>
                      <a:pt x="601" y="273"/>
                      <a:pt x="601" y="273"/>
                      <a:pt x="601" y="273"/>
                    </a:cubicBezTo>
                    <a:cubicBezTo>
                      <a:pt x="620" y="251"/>
                      <a:pt x="620" y="251"/>
                      <a:pt x="620" y="251"/>
                    </a:cubicBezTo>
                    <a:cubicBezTo>
                      <a:pt x="619" y="249"/>
                      <a:pt x="619" y="249"/>
                      <a:pt x="619" y="249"/>
                    </a:cubicBezTo>
                    <a:cubicBezTo>
                      <a:pt x="617" y="251"/>
                      <a:pt x="616" y="252"/>
                      <a:pt x="614" y="252"/>
                    </a:cubicBezTo>
                    <a:cubicBezTo>
                      <a:pt x="613" y="253"/>
                      <a:pt x="611" y="252"/>
                      <a:pt x="609" y="250"/>
                    </a:cubicBezTo>
                    <a:cubicBezTo>
                      <a:pt x="609" y="250"/>
                      <a:pt x="609" y="250"/>
                      <a:pt x="609" y="250"/>
                    </a:cubicBezTo>
                    <a:close/>
                    <a:moveTo>
                      <a:pt x="651" y="215"/>
                    </a:moveTo>
                    <a:cubicBezTo>
                      <a:pt x="634" y="206"/>
                      <a:pt x="634" y="206"/>
                      <a:pt x="634" y="206"/>
                    </a:cubicBezTo>
                    <a:cubicBezTo>
                      <a:pt x="635" y="204"/>
                      <a:pt x="635" y="204"/>
                      <a:pt x="635" y="204"/>
                    </a:cubicBezTo>
                    <a:cubicBezTo>
                      <a:pt x="639" y="206"/>
                      <a:pt x="643" y="206"/>
                      <a:pt x="648" y="205"/>
                    </a:cubicBezTo>
                    <a:cubicBezTo>
                      <a:pt x="652" y="203"/>
                      <a:pt x="655" y="200"/>
                      <a:pt x="657" y="196"/>
                    </a:cubicBezTo>
                    <a:cubicBezTo>
                      <a:pt x="659" y="194"/>
                      <a:pt x="659" y="191"/>
                      <a:pt x="659" y="189"/>
                    </a:cubicBezTo>
                    <a:cubicBezTo>
                      <a:pt x="659" y="187"/>
                      <a:pt x="658" y="185"/>
                      <a:pt x="656" y="184"/>
                    </a:cubicBezTo>
                    <a:cubicBezTo>
                      <a:pt x="653" y="183"/>
                      <a:pt x="648" y="185"/>
                      <a:pt x="641" y="190"/>
                    </a:cubicBezTo>
                    <a:cubicBezTo>
                      <a:pt x="640" y="190"/>
                      <a:pt x="640" y="190"/>
                      <a:pt x="640" y="190"/>
                    </a:cubicBezTo>
                    <a:cubicBezTo>
                      <a:pt x="640" y="191"/>
                      <a:pt x="639" y="191"/>
                      <a:pt x="638" y="192"/>
                    </a:cubicBezTo>
                    <a:cubicBezTo>
                      <a:pt x="633" y="196"/>
                      <a:pt x="629" y="198"/>
                      <a:pt x="626" y="198"/>
                    </a:cubicBezTo>
                    <a:cubicBezTo>
                      <a:pt x="625" y="199"/>
                      <a:pt x="623" y="199"/>
                      <a:pt x="622" y="198"/>
                    </a:cubicBezTo>
                    <a:cubicBezTo>
                      <a:pt x="620" y="198"/>
                      <a:pt x="619" y="198"/>
                      <a:pt x="618" y="197"/>
                    </a:cubicBezTo>
                    <a:cubicBezTo>
                      <a:pt x="614" y="195"/>
                      <a:pt x="611" y="191"/>
                      <a:pt x="610" y="186"/>
                    </a:cubicBezTo>
                    <a:cubicBezTo>
                      <a:pt x="609" y="182"/>
                      <a:pt x="610" y="177"/>
                      <a:pt x="613" y="172"/>
                    </a:cubicBezTo>
                    <a:cubicBezTo>
                      <a:pt x="614" y="169"/>
                      <a:pt x="616" y="167"/>
                      <a:pt x="619" y="165"/>
                    </a:cubicBezTo>
                    <a:cubicBezTo>
                      <a:pt x="622" y="162"/>
                      <a:pt x="623" y="161"/>
                      <a:pt x="623" y="161"/>
                    </a:cubicBezTo>
                    <a:cubicBezTo>
                      <a:pt x="624" y="160"/>
                      <a:pt x="624" y="159"/>
                      <a:pt x="623" y="159"/>
                    </a:cubicBezTo>
                    <a:cubicBezTo>
                      <a:pt x="623" y="158"/>
                      <a:pt x="622" y="158"/>
                      <a:pt x="621" y="157"/>
                    </a:cubicBezTo>
                    <a:cubicBezTo>
                      <a:pt x="622" y="155"/>
                      <a:pt x="622" y="155"/>
                      <a:pt x="622" y="155"/>
                    </a:cubicBezTo>
                    <a:cubicBezTo>
                      <a:pt x="637" y="163"/>
                      <a:pt x="637" y="163"/>
                      <a:pt x="637" y="163"/>
                    </a:cubicBezTo>
                    <a:cubicBezTo>
                      <a:pt x="636" y="165"/>
                      <a:pt x="636" y="165"/>
                      <a:pt x="636" y="165"/>
                    </a:cubicBezTo>
                    <a:cubicBezTo>
                      <a:pt x="632" y="163"/>
                      <a:pt x="628" y="163"/>
                      <a:pt x="625" y="165"/>
                    </a:cubicBezTo>
                    <a:cubicBezTo>
                      <a:pt x="621" y="166"/>
                      <a:pt x="618" y="169"/>
                      <a:pt x="616" y="173"/>
                    </a:cubicBezTo>
                    <a:cubicBezTo>
                      <a:pt x="615" y="175"/>
                      <a:pt x="615" y="177"/>
                      <a:pt x="615" y="179"/>
                    </a:cubicBezTo>
                    <a:cubicBezTo>
                      <a:pt x="615" y="181"/>
                      <a:pt x="616" y="182"/>
                      <a:pt x="618" y="183"/>
                    </a:cubicBezTo>
                    <a:cubicBezTo>
                      <a:pt x="620" y="184"/>
                      <a:pt x="624" y="183"/>
                      <a:pt x="630" y="179"/>
                    </a:cubicBezTo>
                    <a:cubicBezTo>
                      <a:pt x="630" y="178"/>
                      <a:pt x="630" y="178"/>
                      <a:pt x="630" y="178"/>
                    </a:cubicBezTo>
                    <a:cubicBezTo>
                      <a:pt x="634" y="175"/>
                      <a:pt x="637" y="173"/>
                      <a:pt x="639" y="172"/>
                    </a:cubicBezTo>
                    <a:cubicBezTo>
                      <a:pt x="641" y="170"/>
                      <a:pt x="643" y="170"/>
                      <a:pt x="644" y="169"/>
                    </a:cubicBezTo>
                    <a:cubicBezTo>
                      <a:pt x="646" y="169"/>
                      <a:pt x="648" y="169"/>
                      <a:pt x="650" y="169"/>
                    </a:cubicBezTo>
                    <a:cubicBezTo>
                      <a:pt x="652" y="169"/>
                      <a:pt x="654" y="170"/>
                      <a:pt x="656" y="171"/>
                    </a:cubicBezTo>
                    <a:cubicBezTo>
                      <a:pt x="660" y="173"/>
                      <a:pt x="663" y="177"/>
                      <a:pt x="664" y="182"/>
                    </a:cubicBezTo>
                    <a:cubicBezTo>
                      <a:pt x="665" y="186"/>
                      <a:pt x="664" y="191"/>
                      <a:pt x="661" y="197"/>
                    </a:cubicBezTo>
                    <a:cubicBezTo>
                      <a:pt x="659" y="199"/>
                      <a:pt x="657" y="202"/>
                      <a:pt x="654" y="205"/>
                    </a:cubicBezTo>
                    <a:cubicBezTo>
                      <a:pt x="652" y="207"/>
                      <a:pt x="650" y="209"/>
                      <a:pt x="650" y="209"/>
                    </a:cubicBezTo>
                    <a:cubicBezTo>
                      <a:pt x="650" y="210"/>
                      <a:pt x="650" y="211"/>
                      <a:pt x="650" y="211"/>
                    </a:cubicBezTo>
                    <a:cubicBezTo>
                      <a:pt x="650" y="212"/>
                      <a:pt x="651" y="213"/>
                      <a:pt x="652" y="213"/>
                    </a:cubicBezTo>
                    <a:cubicBezTo>
                      <a:pt x="651" y="215"/>
                      <a:pt x="651" y="215"/>
                      <a:pt x="651" y="215"/>
                    </a:cubicBezTo>
                    <a:close/>
                    <a:moveTo>
                      <a:pt x="678" y="136"/>
                    </a:moveTo>
                    <a:cubicBezTo>
                      <a:pt x="647" y="124"/>
                      <a:pt x="647" y="124"/>
                      <a:pt x="647" y="124"/>
                    </a:cubicBezTo>
                    <a:cubicBezTo>
                      <a:pt x="644" y="123"/>
                      <a:pt x="643" y="122"/>
                      <a:pt x="642" y="121"/>
                    </a:cubicBezTo>
                    <a:cubicBezTo>
                      <a:pt x="642" y="120"/>
                      <a:pt x="642" y="118"/>
                      <a:pt x="642" y="116"/>
                    </a:cubicBezTo>
                    <a:cubicBezTo>
                      <a:pt x="641" y="115"/>
                      <a:pt x="641" y="115"/>
                      <a:pt x="641" y="115"/>
                    </a:cubicBezTo>
                    <a:cubicBezTo>
                      <a:pt x="630" y="142"/>
                      <a:pt x="630" y="142"/>
                      <a:pt x="630" y="142"/>
                    </a:cubicBezTo>
                    <a:cubicBezTo>
                      <a:pt x="632" y="143"/>
                      <a:pt x="632" y="143"/>
                      <a:pt x="632" y="143"/>
                    </a:cubicBezTo>
                    <a:cubicBezTo>
                      <a:pt x="633" y="141"/>
                      <a:pt x="634" y="139"/>
                      <a:pt x="635" y="139"/>
                    </a:cubicBezTo>
                    <a:cubicBezTo>
                      <a:pt x="637" y="138"/>
                      <a:pt x="639" y="138"/>
                      <a:pt x="641" y="139"/>
                    </a:cubicBezTo>
                    <a:cubicBezTo>
                      <a:pt x="672" y="151"/>
                      <a:pt x="672" y="151"/>
                      <a:pt x="672" y="151"/>
                    </a:cubicBezTo>
                    <a:cubicBezTo>
                      <a:pt x="674" y="152"/>
                      <a:pt x="676" y="153"/>
                      <a:pt x="677" y="154"/>
                    </a:cubicBezTo>
                    <a:cubicBezTo>
                      <a:pt x="677" y="156"/>
                      <a:pt x="677" y="158"/>
                      <a:pt x="676" y="160"/>
                    </a:cubicBezTo>
                    <a:cubicBezTo>
                      <a:pt x="678" y="161"/>
                      <a:pt x="678" y="161"/>
                      <a:pt x="678" y="161"/>
                    </a:cubicBezTo>
                    <a:cubicBezTo>
                      <a:pt x="689" y="133"/>
                      <a:pt x="689" y="133"/>
                      <a:pt x="689" y="133"/>
                    </a:cubicBezTo>
                    <a:cubicBezTo>
                      <a:pt x="687" y="133"/>
                      <a:pt x="687" y="133"/>
                      <a:pt x="687" y="133"/>
                    </a:cubicBezTo>
                    <a:cubicBezTo>
                      <a:pt x="686" y="135"/>
                      <a:pt x="685" y="136"/>
                      <a:pt x="683" y="137"/>
                    </a:cubicBezTo>
                    <a:cubicBezTo>
                      <a:pt x="682" y="137"/>
                      <a:pt x="680" y="137"/>
                      <a:pt x="678" y="136"/>
                    </a:cubicBezTo>
                    <a:cubicBezTo>
                      <a:pt x="678" y="136"/>
                      <a:pt x="678" y="136"/>
                      <a:pt x="678" y="136"/>
                    </a:cubicBezTo>
                    <a:close/>
                    <a:moveTo>
                      <a:pt x="656" y="57"/>
                    </a:moveTo>
                    <a:cubicBezTo>
                      <a:pt x="669" y="60"/>
                      <a:pt x="669" y="60"/>
                      <a:pt x="669" y="60"/>
                    </a:cubicBezTo>
                    <a:cubicBezTo>
                      <a:pt x="668" y="62"/>
                      <a:pt x="668" y="62"/>
                      <a:pt x="668" y="62"/>
                    </a:cubicBezTo>
                    <a:cubicBezTo>
                      <a:pt x="665" y="62"/>
                      <a:pt x="662" y="62"/>
                      <a:pt x="660" y="63"/>
                    </a:cubicBezTo>
                    <a:cubicBezTo>
                      <a:pt x="658" y="64"/>
                      <a:pt x="657" y="67"/>
                      <a:pt x="656" y="70"/>
                    </a:cubicBezTo>
                    <a:cubicBezTo>
                      <a:pt x="655" y="73"/>
                      <a:pt x="655" y="73"/>
                      <a:pt x="655" y="73"/>
                    </a:cubicBezTo>
                    <a:cubicBezTo>
                      <a:pt x="693" y="82"/>
                      <a:pt x="693" y="82"/>
                      <a:pt x="693" y="82"/>
                    </a:cubicBezTo>
                    <a:cubicBezTo>
                      <a:pt x="696" y="83"/>
                      <a:pt x="698" y="83"/>
                      <a:pt x="699" y="82"/>
                    </a:cubicBezTo>
                    <a:cubicBezTo>
                      <a:pt x="700" y="81"/>
                      <a:pt x="701" y="80"/>
                      <a:pt x="702" y="77"/>
                    </a:cubicBezTo>
                    <a:cubicBezTo>
                      <a:pt x="704" y="78"/>
                      <a:pt x="704" y="78"/>
                      <a:pt x="704" y="78"/>
                    </a:cubicBezTo>
                    <a:cubicBezTo>
                      <a:pt x="697" y="106"/>
                      <a:pt x="697" y="106"/>
                      <a:pt x="697" y="106"/>
                    </a:cubicBezTo>
                    <a:cubicBezTo>
                      <a:pt x="695" y="106"/>
                      <a:pt x="695" y="106"/>
                      <a:pt x="695" y="106"/>
                    </a:cubicBezTo>
                    <a:cubicBezTo>
                      <a:pt x="696" y="103"/>
                      <a:pt x="696" y="102"/>
                      <a:pt x="695" y="100"/>
                    </a:cubicBezTo>
                    <a:cubicBezTo>
                      <a:pt x="694" y="99"/>
                      <a:pt x="692" y="98"/>
                      <a:pt x="690" y="98"/>
                    </a:cubicBezTo>
                    <a:cubicBezTo>
                      <a:pt x="652" y="89"/>
                      <a:pt x="652" y="89"/>
                      <a:pt x="652" y="89"/>
                    </a:cubicBezTo>
                    <a:cubicBezTo>
                      <a:pt x="651" y="92"/>
                      <a:pt x="651" y="92"/>
                      <a:pt x="651" y="92"/>
                    </a:cubicBezTo>
                    <a:cubicBezTo>
                      <a:pt x="650" y="96"/>
                      <a:pt x="651" y="98"/>
                      <a:pt x="652" y="100"/>
                    </a:cubicBezTo>
                    <a:cubicBezTo>
                      <a:pt x="653" y="102"/>
                      <a:pt x="655" y="104"/>
                      <a:pt x="658" y="105"/>
                    </a:cubicBezTo>
                    <a:cubicBezTo>
                      <a:pt x="658" y="107"/>
                      <a:pt x="658" y="107"/>
                      <a:pt x="658" y="107"/>
                    </a:cubicBezTo>
                    <a:cubicBezTo>
                      <a:pt x="645" y="104"/>
                      <a:pt x="645" y="104"/>
                      <a:pt x="645" y="104"/>
                    </a:cubicBezTo>
                    <a:cubicBezTo>
                      <a:pt x="656" y="57"/>
                      <a:pt x="656" y="57"/>
                      <a:pt x="656" y="57"/>
                    </a:cubicBezTo>
                    <a:close/>
                    <a:moveTo>
                      <a:pt x="684" y="17"/>
                    </a:moveTo>
                    <a:cubicBezTo>
                      <a:pt x="699" y="18"/>
                      <a:pt x="699" y="18"/>
                      <a:pt x="699" y="18"/>
                    </a:cubicBezTo>
                    <a:cubicBezTo>
                      <a:pt x="701" y="18"/>
                      <a:pt x="703" y="17"/>
                      <a:pt x="704" y="16"/>
                    </a:cubicBezTo>
                    <a:cubicBezTo>
                      <a:pt x="705" y="15"/>
                      <a:pt x="706" y="13"/>
                      <a:pt x="706" y="11"/>
                    </a:cubicBezTo>
                    <a:cubicBezTo>
                      <a:pt x="708" y="11"/>
                      <a:pt x="708" y="11"/>
                      <a:pt x="708" y="11"/>
                    </a:cubicBezTo>
                    <a:cubicBezTo>
                      <a:pt x="708" y="40"/>
                      <a:pt x="708" y="40"/>
                      <a:pt x="708" y="40"/>
                    </a:cubicBezTo>
                    <a:cubicBezTo>
                      <a:pt x="706" y="40"/>
                      <a:pt x="706" y="40"/>
                      <a:pt x="706" y="40"/>
                    </a:cubicBezTo>
                    <a:cubicBezTo>
                      <a:pt x="706" y="38"/>
                      <a:pt x="705" y="36"/>
                      <a:pt x="704" y="35"/>
                    </a:cubicBezTo>
                    <a:cubicBezTo>
                      <a:pt x="703" y="34"/>
                      <a:pt x="701" y="34"/>
                      <a:pt x="698" y="34"/>
                    </a:cubicBezTo>
                    <a:cubicBezTo>
                      <a:pt x="687" y="33"/>
                      <a:pt x="687" y="33"/>
                      <a:pt x="687" y="33"/>
                    </a:cubicBezTo>
                    <a:cubicBezTo>
                      <a:pt x="663" y="46"/>
                      <a:pt x="663" y="46"/>
                      <a:pt x="663" y="46"/>
                    </a:cubicBezTo>
                    <a:cubicBezTo>
                      <a:pt x="661" y="47"/>
                      <a:pt x="660" y="48"/>
                      <a:pt x="659" y="49"/>
                    </a:cubicBezTo>
                    <a:cubicBezTo>
                      <a:pt x="658" y="50"/>
                      <a:pt x="658" y="51"/>
                      <a:pt x="658" y="53"/>
                    </a:cubicBezTo>
                    <a:cubicBezTo>
                      <a:pt x="656" y="53"/>
                      <a:pt x="656" y="53"/>
                      <a:pt x="656" y="53"/>
                    </a:cubicBezTo>
                    <a:cubicBezTo>
                      <a:pt x="656" y="26"/>
                      <a:pt x="656" y="26"/>
                      <a:pt x="656" y="26"/>
                    </a:cubicBezTo>
                    <a:cubicBezTo>
                      <a:pt x="658" y="26"/>
                      <a:pt x="658" y="26"/>
                      <a:pt x="658" y="26"/>
                    </a:cubicBezTo>
                    <a:cubicBezTo>
                      <a:pt x="658" y="27"/>
                      <a:pt x="658" y="28"/>
                      <a:pt x="659" y="29"/>
                    </a:cubicBezTo>
                    <a:cubicBezTo>
                      <a:pt x="659" y="29"/>
                      <a:pt x="660" y="30"/>
                      <a:pt x="660" y="30"/>
                    </a:cubicBezTo>
                    <a:cubicBezTo>
                      <a:pt x="661" y="30"/>
                      <a:pt x="661" y="30"/>
                      <a:pt x="661" y="30"/>
                    </a:cubicBezTo>
                    <a:cubicBezTo>
                      <a:pt x="662" y="29"/>
                      <a:pt x="662" y="29"/>
                      <a:pt x="662" y="29"/>
                    </a:cubicBezTo>
                    <a:cubicBezTo>
                      <a:pt x="681" y="20"/>
                      <a:pt x="681" y="20"/>
                      <a:pt x="681" y="20"/>
                    </a:cubicBezTo>
                    <a:cubicBezTo>
                      <a:pt x="664" y="10"/>
                      <a:pt x="664" y="10"/>
                      <a:pt x="664" y="10"/>
                    </a:cubicBezTo>
                    <a:cubicBezTo>
                      <a:pt x="663" y="10"/>
                      <a:pt x="663" y="10"/>
                      <a:pt x="663" y="10"/>
                    </a:cubicBezTo>
                    <a:cubicBezTo>
                      <a:pt x="662" y="9"/>
                      <a:pt x="662" y="9"/>
                      <a:pt x="661" y="9"/>
                    </a:cubicBezTo>
                    <a:cubicBezTo>
                      <a:pt x="660" y="9"/>
                      <a:pt x="660" y="10"/>
                      <a:pt x="659" y="11"/>
                    </a:cubicBezTo>
                    <a:cubicBezTo>
                      <a:pt x="659" y="11"/>
                      <a:pt x="659" y="13"/>
                      <a:pt x="659" y="14"/>
                    </a:cubicBezTo>
                    <a:cubicBezTo>
                      <a:pt x="659" y="15"/>
                      <a:pt x="659" y="15"/>
                      <a:pt x="659" y="15"/>
                    </a:cubicBezTo>
                    <a:cubicBezTo>
                      <a:pt x="657" y="15"/>
                      <a:pt x="657" y="15"/>
                      <a:pt x="657" y="15"/>
                    </a:cubicBezTo>
                    <a:cubicBezTo>
                      <a:pt x="657" y="0"/>
                      <a:pt x="657" y="0"/>
                      <a:pt x="657" y="0"/>
                    </a:cubicBezTo>
                    <a:cubicBezTo>
                      <a:pt x="659" y="0"/>
                      <a:pt x="659" y="0"/>
                      <a:pt x="659" y="0"/>
                    </a:cubicBezTo>
                    <a:cubicBezTo>
                      <a:pt x="659" y="1"/>
                      <a:pt x="659" y="1"/>
                      <a:pt x="659" y="1"/>
                    </a:cubicBezTo>
                    <a:cubicBezTo>
                      <a:pt x="659" y="1"/>
                      <a:pt x="659" y="2"/>
                      <a:pt x="660" y="3"/>
                    </a:cubicBezTo>
                    <a:cubicBezTo>
                      <a:pt x="660" y="4"/>
                      <a:pt x="661" y="5"/>
                      <a:pt x="663" y="6"/>
                    </a:cubicBezTo>
                    <a:lnTo>
                      <a:pt x="684" y="17"/>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solidFill>
                    <a:srgbClr val="000000"/>
                  </a:solidFill>
                </a:endParaRPr>
              </a:p>
            </p:txBody>
          </p:sp>
          <p:sp>
            <p:nvSpPr>
              <p:cNvPr id="26" name="îṩḻîḓè"/>
              <p:cNvSpPr/>
              <p:nvPr/>
            </p:nvSpPr>
            <p:spPr bwMode="auto">
              <a:xfrm>
                <a:off x="2840038" y="4119563"/>
                <a:ext cx="493713" cy="128588"/>
              </a:xfrm>
              <a:custGeom>
                <a:avLst/>
                <a:gdLst>
                  <a:gd name="T0" fmla="*/ 0 w 150"/>
                  <a:gd name="T1" fmla="*/ 36 h 39"/>
                  <a:gd name="T2" fmla="*/ 9 w 150"/>
                  <a:gd name="T3" fmla="*/ 33 h 39"/>
                  <a:gd name="T4" fmla="*/ 8 w 150"/>
                  <a:gd name="T5" fmla="*/ 7 h 39"/>
                  <a:gd name="T6" fmla="*/ 3 w 150"/>
                  <a:gd name="T7" fmla="*/ 7 h 39"/>
                  <a:gd name="T8" fmla="*/ 1 w 150"/>
                  <a:gd name="T9" fmla="*/ 5 h 39"/>
                  <a:gd name="T10" fmla="*/ 17 w 150"/>
                  <a:gd name="T11" fmla="*/ 0 h 39"/>
                  <a:gd name="T12" fmla="*/ 19 w 150"/>
                  <a:gd name="T13" fmla="*/ 33 h 39"/>
                  <a:gd name="T14" fmla="*/ 28 w 150"/>
                  <a:gd name="T15" fmla="*/ 36 h 39"/>
                  <a:gd name="T16" fmla="*/ 21 w 150"/>
                  <a:gd name="T17" fmla="*/ 38 h 39"/>
                  <a:gd name="T18" fmla="*/ 6 w 150"/>
                  <a:gd name="T19" fmla="*/ 38 h 39"/>
                  <a:gd name="T20" fmla="*/ 0 w 150"/>
                  <a:gd name="T21" fmla="*/ 38 h 39"/>
                  <a:gd name="T22" fmla="*/ 46 w 150"/>
                  <a:gd name="T23" fmla="*/ 24 h 39"/>
                  <a:gd name="T24" fmla="*/ 48 w 150"/>
                  <a:gd name="T25" fmla="*/ 34 h 39"/>
                  <a:gd name="T26" fmla="*/ 61 w 150"/>
                  <a:gd name="T27" fmla="*/ 34 h 39"/>
                  <a:gd name="T28" fmla="*/ 60 w 150"/>
                  <a:gd name="T29" fmla="*/ 25 h 39"/>
                  <a:gd name="T30" fmla="*/ 51 w 150"/>
                  <a:gd name="T31" fmla="*/ 21 h 39"/>
                  <a:gd name="T32" fmla="*/ 60 w 150"/>
                  <a:gd name="T33" fmla="*/ 12 h 39"/>
                  <a:gd name="T34" fmla="*/ 59 w 150"/>
                  <a:gd name="T35" fmla="*/ 4 h 39"/>
                  <a:gd name="T36" fmla="*/ 48 w 150"/>
                  <a:gd name="T37" fmla="*/ 4 h 39"/>
                  <a:gd name="T38" fmla="*/ 49 w 150"/>
                  <a:gd name="T39" fmla="*/ 11 h 39"/>
                  <a:gd name="T40" fmla="*/ 56 w 150"/>
                  <a:gd name="T41" fmla="*/ 15 h 39"/>
                  <a:gd name="T42" fmla="*/ 41 w 150"/>
                  <a:gd name="T43" fmla="*/ 15 h 39"/>
                  <a:gd name="T44" fmla="*/ 43 w 150"/>
                  <a:gd name="T45" fmla="*/ 3 h 39"/>
                  <a:gd name="T46" fmla="*/ 65 w 150"/>
                  <a:gd name="T47" fmla="*/ 3 h 39"/>
                  <a:gd name="T48" fmla="*/ 67 w 150"/>
                  <a:gd name="T49" fmla="*/ 13 h 39"/>
                  <a:gd name="T50" fmla="*/ 68 w 150"/>
                  <a:gd name="T51" fmla="*/ 21 h 39"/>
                  <a:gd name="T52" fmla="*/ 66 w 150"/>
                  <a:gd name="T53" fmla="*/ 36 h 39"/>
                  <a:gd name="T54" fmla="*/ 41 w 150"/>
                  <a:gd name="T55" fmla="*/ 36 h 39"/>
                  <a:gd name="T56" fmla="*/ 39 w 150"/>
                  <a:gd name="T57" fmla="*/ 23 h 39"/>
                  <a:gd name="T58" fmla="*/ 47 w 150"/>
                  <a:gd name="T59" fmla="*/ 19 h 39"/>
                  <a:gd name="T60" fmla="*/ 80 w 150"/>
                  <a:gd name="T61" fmla="*/ 33 h 39"/>
                  <a:gd name="T62" fmla="*/ 87 w 150"/>
                  <a:gd name="T63" fmla="*/ 36 h 39"/>
                  <a:gd name="T64" fmla="*/ 100 w 150"/>
                  <a:gd name="T65" fmla="*/ 20 h 39"/>
                  <a:gd name="T66" fmla="*/ 95 w 150"/>
                  <a:gd name="T67" fmla="*/ 25 h 39"/>
                  <a:gd name="T68" fmla="*/ 79 w 150"/>
                  <a:gd name="T69" fmla="*/ 23 h 39"/>
                  <a:gd name="T70" fmla="*/ 81 w 150"/>
                  <a:gd name="T71" fmla="*/ 4 h 39"/>
                  <a:gd name="T72" fmla="*/ 105 w 150"/>
                  <a:gd name="T73" fmla="*/ 5 h 39"/>
                  <a:gd name="T74" fmla="*/ 108 w 150"/>
                  <a:gd name="T75" fmla="*/ 26 h 39"/>
                  <a:gd name="T76" fmla="*/ 96 w 150"/>
                  <a:gd name="T77" fmla="*/ 38 h 39"/>
                  <a:gd name="T78" fmla="*/ 81 w 150"/>
                  <a:gd name="T79" fmla="*/ 38 h 39"/>
                  <a:gd name="T80" fmla="*/ 77 w 150"/>
                  <a:gd name="T81" fmla="*/ 36 h 39"/>
                  <a:gd name="T82" fmla="*/ 98 w 150"/>
                  <a:gd name="T83" fmla="*/ 19 h 39"/>
                  <a:gd name="T84" fmla="*/ 98 w 150"/>
                  <a:gd name="T85" fmla="*/ 6 h 39"/>
                  <a:gd name="T86" fmla="*/ 87 w 150"/>
                  <a:gd name="T87" fmla="*/ 6 h 39"/>
                  <a:gd name="T88" fmla="*/ 88 w 150"/>
                  <a:gd name="T89" fmla="*/ 19 h 39"/>
                  <a:gd name="T90" fmla="*/ 93 w 150"/>
                  <a:gd name="T91" fmla="*/ 21 h 39"/>
                  <a:gd name="T92" fmla="*/ 128 w 150"/>
                  <a:gd name="T93" fmla="*/ 20 h 39"/>
                  <a:gd name="T94" fmla="*/ 129 w 150"/>
                  <a:gd name="T95" fmla="*/ 33 h 39"/>
                  <a:gd name="T96" fmla="*/ 139 w 150"/>
                  <a:gd name="T97" fmla="*/ 34 h 39"/>
                  <a:gd name="T98" fmla="*/ 139 w 150"/>
                  <a:gd name="T99" fmla="*/ 21 h 39"/>
                  <a:gd name="T100" fmla="*/ 133 w 150"/>
                  <a:gd name="T101" fmla="*/ 18 h 39"/>
                  <a:gd name="T102" fmla="*/ 146 w 150"/>
                  <a:gd name="T103" fmla="*/ 6 h 39"/>
                  <a:gd name="T104" fmla="*/ 139 w 150"/>
                  <a:gd name="T105" fmla="*/ 4 h 39"/>
                  <a:gd name="T106" fmla="*/ 126 w 150"/>
                  <a:gd name="T107" fmla="*/ 19 h 39"/>
                  <a:gd name="T108" fmla="*/ 131 w 150"/>
                  <a:gd name="T109" fmla="*/ 15 h 39"/>
                  <a:gd name="T110" fmla="*/ 147 w 150"/>
                  <a:gd name="T111" fmla="*/ 16 h 39"/>
                  <a:gd name="T112" fmla="*/ 146 w 150"/>
                  <a:gd name="T113" fmla="*/ 35 h 39"/>
                  <a:gd name="T114" fmla="*/ 121 w 150"/>
                  <a:gd name="T115" fmla="*/ 35 h 39"/>
                  <a:gd name="T116" fmla="*/ 118 w 150"/>
                  <a:gd name="T117" fmla="*/ 13 h 39"/>
                  <a:gd name="T118" fmla="*/ 130 w 150"/>
                  <a:gd name="T119" fmla="*/ 2 h 39"/>
                  <a:gd name="T120" fmla="*/ 145 w 150"/>
                  <a:gd name="T121" fmla="*/ 1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50" h="39">
                    <a:moveTo>
                      <a:pt x="0" y="38"/>
                    </a:moveTo>
                    <a:cubicBezTo>
                      <a:pt x="0" y="36"/>
                      <a:pt x="0" y="36"/>
                      <a:pt x="0" y="36"/>
                    </a:cubicBezTo>
                    <a:cubicBezTo>
                      <a:pt x="4" y="36"/>
                      <a:pt x="6" y="36"/>
                      <a:pt x="8" y="35"/>
                    </a:cubicBezTo>
                    <a:cubicBezTo>
                      <a:pt x="9" y="35"/>
                      <a:pt x="9" y="34"/>
                      <a:pt x="9" y="33"/>
                    </a:cubicBezTo>
                    <a:cubicBezTo>
                      <a:pt x="9" y="10"/>
                      <a:pt x="9" y="10"/>
                      <a:pt x="9" y="10"/>
                    </a:cubicBezTo>
                    <a:cubicBezTo>
                      <a:pt x="9" y="9"/>
                      <a:pt x="9" y="8"/>
                      <a:pt x="8" y="7"/>
                    </a:cubicBezTo>
                    <a:cubicBezTo>
                      <a:pt x="8" y="7"/>
                      <a:pt x="7" y="7"/>
                      <a:pt x="5" y="7"/>
                    </a:cubicBezTo>
                    <a:cubicBezTo>
                      <a:pt x="5" y="7"/>
                      <a:pt x="4" y="7"/>
                      <a:pt x="3" y="7"/>
                    </a:cubicBezTo>
                    <a:cubicBezTo>
                      <a:pt x="2" y="7"/>
                      <a:pt x="2" y="7"/>
                      <a:pt x="1" y="7"/>
                    </a:cubicBezTo>
                    <a:cubicBezTo>
                      <a:pt x="1" y="5"/>
                      <a:pt x="1" y="5"/>
                      <a:pt x="1" y="5"/>
                    </a:cubicBezTo>
                    <a:cubicBezTo>
                      <a:pt x="4" y="4"/>
                      <a:pt x="7" y="4"/>
                      <a:pt x="9" y="3"/>
                    </a:cubicBezTo>
                    <a:cubicBezTo>
                      <a:pt x="12" y="3"/>
                      <a:pt x="14" y="2"/>
                      <a:pt x="17" y="0"/>
                    </a:cubicBezTo>
                    <a:cubicBezTo>
                      <a:pt x="19" y="0"/>
                      <a:pt x="19" y="0"/>
                      <a:pt x="19" y="0"/>
                    </a:cubicBezTo>
                    <a:cubicBezTo>
                      <a:pt x="19" y="33"/>
                      <a:pt x="19" y="33"/>
                      <a:pt x="19" y="33"/>
                    </a:cubicBezTo>
                    <a:cubicBezTo>
                      <a:pt x="19" y="34"/>
                      <a:pt x="20" y="35"/>
                      <a:pt x="21" y="35"/>
                    </a:cubicBezTo>
                    <a:cubicBezTo>
                      <a:pt x="22" y="36"/>
                      <a:pt x="24" y="36"/>
                      <a:pt x="28" y="36"/>
                    </a:cubicBezTo>
                    <a:cubicBezTo>
                      <a:pt x="28" y="38"/>
                      <a:pt x="28" y="38"/>
                      <a:pt x="28" y="38"/>
                    </a:cubicBezTo>
                    <a:cubicBezTo>
                      <a:pt x="26" y="38"/>
                      <a:pt x="23" y="38"/>
                      <a:pt x="21" y="38"/>
                    </a:cubicBezTo>
                    <a:cubicBezTo>
                      <a:pt x="19" y="38"/>
                      <a:pt x="16" y="38"/>
                      <a:pt x="14" y="38"/>
                    </a:cubicBezTo>
                    <a:cubicBezTo>
                      <a:pt x="11" y="38"/>
                      <a:pt x="8" y="38"/>
                      <a:pt x="6" y="38"/>
                    </a:cubicBezTo>
                    <a:cubicBezTo>
                      <a:pt x="4" y="38"/>
                      <a:pt x="2" y="38"/>
                      <a:pt x="0" y="38"/>
                    </a:cubicBezTo>
                    <a:cubicBezTo>
                      <a:pt x="0" y="38"/>
                      <a:pt x="0" y="38"/>
                      <a:pt x="0" y="38"/>
                    </a:cubicBezTo>
                    <a:close/>
                    <a:moveTo>
                      <a:pt x="51" y="21"/>
                    </a:moveTo>
                    <a:cubicBezTo>
                      <a:pt x="49" y="22"/>
                      <a:pt x="48" y="23"/>
                      <a:pt x="46" y="24"/>
                    </a:cubicBezTo>
                    <a:cubicBezTo>
                      <a:pt x="45" y="26"/>
                      <a:pt x="45" y="27"/>
                      <a:pt x="45" y="28"/>
                    </a:cubicBezTo>
                    <a:cubicBezTo>
                      <a:pt x="45" y="31"/>
                      <a:pt x="46" y="32"/>
                      <a:pt x="48" y="34"/>
                    </a:cubicBezTo>
                    <a:cubicBezTo>
                      <a:pt x="50" y="35"/>
                      <a:pt x="52" y="36"/>
                      <a:pt x="55" y="36"/>
                    </a:cubicBezTo>
                    <a:cubicBezTo>
                      <a:pt x="57" y="36"/>
                      <a:pt x="59" y="36"/>
                      <a:pt x="61" y="34"/>
                    </a:cubicBezTo>
                    <a:cubicBezTo>
                      <a:pt x="62" y="33"/>
                      <a:pt x="63" y="32"/>
                      <a:pt x="63" y="30"/>
                    </a:cubicBezTo>
                    <a:cubicBezTo>
                      <a:pt x="63" y="28"/>
                      <a:pt x="62" y="27"/>
                      <a:pt x="60" y="25"/>
                    </a:cubicBezTo>
                    <a:cubicBezTo>
                      <a:pt x="58" y="24"/>
                      <a:pt x="55" y="23"/>
                      <a:pt x="51" y="21"/>
                    </a:cubicBezTo>
                    <a:cubicBezTo>
                      <a:pt x="51" y="21"/>
                      <a:pt x="51" y="21"/>
                      <a:pt x="51" y="21"/>
                    </a:cubicBezTo>
                    <a:close/>
                    <a:moveTo>
                      <a:pt x="56" y="15"/>
                    </a:moveTo>
                    <a:cubicBezTo>
                      <a:pt x="58" y="14"/>
                      <a:pt x="59" y="13"/>
                      <a:pt x="60" y="12"/>
                    </a:cubicBezTo>
                    <a:cubicBezTo>
                      <a:pt x="61" y="11"/>
                      <a:pt x="61" y="10"/>
                      <a:pt x="61" y="8"/>
                    </a:cubicBezTo>
                    <a:cubicBezTo>
                      <a:pt x="61" y="7"/>
                      <a:pt x="60" y="5"/>
                      <a:pt x="59" y="4"/>
                    </a:cubicBezTo>
                    <a:cubicBezTo>
                      <a:pt x="57" y="3"/>
                      <a:pt x="56" y="3"/>
                      <a:pt x="53" y="3"/>
                    </a:cubicBezTo>
                    <a:cubicBezTo>
                      <a:pt x="51" y="3"/>
                      <a:pt x="50" y="3"/>
                      <a:pt x="48" y="4"/>
                    </a:cubicBezTo>
                    <a:cubicBezTo>
                      <a:pt x="47" y="5"/>
                      <a:pt x="46" y="6"/>
                      <a:pt x="46" y="7"/>
                    </a:cubicBezTo>
                    <a:cubicBezTo>
                      <a:pt x="46" y="9"/>
                      <a:pt x="47" y="10"/>
                      <a:pt x="49" y="11"/>
                    </a:cubicBezTo>
                    <a:cubicBezTo>
                      <a:pt x="50" y="13"/>
                      <a:pt x="53" y="14"/>
                      <a:pt x="56" y="15"/>
                    </a:cubicBezTo>
                    <a:cubicBezTo>
                      <a:pt x="56" y="15"/>
                      <a:pt x="56" y="15"/>
                      <a:pt x="56" y="15"/>
                    </a:cubicBezTo>
                    <a:close/>
                    <a:moveTo>
                      <a:pt x="47" y="19"/>
                    </a:moveTo>
                    <a:cubicBezTo>
                      <a:pt x="44" y="18"/>
                      <a:pt x="42" y="16"/>
                      <a:pt x="41" y="15"/>
                    </a:cubicBezTo>
                    <a:cubicBezTo>
                      <a:pt x="39" y="13"/>
                      <a:pt x="39" y="12"/>
                      <a:pt x="39" y="10"/>
                    </a:cubicBezTo>
                    <a:cubicBezTo>
                      <a:pt x="39" y="7"/>
                      <a:pt x="40" y="5"/>
                      <a:pt x="43" y="3"/>
                    </a:cubicBezTo>
                    <a:cubicBezTo>
                      <a:pt x="46" y="1"/>
                      <a:pt x="50" y="0"/>
                      <a:pt x="55" y="0"/>
                    </a:cubicBezTo>
                    <a:cubicBezTo>
                      <a:pt x="59" y="0"/>
                      <a:pt x="62" y="1"/>
                      <a:pt x="65" y="3"/>
                    </a:cubicBezTo>
                    <a:cubicBezTo>
                      <a:pt x="67" y="4"/>
                      <a:pt x="69" y="6"/>
                      <a:pt x="69" y="8"/>
                    </a:cubicBezTo>
                    <a:cubicBezTo>
                      <a:pt x="69" y="10"/>
                      <a:pt x="68" y="11"/>
                      <a:pt x="67" y="13"/>
                    </a:cubicBezTo>
                    <a:cubicBezTo>
                      <a:pt x="65" y="14"/>
                      <a:pt x="63" y="15"/>
                      <a:pt x="60" y="17"/>
                    </a:cubicBezTo>
                    <a:cubicBezTo>
                      <a:pt x="64" y="18"/>
                      <a:pt x="66" y="20"/>
                      <a:pt x="68" y="21"/>
                    </a:cubicBezTo>
                    <a:cubicBezTo>
                      <a:pt x="70" y="23"/>
                      <a:pt x="71" y="25"/>
                      <a:pt x="71" y="28"/>
                    </a:cubicBezTo>
                    <a:cubicBezTo>
                      <a:pt x="71" y="31"/>
                      <a:pt x="69" y="34"/>
                      <a:pt x="66" y="36"/>
                    </a:cubicBezTo>
                    <a:cubicBezTo>
                      <a:pt x="63" y="38"/>
                      <a:pt x="59" y="39"/>
                      <a:pt x="54" y="39"/>
                    </a:cubicBezTo>
                    <a:cubicBezTo>
                      <a:pt x="48" y="39"/>
                      <a:pt x="44" y="38"/>
                      <a:pt x="41" y="36"/>
                    </a:cubicBezTo>
                    <a:cubicBezTo>
                      <a:pt x="38" y="34"/>
                      <a:pt x="36" y="32"/>
                      <a:pt x="36" y="29"/>
                    </a:cubicBezTo>
                    <a:cubicBezTo>
                      <a:pt x="36" y="27"/>
                      <a:pt x="37" y="25"/>
                      <a:pt x="39" y="23"/>
                    </a:cubicBezTo>
                    <a:cubicBezTo>
                      <a:pt x="40" y="22"/>
                      <a:pt x="43" y="20"/>
                      <a:pt x="47" y="19"/>
                    </a:cubicBezTo>
                    <a:cubicBezTo>
                      <a:pt x="47" y="19"/>
                      <a:pt x="47" y="19"/>
                      <a:pt x="47" y="19"/>
                    </a:cubicBezTo>
                    <a:close/>
                    <a:moveTo>
                      <a:pt x="77" y="36"/>
                    </a:moveTo>
                    <a:cubicBezTo>
                      <a:pt x="80" y="33"/>
                      <a:pt x="80" y="33"/>
                      <a:pt x="80" y="33"/>
                    </a:cubicBezTo>
                    <a:cubicBezTo>
                      <a:pt x="81" y="34"/>
                      <a:pt x="82" y="35"/>
                      <a:pt x="83" y="35"/>
                    </a:cubicBezTo>
                    <a:cubicBezTo>
                      <a:pt x="85" y="35"/>
                      <a:pt x="86" y="36"/>
                      <a:pt x="87" y="36"/>
                    </a:cubicBezTo>
                    <a:cubicBezTo>
                      <a:pt x="91" y="36"/>
                      <a:pt x="94" y="34"/>
                      <a:pt x="97" y="31"/>
                    </a:cubicBezTo>
                    <a:cubicBezTo>
                      <a:pt x="99" y="28"/>
                      <a:pt x="100" y="25"/>
                      <a:pt x="100" y="20"/>
                    </a:cubicBezTo>
                    <a:cubicBezTo>
                      <a:pt x="100" y="20"/>
                      <a:pt x="100" y="20"/>
                      <a:pt x="100" y="20"/>
                    </a:cubicBezTo>
                    <a:cubicBezTo>
                      <a:pt x="99" y="22"/>
                      <a:pt x="97" y="24"/>
                      <a:pt x="95" y="25"/>
                    </a:cubicBezTo>
                    <a:cubicBezTo>
                      <a:pt x="93" y="26"/>
                      <a:pt x="91" y="26"/>
                      <a:pt x="88" y="26"/>
                    </a:cubicBezTo>
                    <a:cubicBezTo>
                      <a:pt x="85" y="26"/>
                      <a:pt x="82" y="25"/>
                      <a:pt x="79" y="23"/>
                    </a:cubicBezTo>
                    <a:cubicBezTo>
                      <a:pt x="77" y="21"/>
                      <a:pt x="76" y="18"/>
                      <a:pt x="76" y="15"/>
                    </a:cubicBezTo>
                    <a:cubicBezTo>
                      <a:pt x="76" y="11"/>
                      <a:pt x="78" y="7"/>
                      <a:pt x="81" y="4"/>
                    </a:cubicBezTo>
                    <a:cubicBezTo>
                      <a:pt x="84" y="2"/>
                      <a:pt x="88" y="0"/>
                      <a:pt x="93" y="0"/>
                    </a:cubicBezTo>
                    <a:cubicBezTo>
                      <a:pt x="98" y="0"/>
                      <a:pt x="102" y="2"/>
                      <a:pt x="105" y="5"/>
                    </a:cubicBezTo>
                    <a:cubicBezTo>
                      <a:pt x="108" y="8"/>
                      <a:pt x="110" y="12"/>
                      <a:pt x="110" y="17"/>
                    </a:cubicBezTo>
                    <a:cubicBezTo>
                      <a:pt x="110" y="20"/>
                      <a:pt x="109" y="23"/>
                      <a:pt x="108" y="26"/>
                    </a:cubicBezTo>
                    <a:cubicBezTo>
                      <a:pt x="107" y="29"/>
                      <a:pt x="106" y="31"/>
                      <a:pt x="104" y="33"/>
                    </a:cubicBezTo>
                    <a:cubicBezTo>
                      <a:pt x="101" y="35"/>
                      <a:pt x="99" y="36"/>
                      <a:pt x="96" y="38"/>
                    </a:cubicBezTo>
                    <a:cubicBezTo>
                      <a:pt x="93" y="39"/>
                      <a:pt x="91" y="39"/>
                      <a:pt x="87" y="39"/>
                    </a:cubicBezTo>
                    <a:cubicBezTo>
                      <a:pt x="85" y="39"/>
                      <a:pt x="83" y="39"/>
                      <a:pt x="81" y="38"/>
                    </a:cubicBezTo>
                    <a:cubicBezTo>
                      <a:pt x="80" y="38"/>
                      <a:pt x="78" y="37"/>
                      <a:pt x="77" y="36"/>
                    </a:cubicBezTo>
                    <a:cubicBezTo>
                      <a:pt x="77" y="36"/>
                      <a:pt x="77" y="36"/>
                      <a:pt x="77" y="36"/>
                    </a:cubicBezTo>
                    <a:close/>
                    <a:moveTo>
                      <a:pt x="93" y="21"/>
                    </a:moveTo>
                    <a:cubicBezTo>
                      <a:pt x="95" y="21"/>
                      <a:pt x="97" y="21"/>
                      <a:pt x="98" y="19"/>
                    </a:cubicBezTo>
                    <a:cubicBezTo>
                      <a:pt x="99" y="18"/>
                      <a:pt x="100" y="16"/>
                      <a:pt x="100" y="14"/>
                    </a:cubicBezTo>
                    <a:cubicBezTo>
                      <a:pt x="100" y="11"/>
                      <a:pt x="99" y="8"/>
                      <a:pt x="98" y="6"/>
                    </a:cubicBezTo>
                    <a:cubicBezTo>
                      <a:pt x="96" y="4"/>
                      <a:pt x="94" y="3"/>
                      <a:pt x="92" y="3"/>
                    </a:cubicBezTo>
                    <a:cubicBezTo>
                      <a:pt x="90" y="3"/>
                      <a:pt x="88" y="4"/>
                      <a:pt x="87" y="6"/>
                    </a:cubicBezTo>
                    <a:cubicBezTo>
                      <a:pt x="86" y="7"/>
                      <a:pt x="86" y="9"/>
                      <a:pt x="86" y="12"/>
                    </a:cubicBezTo>
                    <a:cubicBezTo>
                      <a:pt x="86" y="15"/>
                      <a:pt x="87" y="17"/>
                      <a:pt x="88" y="19"/>
                    </a:cubicBezTo>
                    <a:cubicBezTo>
                      <a:pt x="89" y="21"/>
                      <a:pt x="91" y="21"/>
                      <a:pt x="93" y="21"/>
                    </a:cubicBezTo>
                    <a:cubicBezTo>
                      <a:pt x="93" y="21"/>
                      <a:pt x="93" y="21"/>
                      <a:pt x="93" y="21"/>
                    </a:cubicBezTo>
                    <a:close/>
                    <a:moveTo>
                      <a:pt x="133" y="18"/>
                    </a:moveTo>
                    <a:cubicBezTo>
                      <a:pt x="131" y="18"/>
                      <a:pt x="130" y="19"/>
                      <a:pt x="128" y="20"/>
                    </a:cubicBezTo>
                    <a:cubicBezTo>
                      <a:pt x="127" y="21"/>
                      <a:pt x="127" y="23"/>
                      <a:pt x="127" y="25"/>
                    </a:cubicBezTo>
                    <a:cubicBezTo>
                      <a:pt x="127" y="29"/>
                      <a:pt x="127" y="31"/>
                      <a:pt x="129" y="33"/>
                    </a:cubicBezTo>
                    <a:cubicBezTo>
                      <a:pt x="130" y="35"/>
                      <a:pt x="132" y="36"/>
                      <a:pt x="134" y="36"/>
                    </a:cubicBezTo>
                    <a:cubicBezTo>
                      <a:pt x="136" y="36"/>
                      <a:pt x="138" y="35"/>
                      <a:pt x="139" y="34"/>
                    </a:cubicBezTo>
                    <a:cubicBezTo>
                      <a:pt x="140" y="33"/>
                      <a:pt x="140" y="31"/>
                      <a:pt x="140" y="28"/>
                    </a:cubicBezTo>
                    <a:cubicBezTo>
                      <a:pt x="140" y="25"/>
                      <a:pt x="140" y="22"/>
                      <a:pt x="139" y="21"/>
                    </a:cubicBezTo>
                    <a:cubicBezTo>
                      <a:pt x="137" y="19"/>
                      <a:pt x="136" y="18"/>
                      <a:pt x="133" y="18"/>
                    </a:cubicBezTo>
                    <a:cubicBezTo>
                      <a:pt x="133" y="18"/>
                      <a:pt x="133" y="18"/>
                      <a:pt x="133" y="18"/>
                    </a:cubicBezTo>
                    <a:close/>
                    <a:moveTo>
                      <a:pt x="150" y="4"/>
                    </a:moveTo>
                    <a:cubicBezTo>
                      <a:pt x="146" y="6"/>
                      <a:pt x="146" y="6"/>
                      <a:pt x="146" y="6"/>
                    </a:cubicBezTo>
                    <a:cubicBezTo>
                      <a:pt x="145" y="5"/>
                      <a:pt x="144" y="5"/>
                      <a:pt x="143" y="5"/>
                    </a:cubicBezTo>
                    <a:cubicBezTo>
                      <a:pt x="142" y="4"/>
                      <a:pt x="141" y="4"/>
                      <a:pt x="139" y="4"/>
                    </a:cubicBezTo>
                    <a:cubicBezTo>
                      <a:pt x="135" y="4"/>
                      <a:pt x="132" y="5"/>
                      <a:pt x="130" y="8"/>
                    </a:cubicBezTo>
                    <a:cubicBezTo>
                      <a:pt x="127" y="11"/>
                      <a:pt x="126" y="15"/>
                      <a:pt x="126" y="19"/>
                    </a:cubicBezTo>
                    <a:cubicBezTo>
                      <a:pt x="126" y="19"/>
                      <a:pt x="126" y="19"/>
                      <a:pt x="126" y="19"/>
                    </a:cubicBezTo>
                    <a:cubicBezTo>
                      <a:pt x="127" y="17"/>
                      <a:pt x="129" y="16"/>
                      <a:pt x="131" y="15"/>
                    </a:cubicBezTo>
                    <a:cubicBezTo>
                      <a:pt x="133" y="14"/>
                      <a:pt x="135" y="13"/>
                      <a:pt x="138" y="13"/>
                    </a:cubicBezTo>
                    <a:cubicBezTo>
                      <a:pt x="142" y="13"/>
                      <a:pt x="145" y="14"/>
                      <a:pt x="147" y="16"/>
                    </a:cubicBezTo>
                    <a:cubicBezTo>
                      <a:pt x="149" y="18"/>
                      <a:pt x="150" y="21"/>
                      <a:pt x="150" y="25"/>
                    </a:cubicBezTo>
                    <a:cubicBezTo>
                      <a:pt x="150" y="29"/>
                      <a:pt x="149" y="32"/>
                      <a:pt x="146" y="35"/>
                    </a:cubicBezTo>
                    <a:cubicBezTo>
                      <a:pt x="143" y="38"/>
                      <a:pt x="139" y="39"/>
                      <a:pt x="134" y="39"/>
                    </a:cubicBezTo>
                    <a:cubicBezTo>
                      <a:pt x="128" y="39"/>
                      <a:pt x="124" y="38"/>
                      <a:pt x="121" y="35"/>
                    </a:cubicBezTo>
                    <a:cubicBezTo>
                      <a:pt x="118" y="32"/>
                      <a:pt x="116" y="27"/>
                      <a:pt x="116" y="22"/>
                    </a:cubicBezTo>
                    <a:cubicBezTo>
                      <a:pt x="116" y="19"/>
                      <a:pt x="117" y="16"/>
                      <a:pt x="118" y="13"/>
                    </a:cubicBezTo>
                    <a:cubicBezTo>
                      <a:pt x="119" y="11"/>
                      <a:pt x="121" y="9"/>
                      <a:pt x="123" y="7"/>
                    </a:cubicBezTo>
                    <a:cubicBezTo>
                      <a:pt x="125" y="5"/>
                      <a:pt x="127" y="3"/>
                      <a:pt x="130" y="2"/>
                    </a:cubicBezTo>
                    <a:cubicBezTo>
                      <a:pt x="133" y="1"/>
                      <a:pt x="136" y="0"/>
                      <a:pt x="139" y="0"/>
                    </a:cubicBezTo>
                    <a:cubicBezTo>
                      <a:pt x="141" y="0"/>
                      <a:pt x="143" y="1"/>
                      <a:pt x="145" y="1"/>
                    </a:cubicBezTo>
                    <a:cubicBezTo>
                      <a:pt x="147" y="2"/>
                      <a:pt x="148" y="3"/>
                      <a:pt x="150"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solidFill>
                    <a:srgbClr val="000000"/>
                  </a:solidFill>
                </a:endParaRPr>
              </a:p>
            </p:txBody>
          </p:sp>
          <p:sp>
            <p:nvSpPr>
              <p:cNvPr id="27" name="ïsļîḑè"/>
              <p:cNvSpPr/>
              <p:nvPr/>
            </p:nvSpPr>
            <p:spPr bwMode="auto">
              <a:xfrm>
                <a:off x="2190751" y="2551113"/>
                <a:ext cx="1754188" cy="1651000"/>
              </a:xfrm>
              <a:custGeom>
                <a:avLst/>
                <a:gdLst>
                  <a:gd name="T0" fmla="*/ 266 w 532"/>
                  <a:gd name="T1" fmla="*/ 0 h 500"/>
                  <a:gd name="T2" fmla="*/ 532 w 532"/>
                  <a:gd name="T3" fmla="*/ 266 h 500"/>
                  <a:gd name="T4" fmla="*/ 395 w 532"/>
                  <a:gd name="T5" fmla="*/ 500 h 500"/>
                  <a:gd name="T6" fmla="*/ 389 w 532"/>
                  <a:gd name="T7" fmla="*/ 489 h 500"/>
                  <a:gd name="T8" fmla="*/ 521 w 532"/>
                  <a:gd name="T9" fmla="*/ 266 h 500"/>
                  <a:gd name="T10" fmla="*/ 266 w 532"/>
                  <a:gd name="T11" fmla="*/ 12 h 500"/>
                  <a:gd name="T12" fmla="*/ 11 w 532"/>
                  <a:gd name="T13" fmla="*/ 266 h 500"/>
                  <a:gd name="T14" fmla="*/ 144 w 532"/>
                  <a:gd name="T15" fmla="*/ 490 h 500"/>
                  <a:gd name="T16" fmla="*/ 139 w 532"/>
                  <a:gd name="T17" fmla="*/ 500 h 500"/>
                  <a:gd name="T18" fmla="*/ 0 w 532"/>
                  <a:gd name="T19" fmla="*/ 266 h 500"/>
                  <a:gd name="T20" fmla="*/ 266 w 532"/>
                  <a:gd name="T21" fmla="*/ 0 h 5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32" h="500">
                    <a:moveTo>
                      <a:pt x="266" y="0"/>
                    </a:moveTo>
                    <a:cubicBezTo>
                      <a:pt x="413" y="0"/>
                      <a:pt x="532" y="120"/>
                      <a:pt x="532" y="266"/>
                    </a:cubicBezTo>
                    <a:cubicBezTo>
                      <a:pt x="532" y="367"/>
                      <a:pt x="477" y="454"/>
                      <a:pt x="395" y="500"/>
                    </a:cubicBezTo>
                    <a:cubicBezTo>
                      <a:pt x="389" y="489"/>
                      <a:pt x="389" y="489"/>
                      <a:pt x="389" y="489"/>
                    </a:cubicBezTo>
                    <a:cubicBezTo>
                      <a:pt x="468" y="446"/>
                      <a:pt x="521" y="362"/>
                      <a:pt x="521" y="266"/>
                    </a:cubicBezTo>
                    <a:cubicBezTo>
                      <a:pt x="521" y="126"/>
                      <a:pt x="407" y="12"/>
                      <a:pt x="266" y="12"/>
                    </a:cubicBezTo>
                    <a:cubicBezTo>
                      <a:pt x="126" y="12"/>
                      <a:pt x="11" y="126"/>
                      <a:pt x="11" y="266"/>
                    </a:cubicBezTo>
                    <a:cubicBezTo>
                      <a:pt x="11" y="363"/>
                      <a:pt x="65" y="447"/>
                      <a:pt x="144" y="490"/>
                    </a:cubicBezTo>
                    <a:cubicBezTo>
                      <a:pt x="139" y="500"/>
                      <a:pt x="139" y="500"/>
                      <a:pt x="139" y="500"/>
                    </a:cubicBezTo>
                    <a:cubicBezTo>
                      <a:pt x="56" y="455"/>
                      <a:pt x="0" y="367"/>
                      <a:pt x="0" y="266"/>
                    </a:cubicBezTo>
                    <a:cubicBezTo>
                      <a:pt x="0" y="120"/>
                      <a:pt x="120" y="0"/>
                      <a:pt x="266"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solidFill>
                    <a:srgbClr val="000000"/>
                  </a:solidFill>
                </a:endParaRPr>
              </a:p>
            </p:txBody>
          </p:sp>
        </p:grpSp>
        <p:sp>
          <p:nvSpPr>
            <p:cNvPr id="8" name="íšľïḋé"/>
            <p:cNvSpPr/>
            <p:nvPr/>
          </p:nvSpPr>
          <p:spPr bwMode="auto">
            <a:xfrm>
              <a:off x="10398657" y="734847"/>
              <a:ext cx="1120243" cy="66549"/>
            </a:xfrm>
            <a:custGeom>
              <a:avLst/>
              <a:gdLst>
                <a:gd name="T0" fmla="*/ 2 w 1702"/>
                <a:gd name="T1" fmla="*/ 29 h 101"/>
                <a:gd name="T2" fmla="*/ 49 w 1702"/>
                <a:gd name="T3" fmla="*/ 13 h 101"/>
                <a:gd name="T4" fmla="*/ 59 w 1702"/>
                <a:gd name="T5" fmla="*/ 92 h 101"/>
                <a:gd name="T6" fmla="*/ 87 w 1702"/>
                <a:gd name="T7" fmla="*/ 93 h 101"/>
                <a:gd name="T8" fmla="*/ 110 w 1702"/>
                <a:gd name="T9" fmla="*/ 3 h 101"/>
                <a:gd name="T10" fmla="*/ 133 w 1702"/>
                <a:gd name="T11" fmla="*/ 99 h 101"/>
                <a:gd name="T12" fmla="*/ 235 w 1702"/>
                <a:gd name="T13" fmla="*/ 34 h 101"/>
                <a:gd name="T14" fmla="*/ 240 w 1702"/>
                <a:gd name="T15" fmla="*/ 77 h 101"/>
                <a:gd name="T16" fmla="*/ 254 w 1702"/>
                <a:gd name="T17" fmla="*/ 99 h 101"/>
                <a:gd name="T18" fmla="*/ 263 w 1702"/>
                <a:gd name="T19" fmla="*/ 2 h 101"/>
                <a:gd name="T20" fmla="*/ 326 w 1702"/>
                <a:gd name="T21" fmla="*/ 9 h 101"/>
                <a:gd name="T22" fmla="*/ 354 w 1702"/>
                <a:gd name="T23" fmla="*/ 9 h 101"/>
                <a:gd name="T24" fmla="*/ 318 w 1702"/>
                <a:gd name="T25" fmla="*/ 93 h 101"/>
                <a:gd name="T26" fmla="*/ 299 w 1702"/>
                <a:gd name="T27" fmla="*/ 98 h 101"/>
                <a:gd name="T28" fmla="*/ 377 w 1702"/>
                <a:gd name="T29" fmla="*/ 2 h 101"/>
                <a:gd name="T30" fmla="*/ 415 w 1702"/>
                <a:gd name="T31" fmla="*/ 82 h 101"/>
                <a:gd name="T32" fmla="*/ 454 w 1702"/>
                <a:gd name="T33" fmla="*/ 2 h 101"/>
                <a:gd name="T34" fmla="*/ 398 w 1702"/>
                <a:gd name="T35" fmla="*/ 93 h 101"/>
                <a:gd name="T36" fmla="*/ 510 w 1702"/>
                <a:gd name="T37" fmla="*/ 93 h 101"/>
                <a:gd name="T38" fmla="*/ 528 w 1702"/>
                <a:gd name="T39" fmla="*/ 2 h 101"/>
                <a:gd name="T40" fmla="*/ 534 w 1702"/>
                <a:gd name="T41" fmla="*/ 93 h 101"/>
                <a:gd name="T42" fmla="*/ 669 w 1702"/>
                <a:gd name="T43" fmla="*/ 9 h 101"/>
                <a:gd name="T44" fmla="*/ 680 w 1702"/>
                <a:gd name="T45" fmla="*/ 17 h 101"/>
                <a:gd name="T46" fmla="*/ 598 w 1702"/>
                <a:gd name="T47" fmla="*/ 98 h 101"/>
                <a:gd name="T48" fmla="*/ 607 w 1702"/>
                <a:gd name="T49" fmla="*/ 3 h 101"/>
                <a:gd name="T50" fmla="*/ 793 w 1702"/>
                <a:gd name="T51" fmla="*/ 3 h 101"/>
                <a:gd name="T52" fmla="*/ 827 w 1702"/>
                <a:gd name="T53" fmla="*/ 89 h 101"/>
                <a:gd name="T54" fmla="*/ 860 w 1702"/>
                <a:gd name="T55" fmla="*/ 2 h 101"/>
                <a:gd name="T56" fmla="*/ 781 w 1702"/>
                <a:gd name="T57" fmla="*/ 16 h 101"/>
                <a:gd name="T58" fmla="*/ 981 w 1702"/>
                <a:gd name="T59" fmla="*/ 7 h 101"/>
                <a:gd name="T60" fmla="*/ 914 w 1702"/>
                <a:gd name="T61" fmla="*/ 99 h 101"/>
                <a:gd name="T62" fmla="*/ 882 w 1702"/>
                <a:gd name="T63" fmla="*/ 7 h 101"/>
                <a:gd name="T64" fmla="*/ 1006 w 1702"/>
                <a:gd name="T65" fmla="*/ 91 h 101"/>
                <a:gd name="T66" fmla="*/ 1042 w 1702"/>
                <a:gd name="T67" fmla="*/ 2 h 101"/>
                <a:gd name="T68" fmla="*/ 1020 w 1702"/>
                <a:gd name="T69" fmla="*/ 98 h 101"/>
                <a:gd name="T70" fmla="*/ 1054 w 1702"/>
                <a:gd name="T71" fmla="*/ 2 h 101"/>
                <a:gd name="T72" fmla="*/ 1090 w 1702"/>
                <a:gd name="T73" fmla="*/ 15 h 101"/>
                <a:gd name="T74" fmla="*/ 1137 w 1702"/>
                <a:gd name="T75" fmla="*/ 2 h 101"/>
                <a:gd name="T76" fmla="*/ 1173 w 1702"/>
                <a:gd name="T77" fmla="*/ 91 h 101"/>
                <a:gd name="T78" fmla="*/ 1224 w 1702"/>
                <a:gd name="T79" fmla="*/ 2 h 101"/>
                <a:gd name="T80" fmla="*/ 1210 w 1702"/>
                <a:gd name="T81" fmla="*/ 46 h 101"/>
                <a:gd name="T82" fmla="*/ 1211 w 1702"/>
                <a:gd name="T83" fmla="*/ 52 h 101"/>
                <a:gd name="T84" fmla="*/ 1221 w 1702"/>
                <a:gd name="T85" fmla="*/ 98 h 101"/>
                <a:gd name="T86" fmla="*/ 1267 w 1702"/>
                <a:gd name="T87" fmla="*/ 9 h 101"/>
                <a:gd name="T88" fmla="*/ 1333 w 1702"/>
                <a:gd name="T89" fmla="*/ 40 h 101"/>
                <a:gd name="T90" fmla="*/ 1324 w 1702"/>
                <a:gd name="T91" fmla="*/ 96 h 101"/>
                <a:gd name="T92" fmla="*/ 1302 w 1702"/>
                <a:gd name="T93" fmla="*/ 93 h 101"/>
                <a:gd name="T94" fmla="*/ 1318 w 1702"/>
                <a:gd name="T95" fmla="*/ 28 h 101"/>
                <a:gd name="T96" fmla="*/ 1413 w 1702"/>
                <a:gd name="T97" fmla="*/ 88 h 101"/>
                <a:gd name="T98" fmla="*/ 1431 w 1702"/>
                <a:gd name="T99" fmla="*/ 4 h 101"/>
                <a:gd name="T100" fmla="*/ 1407 w 1702"/>
                <a:gd name="T101" fmla="*/ 38 h 101"/>
                <a:gd name="T102" fmla="*/ 1370 w 1702"/>
                <a:gd name="T103" fmla="*/ 73 h 101"/>
                <a:gd name="T104" fmla="*/ 1465 w 1702"/>
                <a:gd name="T105" fmla="*/ 9 h 101"/>
                <a:gd name="T106" fmla="*/ 1491 w 1702"/>
                <a:gd name="T107" fmla="*/ 16 h 101"/>
                <a:gd name="T108" fmla="*/ 1456 w 1702"/>
                <a:gd name="T109" fmla="*/ 99 h 101"/>
                <a:gd name="T110" fmla="*/ 1517 w 1702"/>
                <a:gd name="T111" fmla="*/ 26 h 101"/>
                <a:gd name="T112" fmla="*/ 1586 w 1702"/>
                <a:gd name="T113" fmla="*/ 13 h 101"/>
                <a:gd name="T114" fmla="*/ 1545 w 1702"/>
                <a:gd name="T115" fmla="*/ 98 h 101"/>
                <a:gd name="T116" fmla="*/ 1656 w 1702"/>
                <a:gd name="T117" fmla="*/ 98 h 101"/>
                <a:gd name="T118" fmla="*/ 1610 w 1702"/>
                <a:gd name="T119" fmla="*/ 7 h 101"/>
                <a:gd name="T120" fmla="*/ 1644 w 1702"/>
                <a:gd name="T121" fmla="*/ 12 h 101"/>
                <a:gd name="T122" fmla="*/ 1688 w 1702"/>
                <a:gd name="T123" fmla="*/ 3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702" h="101">
                  <a:moveTo>
                    <a:pt x="1" y="66"/>
                  </a:moveTo>
                  <a:cubicBezTo>
                    <a:pt x="11" y="66"/>
                    <a:pt x="11" y="66"/>
                    <a:pt x="11" y="66"/>
                  </a:cubicBezTo>
                  <a:cubicBezTo>
                    <a:pt x="11" y="75"/>
                    <a:pt x="13" y="81"/>
                    <a:pt x="16" y="85"/>
                  </a:cubicBezTo>
                  <a:cubicBezTo>
                    <a:pt x="20" y="90"/>
                    <a:pt x="25" y="92"/>
                    <a:pt x="32" y="92"/>
                  </a:cubicBezTo>
                  <a:cubicBezTo>
                    <a:pt x="37" y="92"/>
                    <a:pt x="41" y="90"/>
                    <a:pt x="44" y="88"/>
                  </a:cubicBezTo>
                  <a:cubicBezTo>
                    <a:pt x="48" y="85"/>
                    <a:pt x="49" y="82"/>
                    <a:pt x="49" y="77"/>
                  </a:cubicBezTo>
                  <a:cubicBezTo>
                    <a:pt x="49" y="74"/>
                    <a:pt x="48" y="71"/>
                    <a:pt x="46" y="68"/>
                  </a:cubicBezTo>
                  <a:cubicBezTo>
                    <a:pt x="44" y="66"/>
                    <a:pt x="39" y="63"/>
                    <a:pt x="31" y="60"/>
                  </a:cubicBezTo>
                  <a:cubicBezTo>
                    <a:pt x="20" y="55"/>
                    <a:pt x="12" y="51"/>
                    <a:pt x="8" y="46"/>
                  </a:cubicBezTo>
                  <a:cubicBezTo>
                    <a:pt x="4" y="41"/>
                    <a:pt x="2" y="36"/>
                    <a:pt x="2" y="29"/>
                  </a:cubicBezTo>
                  <a:cubicBezTo>
                    <a:pt x="2" y="20"/>
                    <a:pt x="5" y="13"/>
                    <a:pt x="11" y="8"/>
                  </a:cubicBezTo>
                  <a:cubicBezTo>
                    <a:pt x="17" y="2"/>
                    <a:pt x="25" y="0"/>
                    <a:pt x="34" y="0"/>
                  </a:cubicBezTo>
                  <a:cubicBezTo>
                    <a:pt x="38" y="0"/>
                    <a:pt x="42" y="0"/>
                    <a:pt x="47" y="1"/>
                  </a:cubicBezTo>
                  <a:cubicBezTo>
                    <a:pt x="51" y="1"/>
                    <a:pt x="56" y="2"/>
                    <a:pt x="62" y="3"/>
                  </a:cubicBezTo>
                  <a:cubicBezTo>
                    <a:pt x="62" y="4"/>
                    <a:pt x="62" y="4"/>
                    <a:pt x="62" y="4"/>
                  </a:cubicBezTo>
                  <a:cubicBezTo>
                    <a:pt x="62" y="9"/>
                    <a:pt x="62" y="14"/>
                    <a:pt x="62" y="17"/>
                  </a:cubicBezTo>
                  <a:cubicBezTo>
                    <a:pt x="62" y="19"/>
                    <a:pt x="62" y="23"/>
                    <a:pt x="62" y="29"/>
                  </a:cubicBezTo>
                  <a:cubicBezTo>
                    <a:pt x="62" y="29"/>
                    <a:pt x="62" y="29"/>
                    <a:pt x="62" y="29"/>
                  </a:cubicBezTo>
                  <a:cubicBezTo>
                    <a:pt x="54" y="29"/>
                    <a:pt x="54" y="29"/>
                    <a:pt x="54" y="29"/>
                  </a:cubicBezTo>
                  <a:cubicBezTo>
                    <a:pt x="54" y="22"/>
                    <a:pt x="53" y="17"/>
                    <a:pt x="49" y="13"/>
                  </a:cubicBezTo>
                  <a:cubicBezTo>
                    <a:pt x="46" y="10"/>
                    <a:pt x="42" y="8"/>
                    <a:pt x="36" y="8"/>
                  </a:cubicBezTo>
                  <a:cubicBezTo>
                    <a:pt x="31" y="8"/>
                    <a:pt x="27" y="9"/>
                    <a:pt x="25" y="11"/>
                  </a:cubicBezTo>
                  <a:cubicBezTo>
                    <a:pt x="22" y="14"/>
                    <a:pt x="21" y="17"/>
                    <a:pt x="21" y="21"/>
                  </a:cubicBezTo>
                  <a:cubicBezTo>
                    <a:pt x="21" y="24"/>
                    <a:pt x="22" y="27"/>
                    <a:pt x="24" y="30"/>
                  </a:cubicBezTo>
                  <a:cubicBezTo>
                    <a:pt x="26" y="32"/>
                    <a:pt x="31" y="35"/>
                    <a:pt x="39" y="38"/>
                  </a:cubicBezTo>
                  <a:cubicBezTo>
                    <a:pt x="40" y="38"/>
                    <a:pt x="41" y="39"/>
                    <a:pt x="43" y="40"/>
                  </a:cubicBezTo>
                  <a:cubicBezTo>
                    <a:pt x="51" y="43"/>
                    <a:pt x="57" y="46"/>
                    <a:pt x="60" y="49"/>
                  </a:cubicBezTo>
                  <a:cubicBezTo>
                    <a:pt x="63" y="51"/>
                    <a:pt x="65" y="55"/>
                    <a:pt x="66" y="58"/>
                  </a:cubicBezTo>
                  <a:cubicBezTo>
                    <a:pt x="68" y="61"/>
                    <a:pt x="69" y="65"/>
                    <a:pt x="69" y="69"/>
                  </a:cubicBezTo>
                  <a:cubicBezTo>
                    <a:pt x="69" y="79"/>
                    <a:pt x="65" y="86"/>
                    <a:pt x="59" y="92"/>
                  </a:cubicBezTo>
                  <a:cubicBezTo>
                    <a:pt x="53" y="98"/>
                    <a:pt x="44" y="101"/>
                    <a:pt x="33" y="101"/>
                  </a:cubicBezTo>
                  <a:cubicBezTo>
                    <a:pt x="27" y="101"/>
                    <a:pt x="21" y="100"/>
                    <a:pt x="16" y="99"/>
                  </a:cubicBezTo>
                  <a:cubicBezTo>
                    <a:pt x="11" y="98"/>
                    <a:pt x="5" y="96"/>
                    <a:pt x="0" y="93"/>
                  </a:cubicBezTo>
                  <a:cubicBezTo>
                    <a:pt x="1" y="90"/>
                    <a:pt x="1" y="87"/>
                    <a:pt x="1" y="83"/>
                  </a:cubicBezTo>
                  <a:cubicBezTo>
                    <a:pt x="1" y="80"/>
                    <a:pt x="1" y="77"/>
                    <a:pt x="1" y="73"/>
                  </a:cubicBezTo>
                  <a:cubicBezTo>
                    <a:pt x="1" y="71"/>
                    <a:pt x="1" y="70"/>
                    <a:pt x="1" y="69"/>
                  </a:cubicBezTo>
                  <a:cubicBezTo>
                    <a:pt x="1" y="68"/>
                    <a:pt x="1" y="67"/>
                    <a:pt x="1" y="66"/>
                  </a:cubicBezTo>
                  <a:cubicBezTo>
                    <a:pt x="1" y="66"/>
                    <a:pt x="1" y="66"/>
                    <a:pt x="1" y="66"/>
                  </a:cubicBezTo>
                  <a:close/>
                  <a:moveTo>
                    <a:pt x="87" y="99"/>
                  </a:moveTo>
                  <a:cubicBezTo>
                    <a:pt x="87" y="93"/>
                    <a:pt x="87" y="93"/>
                    <a:pt x="87" y="93"/>
                  </a:cubicBezTo>
                  <a:cubicBezTo>
                    <a:pt x="88" y="93"/>
                    <a:pt x="88" y="93"/>
                    <a:pt x="88" y="93"/>
                  </a:cubicBezTo>
                  <a:cubicBezTo>
                    <a:pt x="93" y="93"/>
                    <a:pt x="95" y="92"/>
                    <a:pt x="97" y="91"/>
                  </a:cubicBezTo>
                  <a:cubicBezTo>
                    <a:pt x="98" y="89"/>
                    <a:pt x="99" y="86"/>
                    <a:pt x="99" y="81"/>
                  </a:cubicBezTo>
                  <a:cubicBezTo>
                    <a:pt x="99" y="16"/>
                    <a:pt x="99" y="16"/>
                    <a:pt x="99" y="16"/>
                  </a:cubicBezTo>
                  <a:cubicBezTo>
                    <a:pt x="99" y="13"/>
                    <a:pt x="98" y="11"/>
                    <a:pt x="97" y="9"/>
                  </a:cubicBezTo>
                  <a:cubicBezTo>
                    <a:pt x="95" y="8"/>
                    <a:pt x="93" y="7"/>
                    <a:pt x="89" y="7"/>
                  </a:cubicBezTo>
                  <a:cubicBezTo>
                    <a:pt x="87" y="7"/>
                    <a:pt x="87" y="7"/>
                    <a:pt x="87" y="7"/>
                  </a:cubicBezTo>
                  <a:cubicBezTo>
                    <a:pt x="87" y="2"/>
                    <a:pt x="87" y="2"/>
                    <a:pt x="87" y="2"/>
                  </a:cubicBezTo>
                  <a:cubicBezTo>
                    <a:pt x="91" y="2"/>
                    <a:pt x="95" y="2"/>
                    <a:pt x="99" y="2"/>
                  </a:cubicBezTo>
                  <a:cubicBezTo>
                    <a:pt x="103" y="3"/>
                    <a:pt x="107" y="3"/>
                    <a:pt x="110" y="3"/>
                  </a:cubicBezTo>
                  <a:cubicBezTo>
                    <a:pt x="114" y="3"/>
                    <a:pt x="118" y="3"/>
                    <a:pt x="122" y="2"/>
                  </a:cubicBezTo>
                  <a:cubicBezTo>
                    <a:pt x="126" y="2"/>
                    <a:pt x="129" y="2"/>
                    <a:pt x="133" y="2"/>
                  </a:cubicBezTo>
                  <a:cubicBezTo>
                    <a:pt x="133" y="7"/>
                    <a:pt x="133" y="7"/>
                    <a:pt x="133" y="7"/>
                  </a:cubicBezTo>
                  <a:cubicBezTo>
                    <a:pt x="129" y="7"/>
                    <a:pt x="126" y="8"/>
                    <a:pt x="125" y="9"/>
                  </a:cubicBezTo>
                  <a:cubicBezTo>
                    <a:pt x="123" y="10"/>
                    <a:pt x="122" y="12"/>
                    <a:pt x="122" y="16"/>
                  </a:cubicBezTo>
                  <a:cubicBezTo>
                    <a:pt x="122" y="81"/>
                    <a:pt x="122" y="81"/>
                    <a:pt x="122" y="81"/>
                  </a:cubicBezTo>
                  <a:cubicBezTo>
                    <a:pt x="122" y="86"/>
                    <a:pt x="123" y="89"/>
                    <a:pt x="124" y="91"/>
                  </a:cubicBezTo>
                  <a:cubicBezTo>
                    <a:pt x="126" y="92"/>
                    <a:pt x="128" y="93"/>
                    <a:pt x="133" y="93"/>
                  </a:cubicBezTo>
                  <a:cubicBezTo>
                    <a:pt x="133" y="93"/>
                    <a:pt x="133" y="93"/>
                    <a:pt x="133" y="93"/>
                  </a:cubicBezTo>
                  <a:cubicBezTo>
                    <a:pt x="133" y="99"/>
                    <a:pt x="133" y="99"/>
                    <a:pt x="133" y="99"/>
                  </a:cubicBezTo>
                  <a:cubicBezTo>
                    <a:pt x="130" y="98"/>
                    <a:pt x="126" y="98"/>
                    <a:pt x="122" y="98"/>
                  </a:cubicBezTo>
                  <a:cubicBezTo>
                    <a:pt x="118" y="98"/>
                    <a:pt x="114" y="98"/>
                    <a:pt x="110" y="98"/>
                  </a:cubicBezTo>
                  <a:cubicBezTo>
                    <a:pt x="107" y="98"/>
                    <a:pt x="104" y="98"/>
                    <a:pt x="100" y="98"/>
                  </a:cubicBezTo>
                  <a:cubicBezTo>
                    <a:pt x="96" y="98"/>
                    <a:pt x="92" y="98"/>
                    <a:pt x="87" y="99"/>
                  </a:cubicBezTo>
                  <a:cubicBezTo>
                    <a:pt x="87" y="99"/>
                    <a:pt x="87" y="99"/>
                    <a:pt x="87" y="99"/>
                  </a:cubicBezTo>
                  <a:close/>
                  <a:moveTo>
                    <a:pt x="236" y="4"/>
                  </a:moveTo>
                  <a:cubicBezTo>
                    <a:pt x="236" y="8"/>
                    <a:pt x="235" y="11"/>
                    <a:pt x="235" y="14"/>
                  </a:cubicBezTo>
                  <a:cubicBezTo>
                    <a:pt x="235" y="17"/>
                    <a:pt x="235" y="20"/>
                    <a:pt x="235" y="23"/>
                  </a:cubicBezTo>
                  <a:cubicBezTo>
                    <a:pt x="235" y="24"/>
                    <a:pt x="235" y="26"/>
                    <a:pt x="235" y="27"/>
                  </a:cubicBezTo>
                  <a:cubicBezTo>
                    <a:pt x="235" y="29"/>
                    <a:pt x="235" y="31"/>
                    <a:pt x="235" y="34"/>
                  </a:cubicBezTo>
                  <a:cubicBezTo>
                    <a:pt x="227" y="34"/>
                    <a:pt x="227" y="34"/>
                    <a:pt x="227" y="34"/>
                  </a:cubicBezTo>
                  <a:cubicBezTo>
                    <a:pt x="226" y="25"/>
                    <a:pt x="224" y="18"/>
                    <a:pt x="220" y="14"/>
                  </a:cubicBezTo>
                  <a:cubicBezTo>
                    <a:pt x="216" y="10"/>
                    <a:pt x="211" y="7"/>
                    <a:pt x="205" y="7"/>
                  </a:cubicBezTo>
                  <a:cubicBezTo>
                    <a:pt x="195" y="7"/>
                    <a:pt x="188" y="11"/>
                    <a:pt x="183" y="18"/>
                  </a:cubicBezTo>
                  <a:cubicBezTo>
                    <a:pt x="178" y="25"/>
                    <a:pt x="175" y="35"/>
                    <a:pt x="175" y="47"/>
                  </a:cubicBezTo>
                  <a:cubicBezTo>
                    <a:pt x="175" y="60"/>
                    <a:pt x="178" y="71"/>
                    <a:pt x="184" y="78"/>
                  </a:cubicBezTo>
                  <a:cubicBezTo>
                    <a:pt x="189" y="86"/>
                    <a:pt x="197" y="90"/>
                    <a:pt x="206" y="90"/>
                  </a:cubicBezTo>
                  <a:cubicBezTo>
                    <a:pt x="211" y="90"/>
                    <a:pt x="216" y="89"/>
                    <a:pt x="220" y="86"/>
                  </a:cubicBezTo>
                  <a:cubicBezTo>
                    <a:pt x="224" y="83"/>
                    <a:pt x="229" y="79"/>
                    <a:pt x="233" y="73"/>
                  </a:cubicBezTo>
                  <a:cubicBezTo>
                    <a:pt x="240" y="77"/>
                    <a:pt x="240" y="77"/>
                    <a:pt x="240" y="77"/>
                  </a:cubicBezTo>
                  <a:cubicBezTo>
                    <a:pt x="234" y="85"/>
                    <a:pt x="229" y="91"/>
                    <a:pt x="222" y="95"/>
                  </a:cubicBezTo>
                  <a:cubicBezTo>
                    <a:pt x="215" y="99"/>
                    <a:pt x="208" y="101"/>
                    <a:pt x="199" y="101"/>
                  </a:cubicBezTo>
                  <a:cubicBezTo>
                    <a:pt x="184" y="101"/>
                    <a:pt x="172" y="96"/>
                    <a:pt x="164" y="87"/>
                  </a:cubicBezTo>
                  <a:cubicBezTo>
                    <a:pt x="155" y="78"/>
                    <a:pt x="151" y="66"/>
                    <a:pt x="151" y="50"/>
                  </a:cubicBezTo>
                  <a:cubicBezTo>
                    <a:pt x="151" y="35"/>
                    <a:pt x="156" y="23"/>
                    <a:pt x="165" y="14"/>
                  </a:cubicBezTo>
                  <a:cubicBezTo>
                    <a:pt x="175" y="4"/>
                    <a:pt x="187" y="0"/>
                    <a:pt x="203" y="0"/>
                  </a:cubicBezTo>
                  <a:cubicBezTo>
                    <a:pt x="209" y="0"/>
                    <a:pt x="218" y="1"/>
                    <a:pt x="233" y="4"/>
                  </a:cubicBezTo>
                  <a:cubicBezTo>
                    <a:pt x="234" y="4"/>
                    <a:pt x="235" y="4"/>
                    <a:pt x="236" y="4"/>
                  </a:cubicBezTo>
                  <a:cubicBezTo>
                    <a:pt x="236" y="4"/>
                    <a:pt x="236" y="4"/>
                    <a:pt x="236" y="4"/>
                  </a:cubicBezTo>
                  <a:close/>
                  <a:moveTo>
                    <a:pt x="254" y="99"/>
                  </a:moveTo>
                  <a:cubicBezTo>
                    <a:pt x="254" y="93"/>
                    <a:pt x="254" y="93"/>
                    <a:pt x="254" y="93"/>
                  </a:cubicBezTo>
                  <a:cubicBezTo>
                    <a:pt x="255" y="93"/>
                    <a:pt x="255" y="93"/>
                    <a:pt x="255" y="93"/>
                  </a:cubicBezTo>
                  <a:cubicBezTo>
                    <a:pt x="259" y="93"/>
                    <a:pt x="262" y="92"/>
                    <a:pt x="263" y="91"/>
                  </a:cubicBezTo>
                  <a:cubicBezTo>
                    <a:pt x="265" y="89"/>
                    <a:pt x="265" y="86"/>
                    <a:pt x="265" y="81"/>
                  </a:cubicBezTo>
                  <a:cubicBezTo>
                    <a:pt x="265" y="16"/>
                    <a:pt x="265" y="16"/>
                    <a:pt x="265" y="16"/>
                  </a:cubicBezTo>
                  <a:cubicBezTo>
                    <a:pt x="265" y="13"/>
                    <a:pt x="265" y="11"/>
                    <a:pt x="263" y="9"/>
                  </a:cubicBezTo>
                  <a:cubicBezTo>
                    <a:pt x="262" y="8"/>
                    <a:pt x="259" y="7"/>
                    <a:pt x="256" y="7"/>
                  </a:cubicBezTo>
                  <a:cubicBezTo>
                    <a:pt x="254" y="7"/>
                    <a:pt x="254" y="7"/>
                    <a:pt x="254" y="7"/>
                  </a:cubicBezTo>
                  <a:cubicBezTo>
                    <a:pt x="254" y="2"/>
                    <a:pt x="254" y="2"/>
                    <a:pt x="254" y="2"/>
                  </a:cubicBezTo>
                  <a:cubicBezTo>
                    <a:pt x="257" y="2"/>
                    <a:pt x="260" y="2"/>
                    <a:pt x="263" y="2"/>
                  </a:cubicBezTo>
                  <a:cubicBezTo>
                    <a:pt x="267" y="3"/>
                    <a:pt x="271" y="3"/>
                    <a:pt x="277" y="3"/>
                  </a:cubicBezTo>
                  <a:cubicBezTo>
                    <a:pt x="282" y="3"/>
                    <a:pt x="286" y="3"/>
                    <a:pt x="290" y="2"/>
                  </a:cubicBezTo>
                  <a:cubicBezTo>
                    <a:pt x="294" y="2"/>
                    <a:pt x="297" y="2"/>
                    <a:pt x="299" y="2"/>
                  </a:cubicBezTo>
                  <a:cubicBezTo>
                    <a:pt x="299" y="7"/>
                    <a:pt x="299" y="7"/>
                    <a:pt x="299" y="7"/>
                  </a:cubicBezTo>
                  <a:cubicBezTo>
                    <a:pt x="295" y="7"/>
                    <a:pt x="292" y="8"/>
                    <a:pt x="291" y="9"/>
                  </a:cubicBezTo>
                  <a:cubicBezTo>
                    <a:pt x="289" y="10"/>
                    <a:pt x="288" y="12"/>
                    <a:pt x="288" y="16"/>
                  </a:cubicBezTo>
                  <a:cubicBezTo>
                    <a:pt x="288" y="43"/>
                    <a:pt x="288" y="43"/>
                    <a:pt x="288" y="43"/>
                  </a:cubicBezTo>
                  <a:cubicBezTo>
                    <a:pt x="329" y="43"/>
                    <a:pt x="329" y="43"/>
                    <a:pt x="329" y="43"/>
                  </a:cubicBezTo>
                  <a:cubicBezTo>
                    <a:pt x="329" y="16"/>
                    <a:pt x="329" y="16"/>
                    <a:pt x="329" y="16"/>
                  </a:cubicBezTo>
                  <a:cubicBezTo>
                    <a:pt x="329" y="13"/>
                    <a:pt x="328" y="10"/>
                    <a:pt x="326" y="9"/>
                  </a:cubicBezTo>
                  <a:cubicBezTo>
                    <a:pt x="325" y="8"/>
                    <a:pt x="322" y="7"/>
                    <a:pt x="318" y="7"/>
                  </a:cubicBezTo>
                  <a:cubicBezTo>
                    <a:pt x="317" y="7"/>
                    <a:pt x="317" y="7"/>
                    <a:pt x="317" y="7"/>
                  </a:cubicBezTo>
                  <a:cubicBezTo>
                    <a:pt x="317" y="2"/>
                    <a:pt x="317" y="2"/>
                    <a:pt x="317" y="2"/>
                  </a:cubicBezTo>
                  <a:cubicBezTo>
                    <a:pt x="321" y="2"/>
                    <a:pt x="324" y="2"/>
                    <a:pt x="328" y="2"/>
                  </a:cubicBezTo>
                  <a:cubicBezTo>
                    <a:pt x="331" y="3"/>
                    <a:pt x="336" y="3"/>
                    <a:pt x="340" y="3"/>
                  </a:cubicBezTo>
                  <a:cubicBezTo>
                    <a:pt x="345" y="3"/>
                    <a:pt x="349" y="3"/>
                    <a:pt x="352" y="2"/>
                  </a:cubicBezTo>
                  <a:cubicBezTo>
                    <a:pt x="356" y="2"/>
                    <a:pt x="359" y="2"/>
                    <a:pt x="362" y="2"/>
                  </a:cubicBezTo>
                  <a:cubicBezTo>
                    <a:pt x="362" y="7"/>
                    <a:pt x="362" y="7"/>
                    <a:pt x="362" y="7"/>
                  </a:cubicBezTo>
                  <a:cubicBezTo>
                    <a:pt x="361" y="7"/>
                    <a:pt x="361" y="7"/>
                    <a:pt x="361" y="7"/>
                  </a:cubicBezTo>
                  <a:cubicBezTo>
                    <a:pt x="357" y="7"/>
                    <a:pt x="355" y="8"/>
                    <a:pt x="354" y="9"/>
                  </a:cubicBezTo>
                  <a:cubicBezTo>
                    <a:pt x="352" y="11"/>
                    <a:pt x="351" y="13"/>
                    <a:pt x="351" y="16"/>
                  </a:cubicBezTo>
                  <a:cubicBezTo>
                    <a:pt x="351" y="81"/>
                    <a:pt x="351" y="81"/>
                    <a:pt x="351" y="81"/>
                  </a:cubicBezTo>
                  <a:cubicBezTo>
                    <a:pt x="351" y="86"/>
                    <a:pt x="352" y="89"/>
                    <a:pt x="354" y="90"/>
                  </a:cubicBezTo>
                  <a:cubicBezTo>
                    <a:pt x="355" y="92"/>
                    <a:pt x="358" y="93"/>
                    <a:pt x="362" y="93"/>
                  </a:cubicBezTo>
                  <a:cubicBezTo>
                    <a:pt x="362" y="99"/>
                    <a:pt x="362" y="99"/>
                    <a:pt x="362" y="99"/>
                  </a:cubicBezTo>
                  <a:cubicBezTo>
                    <a:pt x="358" y="98"/>
                    <a:pt x="354" y="98"/>
                    <a:pt x="350" y="98"/>
                  </a:cubicBezTo>
                  <a:cubicBezTo>
                    <a:pt x="346" y="98"/>
                    <a:pt x="343" y="98"/>
                    <a:pt x="340" y="98"/>
                  </a:cubicBezTo>
                  <a:cubicBezTo>
                    <a:pt x="338" y="98"/>
                    <a:pt x="336" y="98"/>
                    <a:pt x="332" y="98"/>
                  </a:cubicBezTo>
                  <a:cubicBezTo>
                    <a:pt x="328" y="98"/>
                    <a:pt x="323" y="98"/>
                    <a:pt x="318" y="99"/>
                  </a:cubicBezTo>
                  <a:cubicBezTo>
                    <a:pt x="318" y="93"/>
                    <a:pt x="318" y="93"/>
                    <a:pt x="318" y="93"/>
                  </a:cubicBezTo>
                  <a:cubicBezTo>
                    <a:pt x="318" y="93"/>
                    <a:pt x="318" y="93"/>
                    <a:pt x="318" y="93"/>
                  </a:cubicBezTo>
                  <a:cubicBezTo>
                    <a:pt x="323" y="93"/>
                    <a:pt x="325" y="92"/>
                    <a:pt x="327" y="91"/>
                  </a:cubicBezTo>
                  <a:cubicBezTo>
                    <a:pt x="328" y="89"/>
                    <a:pt x="329" y="86"/>
                    <a:pt x="329" y="81"/>
                  </a:cubicBezTo>
                  <a:cubicBezTo>
                    <a:pt x="329" y="50"/>
                    <a:pt x="329" y="50"/>
                    <a:pt x="329" y="50"/>
                  </a:cubicBezTo>
                  <a:cubicBezTo>
                    <a:pt x="288" y="50"/>
                    <a:pt x="288" y="50"/>
                    <a:pt x="288" y="50"/>
                  </a:cubicBezTo>
                  <a:cubicBezTo>
                    <a:pt x="288" y="81"/>
                    <a:pt x="288" y="81"/>
                    <a:pt x="288" y="81"/>
                  </a:cubicBezTo>
                  <a:cubicBezTo>
                    <a:pt x="288" y="86"/>
                    <a:pt x="289" y="89"/>
                    <a:pt x="290" y="91"/>
                  </a:cubicBezTo>
                  <a:cubicBezTo>
                    <a:pt x="292" y="92"/>
                    <a:pt x="294" y="93"/>
                    <a:pt x="299" y="93"/>
                  </a:cubicBezTo>
                  <a:cubicBezTo>
                    <a:pt x="299" y="93"/>
                    <a:pt x="299" y="93"/>
                    <a:pt x="299" y="93"/>
                  </a:cubicBezTo>
                  <a:cubicBezTo>
                    <a:pt x="299" y="98"/>
                    <a:pt x="299" y="98"/>
                    <a:pt x="299" y="98"/>
                  </a:cubicBezTo>
                  <a:cubicBezTo>
                    <a:pt x="294" y="98"/>
                    <a:pt x="290" y="98"/>
                    <a:pt x="286" y="98"/>
                  </a:cubicBezTo>
                  <a:cubicBezTo>
                    <a:pt x="282" y="98"/>
                    <a:pt x="279" y="98"/>
                    <a:pt x="277" y="98"/>
                  </a:cubicBezTo>
                  <a:cubicBezTo>
                    <a:pt x="273" y="98"/>
                    <a:pt x="270" y="98"/>
                    <a:pt x="266" y="98"/>
                  </a:cubicBezTo>
                  <a:cubicBezTo>
                    <a:pt x="262" y="98"/>
                    <a:pt x="258" y="98"/>
                    <a:pt x="254" y="99"/>
                  </a:cubicBezTo>
                  <a:cubicBezTo>
                    <a:pt x="254" y="99"/>
                    <a:pt x="254" y="99"/>
                    <a:pt x="254" y="99"/>
                  </a:cubicBezTo>
                  <a:close/>
                  <a:moveTo>
                    <a:pt x="388" y="16"/>
                  </a:moveTo>
                  <a:cubicBezTo>
                    <a:pt x="388" y="13"/>
                    <a:pt x="387" y="11"/>
                    <a:pt x="386" y="9"/>
                  </a:cubicBezTo>
                  <a:cubicBezTo>
                    <a:pt x="384" y="8"/>
                    <a:pt x="382" y="7"/>
                    <a:pt x="378" y="7"/>
                  </a:cubicBezTo>
                  <a:cubicBezTo>
                    <a:pt x="377" y="7"/>
                    <a:pt x="377" y="7"/>
                    <a:pt x="377" y="7"/>
                  </a:cubicBezTo>
                  <a:cubicBezTo>
                    <a:pt x="377" y="2"/>
                    <a:pt x="377" y="2"/>
                    <a:pt x="377" y="2"/>
                  </a:cubicBezTo>
                  <a:cubicBezTo>
                    <a:pt x="382" y="2"/>
                    <a:pt x="386" y="2"/>
                    <a:pt x="390" y="3"/>
                  </a:cubicBezTo>
                  <a:cubicBezTo>
                    <a:pt x="393" y="3"/>
                    <a:pt x="397" y="3"/>
                    <a:pt x="400" y="3"/>
                  </a:cubicBezTo>
                  <a:cubicBezTo>
                    <a:pt x="403" y="3"/>
                    <a:pt x="406" y="3"/>
                    <a:pt x="410" y="3"/>
                  </a:cubicBezTo>
                  <a:cubicBezTo>
                    <a:pt x="414" y="2"/>
                    <a:pt x="418" y="2"/>
                    <a:pt x="423" y="2"/>
                  </a:cubicBezTo>
                  <a:cubicBezTo>
                    <a:pt x="423" y="7"/>
                    <a:pt x="423" y="7"/>
                    <a:pt x="423" y="7"/>
                  </a:cubicBezTo>
                  <a:cubicBezTo>
                    <a:pt x="418" y="7"/>
                    <a:pt x="415" y="8"/>
                    <a:pt x="414" y="9"/>
                  </a:cubicBezTo>
                  <a:cubicBezTo>
                    <a:pt x="412" y="10"/>
                    <a:pt x="411" y="12"/>
                    <a:pt x="411" y="16"/>
                  </a:cubicBezTo>
                  <a:cubicBezTo>
                    <a:pt x="411" y="60"/>
                    <a:pt x="411" y="60"/>
                    <a:pt x="411" y="60"/>
                  </a:cubicBezTo>
                  <a:cubicBezTo>
                    <a:pt x="411" y="67"/>
                    <a:pt x="412" y="72"/>
                    <a:pt x="412" y="75"/>
                  </a:cubicBezTo>
                  <a:cubicBezTo>
                    <a:pt x="413" y="78"/>
                    <a:pt x="414" y="80"/>
                    <a:pt x="415" y="82"/>
                  </a:cubicBezTo>
                  <a:cubicBezTo>
                    <a:pt x="417" y="84"/>
                    <a:pt x="420" y="86"/>
                    <a:pt x="423" y="88"/>
                  </a:cubicBezTo>
                  <a:cubicBezTo>
                    <a:pt x="426" y="89"/>
                    <a:pt x="430" y="89"/>
                    <a:pt x="434" y="89"/>
                  </a:cubicBezTo>
                  <a:cubicBezTo>
                    <a:pt x="442" y="89"/>
                    <a:pt x="448" y="87"/>
                    <a:pt x="452" y="83"/>
                  </a:cubicBezTo>
                  <a:cubicBezTo>
                    <a:pt x="456" y="78"/>
                    <a:pt x="457" y="70"/>
                    <a:pt x="457" y="60"/>
                  </a:cubicBezTo>
                  <a:cubicBezTo>
                    <a:pt x="457" y="59"/>
                    <a:pt x="457" y="59"/>
                    <a:pt x="457" y="59"/>
                  </a:cubicBezTo>
                  <a:cubicBezTo>
                    <a:pt x="457" y="18"/>
                    <a:pt x="457" y="18"/>
                    <a:pt x="457" y="18"/>
                  </a:cubicBezTo>
                  <a:cubicBezTo>
                    <a:pt x="457" y="14"/>
                    <a:pt x="457" y="11"/>
                    <a:pt x="455" y="9"/>
                  </a:cubicBezTo>
                  <a:cubicBezTo>
                    <a:pt x="454" y="8"/>
                    <a:pt x="451" y="7"/>
                    <a:pt x="446" y="7"/>
                  </a:cubicBezTo>
                  <a:cubicBezTo>
                    <a:pt x="446" y="2"/>
                    <a:pt x="446" y="2"/>
                    <a:pt x="446" y="2"/>
                  </a:cubicBezTo>
                  <a:cubicBezTo>
                    <a:pt x="449" y="2"/>
                    <a:pt x="452" y="2"/>
                    <a:pt x="454" y="2"/>
                  </a:cubicBezTo>
                  <a:cubicBezTo>
                    <a:pt x="456" y="2"/>
                    <a:pt x="458" y="3"/>
                    <a:pt x="460" y="3"/>
                  </a:cubicBezTo>
                  <a:cubicBezTo>
                    <a:pt x="462" y="3"/>
                    <a:pt x="465" y="2"/>
                    <a:pt x="467" y="2"/>
                  </a:cubicBezTo>
                  <a:cubicBezTo>
                    <a:pt x="469" y="2"/>
                    <a:pt x="472" y="2"/>
                    <a:pt x="474" y="2"/>
                  </a:cubicBezTo>
                  <a:cubicBezTo>
                    <a:pt x="474" y="7"/>
                    <a:pt x="474" y="7"/>
                    <a:pt x="474" y="7"/>
                  </a:cubicBezTo>
                  <a:cubicBezTo>
                    <a:pt x="471" y="7"/>
                    <a:pt x="469" y="8"/>
                    <a:pt x="468" y="9"/>
                  </a:cubicBezTo>
                  <a:cubicBezTo>
                    <a:pt x="467" y="10"/>
                    <a:pt x="466" y="13"/>
                    <a:pt x="466" y="18"/>
                  </a:cubicBezTo>
                  <a:cubicBezTo>
                    <a:pt x="465" y="62"/>
                    <a:pt x="465" y="62"/>
                    <a:pt x="465" y="62"/>
                  </a:cubicBezTo>
                  <a:cubicBezTo>
                    <a:pt x="465" y="76"/>
                    <a:pt x="462" y="86"/>
                    <a:pt x="456" y="92"/>
                  </a:cubicBezTo>
                  <a:cubicBezTo>
                    <a:pt x="450" y="98"/>
                    <a:pt x="440" y="101"/>
                    <a:pt x="427" y="101"/>
                  </a:cubicBezTo>
                  <a:cubicBezTo>
                    <a:pt x="414" y="101"/>
                    <a:pt x="405" y="98"/>
                    <a:pt x="398" y="93"/>
                  </a:cubicBezTo>
                  <a:cubicBezTo>
                    <a:pt x="391" y="87"/>
                    <a:pt x="388" y="79"/>
                    <a:pt x="388" y="69"/>
                  </a:cubicBezTo>
                  <a:cubicBezTo>
                    <a:pt x="388" y="16"/>
                    <a:pt x="388" y="16"/>
                    <a:pt x="388" y="16"/>
                  </a:cubicBezTo>
                  <a:close/>
                  <a:moveTo>
                    <a:pt x="524" y="27"/>
                  </a:moveTo>
                  <a:cubicBezTo>
                    <a:pt x="511" y="60"/>
                    <a:pt x="511" y="60"/>
                    <a:pt x="511" y="60"/>
                  </a:cubicBezTo>
                  <a:cubicBezTo>
                    <a:pt x="536" y="60"/>
                    <a:pt x="536" y="60"/>
                    <a:pt x="536" y="60"/>
                  </a:cubicBezTo>
                  <a:cubicBezTo>
                    <a:pt x="524" y="27"/>
                    <a:pt x="524" y="27"/>
                    <a:pt x="524" y="27"/>
                  </a:cubicBezTo>
                  <a:close/>
                  <a:moveTo>
                    <a:pt x="501" y="84"/>
                  </a:moveTo>
                  <a:cubicBezTo>
                    <a:pt x="500" y="85"/>
                    <a:pt x="500" y="86"/>
                    <a:pt x="500" y="86"/>
                  </a:cubicBezTo>
                  <a:cubicBezTo>
                    <a:pt x="500" y="87"/>
                    <a:pt x="500" y="88"/>
                    <a:pt x="500" y="88"/>
                  </a:cubicBezTo>
                  <a:cubicBezTo>
                    <a:pt x="500" y="91"/>
                    <a:pt x="503" y="92"/>
                    <a:pt x="510" y="93"/>
                  </a:cubicBezTo>
                  <a:cubicBezTo>
                    <a:pt x="510" y="93"/>
                    <a:pt x="510" y="93"/>
                    <a:pt x="510" y="93"/>
                  </a:cubicBezTo>
                  <a:cubicBezTo>
                    <a:pt x="510" y="99"/>
                    <a:pt x="510" y="99"/>
                    <a:pt x="510" y="99"/>
                  </a:cubicBezTo>
                  <a:cubicBezTo>
                    <a:pt x="507" y="98"/>
                    <a:pt x="505" y="98"/>
                    <a:pt x="502" y="98"/>
                  </a:cubicBezTo>
                  <a:cubicBezTo>
                    <a:pt x="499" y="98"/>
                    <a:pt x="497" y="98"/>
                    <a:pt x="495" y="98"/>
                  </a:cubicBezTo>
                  <a:cubicBezTo>
                    <a:pt x="493" y="98"/>
                    <a:pt x="492" y="98"/>
                    <a:pt x="490" y="98"/>
                  </a:cubicBezTo>
                  <a:cubicBezTo>
                    <a:pt x="488" y="98"/>
                    <a:pt x="484" y="98"/>
                    <a:pt x="480" y="99"/>
                  </a:cubicBezTo>
                  <a:cubicBezTo>
                    <a:pt x="480" y="93"/>
                    <a:pt x="480" y="93"/>
                    <a:pt x="480" y="93"/>
                  </a:cubicBezTo>
                  <a:cubicBezTo>
                    <a:pt x="483" y="92"/>
                    <a:pt x="485" y="91"/>
                    <a:pt x="487" y="90"/>
                  </a:cubicBezTo>
                  <a:cubicBezTo>
                    <a:pt x="489" y="88"/>
                    <a:pt x="491" y="85"/>
                    <a:pt x="493" y="81"/>
                  </a:cubicBezTo>
                  <a:cubicBezTo>
                    <a:pt x="528" y="2"/>
                    <a:pt x="528" y="2"/>
                    <a:pt x="528" y="2"/>
                  </a:cubicBezTo>
                  <a:cubicBezTo>
                    <a:pt x="537" y="2"/>
                    <a:pt x="537" y="2"/>
                    <a:pt x="537" y="2"/>
                  </a:cubicBezTo>
                  <a:cubicBezTo>
                    <a:pt x="568" y="86"/>
                    <a:pt x="568" y="86"/>
                    <a:pt x="568" y="86"/>
                  </a:cubicBezTo>
                  <a:cubicBezTo>
                    <a:pt x="569" y="89"/>
                    <a:pt x="571" y="90"/>
                    <a:pt x="572" y="91"/>
                  </a:cubicBezTo>
                  <a:cubicBezTo>
                    <a:pt x="574" y="92"/>
                    <a:pt x="576" y="93"/>
                    <a:pt x="579" y="93"/>
                  </a:cubicBezTo>
                  <a:cubicBezTo>
                    <a:pt x="579" y="99"/>
                    <a:pt x="579" y="99"/>
                    <a:pt x="579" y="99"/>
                  </a:cubicBezTo>
                  <a:cubicBezTo>
                    <a:pt x="575" y="98"/>
                    <a:pt x="571" y="98"/>
                    <a:pt x="567" y="98"/>
                  </a:cubicBezTo>
                  <a:cubicBezTo>
                    <a:pt x="564" y="98"/>
                    <a:pt x="560" y="98"/>
                    <a:pt x="557" y="98"/>
                  </a:cubicBezTo>
                  <a:cubicBezTo>
                    <a:pt x="554" y="98"/>
                    <a:pt x="551" y="98"/>
                    <a:pt x="547" y="98"/>
                  </a:cubicBezTo>
                  <a:cubicBezTo>
                    <a:pt x="543" y="98"/>
                    <a:pt x="538" y="98"/>
                    <a:pt x="534" y="99"/>
                  </a:cubicBezTo>
                  <a:cubicBezTo>
                    <a:pt x="534" y="93"/>
                    <a:pt x="534" y="93"/>
                    <a:pt x="534" y="93"/>
                  </a:cubicBezTo>
                  <a:cubicBezTo>
                    <a:pt x="539" y="93"/>
                    <a:pt x="542" y="92"/>
                    <a:pt x="543" y="92"/>
                  </a:cubicBezTo>
                  <a:cubicBezTo>
                    <a:pt x="545" y="91"/>
                    <a:pt x="545" y="90"/>
                    <a:pt x="545" y="88"/>
                  </a:cubicBezTo>
                  <a:cubicBezTo>
                    <a:pt x="545" y="88"/>
                    <a:pt x="545" y="87"/>
                    <a:pt x="545" y="87"/>
                  </a:cubicBezTo>
                  <a:cubicBezTo>
                    <a:pt x="545" y="86"/>
                    <a:pt x="545" y="86"/>
                    <a:pt x="545" y="85"/>
                  </a:cubicBezTo>
                  <a:cubicBezTo>
                    <a:pt x="538" y="67"/>
                    <a:pt x="538" y="67"/>
                    <a:pt x="538" y="67"/>
                  </a:cubicBezTo>
                  <a:cubicBezTo>
                    <a:pt x="508" y="67"/>
                    <a:pt x="508" y="67"/>
                    <a:pt x="508" y="67"/>
                  </a:cubicBezTo>
                  <a:cubicBezTo>
                    <a:pt x="501" y="84"/>
                    <a:pt x="501" y="84"/>
                    <a:pt x="501" y="84"/>
                  </a:cubicBezTo>
                  <a:close/>
                  <a:moveTo>
                    <a:pt x="672" y="64"/>
                  </a:moveTo>
                  <a:cubicBezTo>
                    <a:pt x="672" y="17"/>
                    <a:pt x="672" y="17"/>
                    <a:pt x="672" y="17"/>
                  </a:cubicBezTo>
                  <a:cubicBezTo>
                    <a:pt x="672" y="13"/>
                    <a:pt x="671" y="10"/>
                    <a:pt x="669" y="9"/>
                  </a:cubicBezTo>
                  <a:cubicBezTo>
                    <a:pt x="668" y="8"/>
                    <a:pt x="664" y="7"/>
                    <a:pt x="659" y="7"/>
                  </a:cubicBezTo>
                  <a:cubicBezTo>
                    <a:pt x="659" y="2"/>
                    <a:pt x="659" y="2"/>
                    <a:pt x="659" y="2"/>
                  </a:cubicBezTo>
                  <a:cubicBezTo>
                    <a:pt x="661" y="2"/>
                    <a:pt x="664" y="2"/>
                    <a:pt x="666" y="2"/>
                  </a:cubicBezTo>
                  <a:cubicBezTo>
                    <a:pt x="669" y="2"/>
                    <a:pt x="672" y="2"/>
                    <a:pt x="675" y="2"/>
                  </a:cubicBezTo>
                  <a:cubicBezTo>
                    <a:pt x="678" y="2"/>
                    <a:pt x="680" y="2"/>
                    <a:pt x="683" y="2"/>
                  </a:cubicBezTo>
                  <a:cubicBezTo>
                    <a:pt x="685" y="2"/>
                    <a:pt x="688" y="2"/>
                    <a:pt x="690" y="2"/>
                  </a:cubicBezTo>
                  <a:cubicBezTo>
                    <a:pt x="690" y="7"/>
                    <a:pt x="690" y="7"/>
                    <a:pt x="690" y="7"/>
                  </a:cubicBezTo>
                  <a:cubicBezTo>
                    <a:pt x="689" y="7"/>
                    <a:pt x="689" y="7"/>
                    <a:pt x="689" y="7"/>
                  </a:cubicBezTo>
                  <a:cubicBezTo>
                    <a:pt x="686" y="7"/>
                    <a:pt x="683" y="8"/>
                    <a:pt x="682" y="9"/>
                  </a:cubicBezTo>
                  <a:cubicBezTo>
                    <a:pt x="681" y="11"/>
                    <a:pt x="680" y="13"/>
                    <a:pt x="680" y="17"/>
                  </a:cubicBezTo>
                  <a:cubicBezTo>
                    <a:pt x="680" y="99"/>
                    <a:pt x="680" y="99"/>
                    <a:pt x="680" y="99"/>
                  </a:cubicBezTo>
                  <a:cubicBezTo>
                    <a:pt x="671" y="99"/>
                    <a:pt x="671" y="99"/>
                    <a:pt x="671" y="99"/>
                  </a:cubicBezTo>
                  <a:cubicBezTo>
                    <a:pt x="610" y="20"/>
                    <a:pt x="610" y="20"/>
                    <a:pt x="610" y="20"/>
                  </a:cubicBezTo>
                  <a:cubicBezTo>
                    <a:pt x="610" y="81"/>
                    <a:pt x="610" y="81"/>
                    <a:pt x="610" y="81"/>
                  </a:cubicBezTo>
                  <a:cubicBezTo>
                    <a:pt x="610" y="86"/>
                    <a:pt x="611" y="89"/>
                    <a:pt x="612" y="91"/>
                  </a:cubicBezTo>
                  <a:cubicBezTo>
                    <a:pt x="614" y="92"/>
                    <a:pt x="617" y="93"/>
                    <a:pt x="623" y="93"/>
                  </a:cubicBezTo>
                  <a:cubicBezTo>
                    <a:pt x="623" y="99"/>
                    <a:pt x="623" y="99"/>
                    <a:pt x="623" y="99"/>
                  </a:cubicBezTo>
                  <a:cubicBezTo>
                    <a:pt x="620" y="98"/>
                    <a:pt x="617" y="98"/>
                    <a:pt x="614" y="98"/>
                  </a:cubicBezTo>
                  <a:cubicBezTo>
                    <a:pt x="611" y="98"/>
                    <a:pt x="608" y="98"/>
                    <a:pt x="605" y="98"/>
                  </a:cubicBezTo>
                  <a:cubicBezTo>
                    <a:pt x="603" y="98"/>
                    <a:pt x="600" y="98"/>
                    <a:pt x="598" y="98"/>
                  </a:cubicBezTo>
                  <a:cubicBezTo>
                    <a:pt x="595" y="98"/>
                    <a:pt x="592" y="98"/>
                    <a:pt x="590" y="99"/>
                  </a:cubicBezTo>
                  <a:cubicBezTo>
                    <a:pt x="590" y="93"/>
                    <a:pt x="590" y="93"/>
                    <a:pt x="590" y="93"/>
                  </a:cubicBezTo>
                  <a:cubicBezTo>
                    <a:pt x="595" y="93"/>
                    <a:pt x="598" y="92"/>
                    <a:pt x="599" y="91"/>
                  </a:cubicBezTo>
                  <a:cubicBezTo>
                    <a:pt x="601" y="89"/>
                    <a:pt x="602" y="86"/>
                    <a:pt x="602" y="81"/>
                  </a:cubicBezTo>
                  <a:cubicBezTo>
                    <a:pt x="602" y="17"/>
                    <a:pt x="602" y="17"/>
                    <a:pt x="602" y="17"/>
                  </a:cubicBezTo>
                  <a:cubicBezTo>
                    <a:pt x="602" y="13"/>
                    <a:pt x="601" y="11"/>
                    <a:pt x="599" y="9"/>
                  </a:cubicBezTo>
                  <a:cubicBezTo>
                    <a:pt x="598" y="8"/>
                    <a:pt x="595" y="8"/>
                    <a:pt x="591" y="7"/>
                  </a:cubicBezTo>
                  <a:cubicBezTo>
                    <a:pt x="591" y="2"/>
                    <a:pt x="591" y="2"/>
                    <a:pt x="591" y="2"/>
                  </a:cubicBezTo>
                  <a:cubicBezTo>
                    <a:pt x="595" y="2"/>
                    <a:pt x="599" y="2"/>
                    <a:pt x="601" y="2"/>
                  </a:cubicBezTo>
                  <a:cubicBezTo>
                    <a:pt x="603" y="2"/>
                    <a:pt x="605" y="3"/>
                    <a:pt x="607" y="3"/>
                  </a:cubicBezTo>
                  <a:cubicBezTo>
                    <a:pt x="609" y="3"/>
                    <a:pt x="612" y="2"/>
                    <a:pt x="614" y="2"/>
                  </a:cubicBezTo>
                  <a:cubicBezTo>
                    <a:pt x="617" y="2"/>
                    <a:pt x="620" y="2"/>
                    <a:pt x="623" y="2"/>
                  </a:cubicBezTo>
                  <a:cubicBezTo>
                    <a:pt x="672" y="64"/>
                    <a:pt x="672" y="64"/>
                    <a:pt x="672" y="64"/>
                  </a:cubicBezTo>
                  <a:close/>
                  <a:moveTo>
                    <a:pt x="781" y="16"/>
                  </a:moveTo>
                  <a:cubicBezTo>
                    <a:pt x="781" y="13"/>
                    <a:pt x="780" y="11"/>
                    <a:pt x="779" y="9"/>
                  </a:cubicBezTo>
                  <a:cubicBezTo>
                    <a:pt x="777" y="8"/>
                    <a:pt x="775" y="7"/>
                    <a:pt x="771" y="7"/>
                  </a:cubicBezTo>
                  <a:cubicBezTo>
                    <a:pt x="770" y="7"/>
                    <a:pt x="770" y="7"/>
                    <a:pt x="770" y="7"/>
                  </a:cubicBezTo>
                  <a:cubicBezTo>
                    <a:pt x="770" y="2"/>
                    <a:pt x="770" y="2"/>
                    <a:pt x="770" y="2"/>
                  </a:cubicBezTo>
                  <a:cubicBezTo>
                    <a:pt x="775" y="2"/>
                    <a:pt x="779" y="2"/>
                    <a:pt x="782" y="3"/>
                  </a:cubicBezTo>
                  <a:cubicBezTo>
                    <a:pt x="786" y="3"/>
                    <a:pt x="790" y="3"/>
                    <a:pt x="793" y="3"/>
                  </a:cubicBezTo>
                  <a:cubicBezTo>
                    <a:pt x="796" y="3"/>
                    <a:pt x="799" y="3"/>
                    <a:pt x="803" y="3"/>
                  </a:cubicBezTo>
                  <a:cubicBezTo>
                    <a:pt x="807" y="2"/>
                    <a:pt x="811" y="2"/>
                    <a:pt x="815" y="2"/>
                  </a:cubicBezTo>
                  <a:cubicBezTo>
                    <a:pt x="815" y="7"/>
                    <a:pt x="815" y="7"/>
                    <a:pt x="815" y="7"/>
                  </a:cubicBezTo>
                  <a:cubicBezTo>
                    <a:pt x="811" y="7"/>
                    <a:pt x="808" y="8"/>
                    <a:pt x="807" y="9"/>
                  </a:cubicBezTo>
                  <a:cubicBezTo>
                    <a:pt x="805" y="10"/>
                    <a:pt x="804" y="12"/>
                    <a:pt x="804" y="16"/>
                  </a:cubicBezTo>
                  <a:cubicBezTo>
                    <a:pt x="804" y="60"/>
                    <a:pt x="804" y="60"/>
                    <a:pt x="804" y="60"/>
                  </a:cubicBezTo>
                  <a:cubicBezTo>
                    <a:pt x="804" y="67"/>
                    <a:pt x="805" y="72"/>
                    <a:pt x="805" y="75"/>
                  </a:cubicBezTo>
                  <a:cubicBezTo>
                    <a:pt x="806" y="78"/>
                    <a:pt x="807" y="80"/>
                    <a:pt x="808" y="82"/>
                  </a:cubicBezTo>
                  <a:cubicBezTo>
                    <a:pt x="810" y="84"/>
                    <a:pt x="813" y="86"/>
                    <a:pt x="816" y="88"/>
                  </a:cubicBezTo>
                  <a:cubicBezTo>
                    <a:pt x="819" y="89"/>
                    <a:pt x="822" y="89"/>
                    <a:pt x="827" y="89"/>
                  </a:cubicBezTo>
                  <a:cubicBezTo>
                    <a:pt x="835" y="89"/>
                    <a:pt x="841" y="87"/>
                    <a:pt x="845" y="83"/>
                  </a:cubicBezTo>
                  <a:cubicBezTo>
                    <a:pt x="848" y="78"/>
                    <a:pt x="850" y="70"/>
                    <a:pt x="850" y="60"/>
                  </a:cubicBezTo>
                  <a:cubicBezTo>
                    <a:pt x="850" y="59"/>
                    <a:pt x="850" y="59"/>
                    <a:pt x="850" y="59"/>
                  </a:cubicBezTo>
                  <a:cubicBezTo>
                    <a:pt x="850" y="18"/>
                    <a:pt x="850" y="18"/>
                    <a:pt x="850" y="18"/>
                  </a:cubicBezTo>
                  <a:cubicBezTo>
                    <a:pt x="850" y="14"/>
                    <a:pt x="849" y="11"/>
                    <a:pt x="848" y="9"/>
                  </a:cubicBezTo>
                  <a:cubicBezTo>
                    <a:pt x="847" y="8"/>
                    <a:pt x="844" y="7"/>
                    <a:pt x="839" y="7"/>
                  </a:cubicBezTo>
                  <a:cubicBezTo>
                    <a:pt x="839" y="2"/>
                    <a:pt x="839" y="2"/>
                    <a:pt x="839" y="2"/>
                  </a:cubicBezTo>
                  <a:cubicBezTo>
                    <a:pt x="842" y="2"/>
                    <a:pt x="845" y="2"/>
                    <a:pt x="847" y="2"/>
                  </a:cubicBezTo>
                  <a:cubicBezTo>
                    <a:pt x="849" y="2"/>
                    <a:pt x="851" y="3"/>
                    <a:pt x="853" y="3"/>
                  </a:cubicBezTo>
                  <a:cubicBezTo>
                    <a:pt x="855" y="3"/>
                    <a:pt x="857" y="2"/>
                    <a:pt x="860" y="2"/>
                  </a:cubicBezTo>
                  <a:cubicBezTo>
                    <a:pt x="862" y="2"/>
                    <a:pt x="865" y="2"/>
                    <a:pt x="867" y="2"/>
                  </a:cubicBezTo>
                  <a:cubicBezTo>
                    <a:pt x="867" y="7"/>
                    <a:pt x="867" y="7"/>
                    <a:pt x="867" y="7"/>
                  </a:cubicBezTo>
                  <a:cubicBezTo>
                    <a:pt x="864" y="7"/>
                    <a:pt x="862" y="8"/>
                    <a:pt x="861" y="9"/>
                  </a:cubicBezTo>
                  <a:cubicBezTo>
                    <a:pt x="860" y="10"/>
                    <a:pt x="859" y="13"/>
                    <a:pt x="859" y="18"/>
                  </a:cubicBezTo>
                  <a:cubicBezTo>
                    <a:pt x="858" y="62"/>
                    <a:pt x="858" y="62"/>
                    <a:pt x="858" y="62"/>
                  </a:cubicBezTo>
                  <a:cubicBezTo>
                    <a:pt x="858" y="76"/>
                    <a:pt x="855" y="86"/>
                    <a:pt x="849" y="92"/>
                  </a:cubicBezTo>
                  <a:cubicBezTo>
                    <a:pt x="843" y="98"/>
                    <a:pt x="833" y="101"/>
                    <a:pt x="820" y="101"/>
                  </a:cubicBezTo>
                  <a:cubicBezTo>
                    <a:pt x="807" y="101"/>
                    <a:pt x="797" y="98"/>
                    <a:pt x="791" y="93"/>
                  </a:cubicBezTo>
                  <a:cubicBezTo>
                    <a:pt x="784" y="87"/>
                    <a:pt x="781" y="79"/>
                    <a:pt x="781" y="69"/>
                  </a:cubicBezTo>
                  <a:cubicBezTo>
                    <a:pt x="781" y="16"/>
                    <a:pt x="781" y="16"/>
                    <a:pt x="781" y="16"/>
                  </a:cubicBezTo>
                  <a:close/>
                  <a:moveTo>
                    <a:pt x="963" y="64"/>
                  </a:moveTo>
                  <a:cubicBezTo>
                    <a:pt x="963" y="17"/>
                    <a:pt x="963" y="17"/>
                    <a:pt x="963" y="17"/>
                  </a:cubicBezTo>
                  <a:cubicBezTo>
                    <a:pt x="963" y="13"/>
                    <a:pt x="962" y="10"/>
                    <a:pt x="961" y="9"/>
                  </a:cubicBezTo>
                  <a:cubicBezTo>
                    <a:pt x="959" y="8"/>
                    <a:pt x="956" y="7"/>
                    <a:pt x="950" y="7"/>
                  </a:cubicBezTo>
                  <a:cubicBezTo>
                    <a:pt x="950" y="2"/>
                    <a:pt x="950" y="2"/>
                    <a:pt x="950" y="2"/>
                  </a:cubicBezTo>
                  <a:cubicBezTo>
                    <a:pt x="953" y="2"/>
                    <a:pt x="955" y="2"/>
                    <a:pt x="958" y="2"/>
                  </a:cubicBezTo>
                  <a:cubicBezTo>
                    <a:pt x="960" y="2"/>
                    <a:pt x="963" y="2"/>
                    <a:pt x="966" y="2"/>
                  </a:cubicBezTo>
                  <a:cubicBezTo>
                    <a:pt x="969" y="2"/>
                    <a:pt x="972" y="2"/>
                    <a:pt x="974" y="2"/>
                  </a:cubicBezTo>
                  <a:cubicBezTo>
                    <a:pt x="977" y="2"/>
                    <a:pt x="979" y="2"/>
                    <a:pt x="981" y="2"/>
                  </a:cubicBezTo>
                  <a:cubicBezTo>
                    <a:pt x="981" y="7"/>
                    <a:pt x="981" y="7"/>
                    <a:pt x="981" y="7"/>
                  </a:cubicBezTo>
                  <a:cubicBezTo>
                    <a:pt x="980" y="7"/>
                    <a:pt x="980" y="7"/>
                    <a:pt x="980" y="7"/>
                  </a:cubicBezTo>
                  <a:cubicBezTo>
                    <a:pt x="977" y="7"/>
                    <a:pt x="975" y="8"/>
                    <a:pt x="973" y="9"/>
                  </a:cubicBezTo>
                  <a:cubicBezTo>
                    <a:pt x="972" y="11"/>
                    <a:pt x="971" y="13"/>
                    <a:pt x="971" y="17"/>
                  </a:cubicBezTo>
                  <a:cubicBezTo>
                    <a:pt x="971" y="99"/>
                    <a:pt x="971" y="99"/>
                    <a:pt x="971" y="99"/>
                  </a:cubicBezTo>
                  <a:cubicBezTo>
                    <a:pt x="963" y="99"/>
                    <a:pt x="963" y="99"/>
                    <a:pt x="963" y="99"/>
                  </a:cubicBezTo>
                  <a:cubicBezTo>
                    <a:pt x="901" y="20"/>
                    <a:pt x="901" y="20"/>
                    <a:pt x="901" y="20"/>
                  </a:cubicBezTo>
                  <a:cubicBezTo>
                    <a:pt x="901" y="81"/>
                    <a:pt x="901" y="81"/>
                    <a:pt x="901" y="81"/>
                  </a:cubicBezTo>
                  <a:cubicBezTo>
                    <a:pt x="901" y="86"/>
                    <a:pt x="902" y="89"/>
                    <a:pt x="904" y="91"/>
                  </a:cubicBezTo>
                  <a:cubicBezTo>
                    <a:pt x="905" y="92"/>
                    <a:pt x="909" y="93"/>
                    <a:pt x="914" y="93"/>
                  </a:cubicBezTo>
                  <a:cubicBezTo>
                    <a:pt x="914" y="99"/>
                    <a:pt x="914" y="99"/>
                    <a:pt x="914" y="99"/>
                  </a:cubicBezTo>
                  <a:cubicBezTo>
                    <a:pt x="911" y="98"/>
                    <a:pt x="908" y="98"/>
                    <a:pt x="905" y="98"/>
                  </a:cubicBezTo>
                  <a:cubicBezTo>
                    <a:pt x="902" y="98"/>
                    <a:pt x="900" y="98"/>
                    <a:pt x="897" y="98"/>
                  </a:cubicBezTo>
                  <a:cubicBezTo>
                    <a:pt x="894" y="98"/>
                    <a:pt x="892" y="98"/>
                    <a:pt x="889" y="98"/>
                  </a:cubicBezTo>
                  <a:cubicBezTo>
                    <a:pt x="886" y="98"/>
                    <a:pt x="884" y="98"/>
                    <a:pt x="881" y="99"/>
                  </a:cubicBezTo>
                  <a:cubicBezTo>
                    <a:pt x="881" y="93"/>
                    <a:pt x="881" y="93"/>
                    <a:pt x="881" y="93"/>
                  </a:cubicBezTo>
                  <a:cubicBezTo>
                    <a:pt x="886" y="93"/>
                    <a:pt x="889" y="92"/>
                    <a:pt x="891" y="91"/>
                  </a:cubicBezTo>
                  <a:cubicBezTo>
                    <a:pt x="892" y="89"/>
                    <a:pt x="893" y="86"/>
                    <a:pt x="893" y="81"/>
                  </a:cubicBezTo>
                  <a:cubicBezTo>
                    <a:pt x="893" y="17"/>
                    <a:pt x="893" y="17"/>
                    <a:pt x="893" y="17"/>
                  </a:cubicBezTo>
                  <a:cubicBezTo>
                    <a:pt x="893" y="13"/>
                    <a:pt x="892" y="11"/>
                    <a:pt x="891" y="9"/>
                  </a:cubicBezTo>
                  <a:cubicBezTo>
                    <a:pt x="889" y="8"/>
                    <a:pt x="886" y="8"/>
                    <a:pt x="882" y="7"/>
                  </a:cubicBezTo>
                  <a:cubicBezTo>
                    <a:pt x="882" y="2"/>
                    <a:pt x="882" y="2"/>
                    <a:pt x="882" y="2"/>
                  </a:cubicBezTo>
                  <a:cubicBezTo>
                    <a:pt x="887" y="2"/>
                    <a:pt x="890" y="2"/>
                    <a:pt x="892" y="2"/>
                  </a:cubicBezTo>
                  <a:cubicBezTo>
                    <a:pt x="895" y="2"/>
                    <a:pt x="897" y="3"/>
                    <a:pt x="899" y="3"/>
                  </a:cubicBezTo>
                  <a:cubicBezTo>
                    <a:pt x="901" y="3"/>
                    <a:pt x="903" y="2"/>
                    <a:pt x="906" y="2"/>
                  </a:cubicBezTo>
                  <a:cubicBezTo>
                    <a:pt x="908" y="2"/>
                    <a:pt x="911" y="2"/>
                    <a:pt x="915" y="2"/>
                  </a:cubicBezTo>
                  <a:cubicBezTo>
                    <a:pt x="963" y="64"/>
                    <a:pt x="963" y="64"/>
                    <a:pt x="963" y="64"/>
                  </a:cubicBezTo>
                  <a:close/>
                  <a:moveTo>
                    <a:pt x="997" y="99"/>
                  </a:moveTo>
                  <a:cubicBezTo>
                    <a:pt x="997" y="93"/>
                    <a:pt x="997" y="93"/>
                    <a:pt x="997" y="93"/>
                  </a:cubicBezTo>
                  <a:cubicBezTo>
                    <a:pt x="997" y="93"/>
                    <a:pt x="997" y="93"/>
                    <a:pt x="997" y="93"/>
                  </a:cubicBezTo>
                  <a:cubicBezTo>
                    <a:pt x="1002" y="93"/>
                    <a:pt x="1005" y="92"/>
                    <a:pt x="1006" y="91"/>
                  </a:cubicBezTo>
                  <a:cubicBezTo>
                    <a:pt x="1007" y="89"/>
                    <a:pt x="1008" y="86"/>
                    <a:pt x="1008" y="81"/>
                  </a:cubicBezTo>
                  <a:cubicBezTo>
                    <a:pt x="1008" y="16"/>
                    <a:pt x="1008" y="16"/>
                    <a:pt x="1008" y="16"/>
                  </a:cubicBezTo>
                  <a:cubicBezTo>
                    <a:pt x="1008" y="13"/>
                    <a:pt x="1007" y="11"/>
                    <a:pt x="1006" y="9"/>
                  </a:cubicBezTo>
                  <a:cubicBezTo>
                    <a:pt x="1004" y="8"/>
                    <a:pt x="1002" y="7"/>
                    <a:pt x="998" y="7"/>
                  </a:cubicBezTo>
                  <a:cubicBezTo>
                    <a:pt x="997" y="7"/>
                    <a:pt x="997" y="7"/>
                    <a:pt x="997" y="7"/>
                  </a:cubicBezTo>
                  <a:cubicBezTo>
                    <a:pt x="997" y="2"/>
                    <a:pt x="997" y="2"/>
                    <a:pt x="997" y="2"/>
                  </a:cubicBezTo>
                  <a:cubicBezTo>
                    <a:pt x="1001" y="2"/>
                    <a:pt x="1004" y="2"/>
                    <a:pt x="1008" y="2"/>
                  </a:cubicBezTo>
                  <a:cubicBezTo>
                    <a:pt x="1012" y="3"/>
                    <a:pt x="1016" y="3"/>
                    <a:pt x="1020" y="3"/>
                  </a:cubicBezTo>
                  <a:cubicBezTo>
                    <a:pt x="1023" y="3"/>
                    <a:pt x="1027" y="3"/>
                    <a:pt x="1031" y="2"/>
                  </a:cubicBezTo>
                  <a:cubicBezTo>
                    <a:pt x="1035" y="2"/>
                    <a:pt x="1039" y="2"/>
                    <a:pt x="1042" y="2"/>
                  </a:cubicBezTo>
                  <a:cubicBezTo>
                    <a:pt x="1042" y="7"/>
                    <a:pt x="1042" y="7"/>
                    <a:pt x="1042" y="7"/>
                  </a:cubicBezTo>
                  <a:cubicBezTo>
                    <a:pt x="1038" y="7"/>
                    <a:pt x="1035" y="8"/>
                    <a:pt x="1034" y="9"/>
                  </a:cubicBezTo>
                  <a:cubicBezTo>
                    <a:pt x="1032" y="10"/>
                    <a:pt x="1031" y="12"/>
                    <a:pt x="1031" y="16"/>
                  </a:cubicBezTo>
                  <a:cubicBezTo>
                    <a:pt x="1031" y="81"/>
                    <a:pt x="1031" y="81"/>
                    <a:pt x="1031" y="81"/>
                  </a:cubicBezTo>
                  <a:cubicBezTo>
                    <a:pt x="1031" y="86"/>
                    <a:pt x="1032" y="89"/>
                    <a:pt x="1033" y="91"/>
                  </a:cubicBezTo>
                  <a:cubicBezTo>
                    <a:pt x="1035" y="92"/>
                    <a:pt x="1038" y="93"/>
                    <a:pt x="1042" y="93"/>
                  </a:cubicBezTo>
                  <a:cubicBezTo>
                    <a:pt x="1042" y="93"/>
                    <a:pt x="1042" y="93"/>
                    <a:pt x="1042" y="93"/>
                  </a:cubicBezTo>
                  <a:cubicBezTo>
                    <a:pt x="1042" y="99"/>
                    <a:pt x="1042" y="99"/>
                    <a:pt x="1042" y="99"/>
                  </a:cubicBezTo>
                  <a:cubicBezTo>
                    <a:pt x="1039" y="98"/>
                    <a:pt x="1035" y="98"/>
                    <a:pt x="1031" y="98"/>
                  </a:cubicBezTo>
                  <a:cubicBezTo>
                    <a:pt x="1027" y="98"/>
                    <a:pt x="1024" y="98"/>
                    <a:pt x="1020" y="98"/>
                  </a:cubicBezTo>
                  <a:cubicBezTo>
                    <a:pt x="1016" y="98"/>
                    <a:pt x="1013" y="98"/>
                    <a:pt x="1009" y="98"/>
                  </a:cubicBezTo>
                  <a:cubicBezTo>
                    <a:pt x="1005" y="98"/>
                    <a:pt x="1001" y="98"/>
                    <a:pt x="997" y="99"/>
                  </a:cubicBezTo>
                  <a:cubicBezTo>
                    <a:pt x="997" y="99"/>
                    <a:pt x="997" y="99"/>
                    <a:pt x="997" y="99"/>
                  </a:cubicBezTo>
                  <a:close/>
                  <a:moveTo>
                    <a:pt x="1107" y="100"/>
                  </a:moveTo>
                  <a:cubicBezTo>
                    <a:pt x="1097" y="100"/>
                    <a:pt x="1097" y="100"/>
                    <a:pt x="1097" y="100"/>
                  </a:cubicBezTo>
                  <a:cubicBezTo>
                    <a:pt x="1066" y="16"/>
                    <a:pt x="1066" y="16"/>
                    <a:pt x="1066" y="16"/>
                  </a:cubicBezTo>
                  <a:cubicBezTo>
                    <a:pt x="1065" y="13"/>
                    <a:pt x="1064" y="11"/>
                    <a:pt x="1062" y="9"/>
                  </a:cubicBezTo>
                  <a:cubicBezTo>
                    <a:pt x="1060" y="8"/>
                    <a:pt x="1058" y="7"/>
                    <a:pt x="1055" y="7"/>
                  </a:cubicBezTo>
                  <a:cubicBezTo>
                    <a:pt x="1054" y="7"/>
                    <a:pt x="1054" y="7"/>
                    <a:pt x="1054" y="7"/>
                  </a:cubicBezTo>
                  <a:cubicBezTo>
                    <a:pt x="1054" y="2"/>
                    <a:pt x="1054" y="2"/>
                    <a:pt x="1054" y="2"/>
                  </a:cubicBezTo>
                  <a:cubicBezTo>
                    <a:pt x="1058" y="2"/>
                    <a:pt x="1062" y="2"/>
                    <a:pt x="1066" y="2"/>
                  </a:cubicBezTo>
                  <a:cubicBezTo>
                    <a:pt x="1070" y="2"/>
                    <a:pt x="1073" y="3"/>
                    <a:pt x="1076" y="3"/>
                  </a:cubicBezTo>
                  <a:cubicBezTo>
                    <a:pt x="1079" y="3"/>
                    <a:pt x="1081" y="2"/>
                    <a:pt x="1085" y="2"/>
                  </a:cubicBezTo>
                  <a:cubicBezTo>
                    <a:pt x="1088" y="2"/>
                    <a:pt x="1093" y="2"/>
                    <a:pt x="1100" y="2"/>
                  </a:cubicBezTo>
                  <a:cubicBezTo>
                    <a:pt x="1100" y="7"/>
                    <a:pt x="1100" y="7"/>
                    <a:pt x="1100" y="7"/>
                  </a:cubicBezTo>
                  <a:cubicBezTo>
                    <a:pt x="1099" y="7"/>
                    <a:pt x="1099" y="7"/>
                    <a:pt x="1099" y="7"/>
                  </a:cubicBezTo>
                  <a:cubicBezTo>
                    <a:pt x="1095" y="7"/>
                    <a:pt x="1093" y="8"/>
                    <a:pt x="1092" y="8"/>
                  </a:cubicBezTo>
                  <a:cubicBezTo>
                    <a:pt x="1090" y="9"/>
                    <a:pt x="1089" y="11"/>
                    <a:pt x="1089" y="12"/>
                  </a:cubicBezTo>
                  <a:cubicBezTo>
                    <a:pt x="1089" y="13"/>
                    <a:pt x="1089" y="13"/>
                    <a:pt x="1090" y="14"/>
                  </a:cubicBezTo>
                  <a:cubicBezTo>
                    <a:pt x="1090" y="14"/>
                    <a:pt x="1090" y="15"/>
                    <a:pt x="1090" y="15"/>
                  </a:cubicBezTo>
                  <a:cubicBezTo>
                    <a:pt x="1110" y="74"/>
                    <a:pt x="1110" y="74"/>
                    <a:pt x="1110" y="74"/>
                  </a:cubicBezTo>
                  <a:cubicBezTo>
                    <a:pt x="1133" y="16"/>
                    <a:pt x="1133" y="16"/>
                    <a:pt x="1133" y="16"/>
                  </a:cubicBezTo>
                  <a:cubicBezTo>
                    <a:pt x="1134" y="14"/>
                    <a:pt x="1134" y="14"/>
                    <a:pt x="1134" y="13"/>
                  </a:cubicBezTo>
                  <a:cubicBezTo>
                    <a:pt x="1134" y="12"/>
                    <a:pt x="1135" y="11"/>
                    <a:pt x="1135" y="11"/>
                  </a:cubicBezTo>
                  <a:cubicBezTo>
                    <a:pt x="1135" y="9"/>
                    <a:pt x="1134" y="9"/>
                    <a:pt x="1132" y="8"/>
                  </a:cubicBezTo>
                  <a:cubicBezTo>
                    <a:pt x="1131" y="7"/>
                    <a:pt x="1128" y="7"/>
                    <a:pt x="1125" y="7"/>
                  </a:cubicBezTo>
                  <a:cubicBezTo>
                    <a:pt x="1124" y="7"/>
                    <a:pt x="1124" y="7"/>
                    <a:pt x="1124" y="7"/>
                  </a:cubicBezTo>
                  <a:cubicBezTo>
                    <a:pt x="1124" y="2"/>
                    <a:pt x="1124" y="2"/>
                    <a:pt x="1124" y="2"/>
                  </a:cubicBezTo>
                  <a:cubicBezTo>
                    <a:pt x="1126" y="2"/>
                    <a:pt x="1128" y="2"/>
                    <a:pt x="1130" y="2"/>
                  </a:cubicBezTo>
                  <a:cubicBezTo>
                    <a:pt x="1132" y="2"/>
                    <a:pt x="1135" y="2"/>
                    <a:pt x="1137" y="2"/>
                  </a:cubicBezTo>
                  <a:cubicBezTo>
                    <a:pt x="1140" y="2"/>
                    <a:pt x="1143" y="2"/>
                    <a:pt x="1145" y="2"/>
                  </a:cubicBezTo>
                  <a:cubicBezTo>
                    <a:pt x="1147" y="2"/>
                    <a:pt x="1149" y="2"/>
                    <a:pt x="1151" y="2"/>
                  </a:cubicBezTo>
                  <a:cubicBezTo>
                    <a:pt x="1152" y="7"/>
                    <a:pt x="1152" y="7"/>
                    <a:pt x="1152" y="7"/>
                  </a:cubicBezTo>
                  <a:cubicBezTo>
                    <a:pt x="1149" y="7"/>
                    <a:pt x="1148" y="8"/>
                    <a:pt x="1146" y="9"/>
                  </a:cubicBezTo>
                  <a:cubicBezTo>
                    <a:pt x="1145" y="10"/>
                    <a:pt x="1144" y="12"/>
                    <a:pt x="1143" y="15"/>
                  </a:cubicBezTo>
                  <a:cubicBezTo>
                    <a:pt x="1107" y="100"/>
                    <a:pt x="1107" y="100"/>
                    <a:pt x="1107" y="100"/>
                  </a:cubicBezTo>
                  <a:close/>
                  <a:moveTo>
                    <a:pt x="1163" y="99"/>
                  </a:moveTo>
                  <a:cubicBezTo>
                    <a:pt x="1163" y="93"/>
                    <a:pt x="1163" y="93"/>
                    <a:pt x="1163" y="93"/>
                  </a:cubicBezTo>
                  <a:cubicBezTo>
                    <a:pt x="1165" y="93"/>
                    <a:pt x="1165" y="93"/>
                    <a:pt x="1165" y="93"/>
                  </a:cubicBezTo>
                  <a:cubicBezTo>
                    <a:pt x="1168" y="93"/>
                    <a:pt x="1171" y="92"/>
                    <a:pt x="1173" y="91"/>
                  </a:cubicBezTo>
                  <a:cubicBezTo>
                    <a:pt x="1174" y="89"/>
                    <a:pt x="1175" y="87"/>
                    <a:pt x="1175" y="84"/>
                  </a:cubicBezTo>
                  <a:cubicBezTo>
                    <a:pt x="1175" y="16"/>
                    <a:pt x="1175" y="16"/>
                    <a:pt x="1175" y="16"/>
                  </a:cubicBezTo>
                  <a:cubicBezTo>
                    <a:pt x="1175" y="13"/>
                    <a:pt x="1174" y="11"/>
                    <a:pt x="1173" y="10"/>
                  </a:cubicBezTo>
                  <a:cubicBezTo>
                    <a:pt x="1171" y="8"/>
                    <a:pt x="1168" y="7"/>
                    <a:pt x="1165" y="7"/>
                  </a:cubicBezTo>
                  <a:cubicBezTo>
                    <a:pt x="1163" y="7"/>
                    <a:pt x="1163" y="7"/>
                    <a:pt x="1163" y="7"/>
                  </a:cubicBezTo>
                  <a:cubicBezTo>
                    <a:pt x="1163" y="2"/>
                    <a:pt x="1163" y="2"/>
                    <a:pt x="1163" y="2"/>
                  </a:cubicBezTo>
                  <a:cubicBezTo>
                    <a:pt x="1166" y="2"/>
                    <a:pt x="1170" y="2"/>
                    <a:pt x="1174" y="2"/>
                  </a:cubicBezTo>
                  <a:cubicBezTo>
                    <a:pt x="1178" y="2"/>
                    <a:pt x="1184" y="2"/>
                    <a:pt x="1193" y="2"/>
                  </a:cubicBezTo>
                  <a:cubicBezTo>
                    <a:pt x="1207" y="2"/>
                    <a:pt x="1207" y="2"/>
                    <a:pt x="1207" y="2"/>
                  </a:cubicBezTo>
                  <a:cubicBezTo>
                    <a:pt x="1214" y="2"/>
                    <a:pt x="1219" y="2"/>
                    <a:pt x="1224" y="2"/>
                  </a:cubicBezTo>
                  <a:cubicBezTo>
                    <a:pt x="1228" y="2"/>
                    <a:pt x="1232" y="2"/>
                    <a:pt x="1236" y="2"/>
                  </a:cubicBezTo>
                  <a:cubicBezTo>
                    <a:pt x="1236" y="5"/>
                    <a:pt x="1236" y="9"/>
                    <a:pt x="1236" y="13"/>
                  </a:cubicBezTo>
                  <a:cubicBezTo>
                    <a:pt x="1236" y="16"/>
                    <a:pt x="1237" y="21"/>
                    <a:pt x="1237" y="25"/>
                  </a:cubicBezTo>
                  <a:cubicBezTo>
                    <a:pt x="1231" y="25"/>
                    <a:pt x="1231" y="25"/>
                    <a:pt x="1231" y="25"/>
                  </a:cubicBezTo>
                  <a:cubicBezTo>
                    <a:pt x="1230" y="19"/>
                    <a:pt x="1228" y="15"/>
                    <a:pt x="1225" y="12"/>
                  </a:cubicBezTo>
                  <a:cubicBezTo>
                    <a:pt x="1222" y="10"/>
                    <a:pt x="1216" y="9"/>
                    <a:pt x="1208" y="9"/>
                  </a:cubicBezTo>
                  <a:cubicBezTo>
                    <a:pt x="1204" y="9"/>
                    <a:pt x="1201" y="9"/>
                    <a:pt x="1200" y="10"/>
                  </a:cubicBezTo>
                  <a:cubicBezTo>
                    <a:pt x="1198" y="10"/>
                    <a:pt x="1198" y="12"/>
                    <a:pt x="1198" y="13"/>
                  </a:cubicBezTo>
                  <a:cubicBezTo>
                    <a:pt x="1198" y="46"/>
                    <a:pt x="1198" y="46"/>
                    <a:pt x="1198" y="46"/>
                  </a:cubicBezTo>
                  <a:cubicBezTo>
                    <a:pt x="1210" y="46"/>
                    <a:pt x="1210" y="46"/>
                    <a:pt x="1210" y="46"/>
                  </a:cubicBezTo>
                  <a:cubicBezTo>
                    <a:pt x="1214" y="46"/>
                    <a:pt x="1217" y="45"/>
                    <a:pt x="1219" y="42"/>
                  </a:cubicBezTo>
                  <a:cubicBezTo>
                    <a:pt x="1221" y="40"/>
                    <a:pt x="1222" y="37"/>
                    <a:pt x="1222" y="32"/>
                  </a:cubicBezTo>
                  <a:cubicBezTo>
                    <a:pt x="1227" y="32"/>
                    <a:pt x="1227" y="32"/>
                    <a:pt x="1227" y="32"/>
                  </a:cubicBezTo>
                  <a:cubicBezTo>
                    <a:pt x="1227" y="35"/>
                    <a:pt x="1227" y="38"/>
                    <a:pt x="1227" y="40"/>
                  </a:cubicBezTo>
                  <a:cubicBezTo>
                    <a:pt x="1227" y="43"/>
                    <a:pt x="1227" y="46"/>
                    <a:pt x="1227" y="49"/>
                  </a:cubicBezTo>
                  <a:cubicBezTo>
                    <a:pt x="1227" y="52"/>
                    <a:pt x="1227" y="54"/>
                    <a:pt x="1227" y="57"/>
                  </a:cubicBezTo>
                  <a:cubicBezTo>
                    <a:pt x="1227" y="60"/>
                    <a:pt x="1227" y="63"/>
                    <a:pt x="1227" y="65"/>
                  </a:cubicBezTo>
                  <a:cubicBezTo>
                    <a:pt x="1222" y="65"/>
                    <a:pt x="1222" y="65"/>
                    <a:pt x="1222" y="65"/>
                  </a:cubicBezTo>
                  <a:cubicBezTo>
                    <a:pt x="1222" y="60"/>
                    <a:pt x="1221" y="57"/>
                    <a:pt x="1219" y="55"/>
                  </a:cubicBezTo>
                  <a:cubicBezTo>
                    <a:pt x="1218" y="53"/>
                    <a:pt x="1215" y="52"/>
                    <a:pt x="1211" y="52"/>
                  </a:cubicBezTo>
                  <a:cubicBezTo>
                    <a:pt x="1198" y="52"/>
                    <a:pt x="1198" y="52"/>
                    <a:pt x="1198" y="52"/>
                  </a:cubicBezTo>
                  <a:cubicBezTo>
                    <a:pt x="1198" y="85"/>
                    <a:pt x="1198" y="85"/>
                    <a:pt x="1198" y="85"/>
                  </a:cubicBezTo>
                  <a:cubicBezTo>
                    <a:pt x="1198" y="87"/>
                    <a:pt x="1198" y="88"/>
                    <a:pt x="1199" y="89"/>
                  </a:cubicBezTo>
                  <a:cubicBezTo>
                    <a:pt x="1201" y="90"/>
                    <a:pt x="1202" y="90"/>
                    <a:pt x="1205" y="90"/>
                  </a:cubicBezTo>
                  <a:cubicBezTo>
                    <a:pt x="1216" y="90"/>
                    <a:pt x="1224" y="89"/>
                    <a:pt x="1229" y="86"/>
                  </a:cubicBezTo>
                  <a:cubicBezTo>
                    <a:pt x="1233" y="83"/>
                    <a:pt x="1236" y="78"/>
                    <a:pt x="1238" y="71"/>
                  </a:cubicBezTo>
                  <a:cubicBezTo>
                    <a:pt x="1244" y="71"/>
                    <a:pt x="1244" y="71"/>
                    <a:pt x="1244" y="71"/>
                  </a:cubicBezTo>
                  <a:cubicBezTo>
                    <a:pt x="1243" y="76"/>
                    <a:pt x="1242" y="80"/>
                    <a:pt x="1241" y="85"/>
                  </a:cubicBezTo>
                  <a:cubicBezTo>
                    <a:pt x="1240" y="90"/>
                    <a:pt x="1239" y="94"/>
                    <a:pt x="1239" y="99"/>
                  </a:cubicBezTo>
                  <a:cubicBezTo>
                    <a:pt x="1233" y="98"/>
                    <a:pt x="1228" y="98"/>
                    <a:pt x="1221" y="98"/>
                  </a:cubicBezTo>
                  <a:cubicBezTo>
                    <a:pt x="1215" y="98"/>
                    <a:pt x="1208" y="98"/>
                    <a:pt x="1201" y="98"/>
                  </a:cubicBezTo>
                  <a:cubicBezTo>
                    <a:pt x="1193" y="98"/>
                    <a:pt x="1186" y="98"/>
                    <a:pt x="1180" y="98"/>
                  </a:cubicBezTo>
                  <a:cubicBezTo>
                    <a:pt x="1174" y="98"/>
                    <a:pt x="1168" y="98"/>
                    <a:pt x="1163" y="99"/>
                  </a:cubicBezTo>
                  <a:cubicBezTo>
                    <a:pt x="1163" y="99"/>
                    <a:pt x="1163" y="99"/>
                    <a:pt x="1163" y="99"/>
                  </a:cubicBezTo>
                  <a:close/>
                  <a:moveTo>
                    <a:pt x="1259" y="99"/>
                  </a:moveTo>
                  <a:cubicBezTo>
                    <a:pt x="1259" y="93"/>
                    <a:pt x="1259" y="93"/>
                    <a:pt x="1259" y="93"/>
                  </a:cubicBezTo>
                  <a:cubicBezTo>
                    <a:pt x="1263" y="93"/>
                    <a:pt x="1266" y="92"/>
                    <a:pt x="1267" y="91"/>
                  </a:cubicBezTo>
                  <a:cubicBezTo>
                    <a:pt x="1269" y="89"/>
                    <a:pt x="1270" y="86"/>
                    <a:pt x="1270" y="81"/>
                  </a:cubicBezTo>
                  <a:cubicBezTo>
                    <a:pt x="1270" y="16"/>
                    <a:pt x="1270" y="16"/>
                    <a:pt x="1270" y="16"/>
                  </a:cubicBezTo>
                  <a:cubicBezTo>
                    <a:pt x="1270" y="13"/>
                    <a:pt x="1269" y="11"/>
                    <a:pt x="1267" y="9"/>
                  </a:cubicBezTo>
                  <a:cubicBezTo>
                    <a:pt x="1266" y="8"/>
                    <a:pt x="1263" y="7"/>
                    <a:pt x="1260" y="7"/>
                  </a:cubicBezTo>
                  <a:cubicBezTo>
                    <a:pt x="1259" y="7"/>
                    <a:pt x="1259" y="7"/>
                    <a:pt x="1259" y="7"/>
                  </a:cubicBezTo>
                  <a:cubicBezTo>
                    <a:pt x="1259" y="2"/>
                    <a:pt x="1259" y="2"/>
                    <a:pt x="1259" y="2"/>
                  </a:cubicBezTo>
                  <a:cubicBezTo>
                    <a:pt x="1262" y="2"/>
                    <a:pt x="1265" y="2"/>
                    <a:pt x="1268" y="2"/>
                  </a:cubicBezTo>
                  <a:cubicBezTo>
                    <a:pt x="1271" y="2"/>
                    <a:pt x="1274" y="3"/>
                    <a:pt x="1277" y="3"/>
                  </a:cubicBezTo>
                  <a:cubicBezTo>
                    <a:pt x="1281" y="3"/>
                    <a:pt x="1286" y="2"/>
                    <a:pt x="1292" y="2"/>
                  </a:cubicBezTo>
                  <a:cubicBezTo>
                    <a:pt x="1298" y="2"/>
                    <a:pt x="1302" y="2"/>
                    <a:pt x="1305" y="2"/>
                  </a:cubicBezTo>
                  <a:cubicBezTo>
                    <a:pt x="1316" y="2"/>
                    <a:pt x="1325" y="4"/>
                    <a:pt x="1330" y="7"/>
                  </a:cubicBezTo>
                  <a:cubicBezTo>
                    <a:pt x="1336" y="11"/>
                    <a:pt x="1339" y="17"/>
                    <a:pt x="1339" y="24"/>
                  </a:cubicBezTo>
                  <a:cubicBezTo>
                    <a:pt x="1339" y="30"/>
                    <a:pt x="1337" y="36"/>
                    <a:pt x="1333" y="40"/>
                  </a:cubicBezTo>
                  <a:cubicBezTo>
                    <a:pt x="1329" y="45"/>
                    <a:pt x="1323" y="49"/>
                    <a:pt x="1316" y="51"/>
                  </a:cubicBezTo>
                  <a:cubicBezTo>
                    <a:pt x="1320" y="53"/>
                    <a:pt x="1324" y="56"/>
                    <a:pt x="1328" y="61"/>
                  </a:cubicBezTo>
                  <a:cubicBezTo>
                    <a:pt x="1332" y="66"/>
                    <a:pt x="1336" y="73"/>
                    <a:pt x="1341" y="82"/>
                  </a:cubicBezTo>
                  <a:cubicBezTo>
                    <a:pt x="1341" y="83"/>
                    <a:pt x="1341" y="84"/>
                    <a:pt x="1342" y="85"/>
                  </a:cubicBezTo>
                  <a:cubicBezTo>
                    <a:pt x="1345" y="92"/>
                    <a:pt x="1348" y="95"/>
                    <a:pt x="1351" y="95"/>
                  </a:cubicBezTo>
                  <a:cubicBezTo>
                    <a:pt x="1352" y="95"/>
                    <a:pt x="1352" y="95"/>
                    <a:pt x="1352" y="95"/>
                  </a:cubicBezTo>
                  <a:cubicBezTo>
                    <a:pt x="1352" y="100"/>
                    <a:pt x="1352" y="100"/>
                    <a:pt x="1352" y="100"/>
                  </a:cubicBezTo>
                  <a:cubicBezTo>
                    <a:pt x="1347" y="99"/>
                    <a:pt x="1341" y="99"/>
                    <a:pt x="1334" y="98"/>
                  </a:cubicBezTo>
                  <a:cubicBezTo>
                    <a:pt x="1333" y="98"/>
                    <a:pt x="1333" y="98"/>
                    <a:pt x="1332" y="98"/>
                  </a:cubicBezTo>
                  <a:cubicBezTo>
                    <a:pt x="1328" y="98"/>
                    <a:pt x="1326" y="97"/>
                    <a:pt x="1324" y="96"/>
                  </a:cubicBezTo>
                  <a:cubicBezTo>
                    <a:pt x="1322" y="94"/>
                    <a:pt x="1320" y="91"/>
                    <a:pt x="1318" y="86"/>
                  </a:cubicBezTo>
                  <a:cubicBezTo>
                    <a:pt x="1317" y="83"/>
                    <a:pt x="1316" y="80"/>
                    <a:pt x="1314" y="75"/>
                  </a:cubicBezTo>
                  <a:cubicBezTo>
                    <a:pt x="1310" y="64"/>
                    <a:pt x="1307" y="58"/>
                    <a:pt x="1304" y="56"/>
                  </a:cubicBezTo>
                  <a:cubicBezTo>
                    <a:pt x="1303" y="56"/>
                    <a:pt x="1302" y="55"/>
                    <a:pt x="1301" y="55"/>
                  </a:cubicBezTo>
                  <a:cubicBezTo>
                    <a:pt x="1300" y="55"/>
                    <a:pt x="1298" y="55"/>
                    <a:pt x="1296" y="55"/>
                  </a:cubicBezTo>
                  <a:cubicBezTo>
                    <a:pt x="1296" y="55"/>
                    <a:pt x="1295" y="55"/>
                    <a:pt x="1295" y="55"/>
                  </a:cubicBezTo>
                  <a:cubicBezTo>
                    <a:pt x="1294" y="55"/>
                    <a:pt x="1293" y="55"/>
                    <a:pt x="1292" y="55"/>
                  </a:cubicBezTo>
                  <a:cubicBezTo>
                    <a:pt x="1292" y="81"/>
                    <a:pt x="1292" y="81"/>
                    <a:pt x="1292" y="81"/>
                  </a:cubicBezTo>
                  <a:cubicBezTo>
                    <a:pt x="1292" y="86"/>
                    <a:pt x="1293" y="89"/>
                    <a:pt x="1294" y="90"/>
                  </a:cubicBezTo>
                  <a:cubicBezTo>
                    <a:pt x="1295" y="92"/>
                    <a:pt x="1298" y="93"/>
                    <a:pt x="1302" y="93"/>
                  </a:cubicBezTo>
                  <a:cubicBezTo>
                    <a:pt x="1302" y="99"/>
                    <a:pt x="1302" y="99"/>
                    <a:pt x="1302" y="99"/>
                  </a:cubicBezTo>
                  <a:cubicBezTo>
                    <a:pt x="1297" y="98"/>
                    <a:pt x="1292" y="98"/>
                    <a:pt x="1289" y="98"/>
                  </a:cubicBezTo>
                  <a:cubicBezTo>
                    <a:pt x="1285" y="98"/>
                    <a:pt x="1282" y="98"/>
                    <a:pt x="1281" y="98"/>
                  </a:cubicBezTo>
                  <a:cubicBezTo>
                    <a:pt x="1277" y="98"/>
                    <a:pt x="1274" y="98"/>
                    <a:pt x="1270" y="98"/>
                  </a:cubicBezTo>
                  <a:cubicBezTo>
                    <a:pt x="1267" y="98"/>
                    <a:pt x="1263" y="98"/>
                    <a:pt x="1259" y="99"/>
                  </a:cubicBezTo>
                  <a:cubicBezTo>
                    <a:pt x="1259" y="99"/>
                    <a:pt x="1259" y="99"/>
                    <a:pt x="1259" y="99"/>
                  </a:cubicBezTo>
                  <a:close/>
                  <a:moveTo>
                    <a:pt x="1292" y="48"/>
                  </a:moveTo>
                  <a:cubicBezTo>
                    <a:pt x="1298" y="48"/>
                    <a:pt x="1298" y="48"/>
                    <a:pt x="1298" y="48"/>
                  </a:cubicBezTo>
                  <a:cubicBezTo>
                    <a:pt x="1305" y="48"/>
                    <a:pt x="1310" y="46"/>
                    <a:pt x="1313" y="43"/>
                  </a:cubicBezTo>
                  <a:cubicBezTo>
                    <a:pt x="1316" y="40"/>
                    <a:pt x="1318" y="35"/>
                    <a:pt x="1318" y="28"/>
                  </a:cubicBezTo>
                  <a:cubicBezTo>
                    <a:pt x="1318" y="21"/>
                    <a:pt x="1316" y="16"/>
                    <a:pt x="1313" y="13"/>
                  </a:cubicBezTo>
                  <a:cubicBezTo>
                    <a:pt x="1309" y="10"/>
                    <a:pt x="1304" y="8"/>
                    <a:pt x="1297" y="8"/>
                  </a:cubicBezTo>
                  <a:cubicBezTo>
                    <a:pt x="1295" y="8"/>
                    <a:pt x="1295" y="8"/>
                    <a:pt x="1294" y="8"/>
                  </a:cubicBezTo>
                  <a:cubicBezTo>
                    <a:pt x="1293" y="9"/>
                    <a:pt x="1293" y="9"/>
                    <a:pt x="1292" y="9"/>
                  </a:cubicBezTo>
                  <a:cubicBezTo>
                    <a:pt x="1292" y="48"/>
                    <a:pt x="1292" y="48"/>
                    <a:pt x="1292" y="48"/>
                  </a:cubicBezTo>
                  <a:close/>
                  <a:moveTo>
                    <a:pt x="1370" y="66"/>
                  </a:moveTo>
                  <a:cubicBezTo>
                    <a:pt x="1380" y="66"/>
                    <a:pt x="1380" y="66"/>
                    <a:pt x="1380" y="66"/>
                  </a:cubicBezTo>
                  <a:cubicBezTo>
                    <a:pt x="1380" y="75"/>
                    <a:pt x="1382" y="81"/>
                    <a:pt x="1385" y="85"/>
                  </a:cubicBezTo>
                  <a:cubicBezTo>
                    <a:pt x="1389" y="90"/>
                    <a:pt x="1394" y="92"/>
                    <a:pt x="1400" y="92"/>
                  </a:cubicBezTo>
                  <a:cubicBezTo>
                    <a:pt x="1406" y="92"/>
                    <a:pt x="1410" y="90"/>
                    <a:pt x="1413" y="88"/>
                  </a:cubicBezTo>
                  <a:cubicBezTo>
                    <a:pt x="1416" y="85"/>
                    <a:pt x="1418" y="82"/>
                    <a:pt x="1418" y="77"/>
                  </a:cubicBezTo>
                  <a:cubicBezTo>
                    <a:pt x="1418" y="74"/>
                    <a:pt x="1417" y="71"/>
                    <a:pt x="1415" y="68"/>
                  </a:cubicBezTo>
                  <a:cubicBezTo>
                    <a:pt x="1413" y="66"/>
                    <a:pt x="1408" y="63"/>
                    <a:pt x="1400" y="60"/>
                  </a:cubicBezTo>
                  <a:cubicBezTo>
                    <a:pt x="1389" y="55"/>
                    <a:pt x="1381" y="51"/>
                    <a:pt x="1377" y="46"/>
                  </a:cubicBezTo>
                  <a:cubicBezTo>
                    <a:pt x="1373" y="41"/>
                    <a:pt x="1371" y="36"/>
                    <a:pt x="1371" y="29"/>
                  </a:cubicBezTo>
                  <a:cubicBezTo>
                    <a:pt x="1371" y="20"/>
                    <a:pt x="1374" y="13"/>
                    <a:pt x="1380" y="8"/>
                  </a:cubicBezTo>
                  <a:cubicBezTo>
                    <a:pt x="1386" y="2"/>
                    <a:pt x="1393" y="0"/>
                    <a:pt x="1403" y="0"/>
                  </a:cubicBezTo>
                  <a:cubicBezTo>
                    <a:pt x="1407" y="0"/>
                    <a:pt x="1411" y="0"/>
                    <a:pt x="1415" y="1"/>
                  </a:cubicBezTo>
                  <a:cubicBezTo>
                    <a:pt x="1420" y="1"/>
                    <a:pt x="1425" y="2"/>
                    <a:pt x="1431" y="3"/>
                  </a:cubicBezTo>
                  <a:cubicBezTo>
                    <a:pt x="1431" y="4"/>
                    <a:pt x="1431" y="4"/>
                    <a:pt x="1431" y="4"/>
                  </a:cubicBezTo>
                  <a:cubicBezTo>
                    <a:pt x="1431" y="9"/>
                    <a:pt x="1431" y="14"/>
                    <a:pt x="1431" y="17"/>
                  </a:cubicBezTo>
                  <a:cubicBezTo>
                    <a:pt x="1431" y="19"/>
                    <a:pt x="1431" y="23"/>
                    <a:pt x="1431" y="29"/>
                  </a:cubicBezTo>
                  <a:cubicBezTo>
                    <a:pt x="1431" y="29"/>
                    <a:pt x="1431" y="29"/>
                    <a:pt x="1431" y="29"/>
                  </a:cubicBezTo>
                  <a:cubicBezTo>
                    <a:pt x="1423" y="29"/>
                    <a:pt x="1423" y="29"/>
                    <a:pt x="1423" y="29"/>
                  </a:cubicBezTo>
                  <a:cubicBezTo>
                    <a:pt x="1423" y="22"/>
                    <a:pt x="1421" y="17"/>
                    <a:pt x="1418" y="13"/>
                  </a:cubicBezTo>
                  <a:cubicBezTo>
                    <a:pt x="1415" y="10"/>
                    <a:pt x="1410" y="8"/>
                    <a:pt x="1404" y="8"/>
                  </a:cubicBezTo>
                  <a:cubicBezTo>
                    <a:pt x="1400" y="8"/>
                    <a:pt x="1396" y="9"/>
                    <a:pt x="1393" y="11"/>
                  </a:cubicBezTo>
                  <a:cubicBezTo>
                    <a:pt x="1391" y="14"/>
                    <a:pt x="1389" y="17"/>
                    <a:pt x="1389" y="21"/>
                  </a:cubicBezTo>
                  <a:cubicBezTo>
                    <a:pt x="1389" y="24"/>
                    <a:pt x="1390" y="27"/>
                    <a:pt x="1392" y="30"/>
                  </a:cubicBezTo>
                  <a:cubicBezTo>
                    <a:pt x="1395" y="32"/>
                    <a:pt x="1400" y="35"/>
                    <a:pt x="1407" y="38"/>
                  </a:cubicBezTo>
                  <a:cubicBezTo>
                    <a:pt x="1408" y="38"/>
                    <a:pt x="1410" y="39"/>
                    <a:pt x="1412" y="40"/>
                  </a:cubicBezTo>
                  <a:cubicBezTo>
                    <a:pt x="1420" y="43"/>
                    <a:pt x="1426" y="46"/>
                    <a:pt x="1429" y="49"/>
                  </a:cubicBezTo>
                  <a:cubicBezTo>
                    <a:pt x="1432" y="51"/>
                    <a:pt x="1434" y="55"/>
                    <a:pt x="1435" y="58"/>
                  </a:cubicBezTo>
                  <a:cubicBezTo>
                    <a:pt x="1437" y="61"/>
                    <a:pt x="1437" y="65"/>
                    <a:pt x="1437" y="69"/>
                  </a:cubicBezTo>
                  <a:cubicBezTo>
                    <a:pt x="1437" y="79"/>
                    <a:pt x="1434" y="86"/>
                    <a:pt x="1428" y="92"/>
                  </a:cubicBezTo>
                  <a:cubicBezTo>
                    <a:pt x="1421" y="98"/>
                    <a:pt x="1413" y="101"/>
                    <a:pt x="1402" y="101"/>
                  </a:cubicBezTo>
                  <a:cubicBezTo>
                    <a:pt x="1396" y="101"/>
                    <a:pt x="1390" y="100"/>
                    <a:pt x="1385" y="99"/>
                  </a:cubicBezTo>
                  <a:cubicBezTo>
                    <a:pt x="1379" y="98"/>
                    <a:pt x="1374" y="96"/>
                    <a:pt x="1369" y="93"/>
                  </a:cubicBezTo>
                  <a:cubicBezTo>
                    <a:pt x="1370" y="90"/>
                    <a:pt x="1370" y="87"/>
                    <a:pt x="1370" y="83"/>
                  </a:cubicBezTo>
                  <a:cubicBezTo>
                    <a:pt x="1370" y="80"/>
                    <a:pt x="1370" y="77"/>
                    <a:pt x="1370" y="73"/>
                  </a:cubicBezTo>
                  <a:cubicBezTo>
                    <a:pt x="1370" y="71"/>
                    <a:pt x="1370" y="70"/>
                    <a:pt x="1370" y="69"/>
                  </a:cubicBezTo>
                  <a:cubicBezTo>
                    <a:pt x="1370" y="68"/>
                    <a:pt x="1370" y="67"/>
                    <a:pt x="1370" y="66"/>
                  </a:cubicBezTo>
                  <a:cubicBezTo>
                    <a:pt x="1370" y="66"/>
                    <a:pt x="1370" y="66"/>
                    <a:pt x="1370" y="66"/>
                  </a:cubicBezTo>
                  <a:close/>
                  <a:moveTo>
                    <a:pt x="1456" y="99"/>
                  </a:moveTo>
                  <a:cubicBezTo>
                    <a:pt x="1456" y="93"/>
                    <a:pt x="1456" y="93"/>
                    <a:pt x="1456" y="93"/>
                  </a:cubicBezTo>
                  <a:cubicBezTo>
                    <a:pt x="1457" y="93"/>
                    <a:pt x="1457" y="93"/>
                    <a:pt x="1457" y="93"/>
                  </a:cubicBezTo>
                  <a:cubicBezTo>
                    <a:pt x="1461" y="93"/>
                    <a:pt x="1464" y="92"/>
                    <a:pt x="1466" y="91"/>
                  </a:cubicBezTo>
                  <a:cubicBezTo>
                    <a:pt x="1467" y="89"/>
                    <a:pt x="1468" y="86"/>
                    <a:pt x="1468" y="81"/>
                  </a:cubicBezTo>
                  <a:cubicBezTo>
                    <a:pt x="1468" y="16"/>
                    <a:pt x="1468" y="16"/>
                    <a:pt x="1468" y="16"/>
                  </a:cubicBezTo>
                  <a:cubicBezTo>
                    <a:pt x="1468" y="13"/>
                    <a:pt x="1467" y="11"/>
                    <a:pt x="1465" y="9"/>
                  </a:cubicBezTo>
                  <a:cubicBezTo>
                    <a:pt x="1464" y="8"/>
                    <a:pt x="1461" y="7"/>
                    <a:pt x="1458" y="7"/>
                  </a:cubicBezTo>
                  <a:cubicBezTo>
                    <a:pt x="1456" y="7"/>
                    <a:pt x="1456" y="7"/>
                    <a:pt x="1456" y="7"/>
                  </a:cubicBezTo>
                  <a:cubicBezTo>
                    <a:pt x="1456" y="2"/>
                    <a:pt x="1456" y="2"/>
                    <a:pt x="1456" y="2"/>
                  </a:cubicBezTo>
                  <a:cubicBezTo>
                    <a:pt x="1460" y="2"/>
                    <a:pt x="1464" y="2"/>
                    <a:pt x="1468" y="2"/>
                  </a:cubicBezTo>
                  <a:cubicBezTo>
                    <a:pt x="1472" y="3"/>
                    <a:pt x="1475" y="3"/>
                    <a:pt x="1479" y="3"/>
                  </a:cubicBezTo>
                  <a:cubicBezTo>
                    <a:pt x="1483" y="3"/>
                    <a:pt x="1487" y="3"/>
                    <a:pt x="1491" y="2"/>
                  </a:cubicBezTo>
                  <a:cubicBezTo>
                    <a:pt x="1494" y="2"/>
                    <a:pt x="1498" y="2"/>
                    <a:pt x="1502" y="2"/>
                  </a:cubicBezTo>
                  <a:cubicBezTo>
                    <a:pt x="1502" y="7"/>
                    <a:pt x="1502" y="7"/>
                    <a:pt x="1502" y="7"/>
                  </a:cubicBezTo>
                  <a:cubicBezTo>
                    <a:pt x="1498" y="7"/>
                    <a:pt x="1495" y="8"/>
                    <a:pt x="1493" y="9"/>
                  </a:cubicBezTo>
                  <a:cubicBezTo>
                    <a:pt x="1492" y="10"/>
                    <a:pt x="1491" y="12"/>
                    <a:pt x="1491" y="16"/>
                  </a:cubicBezTo>
                  <a:cubicBezTo>
                    <a:pt x="1491" y="81"/>
                    <a:pt x="1491" y="81"/>
                    <a:pt x="1491" y="81"/>
                  </a:cubicBezTo>
                  <a:cubicBezTo>
                    <a:pt x="1491" y="86"/>
                    <a:pt x="1492" y="89"/>
                    <a:pt x="1493" y="91"/>
                  </a:cubicBezTo>
                  <a:cubicBezTo>
                    <a:pt x="1494" y="92"/>
                    <a:pt x="1497" y="93"/>
                    <a:pt x="1501" y="93"/>
                  </a:cubicBezTo>
                  <a:cubicBezTo>
                    <a:pt x="1502" y="93"/>
                    <a:pt x="1502" y="93"/>
                    <a:pt x="1502" y="93"/>
                  </a:cubicBezTo>
                  <a:cubicBezTo>
                    <a:pt x="1502" y="99"/>
                    <a:pt x="1502" y="99"/>
                    <a:pt x="1502" y="99"/>
                  </a:cubicBezTo>
                  <a:cubicBezTo>
                    <a:pt x="1498" y="98"/>
                    <a:pt x="1495" y="98"/>
                    <a:pt x="1491" y="98"/>
                  </a:cubicBezTo>
                  <a:cubicBezTo>
                    <a:pt x="1487" y="98"/>
                    <a:pt x="1483" y="98"/>
                    <a:pt x="1479" y="98"/>
                  </a:cubicBezTo>
                  <a:cubicBezTo>
                    <a:pt x="1476" y="98"/>
                    <a:pt x="1472" y="98"/>
                    <a:pt x="1469" y="98"/>
                  </a:cubicBezTo>
                  <a:cubicBezTo>
                    <a:pt x="1465" y="98"/>
                    <a:pt x="1461" y="98"/>
                    <a:pt x="1456" y="99"/>
                  </a:cubicBezTo>
                  <a:cubicBezTo>
                    <a:pt x="1456" y="99"/>
                    <a:pt x="1456" y="99"/>
                    <a:pt x="1456" y="99"/>
                  </a:cubicBezTo>
                  <a:close/>
                  <a:moveTo>
                    <a:pt x="1533" y="99"/>
                  </a:moveTo>
                  <a:cubicBezTo>
                    <a:pt x="1533" y="93"/>
                    <a:pt x="1533" y="93"/>
                    <a:pt x="1533" y="93"/>
                  </a:cubicBezTo>
                  <a:cubicBezTo>
                    <a:pt x="1535" y="93"/>
                    <a:pt x="1535" y="93"/>
                    <a:pt x="1535" y="93"/>
                  </a:cubicBezTo>
                  <a:cubicBezTo>
                    <a:pt x="1539" y="93"/>
                    <a:pt x="1542" y="92"/>
                    <a:pt x="1543" y="91"/>
                  </a:cubicBezTo>
                  <a:cubicBezTo>
                    <a:pt x="1545" y="89"/>
                    <a:pt x="1546" y="87"/>
                    <a:pt x="1546" y="84"/>
                  </a:cubicBezTo>
                  <a:cubicBezTo>
                    <a:pt x="1546" y="9"/>
                    <a:pt x="1546" y="9"/>
                    <a:pt x="1546" y="9"/>
                  </a:cubicBezTo>
                  <a:cubicBezTo>
                    <a:pt x="1543" y="9"/>
                    <a:pt x="1543" y="9"/>
                    <a:pt x="1543" y="9"/>
                  </a:cubicBezTo>
                  <a:cubicBezTo>
                    <a:pt x="1537" y="9"/>
                    <a:pt x="1532" y="10"/>
                    <a:pt x="1528" y="13"/>
                  </a:cubicBezTo>
                  <a:cubicBezTo>
                    <a:pt x="1525" y="16"/>
                    <a:pt x="1523" y="20"/>
                    <a:pt x="1522" y="26"/>
                  </a:cubicBezTo>
                  <a:cubicBezTo>
                    <a:pt x="1517" y="26"/>
                    <a:pt x="1517" y="26"/>
                    <a:pt x="1517" y="26"/>
                  </a:cubicBezTo>
                  <a:cubicBezTo>
                    <a:pt x="1518" y="2"/>
                    <a:pt x="1518" y="2"/>
                    <a:pt x="1518" y="2"/>
                  </a:cubicBezTo>
                  <a:cubicBezTo>
                    <a:pt x="1520" y="2"/>
                    <a:pt x="1522" y="2"/>
                    <a:pt x="1524" y="2"/>
                  </a:cubicBezTo>
                  <a:cubicBezTo>
                    <a:pt x="1527" y="2"/>
                    <a:pt x="1531" y="2"/>
                    <a:pt x="1536" y="2"/>
                  </a:cubicBezTo>
                  <a:cubicBezTo>
                    <a:pt x="1557" y="2"/>
                    <a:pt x="1557" y="2"/>
                    <a:pt x="1557" y="2"/>
                  </a:cubicBezTo>
                  <a:cubicBezTo>
                    <a:pt x="1578" y="2"/>
                    <a:pt x="1578" y="2"/>
                    <a:pt x="1578" y="2"/>
                  </a:cubicBezTo>
                  <a:cubicBezTo>
                    <a:pt x="1584" y="2"/>
                    <a:pt x="1588" y="2"/>
                    <a:pt x="1591" y="2"/>
                  </a:cubicBezTo>
                  <a:cubicBezTo>
                    <a:pt x="1593" y="2"/>
                    <a:pt x="1595" y="2"/>
                    <a:pt x="1597" y="2"/>
                  </a:cubicBezTo>
                  <a:cubicBezTo>
                    <a:pt x="1598" y="26"/>
                    <a:pt x="1598" y="26"/>
                    <a:pt x="1598" y="26"/>
                  </a:cubicBezTo>
                  <a:cubicBezTo>
                    <a:pt x="1593" y="26"/>
                    <a:pt x="1593" y="26"/>
                    <a:pt x="1593" y="26"/>
                  </a:cubicBezTo>
                  <a:cubicBezTo>
                    <a:pt x="1592" y="20"/>
                    <a:pt x="1590" y="16"/>
                    <a:pt x="1586" y="13"/>
                  </a:cubicBezTo>
                  <a:cubicBezTo>
                    <a:pt x="1583" y="10"/>
                    <a:pt x="1578" y="9"/>
                    <a:pt x="1572" y="9"/>
                  </a:cubicBezTo>
                  <a:cubicBezTo>
                    <a:pt x="1569" y="9"/>
                    <a:pt x="1569" y="9"/>
                    <a:pt x="1569" y="9"/>
                  </a:cubicBezTo>
                  <a:cubicBezTo>
                    <a:pt x="1569" y="83"/>
                    <a:pt x="1569" y="83"/>
                    <a:pt x="1569" y="83"/>
                  </a:cubicBezTo>
                  <a:cubicBezTo>
                    <a:pt x="1569" y="87"/>
                    <a:pt x="1570" y="89"/>
                    <a:pt x="1571" y="91"/>
                  </a:cubicBezTo>
                  <a:cubicBezTo>
                    <a:pt x="1573" y="92"/>
                    <a:pt x="1576" y="93"/>
                    <a:pt x="1580" y="93"/>
                  </a:cubicBezTo>
                  <a:cubicBezTo>
                    <a:pt x="1581" y="93"/>
                    <a:pt x="1581" y="93"/>
                    <a:pt x="1581" y="93"/>
                  </a:cubicBezTo>
                  <a:cubicBezTo>
                    <a:pt x="1581" y="99"/>
                    <a:pt x="1581" y="99"/>
                    <a:pt x="1581" y="99"/>
                  </a:cubicBezTo>
                  <a:cubicBezTo>
                    <a:pt x="1576" y="98"/>
                    <a:pt x="1571" y="98"/>
                    <a:pt x="1567" y="98"/>
                  </a:cubicBezTo>
                  <a:cubicBezTo>
                    <a:pt x="1563" y="98"/>
                    <a:pt x="1560" y="98"/>
                    <a:pt x="1557" y="98"/>
                  </a:cubicBezTo>
                  <a:cubicBezTo>
                    <a:pt x="1553" y="98"/>
                    <a:pt x="1549" y="98"/>
                    <a:pt x="1545" y="98"/>
                  </a:cubicBezTo>
                  <a:cubicBezTo>
                    <a:pt x="1541" y="98"/>
                    <a:pt x="1537" y="98"/>
                    <a:pt x="1533" y="99"/>
                  </a:cubicBezTo>
                  <a:cubicBezTo>
                    <a:pt x="1533" y="99"/>
                    <a:pt x="1533" y="99"/>
                    <a:pt x="1533" y="99"/>
                  </a:cubicBezTo>
                  <a:close/>
                  <a:moveTo>
                    <a:pt x="1666" y="56"/>
                  </a:moveTo>
                  <a:cubicBezTo>
                    <a:pt x="1666" y="81"/>
                    <a:pt x="1666" y="81"/>
                    <a:pt x="1666" y="81"/>
                  </a:cubicBezTo>
                  <a:cubicBezTo>
                    <a:pt x="1666" y="86"/>
                    <a:pt x="1667" y="89"/>
                    <a:pt x="1669" y="91"/>
                  </a:cubicBezTo>
                  <a:cubicBezTo>
                    <a:pt x="1670" y="92"/>
                    <a:pt x="1673" y="93"/>
                    <a:pt x="1678" y="93"/>
                  </a:cubicBezTo>
                  <a:cubicBezTo>
                    <a:pt x="1680" y="93"/>
                    <a:pt x="1680" y="93"/>
                    <a:pt x="1680" y="93"/>
                  </a:cubicBezTo>
                  <a:cubicBezTo>
                    <a:pt x="1680" y="99"/>
                    <a:pt x="1680" y="99"/>
                    <a:pt x="1680" y="99"/>
                  </a:cubicBezTo>
                  <a:cubicBezTo>
                    <a:pt x="1675" y="98"/>
                    <a:pt x="1670" y="98"/>
                    <a:pt x="1666" y="98"/>
                  </a:cubicBezTo>
                  <a:cubicBezTo>
                    <a:pt x="1661" y="98"/>
                    <a:pt x="1658" y="98"/>
                    <a:pt x="1656" y="98"/>
                  </a:cubicBezTo>
                  <a:cubicBezTo>
                    <a:pt x="1653" y="98"/>
                    <a:pt x="1649" y="98"/>
                    <a:pt x="1645" y="98"/>
                  </a:cubicBezTo>
                  <a:cubicBezTo>
                    <a:pt x="1640" y="98"/>
                    <a:pt x="1635" y="98"/>
                    <a:pt x="1630" y="99"/>
                  </a:cubicBezTo>
                  <a:cubicBezTo>
                    <a:pt x="1630" y="93"/>
                    <a:pt x="1630" y="93"/>
                    <a:pt x="1630" y="93"/>
                  </a:cubicBezTo>
                  <a:cubicBezTo>
                    <a:pt x="1633" y="93"/>
                    <a:pt x="1633" y="93"/>
                    <a:pt x="1633" y="93"/>
                  </a:cubicBezTo>
                  <a:cubicBezTo>
                    <a:pt x="1638" y="93"/>
                    <a:pt x="1641" y="92"/>
                    <a:pt x="1642" y="91"/>
                  </a:cubicBezTo>
                  <a:cubicBezTo>
                    <a:pt x="1644" y="89"/>
                    <a:pt x="1644" y="86"/>
                    <a:pt x="1644" y="81"/>
                  </a:cubicBezTo>
                  <a:cubicBezTo>
                    <a:pt x="1644" y="56"/>
                    <a:pt x="1644" y="56"/>
                    <a:pt x="1644" y="56"/>
                  </a:cubicBezTo>
                  <a:cubicBezTo>
                    <a:pt x="1619" y="14"/>
                    <a:pt x="1619" y="14"/>
                    <a:pt x="1619" y="14"/>
                  </a:cubicBezTo>
                  <a:cubicBezTo>
                    <a:pt x="1619" y="14"/>
                    <a:pt x="1619" y="14"/>
                    <a:pt x="1619" y="14"/>
                  </a:cubicBezTo>
                  <a:cubicBezTo>
                    <a:pt x="1616" y="10"/>
                    <a:pt x="1613" y="7"/>
                    <a:pt x="1610" y="7"/>
                  </a:cubicBezTo>
                  <a:cubicBezTo>
                    <a:pt x="1608" y="7"/>
                    <a:pt x="1608" y="7"/>
                    <a:pt x="1608" y="7"/>
                  </a:cubicBezTo>
                  <a:cubicBezTo>
                    <a:pt x="1608" y="2"/>
                    <a:pt x="1608" y="2"/>
                    <a:pt x="1608" y="2"/>
                  </a:cubicBezTo>
                  <a:cubicBezTo>
                    <a:pt x="1612" y="2"/>
                    <a:pt x="1616" y="2"/>
                    <a:pt x="1620" y="2"/>
                  </a:cubicBezTo>
                  <a:cubicBezTo>
                    <a:pt x="1623" y="2"/>
                    <a:pt x="1627" y="3"/>
                    <a:pt x="1631" y="3"/>
                  </a:cubicBezTo>
                  <a:cubicBezTo>
                    <a:pt x="1636" y="3"/>
                    <a:pt x="1640" y="2"/>
                    <a:pt x="1644" y="2"/>
                  </a:cubicBezTo>
                  <a:cubicBezTo>
                    <a:pt x="1648" y="2"/>
                    <a:pt x="1651" y="2"/>
                    <a:pt x="1654" y="2"/>
                  </a:cubicBezTo>
                  <a:cubicBezTo>
                    <a:pt x="1654" y="7"/>
                    <a:pt x="1654" y="7"/>
                    <a:pt x="1654" y="7"/>
                  </a:cubicBezTo>
                  <a:cubicBezTo>
                    <a:pt x="1650" y="7"/>
                    <a:pt x="1647" y="7"/>
                    <a:pt x="1646" y="8"/>
                  </a:cubicBezTo>
                  <a:cubicBezTo>
                    <a:pt x="1644" y="9"/>
                    <a:pt x="1644" y="9"/>
                    <a:pt x="1644" y="11"/>
                  </a:cubicBezTo>
                  <a:cubicBezTo>
                    <a:pt x="1644" y="11"/>
                    <a:pt x="1644" y="11"/>
                    <a:pt x="1644" y="12"/>
                  </a:cubicBezTo>
                  <a:cubicBezTo>
                    <a:pt x="1644" y="12"/>
                    <a:pt x="1644" y="13"/>
                    <a:pt x="1644" y="13"/>
                  </a:cubicBezTo>
                  <a:cubicBezTo>
                    <a:pt x="1664" y="48"/>
                    <a:pt x="1664" y="48"/>
                    <a:pt x="1664" y="48"/>
                  </a:cubicBezTo>
                  <a:cubicBezTo>
                    <a:pt x="1683" y="13"/>
                    <a:pt x="1683" y="13"/>
                    <a:pt x="1683" y="13"/>
                  </a:cubicBezTo>
                  <a:cubicBezTo>
                    <a:pt x="1683" y="12"/>
                    <a:pt x="1683" y="12"/>
                    <a:pt x="1683" y="11"/>
                  </a:cubicBezTo>
                  <a:cubicBezTo>
                    <a:pt x="1683" y="11"/>
                    <a:pt x="1683" y="11"/>
                    <a:pt x="1683" y="10"/>
                  </a:cubicBezTo>
                  <a:cubicBezTo>
                    <a:pt x="1683" y="9"/>
                    <a:pt x="1683" y="8"/>
                    <a:pt x="1681" y="8"/>
                  </a:cubicBezTo>
                  <a:cubicBezTo>
                    <a:pt x="1679" y="7"/>
                    <a:pt x="1677" y="7"/>
                    <a:pt x="1673" y="7"/>
                  </a:cubicBezTo>
                  <a:cubicBezTo>
                    <a:pt x="1673" y="2"/>
                    <a:pt x="1673" y="2"/>
                    <a:pt x="1673" y="2"/>
                  </a:cubicBezTo>
                  <a:cubicBezTo>
                    <a:pt x="1676" y="2"/>
                    <a:pt x="1679" y="2"/>
                    <a:pt x="1682" y="2"/>
                  </a:cubicBezTo>
                  <a:cubicBezTo>
                    <a:pt x="1684" y="2"/>
                    <a:pt x="1686" y="3"/>
                    <a:pt x="1688" y="3"/>
                  </a:cubicBezTo>
                  <a:cubicBezTo>
                    <a:pt x="1691" y="3"/>
                    <a:pt x="1693" y="2"/>
                    <a:pt x="1695" y="2"/>
                  </a:cubicBezTo>
                  <a:cubicBezTo>
                    <a:pt x="1698" y="2"/>
                    <a:pt x="1700" y="2"/>
                    <a:pt x="1702" y="2"/>
                  </a:cubicBezTo>
                  <a:cubicBezTo>
                    <a:pt x="1702" y="7"/>
                    <a:pt x="1702" y="7"/>
                    <a:pt x="1702" y="7"/>
                  </a:cubicBezTo>
                  <a:cubicBezTo>
                    <a:pt x="1699" y="7"/>
                    <a:pt x="1697" y="8"/>
                    <a:pt x="1696" y="8"/>
                  </a:cubicBezTo>
                  <a:cubicBezTo>
                    <a:pt x="1695" y="9"/>
                    <a:pt x="1694" y="10"/>
                    <a:pt x="1692" y="13"/>
                  </a:cubicBezTo>
                  <a:lnTo>
                    <a:pt x="1666" y="56"/>
                  </a:lnTo>
                  <a:close/>
                </a:path>
              </a:pathLst>
            </a:custGeom>
            <a:solidFill>
              <a:srgbClr val="0A0A0A"/>
            </a:solidFill>
            <a:ln>
              <a:noFill/>
            </a:ln>
          </p:spPr>
          <p:txBody>
            <a:bodyPr anchor="ctr"/>
            <a:lstStyle/>
            <a:p>
              <a:pPr algn="ctr"/>
              <a:endParaRPr>
                <a:solidFill>
                  <a:srgbClr val="000000"/>
                </a:solidFill>
              </a:endParaRPr>
            </a:p>
          </p:txBody>
        </p:sp>
        <p:grpSp>
          <p:nvGrpSpPr>
            <p:cNvPr id="7" name="í$ļîdé"/>
            <p:cNvGrpSpPr/>
            <p:nvPr/>
          </p:nvGrpSpPr>
          <p:grpSpPr>
            <a:xfrm>
              <a:off x="10450629" y="404003"/>
              <a:ext cx="1011546" cy="270315"/>
              <a:chOff x="5102226" y="2428875"/>
              <a:chExt cx="5067300" cy="1354138"/>
            </a:xfrm>
            <a:solidFill>
              <a:srgbClr val="0A0A0A"/>
            </a:solidFill>
          </p:grpSpPr>
          <p:sp>
            <p:nvSpPr>
              <p:cNvPr id="10" name="ís1ïḋe"/>
              <p:cNvSpPr/>
              <p:nvPr/>
            </p:nvSpPr>
            <p:spPr bwMode="auto">
              <a:xfrm>
                <a:off x="5102226" y="2884488"/>
                <a:ext cx="1347788" cy="673100"/>
              </a:xfrm>
              <a:custGeom>
                <a:avLst/>
                <a:gdLst>
                  <a:gd name="T0" fmla="*/ 62 w 409"/>
                  <a:gd name="T1" fmla="*/ 79 h 204"/>
                  <a:gd name="T2" fmla="*/ 47 w 409"/>
                  <a:gd name="T3" fmla="*/ 55 h 204"/>
                  <a:gd name="T4" fmla="*/ 23 w 409"/>
                  <a:gd name="T5" fmla="*/ 49 h 204"/>
                  <a:gd name="T6" fmla="*/ 0 w 409"/>
                  <a:gd name="T7" fmla="*/ 87 h 204"/>
                  <a:gd name="T8" fmla="*/ 34 w 409"/>
                  <a:gd name="T9" fmla="*/ 193 h 204"/>
                  <a:gd name="T10" fmla="*/ 70 w 409"/>
                  <a:gd name="T11" fmla="*/ 186 h 204"/>
                  <a:gd name="T12" fmla="*/ 65 w 409"/>
                  <a:gd name="T13" fmla="*/ 129 h 204"/>
                  <a:gd name="T14" fmla="*/ 132 w 409"/>
                  <a:gd name="T15" fmla="*/ 63 h 204"/>
                  <a:gd name="T16" fmla="*/ 219 w 409"/>
                  <a:gd name="T17" fmla="*/ 42 h 204"/>
                  <a:gd name="T18" fmla="*/ 223 w 409"/>
                  <a:gd name="T19" fmla="*/ 63 h 204"/>
                  <a:gd name="T20" fmla="*/ 191 w 409"/>
                  <a:gd name="T21" fmla="*/ 105 h 204"/>
                  <a:gd name="T22" fmla="*/ 179 w 409"/>
                  <a:gd name="T23" fmla="*/ 103 h 204"/>
                  <a:gd name="T24" fmla="*/ 166 w 409"/>
                  <a:gd name="T25" fmla="*/ 77 h 204"/>
                  <a:gd name="T26" fmla="*/ 141 w 409"/>
                  <a:gd name="T27" fmla="*/ 85 h 204"/>
                  <a:gd name="T28" fmla="*/ 150 w 409"/>
                  <a:gd name="T29" fmla="*/ 113 h 204"/>
                  <a:gd name="T30" fmla="*/ 156 w 409"/>
                  <a:gd name="T31" fmla="*/ 127 h 204"/>
                  <a:gd name="T32" fmla="*/ 126 w 409"/>
                  <a:gd name="T33" fmla="*/ 142 h 204"/>
                  <a:gd name="T34" fmla="*/ 108 w 409"/>
                  <a:gd name="T35" fmla="*/ 153 h 204"/>
                  <a:gd name="T36" fmla="*/ 122 w 409"/>
                  <a:gd name="T37" fmla="*/ 177 h 204"/>
                  <a:gd name="T38" fmla="*/ 160 w 409"/>
                  <a:gd name="T39" fmla="*/ 156 h 204"/>
                  <a:gd name="T40" fmla="*/ 202 w 409"/>
                  <a:gd name="T41" fmla="*/ 149 h 204"/>
                  <a:gd name="T42" fmla="*/ 225 w 409"/>
                  <a:gd name="T43" fmla="*/ 169 h 204"/>
                  <a:gd name="T44" fmla="*/ 280 w 409"/>
                  <a:gd name="T45" fmla="*/ 173 h 204"/>
                  <a:gd name="T46" fmla="*/ 369 w 409"/>
                  <a:gd name="T47" fmla="*/ 139 h 204"/>
                  <a:gd name="T48" fmla="*/ 404 w 409"/>
                  <a:gd name="T49" fmla="*/ 129 h 204"/>
                  <a:gd name="T50" fmla="*/ 337 w 409"/>
                  <a:gd name="T51" fmla="*/ 21 h 204"/>
                  <a:gd name="T52" fmla="*/ 193 w 409"/>
                  <a:gd name="T53" fmla="*/ 12 h 204"/>
                  <a:gd name="T54" fmla="*/ 93 w 409"/>
                  <a:gd name="T55" fmla="*/ 54 h 204"/>
                  <a:gd name="T56" fmla="*/ 62 w 409"/>
                  <a:gd name="T57" fmla="*/ 79 h 204"/>
                  <a:gd name="T58" fmla="*/ 62 w 409"/>
                  <a:gd name="T59" fmla="*/ 79 h 204"/>
                  <a:gd name="T60" fmla="*/ 204 w 409"/>
                  <a:gd name="T61" fmla="*/ 125 h 204"/>
                  <a:gd name="T62" fmla="*/ 194 w 409"/>
                  <a:gd name="T63" fmla="*/ 124 h 204"/>
                  <a:gd name="T64" fmla="*/ 244 w 409"/>
                  <a:gd name="T65" fmla="*/ 90 h 204"/>
                  <a:gd name="T66" fmla="*/ 245 w 409"/>
                  <a:gd name="T67" fmla="*/ 60 h 204"/>
                  <a:gd name="T68" fmla="*/ 234 w 409"/>
                  <a:gd name="T69" fmla="*/ 45 h 204"/>
                  <a:gd name="T70" fmla="*/ 284 w 409"/>
                  <a:gd name="T71" fmla="*/ 43 h 204"/>
                  <a:gd name="T72" fmla="*/ 357 w 409"/>
                  <a:gd name="T73" fmla="*/ 75 h 204"/>
                  <a:gd name="T74" fmla="*/ 307 w 409"/>
                  <a:gd name="T75" fmla="*/ 112 h 204"/>
                  <a:gd name="T76" fmla="*/ 249 w 409"/>
                  <a:gd name="T77" fmla="*/ 142 h 204"/>
                  <a:gd name="T78" fmla="*/ 229 w 409"/>
                  <a:gd name="T79" fmla="*/ 127 h 204"/>
                  <a:gd name="T80" fmla="*/ 204 w 409"/>
                  <a:gd name="T81" fmla="*/ 125 h 2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409" h="204">
                    <a:moveTo>
                      <a:pt x="62" y="79"/>
                    </a:moveTo>
                    <a:cubicBezTo>
                      <a:pt x="56" y="77"/>
                      <a:pt x="57" y="61"/>
                      <a:pt x="47" y="55"/>
                    </a:cubicBezTo>
                    <a:cubicBezTo>
                      <a:pt x="38" y="49"/>
                      <a:pt x="30" y="49"/>
                      <a:pt x="23" y="49"/>
                    </a:cubicBezTo>
                    <a:cubicBezTo>
                      <a:pt x="16" y="50"/>
                      <a:pt x="1" y="62"/>
                      <a:pt x="0" y="87"/>
                    </a:cubicBezTo>
                    <a:cubicBezTo>
                      <a:pt x="0" y="112"/>
                      <a:pt x="25" y="181"/>
                      <a:pt x="34" y="193"/>
                    </a:cubicBezTo>
                    <a:cubicBezTo>
                      <a:pt x="43" y="204"/>
                      <a:pt x="74" y="198"/>
                      <a:pt x="70" y="186"/>
                    </a:cubicBezTo>
                    <a:cubicBezTo>
                      <a:pt x="65" y="175"/>
                      <a:pt x="57" y="144"/>
                      <a:pt x="65" y="129"/>
                    </a:cubicBezTo>
                    <a:cubicBezTo>
                      <a:pt x="73" y="115"/>
                      <a:pt x="88" y="89"/>
                      <a:pt x="132" y="63"/>
                    </a:cubicBezTo>
                    <a:cubicBezTo>
                      <a:pt x="177" y="38"/>
                      <a:pt x="211" y="39"/>
                      <a:pt x="219" y="42"/>
                    </a:cubicBezTo>
                    <a:cubicBezTo>
                      <a:pt x="227" y="45"/>
                      <a:pt x="224" y="59"/>
                      <a:pt x="223" y="63"/>
                    </a:cubicBezTo>
                    <a:cubicBezTo>
                      <a:pt x="221" y="67"/>
                      <a:pt x="191" y="102"/>
                      <a:pt x="191" y="105"/>
                    </a:cubicBezTo>
                    <a:cubicBezTo>
                      <a:pt x="190" y="108"/>
                      <a:pt x="180" y="114"/>
                      <a:pt x="179" y="103"/>
                    </a:cubicBezTo>
                    <a:cubicBezTo>
                      <a:pt x="179" y="92"/>
                      <a:pt x="177" y="81"/>
                      <a:pt x="166" y="77"/>
                    </a:cubicBezTo>
                    <a:cubicBezTo>
                      <a:pt x="156" y="73"/>
                      <a:pt x="146" y="71"/>
                      <a:pt x="141" y="85"/>
                    </a:cubicBezTo>
                    <a:cubicBezTo>
                      <a:pt x="137" y="99"/>
                      <a:pt x="144" y="109"/>
                      <a:pt x="150" y="113"/>
                    </a:cubicBezTo>
                    <a:cubicBezTo>
                      <a:pt x="155" y="118"/>
                      <a:pt x="164" y="126"/>
                      <a:pt x="156" y="127"/>
                    </a:cubicBezTo>
                    <a:cubicBezTo>
                      <a:pt x="149" y="127"/>
                      <a:pt x="126" y="142"/>
                      <a:pt x="126" y="142"/>
                    </a:cubicBezTo>
                    <a:cubicBezTo>
                      <a:pt x="126" y="142"/>
                      <a:pt x="111" y="140"/>
                      <a:pt x="108" y="153"/>
                    </a:cubicBezTo>
                    <a:cubicBezTo>
                      <a:pt x="106" y="166"/>
                      <a:pt x="115" y="181"/>
                      <a:pt x="122" y="177"/>
                    </a:cubicBezTo>
                    <a:cubicBezTo>
                      <a:pt x="128" y="173"/>
                      <a:pt x="148" y="161"/>
                      <a:pt x="160" y="156"/>
                    </a:cubicBezTo>
                    <a:cubicBezTo>
                      <a:pt x="173" y="151"/>
                      <a:pt x="194" y="144"/>
                      <a:pt x="202" y="149"/>
                    </a:cubicBezTo>
                    <a:cubicBezTo>
                      <a:pt x="210" y="154"/>
                      <a:pt x="211" y="162"/>
                      <a:pt x="225" y="169"/>
                    </a:cubicBezTo>
                    <a:cubicBezTo>
                      <a:pt x="240" y="177"/>
                      <a:pt x="268" y="178"/>
                      <a:pt x="280" y="173"/>
                    </a:cubicBezTo>
                    <a:cubicBezTo>
                      <a:pt x="292" y="167"/>
                      <a:pt x="356" y="138"/>
                      <a:pt x="369" y="139"/>
                    </a:cubicBezTo>
                    <a:cubicBezTo>
                      <a:pt x="383" y="140"/>
                      <a:pt x="398" y="154"/>
                      <a:pt x="404" y="129"/>
                    </a:cubicBezTo>
                    <a:cubicBezTo>
                      <a:pt x="409" y="104"/>
                      <a:pt x="378" y="37"/>
                      <a:pt x="337" y="21"/>
                    </a:cubicBezTo>
                    <a:cubicBezTo>
                      <a:pt x="295" y="5"/>
                      <a:pt x="248" y="0"/>
                      <a:pt x="193" y="12"/>
                    </a:cubicBezTo>
                    <a:cubicBezTo>
                      <a:pt x="139" y="23"/>
                      <a:pt x="113" y="34"/>
                      <a:pt x="93" y="54"/>
                    </a:cubicBezTo>
                    <a:cubicBezTo>
                      <a:pt x="73" y="73"/>
                      <a:pt x="68" y="82"/>
                      <a:pt x="62" y="79"/>
                    </a:cubicBezTo>
                    <a:cubicBezTo>
                      <a:pt x="62" y="79"/>
                      <a:pt x="62" y="79"/>
                      <a:pt x="62" y="79"/>
                    </a:cubicBezTo>
                    <a:close/>
                    <a:moveTo>
                      <a:pt x="204" y="125"/>
                    </a:moveTo>
                    <a:cubicBezTo>
                      <a:pt x="204" y="125"/>
                      <a:pt x="200" y="122"/>
                      <a:pt x="194" y="124"/>
                    </a:cubicBezTo>
                    <a:cubicBezTo>
                      <a:pt x="188" y="125"/>
                      <a:pt x="229" y="99"/>
                      <a:pt x="244" y="90"/>
                    </a:cubicBezTo>
                    <a:cubicBezTo>
                      <a:pt x="259" y="81"/>
                      <a:pt x="253" y="71"/>
                      <a:pt x="245" y="60"/>
                    </a:cubicBezTo>
                    <a:cubicBezTo>
                      <a:pt x="238" y="50"/>
                      <a:pt x="238" y="50"/>
                      <a:pt x="234" y="45"/>
                    </a:cubicBezTo>
                    <a:cubicBezTo>
                      <a:pt x="251" y="42"/>
                      <a:pt x="264" y="41"/>
                      <a:pt x="284" y="43"/>
                    </a:cubicBezTo>
                    <a:cubicBezTo>
                      <a:pt x="310" y="45"/>
                      <a:pt x="341" y="53"/>
                      <a:pt x="357" y="75"/>
                    </a:cubicBezTo>
                    <a:cubicBezTo>
                      <a:pt x="366" y="87"/>
                      <a:pt x="319" y="105"/>
                      <a:pt x="307" y="112"/>
                    </a:cubicBezTo>
                    <a:cubicBezTo>
                      <a:pt x="294" y="118"/>
                      <a:pt x="257" y="138"/>
                      <a:pt x="249" y="142"/>
                    </a:cubicBezTo>
                    <a:cubicBezTo>
                      <a:pt x="241" y="145"/>
                      <a:pt x="238" y="137"/>
                      <a:pt x="229" y="127"/>
                    </a:cubicBezTo>
                    <a:cubicBezTo>
                      <a:pt x="220" y="118"/>
                      <a:pt x="204" y="125"/>
                      <a:pt x="204" y="12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solidFill>
                    <a:srgbClr val="000000"/>
                  </a:solidFill>
                </a:endParaRPr>
              </a:p>
            </p:txBody>
          </p:sp>
          <p:sp>
            <p:nvSpPr>
              <p:cNvPr id="11" name="îślïḍê"/>
              <p:cNvSpPr/>
              <p:nvPr/>
            </p:nvSpPr>
            <p:spPr bwMode="auto">
              <a:xfrm>
                <a:off x="6911976" y="2584450"/>
                <a:ext cx="781050" cy="1198563"/>
              </a:xfrm>
              <a:custGeom>
                <a:avLst/>
                <a:gdLst>
                  <a:gd name="T0" fmla="*/ 35 w 237"/>
                  <a:gd name="T1" fmla="*/ 87 h 363"/>
                  <a:gd name="T2" fmla="*/ 18 w 237"/>
                  <a:gd name="T3" fmla="*/ 113 h 363"/>
                  <a:gd name="T4" fmla="*/ 29 w 237"/>
                  <a:gd name="T5" fmla="*/ 166 h 363"/>
                  <a:gd name="T6" fmla="*/ 18 w 237"/>
                  <a:gd name="T7" fmla="*/ 273 h 363"/>
                  <a:gd name="T8" fmla="*/ 7 w 237"/>
                  <a:gd name="T9" fmla="*/ 306 h 363"/>
                  <a:gd name="T10" fmla="*/ 16 w 237"/>
                  <a:gd name="T11" fmla="*/ 338 h 363"/>
                  <a:gd name="T12" fmla="*/ 35 w 237"/>
                  <a:gd name="T13" fmla="*/ 311 h 363"/>
                  <a:gd name="T14" fmla="*/ 48 w 237"/>
                  <a:gd name="T15" fmla="*/ 205 h 363"/>
                  <a:gd name="T16" fmla="*/ 52 w 237"/>
                  <a:gd name="T17" fmla="*/ 149 h 363"/>
                  <a:gd name="T18" fmla="*/ 54 w 237"/>
                  <a:gd name="T19" fmla="*/ 114 h 363"/>
                  <a:gd name="T20" fmla="*/ 35 w 237"/>
                  <a:gd name="T21" fmla="*/ 87 h 363"/>
                  <a:gd name="T22" fmla="*/ 35 w 237"/>
                  <a:gd name="T23" fmla="*/ 87 h 363"/>
                  <a:gd name="T24" fmla="*/ 112 w 237"/>
                  <a:gd name="T25" fmla="*/ 102 h 363"/>
                  <a:gd name="T26" fmla="*/ 94 w 237"/>
                  <a:gd name="T27" fmla="*/ 109 h 363"/>
                  <a:gd name="T28" fmla="*/ 98 w 237"/>
                  <a:gd name="T29" fmla="*/ 142 h 363"/>
                  <a:gd name="T30" fmla="*/ 103 w 237"/>
                  <a:gd name="T31" fmla="*/ 171 h 363"/>
                  <a:gd name="T32" fmla="*/ 106 w 237"/>
                  <a:gd name="T33" fmla="*/ 246 h 363"/>
                  <a:gd name="T34" fmla="*/ 127 w 237"/>
                  <a:gd name="T35" fmla="*/ 232 h 363"/>
                  <a:gd name="T36" fmla="*/ 133 w 237"/>
                  <a:gd name="T37" fmla="*/ 191 h 363"/>
                  <a:gd name="T38" fmla="*/ 135 w 237"/>
                  <a:gd name="T39" fmla="*/ 161 h 363"/>
                  <a:gd name="T40" fmla="*/ 133 w 237"/>
                  <a:gd name="T41" fmla="*/ 119 h 363"/>
                  <a:gd name="T42" fmla="*/ 112 w 237"/>
                  <a:gd name="T43" fmla="*/ 102 h 363"/>
                  <a:gd name="T44" fmla="*/ 112 w 237"/>
                  <a:gd name="T45" fmla="*/ 102 h 363"/>
                  <a:gd name="T46" fmla="*/ 209 w 237"/>
                  <a:gd name="T47" fmla="*/ 2 h 363"/>
                  <a:gd name="T48" fmla="*/ 186 w 237"/>
                  <a:gd name="T49" fmla="*/ 5 h 363"/>
                  <a:gd name="T50" fmla="*/ 184 w 237"/>
                  <a:gd name="T51" fmla="*/ 33 h 363"/>
                  <a:gd name="T52" fmla="*/ 190 w 237"/>
                  <a:gd name="T53" fmla="*/ 65 h 363"/>
                  <a:gd name="T54" fmla="*/ 191 w 237"/>
                  <a:gd name="T55" fmla="*/ 174 h 363"/>
                  <a:gd name="T56" fmla="*/ 189 w 237"/>
                  <a:gd name="T57" fmla="*/ 262 h 363"/>
                  <a:gd name="T58" fmla="*/ 199 w 237"/>
                  <a:gd name="T59" fmla="*/ 350 h 363"/>
                  <a:gd name="T60" fmla="*/ 221 w 237"/>
                  <a:gd name="T61" fmla="*/ 330 h 363"/>
                  <a:gd name="T62" fmla="*/ 212 w 237"/>
                  <a:gd name="T63" fmla="*/ 296 h 363"/>
                  <a:gd name="T64" fmla="*/ 208 w 237"/>
                  <a:gd name="T65" fmla="*/ 128 h 363"/>
                  <a:gd name="T66" fmla="*/ 217 w 237"/>
                  <a:gd name="T67" fmla="*/ 68 h 363"/>
                  <a:gd name="T68" fmla="*/ 234 w 237"/>
                  <a:gd name="T69" fmla="*/ 32 h 363"/>
                  <a:gd name="T70" fmla="*/ 209 w 237"/>
                  <a:gd name="T71" fmla="*/ 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237" h="363">
                    <a:moveTo>
                      <a:pt x="35" y="87"/>
                    </a:moveTo>
                    <a:cubicBezTo>
                      <a:pt x="23" y="88"/>
                      <a:pt x="16" y="93"/>
                      <a:pt x="18" y="113"/>
                    </a:cubicBezTo>
                    <a:cubicBezTo>
                      <a:pt x="21" y="132"/>
                      <a:pt x="33" y="134"/>
                      <a:pt x="29" y="166"/>
                    </a:cubicBezTo>
                    <a:cubicBezTo>
                      <a:pt x="25" y="197"/>
                      <a:pt x="18" y="262"/>
                      <a:pt x="18" y="273"/>
                    </a:cubicBezTo>
                    <a:cubicBezTo>
                      <a:pt x="18" y="283"/>
                      <a:pt x="9" y="299"/>
                      <a:pt x="7" y="306"/>
                    </a:cubicBezTo>
                    <a:cubicBezTo>
                      <a:pt x="4" y="313"/>
                      <a:pt x="0" y="335"/>
                      <a:pt x="16" y="338"/>
                    </a:cubicBezTo>
                    <a:cubicBezTo>
                      <a:pt x="32" y="341"/>
                      <a:pt x="33" y="320"/>
                      <a:pt x="35" y="311"/>
                    </a:cubicBezTo>
                    <a:cubicBezTo>
                      <a:pt x="38" y="301"/>
                      <a:pt x="48" y="218"/>
                      <a:pt x="48" y="205"/>
                    </a:cubicBezTo>
                    <a:cubicBezTo>
                      <a:pt x="47" y="192"/>
                      <a:pt x="49" y="160"/>
                      <a:pt x="52" y="149"/>
                    </a:cubicBezTo>
                    <a:cubicBezTo>
                      <a:pt x="55" y="138"/>
                      <a:pt x="59" y="128"/>
                      <a:pt x="54" y="114"/>
                    </a:cubicBezTo>
                    <a:cubicBezTo>
                      <a:pt x="49" y="101"/>
                      <a:pt x="47" y="86"/>
                      <a:pt x="35" y="87"/>
                    </a:cubicBezTo>
                    <a:cubicBezTo>
                      <a:pt x="35" y="87"/>
                      <a:pt x="35" y="87"/>
                      <a:pt x="35" y="87"/>
                    </a:cubicBezTo>
                    <a:close/>
                    <a:moveTo>
                      <a:pt x="112" y="102"/>
                    </a:moveTo>
                    <a:cubicBezTo>
                      <a:pt x="107" y="101"/>
                      <a:pt x="98" y="100"/>
                      <a:pt x="94" y="109"/>
                    </a:cubicBezTo>
                    <a:cubicBezTo>
                      <a:pt x="89" y="118"/>
                      <a:pt x="94" y="133"/>
                      <a:pt x="98" y="142"/>
                    </a:cubicBezTo>
                    <a:cubicBezTo>
                      <a:pt x="101" y="152"/>
                      <a:pt x="104" y="162"/>
                      <a:pt x="103" y="171"/>
                    </a:cubicBezTo>
                    <a:cubicBezTo>
                      <a:pt x="101" y="180"/>
                      <a:pt x="100" y="240"/>
                      <a:pt x="106" y="246"/>
                    </a:cubicBezTo>
                    <a:cubicBezTo>
                      <a:pt x="111" y="252"/>
                      <a:pt x="121" y="245"/>
                      <a:pt x="127" y="232"/>
                    </a:cubicBezTo>
                    <a:cubicBezTo>
                      <a:pt x="133" y="218"/>
                      <a:pt x="137" y="200"/>
                      <a:pt x="133" y="191"/>
                    </a:cubicBezTo>
                    <a:cubicBezTo>
                      <a:pt x="130" y="183"/>
                      <a:pt x="130" y="173"/>
                      <a:pt x="135" y="161"/>
                    </a:cubicBezTo>
                    <a:cubicBezTo>
                      <a:pt x="140" y="149"/>
                      <a:pt x="137" y="133"/>
                      <a:pt x="133" y="119"/>
                    </a:cubicBezTo>
                    <a:cubicBezTo>
                      <a:pt x="129" y="105"/>
                      <a:pt x="117" y="102"/>
                      <a:pt x="112" y="102"/>
                    </a:cubicBezTo>
                    <a:cubicBezTo>
                      <a:pt x="112" y="102"/>
                      <a:pt x="112" y="102"/>
                      <a:pt x="112" y="102"/>
                    </a:cubicBezTo>
                    <a:close/>
                    <a:moveTo>
                      <a:pt x="209" y="2"/>
                    </a:moveTo>
                    <a:cubicBezTo>
                      <a:pt x="203" y="1"/>
                      <a:pt x="190" y="0"/>
                      <a:pt x="186" y="5"/>
                    </a:cubicBezTo>
                    <a:cubicBezTo>
                      <a:pt x="181" y="10"/>
                      <a:pt x="179" y="21"/>
                      <a:pt x="184" y="33"/>
                    </a:cubicBezTo>
                    <a:cubicBezTo>
                      <a:pt x="190" y="46"/>
                      <a:pt x="191" y="57"/>
                      <a:pt x="190" y="65"/>
                    </a:cubicBezTo>
                    <a:cubicBezTo>
                      <a:pt x="189" y="72"/>
                      <a:pt x="191" y="153"/>
                      <a:pt x="191" y="174"/>
                    </a:cubicBezTo>
                    <a:cubicBezTo>
                      <a:pt x="191" y="195"/>
                      <a:pt x="188" y="235"/>
                      <a:pt x="189" y="262"/>
                    </a:cubicBezTo>
                    <a:cubicBezTo>
                      <a:pt x="190" y="289"/>
                      <a:pt x="189" y="337"/>
                      <a:pt x="199" y="350"/>
                    </a:cubicBezTo>
                    <a:cubicBezTo>
                      <a:pt x="210" y="363"/>
                      <a:pt x="225" y="344"/>
                      <a:pt x="221" y="330"/>
                    </a:cubicBezTo>
                    <a:cubicBezTo>
                      <a:pt x="217" y="317"/>
                      <a:pt x="216" y="321"/>
                      <a:pt x="212" y="296"/>
                    </a:cubicBezTo>
                    <a:cubicBezTo>
                      <a:pt x="209" y="270"/>
                      <a:pt x="208" y="138"/>
                      <a:pt x="208" y="128"/>
                    </a:cubicBezTo>
                    <a:cubicBezTo>
                      <a:pt x="209" y="117"/>
                      <a:pt x="212" y="79"/>
                      <a:pt x="217" y="68"/>
                    </a:cubicBezTo>
                    <a:cubicBezTo>
                      <a:pt x="221" y="57"/>
                      <a:pt x="237" y="45"/>
                      <a:pt x="234" y="32"/>
                    </a:cubicBezTo>
                    <a:cubicBezTo>
                      <a:pt x="236" y="20"/>
                      <a:pt x="215" y="4"/>
                      <a:pt x="209"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solidFill>
                    <a:srgbClr val="000000"/>
                  </a:solidFill>
                </a:endParaRPr>
              </a:p>
            </p:txBody>
          </p:sp>
          <p:sp>
            <p:nvSpPr>
              <p:cNvPr id="12" name="iśḷiḍê"/>
              <p:cNvSpPr/>
              <p:nvPr/>
            </p:nvSpPr>
            <p:spPr bwMode="auto">
              <a:xfrm>
                <a:off x="8172451" y="2600325"/>
                <a:ext cx="806450" cy="1046163"/>
              </a:xfrm>
              <a:custGeom>
                <a:avLst/>
                <a:gdLst>
                  <a:gd name="T0" fmla="*/ 144 w 245"/>
                  <a:gd name="T1" fmla="*/ 240 h 317"/>
                  <a:gd name="T2" fmla="*/ 216 w 245"/>
                  <a:gd name="T3" fmla="*/ 298 h 317"/>
                  <a:gd name="T4" fmla="*/ 221 w 245"/>
                  <a:gd name="T5" fmla="*/ 247 h 317"/>
                  <a:gd name="T6" fmla="*/ 155 w 245"/>
                  <a:gd name="T7" fmla="*/ 214 h 317"/>
                  <a:gd name="T8" fmla="*/ 144 w 245"/>
                  <a:gd name="T9" fmla="*/ 240 h 317"/>
                  <a:gd name="T10" fmla="*/ 144 w 245"/>
                  <a:gd name="T11" fmla="*/ 240 h 317"/>
                  <a:gd name="T12" fmla="*/ 117 w 245"/>
                  <a:gd name="T13" fmla="*/ 59 h 317"/>
                  <a:gd name="T14" fmla="*/ 114 w 245"/>
                  <a:gd name="T15" fmla="*/ 20 h 317"/>
                  <a:gd name="T16" fmla="*/ 132 w 245"/>
                  <a:gd name="T17" fmla="*/ 2 h 317"/>
                  <a:gd name="T18" fmla="*/ 151 w 245"/>
                  <a:gd name="T19" fmla="*/ 32 h 317"/>
                  <a:gd name="T20" fmla="*/ 142 w 245"/>
                  <a:gd name="T21" fmla="*/ 57 h 317"/>
                  <a:gd name="T22" fmla="*/ 136 w 245"/>
                  <a:gd name="T23" fmla="*/ 74 h 317"/>
                  <a:gd name="T24" fmla="*/ 131 w 245"/>
                  <a:gd name="T25" fmla="*/ 98 h 317"/>
                  <a:gd name="T26" fmla="*/ 151 w 245"/>
                  <a:gd name="T27" fmla="*/ 91 h 317"/>
                  <a:gd name="T28" fmla="*/ 177 w 245"/>
                  <a:gd name="T29" fmla="*/ 76 h 317"/>
                  <a:gd name="T30" fmla="*/ 208 w 245"/>
                  <a:gd name="T31" fmla="*/ 82 h 317"/>
                  <a:gd name="T32" fmla="*/ 199 w 245"/>
                  <a:gd name="T33" fmla="*/ 103 h 317"/>
                  <a:gd name="T34" fmla="*/ 172 w 245"/>
                  <a:gd name="T35" fmla="*/ 109 h 317"/>
                  <a:gd name="T36" fmla="*/ 124 w 245"/>
                  <a:gd name="T37" fmla="*/ 132 h 317"/>
                  <a:gd name="T38" fmla="*/ 107 w 245"/>
                  <a:gd name="T39" fmla="*/ 203 h 317"/>
                  <a:gd name="T40" fmla="*/ 65 w 245"/>
                  <a:gd name="T41" fmla="*/ 263 h 317"/>
                  <a:gd name="T42" fmla="*/ 32 w 245"/>
                  <a:gd name="T43" fmla="*/ 308 h 317"/>
                  <a:gd name="T44" fmla="*/ 14 w 245"/>
                  <a:gd name="T45" fmla="*/ 303 h 317"/>
                  <a:gd name="T46" fmla="*/ 8 w 245"/>
                  <a:gd name="T47" fmla="*/ 275 h 317"/>
                  <a:gd name="T48" fmla="*/ 24 w 245"/>
                  <a:gd name="T49" fmla="*/ 263 h 317"/>
                  <a:gd name="T50" fmla="*/ 36 w 245"/>
                  <a:gd name="T51" fmla="*/ 267 h 317"/>
                  <a:gd name="T52" fmla="*/ 70 w 245"/>
                  <a:gd name="T53" fmla="*/ 222 h 317"/>
                  <a:gd name="T54" fmla="*/ 93 w 245"/>
                  <a:gd name="T55" fmla="*/ 165 h 317"/>
                  <a:gd name="T56" fmla="*/ 98 w 245"/>
                  <a:gd name="T57" fmla="*/ 148 h 317"/>
                  <a:gd name="T58" fmla="*/ 79 w 245"/>
                  <a:gd name="T59" fmla="*/ 160 h 317"/>
                  <a:gd name="T60" fmla="*/ 46 w 245"/>
                  <a:gd name="T61" fmla="*/ 163 h 317"/>
                  <a:gd name="T62" fmla="*/ 20 w 245"/>
                  <a:gd name="T63" fmla="*/ 134 h 317"/>
                  <a:gd name="T64" fmla="*/ 30 w 245"/>
                  <a:gd name="T65" fmla="*/ 115 h 317"/>
                  <a:gd name="T66" fmla="*/ 64 w 245"/>
                  <a:gd name="T67" fmla="*/ 119 h 317"/>
                  <a:gd name="T68" fmla="*/ 105 w 245"/>
                  <a:gd name="T69" fmla="*/ 106 h 317"/>
                  <a:gd name="T70" fmla="*/ 106 w 245"/>
                  <a:gd name="T71" fmla="*/ 105 h 317"/>
                  <a:gd name="T72" fmla="*/ 117 w 245"/>
                  <a:gd name="T73" fmla="*/ 59 h 3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45" h="317">
                    <a:moveTo>
                      <a:pt x="144" y="240"/>
                    </a:moveTo>
                    <a:cubicBezTo>
                      <a:pt x="154" y="257"/>
                      <a:pt x="187" y="309"/>
                      <a:pt x="216" y="298"/>
                    </a:cubicBezTo>
                    <a:cubicBezTo>
                      <a:pt x="245" y="288"/>
                      <a:pt x="233" y="255"/>
                      <a:pt x="221" y="247"/>
                    </a:cubicBezTo>
                    <a:cubicBezTo>
                      <a:pt x="210" y="239"/>
                      <a:pt x="155" y="214"/>
                      <a:pt x="155" y="214"/>
                    </a:cubicBezTo>
                    <a:cubicBezTo>
                      <a:pt x="132" y="204"/>
                      <a:pt x="138" y="230"/>
                      <a:pt x="144" y="240"/>
                    </a:cubicBezTo>
                    <a:cubicBezTo>
                      <a:pt x="144" y="240"/>
                      <a:pt x="144" y="240"/>
                      <a:pt x="144" y="240"/>
                    </a:cubicBezTo>
                    <a:close/>
                    <a:moveTo>
                      <a:pt x="117" y="59"/>
                    </a:moveTo>
                    <a:cubicBezTo>
                      <a:pt x="120" y="57"/>
                      <a:pt x="113" y="32"/>
                      <a:pt x="114" y="20"/>
                    </a:cubicBezTo>
                    <a:cubicBezTo>
                      <a:pt x="115" y="8"/>
                      <a:pt x="124" y="0"/>
                      <a:pt x="132" y="2"/>
                    </a:cubicBezTo>
                    <a:cubicBezTo>
                      <a:pt x="140" y="4"/>
                      <a:pt x="152" y="23"/>
                      <a:pt x="151" y="32"/>
                    </a:cubicBezTo>
                    <a:cubicBezTo>
                      <a:pt x="150" y="42"/>
                      <a:pt x="145" y="53"/>
                      <a:pt x="142" y="57"/>
                    </a:cubicBezTo>
                    <a:cubicBezTo>
                      <a:pt x="139" y="60"/>
                      <a:pt x="137" y="64"/>
                      <a:pt x="136" y="74"/>
                    </a:cubicBezTo>
                    <a:cubicBezTo>
                      <a:pt x="135" y="80"/>
                      <a:pt x="133" y="89"/>
                      <a:pt x="131" y="98"/>
                    </a:cubicBezTo>
                    <a:cubicBezTo>
                      <a:pt x="140" y="95"/>
                      <a:pt x="148" y="93"/>
                      <a:pt x="151" y="91"/>
                    </a:cubicBezTo>
                    <a:cubicBezTo>
                      <a:pt x="157" y="87"/>
                      <a:pt x="168" y="83"/>
                      <a:pt x="177" y="76"/>
                    </a:cubicBezTo>
                    <a:cubicBezTo>
                      <a:pt x="187" y="68"/>
                      <a:pt x="197" y="76"/>
                      <a:pt x="208" y="82"/>
                    </a:cubicBezTo>
                    <a:cubicBezTo>
                      <a:pt x="218" y="88"/>
                      <a:pt x="209" y="98"/>
                      <a:pt x="199" y="103"/>
                    </a:cubicBezTo>
                    <a:cubicBezTo>
                      <a:pt x="188" y="109"/>
                      <a:pt x="179" y="106"/>
                      <a:pt x="172" y="109"/>
                    </a:cubicBezTo>
                    <a:cubicBezTo>
                      <a:pt x="166" y="112"/>
                      <a:pt x="138" y="124"/>
                      <a:pt x="124" y="132"/>
                    </a:cubicBezTo>
                    <a:cubicBezTo>
                      <a:pt x="121" y="152"/>
                      <a:pt x="113" y="188"/>
                      <a:pt x="107" y="203"/>
                    </a:cubicBezTo>
                    <a:cubicBezTo>
                      <a:pt x="101" y="221"/>
                      <a:pt x="77" y="248"/>
                      <a:pt x="65" y="263"/>
                    </a:cubicBezTo>
                    <a:cubicBezTo>
                      <a:pt x="52" y="279"/>
                      <a:pt x="45" y="300"/>
                      <a:pt x="32" y="308"/>
                    </a:cubicBezTo>
                    <a:cubicBezTo>
                      <a:pt x="19" y="317"/>
                      <a:pt x="16" y="311"/>
                      <a:pt x="14" y="303"/>
                    </a:cubicBezTo>
                    <a:cubicBezTo>
                      <a:pt x="12" y="295"/>
                      <a:pt x="0" y="285"/>
                      <a:pt x="8" y="275"/>
                    </a:cubicBezTo>
                    <a:cubicBezTo>
                      <a:pt x="16" y="264"/>
                      <a:pt x="18" y="252"/>
                      <a:pt x="24" y="263"/>
                    </a:cubicBezTo>
                    <a:cubicBezTo>
                      <a:pt x="29" y="273"/>
                      <a:pt x="38" y="267"/>
                      <a:pt x="36" y="267"/>
                    </a:cubicBezTo>
                    <a:cubicBezTo>
                      <a:pt x="34" y="266"/>
                      <a:pt x="62" y="236"/>
                      <a:pt x="70" y="222"/>
                    </a:cubicBezTo>
                    <a:cubicBezTo>
                      <a:pt x="79" y="207"/>
                      <a:pt x="89" y="173"/>
                      <a:pt x="93" y="165"/>
                    </a:cubicBezTo>
                    <a:cubicBezTo>
                      <a:pt x="94" y="163"/>
                      <a:pt x="96" y="157"/>
                      <a:pt x="98" y="148"/>
                    </a:cubicBezTo>
                    <a:cubicBezTo>
                      <a:pt x="91" y="152"/>
                      <a:pt x="84" y="156"/>
                      <a:pt x="79" y="160"/>
                    </a:cubicBezTo>
                    <a:cubicBezTo>
                      <a:pt x="68" y="168"/>
                      <a:pt x="66" y="171"/>
                      <a:pt x="46" y="163"/>
                    </a:cubicBezTo>
                    <a:cubicBezTo>
                      <a:pt x="26" y="154"/>
                      <a:pt x="21" y="145"/>
                      <a:pt x="20" y="134"/>
                    </a:cubicBezTo>
                    <a:cubicBezTo>
                      <a:pt x="18" y="123"/>
                      <a:pt x="24" y="116"/>
                      <a:pt x="30" y="115"/>
                    </a:cubicBezTo>
                    <a:cubicBezTo>
                      <a:pt x="37" y="113"/>
                      <a:pt x="53" y="117"/>
                      <a:pt x="64" y="119"/>
                    </a:cubicBezTo>
                    <a:cubicBezTo>
                      <a:pt x="76" y="121"/>
                      <a:pt x="99" y="108"/>
                      <a:pt x="105" y="106"/>
                    </a:cubicBezTo>
                    <a:cubicBezTo>
                      <a:pt x="105" y="106"/>
                      <a:pt x="106" y="105"/>
                      <a:pt x="106" y="105"/>
                    </a:cubicBezTo>
                    <a:cubicBezTo>
                      <a:pt x="111" y="82"/>
                      <a:pt x="115" y="60"/>
                      <a:pt x="117" y="5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solidFill>
                    <a:srgbClr val="000000"/>
                  </a:solidFill>
                </a:endParaRPr>
              </a:p>
            </p:txBody>
          </p:sp>
          <p:sp>
            <p:nvSpPr>
              <p:cNvPr id="13" name="iṧľíḑe"/>
              <p:cNvSpPr/>
              <p:nvPr/>
            </p:nvSpPr>
            <p:spPr bwMode="auto">
              <a:xfrm>
                <a:off x="9385301" y="2428875"/>
                <a:ext cx="784225" cy="1284288"/>
              </a:xfrm>
              <a:custGeom>
                <a:avLst/>
                <a:gdLst>
                  <a:gd name="T0" fmla="*/ 62 w 238"/>
                  <a:gd name="T1" fmla="*/ 102 h 389"/>
                  <a:gd name="T2" fmla="*/ 70 w 238"/>
                  <a:gd name="T3" fmla="*/ 150 h 389"/>
                  <a:gd name="T4" fmla="*/ 80 w 238"/>
                  <a:gd name="T5" fmla="*/ 191 h 389"/>
                  <a:gd name="T6" fmla="*/ 98 w 238"/>
                  <a:gd name="T7" fmla="*/ 182 h 389"/>
                  <a:gd name="T8" fmla="*/ 98 w 238"/>
                  <a:gd name="T9" fmla="*/ 198 h 389"/>
                  <a:gd name="T10" fmla="*/ 16 w 238"/>
                  <a:gd name="T11" fmla="*/ 237 h 389"/>
                  <a:gd name="T12" fmla="*/ 7 w 238"/>
                  <a:gd name="T13" fmla="*/ 265 h 389"/>
                  <a:gd name="T14" fmla="*/ 70 w 238"/>
                  <a:gd name="T15" fmla="*/ 235 h 389"/>
                  <a:gd name="T16" fmla="*/ 183 w 238"/>
                  <a:gd name="T17" fmla="*/ 180 h 389"/>
                  <a:gd name="T18" fmla="*/ 183 w 238"/>
                  <a:gd name="T19" fmla="*/ 205 h 389"/>
                  <a:gd name="T20" fmla="*/ 199 w 238"/>
                  <a:gd name="T21" fmla="*/ 209 h 389"/>
                  <a:gd name="T22" fmla="*/ 212 w 238"/>
                  <a:gd name="T23" fmla="*/ 164 h 389"/>
                  <a:gd name="T24" fmla="*/ 163 w 238"/>
                  <a:gd name="T25" fmla="*/ 161 h 389"/>
                  <a:gd name="T26" fmla="*/ 188 w 238"/>
                  <a:gd name="T27" fmla="*/ 110 h 389"/>
                  <a:gd name="T28" fmla="*/ 183 w 238"/>
                  <a:gd name="T29" fmla="*/ 77 h 389"/>
                  <a:gd name="T30" fmla="*/ 179 w 238"/>
                  <a:gd name="T31" fmla="*/ 43 h 389"/>
                  <a:gd name="T32" fmla="*/ 189 w 238"/>
                  <a:gd name="T33" fmla="*/ 22 h 389"/>
                  <a:gd name="T34" fmla="*/ 163 w 238"/>
                  <a:gd name="T35" fmla="*/ 5 h 389"/>
                  <a:gd name="T36" fmla="*/ 163 w 238"/>
                  <a:gd name="T37" fmla="*/ 42 h 389"/>
                  <a:gd name="T38" fmla="*/ 159 w 238"/>
                  <a:gd name="T39" fmla="*/ 65 h 389"/>
                  <a:gd name="T40" fmla="*/ 145 w 238"/>
                  <a:gd name="T41" fmla="*/ 96 h 389"/>
                  <a:gd name="T42" fmla="*/ 139 w 238"/>
                  <a:gd name="T43" fmla="*/ 145 h 389"/>
                  <a:gd name="T44" fmla="*/ 147 w 238"/>
                  <a:gd name="T45" fmla="*/ 172 h 389"/>
                  <a:gd name="T46" fmla="*/ 120 w 238"/>
                  <a:gd name="T47" fmla="*/ 172 h 389"/>
                  <a:gd name="T48" fmla="*/ 125 w 238"/>
                  <a:gd name="T49" fmla="*/ 127 h 389"/>
                  <a:gd name="T50" fmla="*/ 110 w 238"/>
                  <a:gd name="T51" fmla="*/ 117 h 389"/>
                  <a:gd name="T52" fmla="*/ 115 w 238"/>
                  <a:gd name="T53" fmla="*/ 39 h 389"/>
                  <a:gd name="T54" fmla="*/ 104 w 238"/>
                  <a:gd name="T55" fmla="*/ 73 h 389"/>
                  <a:gd name="T56" fmla="*/ 101 w 238"/>
                  <a:gd name="T57" fmla="*/ 134 h 389"/>
                  <a:gd name="T58" fmla="*/ 86 w 238"/>
                  <a:gd name="T59" fmla="*/ 96 h 389"/>
                  <a:gd name="T60" fmla="*/ 54 w 238"/>
                  <a:gd name="T61" fmla="*/ 88 h 389"/>
                  <a:gd name="T62" fmla="*/ 93 w 238"/>
                  <a:gd name="T63" fmla="*/ 244 h 389"/>
                  <a:gd name="T64" fmla="*/ 151 w 238"/>
                  <a:gd name="T65" fmla="*/ 216 h 389"/>
                  <a:gd name="T66" fmla="*/ 146 w 238"/>
                  <a:gd name="T67" fmla="*/ 262 h 389"/>
                  <a:gd name="T68" fmla="*/ 194 w 238"/>
                  <a:gd name="T69" fmla="*/ 265 h 389"/>
                  <a:gd name="T70" fmla="*/ 168 w 238"/>
                  <a:gd name="T71" fmla="*/ 297 h 389"/>
                  <a:gd name="T72" fmla="*/ 158 w 238"/>
                  <a:gd name="T73" fmla="*/ 349 h 389"/>
                  <a:gd name="T74" fmla="*/ 102 w 238"/>
                  <a:gd name="T75" fmla="*/ 372 h 389"/>
                  <a:gd name="T76" fmla="*/ 112 w 238"/>
                  <a:gd name="T77" fmla="*/ 355 h 389"/>
                  <a:gd name="T78" fmla="*/ 151 w 238"/>
                  <a:gd name="T79" fmla="*/ 319 h 389"/>
                  <a:gd name="T80" fmla="*/ 114 w 238"/>
                  <a:gd name="T81" fmla="*/ 312 h 389"/>
                  <a:gd name="T82" fmla="*/ 62 w 238"/>
                  <a:gd name="T83" fmla="*/ 309 h 389"/>
                  <a:gd name="T84" fmla="*/ 133 w 238"/>
                  <a:gd name="T85" fmla="*/ 280 h 389"/>
                  <a:gd name="T86" fmla="*/ 106 w 238"/>
                  <a:gd name="T87" fmla="*/ 259 h 3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238" h="389">
                    <a:moveTo>
                      <a:pt x="54" y="88"/>
                    </a:moveTo>
                    <a:cubicBezTo>
                      <a:pt x="55" y="91"/>
                      <a:pt x="59" y="99"/>
                      <a:pt x="62" y="102"/>
                    </a:cubicBezTo>
                    <a:cubicBezTo>
                      <a:pt x="66" y="106"/>
                      <a:pt x="73" y="113"/>
                      <a:pt x="72" y="116"/>
                    </a:cubicBezTo>
                    <a:cubicBezTo>
                      <a:pt x="72" y="120"/>
                      <a:pt x="70" y="144"/>
                      <a:pt x="70" y="150"/>
                    </a:cubicBezTo>
                    <a:cubicBezTo>
                      <a:pt x="70" y="156"/>
                      <a:pt x="67" y="172"/>
                      <a:pt x="71" y="176"/>
                    </a:cubicBezTo>
                    <a:cubicBezTo>
                      <a:pt x="74" y="180"/>
                      <a:pt x="80" y="191"/>
                      <a:pt x="80" y="191"/>
                    </a:cubicBezTo>
                    <a:cubicBezTo>
                      <a:pt x="80" y="191"/>
                      <a:pt x="88" y="193"/>
                      <a:pt x="90" y="187"/>
                    </a:cubicBezTo>
                    <a:cubicBezTo>
                      <a:pt x="92" y="180"/>
                      <a:pt x="98" y="182"/>
                      <a:pt x="98" y="182"/>
                    </a:cubicBezTo>
                    <a:cubicBezTo>
                      <a:pt x="98" y="182"/>
                      <a:pt x="110" y="187"/>
                      <a:pt x="107" y="190"/>
                    </a:cubicBezTo>
                    <a:cubicBezTo>
                      <a:pt x="104" y="193"/>
                      <a:pt x="105" y="194"/>
                      <a:pt x="98" y="198"/>
                    </a:cubicBezTo>
                    <a:cubicBezTo>
                      <a:pt x="92" y="202"/>
                      <a:pt x="39" y="231"/>
                      <a:pt x="39" y="231"/>
                    </a:cubicBezTo>
                    <a:cubicBezTo>
                      <a:pt x="39" y="231"/>
                      <a:pt x="21" y="236"/>
                      <a:pt x="16" y="237"/>
                    </a:cubicBezTo>
                    <a:cubicBezTo>
                      <a:pt x="11" y="238"/>
                      <a:pt x="4" y="236"/>
                      <a:pt x="2" y="243"/>
                    </a:cubicBezTo>
                    <a:cubicBezTo>
                      <a:pt x="0" y="250"/>
                      <a:pt x="2" y="260"/>
                      <a:pt x="7" y="265"/>
                    </a:cubicBezTo>
                    <a:cubicBezTo>
                      <a:pt x="10" y="266"/>
                      <a:pt x="22" y="271"/>
                      <a:pt x="33" y="266"/>
                    </a:cubicBezTo>
                    <a:cubicBezTo>
                      <a:pt x="47" y="260"/>
                      <a:pt x="60" y="244"/>
                      <a:pt x="70" y="235"/>
                    </a:cubicBezTo>
                    <a:cubicBezTo>
                      <a:pt x="88" y="221"/>
                      <a:pt x="104" y="211"/>
                      <a:pt x="119" y="204"/>
                    </a:cubicBezTo>
                    <a:cubicBezTo>
                      <a:pt x="134" y="198"/>
                      <a:pt x="167" y="182"/>
                      <a:pt x="183" y="180"/>
                    </a:cubicBezTo>
                    <a:cubicBezTo>
                      <a:pt x="199" y="178"/>
                      <a:pt x="202" y="186"/>
                      <a:pt x="199" y="190"/>
                    </a:cubicBezTo>
                    <a:cubicBezTo>
                      <a:pt x="197" y="195"/>
                      <a:pt x="188" y="203"/>
                      <a:pt x="183" y="205"/>
                    </a:cubicBezTo>
                    <a:cubicBezTo>
                      <a:pt x="179" y="208"/>
                      <a:pt x="181" y="213"/>
                      <a:pt x="181" y="213"/>
                    </a:cubicBezTo>
                    <a:cubicBezTo>
                      <a:pt x="181" y="213"/>
                      <a:pt x="185" y="213"/>
                      <a:pt x="199" y="209"/>
                    </a:cubicBezTo>
                    <a:cubicBezTo>
                      <a:pt x="214" y="205"/>
                      <a:pt x="234" y="205"/>
                      <a:pt x="236" y="200"/>
                    </a:cubicBezTo>
                    <a:cubicBezTo>
                      <a:pt x="238" y="196"/>
                      <a:pt x="230" y="165"/>
                      <a:pt x="212" y="164"/>
                    </a:cubicBezTo>
                    <a:cubicBezTo>
                      <a:pt x="193" y="163"/>
                      <a:pt x="172" y="168"/>
                      <a:pt x="167" y="170"/>
                    </a:cubicBezTo>
                    <a:cubicBezTo>
                      <a:pt x="162" y="171"/>
                      <a:pt x="157" y="167"/>
                      <a:pt x="163" y="161"/>
                    </a:cubicBezTo>
                    <a:cubicBezTo>
                      <a:pt x="169" y="154"/>
                      <a:pt x="178" y="146"/>
                      <a:pt x="182" y="133"/>
                    </a:cubicBezTo>
                    <a:cubicBezTo>
                      <a:pt x="186" y="119"/>
                      <a:pt x="192" y="116"/>
                      <a:pt x="188" y="110"/>
                    </a:cubicBezTo>
                    <a:cubicBezTo>
                      <a:pt x="183" y="104"/>
                      <a:pt x="176" y="92"/>
                      <a:pt x="173" y="90"/>
                    </a:cubicBezTo>
                    <a:cubicBezTo>
                      <a:pt x="170" y="88"/>
                      <a:pt x="173" y="81"/>
                      <a:pt x="183" y="77"/>
                    </a:cubicBezTo>
                    <a:cubicBezTo>
                      <a:pt x="193" y="72"/>
                      <a:pt x="204" y="61"/>
                      <a:pt x="198" y="54"/>
                    </a:cubicBezTo>
                    <a:cubicBezTo>
                      <a:pt x="192" y="46"/>
                      <a:pt x="180" y="50"/>
                      <a:pt x="179" y="43"/>
                    </a:cubicBezTo>
                    <a:cubicBezTo>
                      <a:pt x="179" y="35"/>
                      <a:pt x="173" y="31"/>
                      <a:pt x="179" y="29"/>
                    </a:cubicBezTo>
                    <a:cubicBezTo>
                      <a:pt x="185" y="27"/>
                      <a:pt x="191" y="25"/>
                      <a:pt x="189" y="22"/>
                    </a:cubicBezTo>
                    <a:cubicBezTo>
                      <a:pt x="187" y="18"/>
                      <a:pt x="184" y="12"/>
                      <a:pt x="180" y="6"/>
                    </a:cubicBezTo>
                    <a:cubicBezTo>
                      <a:pt x="175" y="1"/>
                      <a:pt x="164" y="0"/>
                      <a:pt x="163" y="5"/>
                    </a:cubicBezTo>
                    <a:cubicBezTo>
                      <a:pt x="161" y="11"/>
                      <a:pt x="161" y="21"/>
                      <a:pt x="161" y="26"/>
                    </a:cubicBezTo>
                    <a:cubicBezTo>
                      <a:pt x="161" y="31"/>
                      <a:pt x="160" y="38"/>
                      <a:pt x="163" y="42"/>
                    </a:cubicBezTo>
                    <a:cubicBezTo>
                      <a:pt x="167" y="46"/>
                      <a:pt x="168" y="48"/>
                      <a:pt x="167" y="52"/>
                    </a:cubicBezTo>
                    <a:cubicBezTo>
                      <a:pt x="166" y="55"/>
                      <a:pt x="166" y="61"/>
                      <a:pt x="159" y="65"/>
                    </a:cubicBezTo>
                    <a:cubicBezTo>
                      <a:pt x="151" y="69"/>
                      <a:pt x="147" y="69"/>
                      <a:pt x="145" y="74"/>
                    </a:cubicBezTo>
                    <a:cubicBezTo>
                      <a:pt x="142" y="80"/>
                      <a:pt x="142" y="94"/>
                      <a:pt x="145" y="96"/>
                    </a:cubicBezTo>
                    <a:cubicBezTo>
                      <a:pt x="147" y="97"/>
                      <a:pt x="155" y="95"/>
                      <a:pt x="153" y="105"/>
                    </a:cubicBezTo>
                    <a:cubicBezTo>
                      <a:pt x="150" y="116"/>
                      <a:pt x="138" y="141"/>
                      <a:pt x="139" y="145"/>
                    </a:cubicBezTo>
                    <a:cubicBezTo>
                      <a:pt x="140" y="150"/>
                      <a:pt x="148" y="148"/>
                      <a:pt x="148" y="153"/>
                    </a:cubicBezTo>
                    <a:cubicBezTo>
                      <a:pt x="148" y="159"/>
                      <a:pt x="151" y="169"/>
                      <a:pt x="147" y="172"/>
                    </a:cubicBezTo>
                    <a:cubicBezTo>
                      <a:pt x="143" y="176"/>
                      <a:pt x="130" y="180"/>
                      <a:pt x="130" y="180"/>
                    </a:cubicBezTo>
                    <a:cubicBezTo>
                      <a:pt x="130" y="180"/>
                      <a:pt x="116" y="184"/>
                      <a:pt x="120" y="172"/>
                    </a:cubicBezTo>
                    <a:cubicBezTo>
                      <a:pt x="123" y="160"/>
                      <a:pt x="126" y="141"/>
                      <a:pt x="127" y="137"/>
                    </a:cubicBezTo>
                    <a:cubicBezTo>
                      <a:pt x="127" y="133"/>
                      <a:pt x="131" y="128"/>
                      <a:pt x="125" y="127"/>
                    </a:cubicBezTo>
                    <a:cubicBezTo>
                      <a:pt x="120" y="127"/>
                      <a:pt x="126" y="117"/>
                      <a:pt x="119" y="120"/>
                    </a:cubicBezTo>
                    <a:cubicBezTo>
                      <a:pt x="113" y="122"/>
                      <a:pt x="108" y="125"/>
                      <a:pt x="110" y="117"/>
                    </a:cubicBezTo>
                    <a:cubicBezTo>
                      <a:pt x="111" y="108"/>
                      <a:pt x="121" y="80"/>
                      <a:pt x="124" y="63"/>
                    </a:cubicBezTo>
                    <a:cubicBezTo>
                      <a:pt x="126" y="46"/>
                      <a:pt x="120" y="43"/>
                      <a:pt x="115" y="39"/>
                    </a:cubicBezTo>
                    <a:cubicBezTo>
                      <a:pt x="110" y="36"/>
                      <a:pt x="95" y="44"/>
                      <a:pt x="95" y="50"/>
                    </a:cubicBezTo>
                    <a:cubicBezTo>
                      <a:pt x="95" y="56"/>
                      <a:pt x="103" y="65"/>
                      <a:pt x="104" y="73"/>
                    </a:cubicBezTo>
                    <a:cubicBezTo>
                      <a:pt x="105" y="81"/>
                      <a:pt x="103" y="107"/>
                      <a:pt x="104" y="110"/>
                    </a:cubicBezTo>
                    <a:cubicBezTo>
                      <a:pt x="104" y="113"/>
                      <a:pt x="102" y="130"/>
                      <a:pt x="101" y="134"/>
                    </a:cubicBezTo>
                    <a:cubicBezTo>
                      <a:pt x="100" y="137"/>
                      <a:pt x="83" y="150"/>
                      <a:pt x="85" y="136"/>
                    </a:cubicBezTo>
                    <a:cubicBezTo>
                      <a:pt x="88" y="122"/>
                      <a:pt x="89" y="105"/>
                      <a:pt x="86" y="96"/>
                    </a:cubicBezTo>
                    <a:cubicBezTo>
                      <a:pt x="82" y="87"/>
                      <a:pt x="67" y="75"/>
                      <a:pt x="62" y="74"/>
                    </a:cubicBezTo>
                    <a:cubicBezTo>
                      <a:pt x="58" y="74"/>
                      <a:pt x="54" y="84"/>
                      <a:pt x="54" y="88"/>
                    </a:cubicBezTo>
                    <a:cubicBezTo>
                      <a:pt x="54" y="88"/>
                      <a:pt x="54" y="88"/>
                      <a:pt x="54" y="88"/>
                    </a:cubicBezTo>
                    <a:close/>
                    <a:moveTo>
                      <a:pt x="93" y="244"/>
                    </a:moveTo>
                    <a:cubicBezTo>
                      <a:pt x="93" y="236"/>
                      <a:pt x="103" y="232"/>
                      <a:pt x="110" y="230"/>
                    </a:cubicBezTo>
                    <a:cubicBezTo>
                      <a:pt x="116" y="229"/>
                      <a:pt x="140" y="217"/>
                      <a:pt x="151" y="216"/>
                    </a:cubicBezTo>
                    <a:cubicBezTo>
                      <a:pt x="162" y="216"/>
                      <a:pt x="162" y="232"/>
                      <a:pt x="159" y="239"/>
                    </a:cubicBezTo>
                    <a:cubicBezTo>
                      <a:pt x="156" y="246"/>
                      <a:pt x="150" y="257"/>
                      <a:pt x="146" y="262"/>
                    </a:cubicBezTo>
                    <a:cubicBezTo>
                      <a:pt x="143" y="267"/>
                      <a:pt x="159" y="270"/>
                      <a:pt x="159" y="270"/>
                    </a:cubicBezTo>
                    <a:cubicBezTo>
                      <a:pt x="159" y="270"/>
                      <a:pt x="184" y="264"/>
                      <a:pt x="194" y="265"/>
                    </a:cubicBezTo>
                    <a:cubicBezTo>
                      <a:pt x="203" y="266"/>
                      <a:pt x="205" y="280"/>
                      <a:pt x="203" y="291"/>
                    </a:cubicBezTo>
                    <a:cubicBezTo>
                      <a:pt x="201" y="302"/>
                      <a:pt x="174" y="298"/>
                      <a:pt x="168" y="297"/>
                    </a:cubicBezTo>
                    <a:cubicBezTo>
                      <a:pt x="162" y="296"/>
                      <a:pt x="166" y="307"/>
                      <a:pt x="164" y="313"/>
                    </a:cubicBezTo>
                    <a:cubicBezTo>
                      <a:pt x="163" y="319"/>
                      <a:pt x="163" y="329"/>
                      <a:pt x="158" y="349"/>
                    </a:cubicBezTo>
                    <a:cubicBezTo>
                      <a:pt x="153" y="368"/>
                      <a:pt x="139" y="381"/>
                      <a:pt x="131" y="385"/>
                    </a:cubicBezTo>
                    <a:cubicBezTo>
                      <a:pt x="122" y="389"/>
                      <a:pt x="106" y="379"/>
                      <a:pt x="102" y="372"/>
                    </a:cubicBezTo>
                    <a:cubicBezTo>
                      <a:pt x="99" y="365"/>
                      <a:pt x="92" y="366"/>
                      <a:pt x="89" y="355"/>
                    </a:cubicBezTo>
                    <a:cubicBezTo>
                      <a:pt x="85" y="344"/>
                      <a:pt x="104" y="351"/>
                      <a:pt x="112" y="355"/>
                    </a:cubicBezTo>
                    <a:cubicBezTo>
                      <a:pt x="119" y="358"/>
                      <a:pt x="132" y="358"/>
                      <a:pt x="139" y="356"/>
                    </a:cubicBezTo>
                    <a:cubicBezTo>
                      <a:pt x="146" y="353"/>
                      <a:pt x="151" y="328"/>
                      <a:pt x="151" y="319"/>
                    </a:cubicBezTo>
                    <a:cubicBezTo>
                      <a:pt x="152" y="309"/>
                      <a:pt x="145" y="302"/>
                      <a:pt x="142" y="301"/>
                    </a:cubicBezTo>
                    <a:cubicBezTo>
                      <a:pt x="139" y="300"/>
                      <a:pt x="126" y="306"/>
                      <a:pt x="114" y="312"/>
                    </a:cubicBezTo>
                    <a:cubicBezTo>
                      <a:pt x="103" y="318"/>
                      <a:pt x="95" y="325"/>
                      <a:pt x="86" y="327"/>
                    </a:cubicBezTo>
                    <a:cubicBezTo>
                      <a:pt x="76" y="329"/>
                      <a:pt x="64" y="319"/>
                      <a:pt x="62" y="309"/>
                    </a:cubicBezTo>
                    <a:cubicBezTo>
                      <a:pt x="60" y="299"/>
                      <a:pt x="88" y="298"/>
                      <a:pt x="93" y="297"/>
                    </a:cubicBezTo>
                    <a:cubicBezTo>
                      <a:pt x="99" y="296"/>
                      <a:pt x="133" y="280"/>
                      <a:pt x="133" y="280"/>
                    </a:cubicBezTo>
                    <a:cubicBezTo>
                      <a:pt x="135" y="272"/>
                      <a:pt x="139" y="251"/>
                      <a:pt x="126" y="249"/>
                    </a:cubicBezTo>
                    <a:cubicBezTo>
                      <a:pt x="118" y="248"/>
                      <a:pt x="113" y="259"/>
                      <a:pt x="106" y="259"/>
                    </a:cubicBezTo>
                    <a:cubicBezTo>
                      <a:pt x="99" y="259"/>
                      <a:pt x="94" y="252"/>
                      <a:pt x="93" y="24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solidFill>
                    <a:srgbClr val="000000"/>
                  </a:solidFill>
                </a:endParaRPr>
              </a:p>
            </p:txBody>
          </p:sp>
        </p:grpSp>
      </p:grpSp>
      <p:pic>
        <p:nvPicPr>
          <p:cNvPr id="28" name="图片 27"/>
          <p:cNvPicPr>
            <a:picLocks noChangeAspect="1"/>
          </p:cNvPicPr>
          <p:nvPr userDrawn="1"/>
        </p:nvPicPr>
        <p:blipFill rotWithShape="1">
          <a:blip r:embed="rId2" cstate="email"/>
          <a:srcRect/>
          <a:stretch>
            <a:fillRect/>
          </a:stretch>
        </p:blipFill>
        <p:spPr>
          <a:xfrm>
            <a:off x="-1" y="-111239"/>
            <a:ext cx="1520613" cy="1143934"/>
          </a:xfrm>
          <a:prstGeom prst="rect">
            <a:avLst/>
          </a:prstGeom>
        </p:spPr>
      </p:pic>
      <p:pic>
        <p:nvPicPr>
          <p:cNvPr id="29" name="图片 28"/>
          <p:cNvPicPr>
            <a:picLocks noChangeAspect="1"/>
          </p:cNvPicPr>
          <p:nvPr userDrawn="1"/>
        </p:nvPicPr>
        <p:blipFill>
          <a:blip r:embed="rId3" cstate="email">
            <a:extLst>
              <a:ext uri="{BEBA8EAE-BF5A-486C-A8C5-ECC9F3942E4B}">
                <a14:imgProps xmlns:a14="http://schemas.microsoft.com/office/drawing/2010/main">
                  <a14:imgLayer r:embed="rId4">
                    <a14:imgEffect>
                      <a14:saturation sat="33000"/>
                    </a14:imgEffect>
                  </a14:imgLayer>
                </a14:imgProps>
              </a:ext>
            </a:extLst>
          </a:blip>
          <a:stretch>
            <a:fillRect/>
          </a:stretch>
        </p:blipFill>
        <p:spPr>
          <a:xfrm>
            <a:off x="0" y="4531283"/>
            <a:ext cx="12192000" cy="2323704"/>
          </a:xfrm>
          <a:prstGeom prst="rect">
            <a:avLst/>
          </a:prstGeom>
        </p:spPr>
      </p:pic>
      <p:sp>
        <p:nvSpPr>
          <p:cNvPr id="2" name="矩形 1"/>
          <p:cNvSpPr/>
          <p:nvPr userDrawn="1"/>
        </p:nvSpPr>
        <p:spPr>
          <a:xfrm>
            <a:off x="0" y="1028700"/>
            <a:ext cx="12192000" cy="5829300"/>
          </a:xfrm>
          <a:prstGeom prst="rect">
            <a:avLst/>
          </a:prstGeom>
          <a:gradFill>
            <a:gsLst>
              <a:gs pos="0">
                <a:schemeClr val="bg1">
                  <a:alpha val="0"/>
                </a:schemeClr>
              </a:gs>
              <a:gs pos="50000">
                <a:schemeClr val="bg1">
                  <a:alpha val="20000"/>
                </a:schemeClr>
              </a:gs>
              <a:gs pos="100000">
                <a:schemeClr val="bg1">
                  <a:alpha val="9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endParaRPr>
          </a:p>
        </p:txBody>
      </p:sp>
      <p:sp>
        <p:nvSpPr>
          <p:cNvPr id="5" name="图片占位符 4"/>
          <p:cNvSpPr>
            <a:spLocks noGrp="1"/>
          </p:cNvSpPr>
          <p:nvPr>
            <p:ph type="pic" sz="quarter" idx="11"/>
          </p:nvPr>
        </p:nvSpPr>
        <p:spPr>
          <a:xfrm>
            <a:off x="0" y="1130301"/>
            <a:ext cx="12192000" cy="2402587"/>
          </a:xfrm>
          <a:prstGeom prst="rect">
            <a:avLst/>
          </a:prstGeom>
        </p:spPr>
        <p:txBody>
          <a:bodyPr/>
          <a:lstStyle/>
          <a:p>
            <a:endParaRPr lang="zh-CN" altLang="en-US"/>
          </a:p>
        </p:txBody>
      </p:sp>
    </p:spTree>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grpSp>
        <p:nvGrpSpPr>
          <p:cNvPr id="2" name="组合 1"/>
          <p:cNvGrpSpPr/>
          <p:nvPr userDrawn="1"/>
        </p:nvGrpSpPr>
        <p:grpSpPr>
          <a:xfrm>
            <a:off x="9778483" y="337454"/>
            <a:ext cx="1740417" cy="533025"/>
            <a:chOff x="9778483" y="337454"/>
            <a:chExt cx="1740417" cy="533025"/>
          </a:xfrm>
        </p:grpSpPr>
        <p:grpSp>
          <p:nvGrpSpPr>
            <p:cNvPr id="3" name="íślïdé"/>
            <p:cNvGrpSpPr/>
            <p:nvPr/>
          </p:nvGrpSpPr>
          <p:grpSpPr>
            <a:xfrm>
              <a:off x="9778483" y="337454"/>
              <a:ext cx="532392" cy="533025"/>
              <a:chOff x="1735138" y="2095500"/>
              <a:chExt cx="2667000" cy="2670175"/>
            </a:xfrm>
            <a:solidFill>
              <a:schemeClr val="accent1"/>
            </a:solidFill>
          </p:grpSpPr>
          <p:sp>
            <p:nvSpPr>
              <p:cNvPr id="11" name="ïṡḻïḍê"/>
              <p:cNvSpPr/>
              <p:nvPr/>
            </p:nvSpPr>
            <p:spPr bwMode="auto">
              <a:xfrm>
                <a:off x="2913063" y="3238500"/>
                <a:ext cx="319088" cy="762000"/>
              </a:xfrm>
              <a:custGeom>
                <a:avLst/>
                <a:gdLst>
                  <a:gd name="T0" fmla="*/ 56 w 97"/>
                  <a:gd name="T1" fmla="*/ 193 h 231"/>
                  <a:gd name="T2" fmla="*/ 41 w 97"/>
                  <a:gd name="T3" fmla="*/ 193 h 231"/>
                  <a:gd name="T4" fmla="*/ 41 w 97"/>
                  <a:gd name="T5" fmla="*/ 22 h 231"/>
                  <a:gd name="T6" fmla="*/ 23 w 97"/>
                  <a:gd name="T7" fmla="*/ 0 h 231"/>
                  <a:gd name="T8" fmla="*/ 4 w 97"/>
                  <a:gd name="T9" fmla="*/ 22 h 231"/>
                  <a:gd name="T10" fmla="*/ 1 w 97"/>
                  <a:gd name="T11" fmla="*/ 175 h 231"/>
                  <a:gd name="T12" fmla="*/ 48 w 97"/>
                  <a:gd name="T13" fmla="*/ 231 h 231"/>
                  <a:gd name="T14" fmla="*/ 96 w 97"/>
                  <a:gd name="T15" fmla="*/ 175 h 231"/>
                  <a:gd name="T16" fmla="*/ 92 w 97"/>
                  <a:gd name="T17" fmla="*/ 22 h 231"/>
                  <a:gd name="T18" fmla="*/ 73 w 97"/>
                  <a:gd name="T19" fmla="*/ 0 h 231"/>
                  <a:gd name="T20" fmla="*/ 56 w 97"/>
                  <a:gd name="T21" fmla="*/ 22 h 231"/>
                  <a:gd name="T22" fmla="*/ 56 w 97"/>
                  <a:gd name="T23" fmla="*/ 193 h 2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97" h="231">
                    <a:moveTo>
                      <a:pt x="56" y="193"/>
                    </a:moveTo>
                    <a:cubicBezTo>
                      <a:pt x="41" y="193"/>
                      <a:pt x="41" y="193"/>
                      <a:pt x="41" y="193"/>
                    </a:cubicBezTo>
                    <a:cubicBezTo>
                      <a:pt x="41" y="136"/>
                      <a:pt x="41" y="79"/>
                      <a:pt x="41" y="22"/>
                    </a:cubicBezTo>
                    <a:cubicBezTo>
                      <a:pt x="40" y="11"/>
                      <a:pt x="38" y="1"/>
                      <a:pt x="23" y="0"/>
                    </a:cubicBezTo>
                    <a:cubicBezTo>
                      <a:pt x="13" y="0"/>
                      <a:pt x="4" y="7"/>
                      <a:pt x="4" y="22"/>
                    </a:cubicBezTo>
                    <a:cubicBezTo>
                      <a:pt x="3" y="73"/>
                      <a:pt x="2" y="124"/>
                      <a:pt x="1" y="175"/>
                    </a:cubicBezTo>
                    <a:cubicBezTo>
                      <a:pt x="0" y="206"/>
                      <a:pt x="15" y="231"/>
                      <a:pt x="48" y="231"/>
                    </a:cubicBezTo>
                    <a:cubicBezTo>
                      <a:pt x="82" y="231"/>
                      <a:pt x="97" y="206"/>
                      <a:pt x="96" y="175"/>
                    </a:cubicBezTo>
                    <a:cubicBezTo>
                      <a:pt x="95" y="124"/>
                      <a:pt x="94" y="73"/>
                      <a:pt x="92" y="22"/>
                    </a:cubicBezTo>
                    <a:cubicBezTo>
                      <a:pt x="92" y="7"/>
                      <a:pt x="84" y="0"/>
                      <a:pt x="73" y="0"/>
                    </a:cubicBezTo>
                    <a:cubicBezTo>
                      <a:pt x="58" y="1"/>
                      <a:pt x="56" y="11"/>
                      <a:pt x="56" y="22"/>
                    </a:cubicBezTo>
                    <a:cubicBezTo>
                      <a:pt x="56" y="79"/>
                      <a:pt x="56" y="136"/>
                      <a:pt x="56" y="19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solidFill>
                    <a:srgbClr val="000000"/>
                  </a:solidFill>
                </a:endParaRPr>
              </a:p>
            </p:txBody>
          </p:sp>
          <p:sp>
            <p:nvSpPr>
              <p:cNvPr id="12" name="ï$lîḍè"/>
              <p:cNvSpPr/>
              <p:nvPr/>
            </p:nvSpPr>
            <p:spPr bwMode="auto">
              <a:xfrm>
                <a:off x="2008188" y="2713038"/>
                <a:ext cx="257175" cy="342900"/>
              </a:xfrm>
              <a:custGeom>
                <a:avLst/>
                <a:gdLst>
                  <a:gd name="T0" fmla="*/ 13 w 78"/>
                  <a:gd name="T1" fmla="*/ 80 h 104"/>
                  <a:gd name="T2" fmla="*/ 6 w 78"/>
                  <a:gd name="T3" fmla="*/ 80 h 104"/>
                  <a:gd name="T4" fmla="*/ 1 w 78"/>
                  <a:gd name="T5" fmla="*/ 85 h 104"/>
                  <a:gd name="T6" fmla="*/ 7 w 78"/>
                  <a:gd name="T7" fmla="*/ 96 h 104"/>
                  <a:gd name="T8" fmla="*/ 36 w 78"/>
                  <a:gd name="T9" fmla="*/ 103 h 104"/>
                  <a:gd name="T10" fmla="*/ 40 w 78"/>
                  <a:gd name="T11" fmla="*/ 94 h 104"/>
                  <a:gd name="T12" fmla="*/ 26 w 78"/>
                  <a:gd name="T13" fmla="*/ 87 h 104"/>
                  <a:gd name="T14" fmla="*/ 20 w 78"/>
                  <a:gd name="T15" fmla="*/ 62 h 104"/>
                  <a:gd name="T16" fmla="*/ 27 w 78"/>
                  <a:gd name="T17" fmla="*/ 38 h 104"/>
                  <a:gd name="T18" fmla="*/ 32 w 78"/>
                  <a:gd name="T19" fmla="*/ 40 h 104"/>
                  <a:gd name="T20" fmla="*/ 38 w 78"/>
                  <a:gd name="T21" fmla="*/ 54 h 104"/>
                  <a:gd name="T22" fmla="*/ 35 w 78"/>
                  <a:gd name="T23" fmla="*/ 56 h 104"/>
                  <a:gd name="T24" fmla="*/ 28 w 78"/>
                  <a:gd name="T25" fmla="*/ 56 h 104"/>
                  <a:gd name="T26" fmla="*/ 26 w 78"/>
                  <a:gd name="T27" fmla="*/ 63 h 104"/>
                  <a:gd name="T28" fmla="*/ 34 w 78"/>
                  <a:gd name="T29" fmla="*/ 65 h 104"/>
                  <a:gd name="T30" fmla="*/ 38 w 78"/>
                  <a:gd name="T31" fmla="*/ 65 h 104"/>
                  <a:gd name="T32" fmla="*/ 37 w 78"/>
                  <a:gd name="T33" fmla="*/ 74 h 104"/>
                  <a:gd name="T34" fmla="*/ 37 w 78"/>
                  <a:gd name="T35" fmla="*/ 80 h 104"/>
                  <a:gd name="T36" fmla="*/ 45 w 78"/>
                  <a:gd name="T37" fmla="*/ 80 h 104"/>
                  <a:gd name="T38" fmla="*/ 45 w 78"/>
                  <a:gd name="T39" fmla="*/ 68 h 104"/>
                  <a:gd name="T40" fmla="*/ 49 w 78"/>
                  <a:gd name="T41" fmla="*/ 57 h 104"/>
                  <a:gd name="T42" fmla="*/ 58 w 78"/>
                  <a:gd name="T43" fmla="*/ 55 h 104"/>
                  <a:gd name="T44" fmla="*/ 66 w 78"/>
                  <a:gd name="T45" fmla="*/ 42 h 104"/>
                  <a:gd name="T46" fmla="*/ 71 w 78"/>
                  <a:gd name="T47" fmla="*/ 17 h 104"/>
                  <a:gd name="T48" fmla="*/ 73 w 78"/>
                  <a:gd name="T49" fmla="*/ 7 h 104"/>
                  <a:gd name="T50" fmla="*/ 38 w 78"/>
                  <a:gd name="T51" fmla="*/ 8 h 104"/>
                  <a:gd name="T52" fmla="*/ 16 w 78"/>
                  <a:gd name="T53" fmla="*/ 40 h 104"/>
                  <a:gd name="T54" fmla="*/ 12 w 78"/>
                  <a:gd name="T55" fmla="*/ 69 h 104"/>
                  <a:gd name="T56" fmla="*/ 13 w 78"/>
                  <a:gd name="T57" fmla="*/ 80 h 104"/>
                  <a:gd name="T58" fmla="*/ 13 w 78"/>
                  <a:gd name="T59" fmla="*/ 80 h 104"/>
                  <a:gd name="T60" fmla="*/ 44 w 78"/>
                  <a:gd name="T61" fmla="*/ 54 h 104"/>
                  <a:gd name="T62" fmla="*/ 42 w 78"/>
                  <a:gd name="T63" fmla="*/ 56 h 104"/>
                  <a:gd name="T64" fmla="*/ 42 w 78"/>
                  <a:gd name="T65" fmla="*/ 39 h 104"/>
                  <a:gd name="T66" fmla="*/ 35 w 78"/>
                  <a:gd name="T67" fmla="*/ 35 h 104"/>
                  <a:gd name="T68" fmla="*/ 29 w 78"/>
                  <a:gd name="T69" fmla="*/ 35 h 104"/>
                  <a:gd name="T70" fmla="*/ 36 w 78"/>
                  <a:gd name="T71" fmla="*/ 23 h 104"/>
                  <a:gd name="T72" fmla="*/ 54 w 78"/>
                  <a:gd name="T73" fmla="*/ 11 h 104"/>
                  <a:gd name="T74" fmla="*/ 55 w 78"/>
                  <a:gd name="T75" fmla="*/ 28 h 104"/>
                  <a:gd name="T76" fmla="*/ 54 w 78"/>
                  <a:gd name="T77" fmla="*/ 45 h 104"/>
                  <a:gd name="T78" fmla="*/ 48 w 78"/>
                  <a:gd name="T79" fmla="*/ 48 h 104"/>
                  <a:gd name="T80" fmla="*/ 44 w 78"/>
                  <a:gd name="T81" fmla="*/ 54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78" h="104">
                    <a:moveTo>
                      <a:pt x="13" y="80"/>
                    </a:moveTo>
                    <a:cubicBezTo>
                      <a:pt x="12" y="81"/>
                      <a:pt x="9" y="79"/>
                      <a:pt x="6" y="80"/>
                    </a:cubicBezTo>
                    <a:cubicBezTo>
                      <a:pt x="3" y="82"/>
                      <a:pt x="2" y="84"/>
                      <a:pt x="1" y="85"/>
                    </a:cubicBezTo>
                    <a:cubicBezTo>
                      <a:pt x="0" y="87"/>
                      <a:pt x="1" y="92"/>
                      <a:pt x="7" y="96"/>
                    </a:cubicBezTo>
                    <a:cubicBezTo>
                      <a:pt x="12" y="100"/>
                      <a:pt x="32" y="104"/>
                      <a:pt x="36" y="103"/>
                    </a:cubicBezTo>
                    <a:cubicBezTo>
                      <a:pt x="40" y="102"/>
                      <a:pt x="43" y="94"/>
                      <a:pt x="40" y="94"/>
                    </a:cubicBezTo>
                    <a:cubicBezTo>
                      <a:pt x="36" y="93"/>
                      <a:pt x="28" y="91"/>
                      <a:pt x="26" y="87"/>
                    </a:cubicBezTo>
                    <a:cubicBezTo>
                      <a:pt x="23" y="83"/>
                      <a:pt x="19" y="76"/>
                      <a:pt x="20" y="62"/>
                    </a:cubicBezTo>
                    <a:cubicBezTo>
                      <a:pt x="20" y="48"/>
                      <a:pt x="25" y="40"/>
                      <a:pt x="27" y="38"/>
                    </a:cubicBezTo>
                    <a:cubicBezTo>
                      <a:pt x="29" y="37"/>
                      <a:pt x="32" y="39"/>
                      <a:pt x="32" y="40"/>
                    </a:cubicBezTo>
                    <a:cubicBezTo>
                      <a:pt x="33" y="41"/>
                      <a:pt x="37" y="53"/>
                      <a:pt x="38" y="54"/>
                    </a:cubicBezTo>
                    <a:cubicBezTo>
                      <a:pt x="38" y="54"/>
                      <a:pt x="38" y="58"/>
                      <a:pt x="35" y="56"/>
                    </a:cubicBezTo>
                    <a:cubicBezTo>
                      <a:pt x="33" y="55"/>
                      <a:pt x="30" y="54"/>
                      <a:pt x="28" y="56"/>
                    </a:cubicBezTo>
                    <a:cubicBezTo>
                      <a:pt x="25" y="57"/>
                      <a:pt x="23" y="60"/>
                      <a:pt x="26" y="63"/>
                    </a:cubicBezTo>
                    <a:cubicBezTo>
                      <a:pt x="29" y="66"/>
                      <a:pt x="32" y="65"/>
                      <a:pt x="34" y="65"/>
                    </a:cubicBezTo>
                    <a:cubicBezTo>
                      <a:pt x="35" y="64"/>
                      <a:pt x="39" y="63"/>
                      <a:pt x="38" y="65"/>
                    </a:cubicBezTo>
                    <a:cubicBezTo>
                      <a:pt x="37" y="67"/>
                      <a:pt x="37" y="74"/>
                      <a:pt x="37" y="74"/>
                    </a:cubicBezTo>
                    <a:cubicBezTo>
                      <a:pt x="37" y="74"/>
                      <a:pt x="34" y="78"/>
                      <a:pt x="37" y="80"/>
                    </a:cubicBezTo>
                    <a:cubicBezTo>
                      <a:pt x="40" y="82"/>
                      <a:pt x="45" y="82"/>
                      <a:pt x="45" y="80"/>
                    </a:cubicBezTo>
                    <a:cubicBezTo>
                      <a:pt x="45" y="78"/>
                      <a:pt x="45" y="72"/>
                      <a:pt x="45" y="68"/>
                    </a:cubicBezTo>
                    <a:cubicBezTo>
                      <a:pt x="46" y="65"/>
                      <a:pt x="47" y="59"/>
                      <a:pt x="49" y="57"/>
                    </a:cubicBezTo>
                    <a:cubicBezTo>
                      <a:pt x="52" y="56"/>
                      <a:pt x="54" y="57"/>
                      <a:pt x="58" y="55"/>
                    </a:cubicBezTo>
                    <a:cubicBezTo>
                      <a:pt x="61" y="52"/>
                      <a:pt x="66" y="46"/>
                      <a:pt x="66" y="42"/>
                    </a:cubicBezTo>
                    <a:cubicBezTo>
                      <a:pt x="66" y="39"/>
                      <a:pt x="69" y="20"/>
                      <a:pt x="71" y="17"/>
                    </a:cubicBezTo>
                    <a:cubicBezTo>
                      <a:pt x="73" y="14"/>
                      <a:pt x="78" y="12"/>
                      <a:pt x="73" y="7"/>
                    </a:cubicBezTo>
                    <a:cubicBezTo>
                      <a:pt x="68" y="2"/>
                      <a:pt x="48" y="0"/>
                      <a:pt x="38" y="8"/>
                    </a:cubicBezTo>
                    <a:cubicBezTo>
                      <a:pt x="29" y="15"/>
                      <a:pt x="21" y="26"/>
                      <a:pt x="16" y="40"/>
                    </a:cubicBezTo>
                    <a:cubicBezTo>
                      <a:pt x="11" y="54"/>
                      <a:pt x="10" y="62"/>
                      <a:pt x="12" y="69"/>
                    </a:cubicBezTo>
                    <a:cubicBezTo>
                      <a:pt x="14" y="77"/>
                      <a:pt x="15" y="79"/>
                      <a:pt x="13" y="80"/>
                    </a:cubicBezTo>
                    <a:cubicBezTo>
                      <a:pt x="13" y="80"/>
                      <a:pt x="13" y="80"/>
                      <a:pt x="13" y="80"/>
                    </a:cubicBezTo>
                    <a:close/>
                    <a:moveTo>
                      <a:pt x="44" y="54"/>
                    </a:moveTo>
                    <a:cubicBezTo>
                      <a:pt x="44" y="54"/>
                      <a:pt x="43" y="54"/>
                      <a:pt x="42" y="56"/>
                    </a:cubicBezTo>
                    <a:cubicBezTo>
                      <a:pt x="42" y="57"/>
                      <a:pt x="42" y="44"/>
                      <a:pt x="42" y="39"/>
                    </a:cubicBezTo>
                    <a:cubicBezTo>
                      <a:pt x="42" y="34"/>
                      <a:pt x="38" y="34"/>
                      <a:pt x="35" y="35"/>
                    </a:cubicBezTo>
                    <a:cubicBezTo>
                      <a:pt x="31" y="35"/>
                      <a:pt x="31" y="35"/>
                      <a:pt x="29" y="35"/>
                    </a:cubicBezTo>
                    <a:cubicBezTo>
                      <a:pt x="31" y="31"/>
                      <a:pt x="33" y="28"/>
                      <a:pt x="36" y="23"/>
                    </a:cubicBezTo>
                    <a:cubicBezTo>
                      <a:pt x="40" y="17"/>
                      <a:pt x="46" y="11"/>
                      <a:pt x="54" y="11"/>
                    </a:cubicBezTo>
                    <a:cubicBezTo>
                      <a:pt x="58" y="10"/>
                      <a:pt x="56" y="24"/>
                      <a:pt x="55" y="28"/>
                    </a:cubicBezTo>
                    <a:cubicBezTo>
                      <a:pt x="55" y="31"/>
                      <a:pt x="55" y="43"/>
                      <a:pt x="54" y="45"/>
                    </a:cubicBezTo>
                    <a:cubicBezTo>
                      <a:pt x="54" y="48"/>
                      <a:pt x="52" y="47"/>
                      <a:pt x="48" y="48"/>
                    </a:cubicBezTo>
                    <a:cubicBezTo>
                      <a:pt x="45" y="49"/>
                      <a:pt x="44" y="54"/>
                      <a:pt x="44" y="5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solidFill>
                    <a:srgbClr val="000000"/>
                  </a:solidFill>
                </a:endParaRPr>
              </a:p>
            </p:txBody>
          </p:sp>
          <p:sp>
            <p:nvSpPr>
              <p:cNvPr id="13" name="îSļiḋé"/>
              <p:cNvSpPr/>
              <p:nvPr/>
            </p:nvSpPr>
            <p:spPr bwMode="auto">
              <a:xfrm>
                <a:off x="2540001" y="2389188"/>
                <a:ext cx="98425" cy="225425"/>
              </a:xfrm>
              <a:custGeom>
                <a:avLst/>
                <a:gdLst>
                  <a:gd name="T0" fmla="*/ 4 w 30"/>
                  <a:gd name="T1" fmla="*/ 2 h 68"/>
                  <a:gd name="T2" fmla="*/ 2 w 30"/>
                  <a:gd name="T3" fmla="*/ 10 h 68"/>
                  <a:gd name="T4" fmla="*/ 10 w 30"/>
                  <a:gd name="T5" fmla="*/ 22 h 68"/>
                  <a:gd name="T6" fmla="*/ 19 w 30"/>
                  <a:gd name="T7" fmla="*/ 50 h 68"/>
                  <a:gd name="T8" fmla="*/ 20 w 30"/>
                  <a:gd name="T9" fmla="*/ 60 h 68"/>
                  <a:gd name="T10" fmla="*/ 25 w 30"/>
                  <a:gd name="T11" fmla="*/ 67 h 68"/>
                  <a:gd name="T12" fmla="*/ 27 w 30"/>
                  <a:gd name="T13" fmla="*/ 58 h 68"/>
                  <a:gd name="T14" fmla="*/ 19 w 30"/>
                  <a:gd name="T15" fmla="*/ 30 h 68"/>
                  <a:gd name="T16" fmla="*/ 14 w 30"/>
                  <a:gd name="T17" fmla="*/ 15 h 68"/>
                  <a:gd name="T18" fmla="*/ 11 w 30"/>
                  <a:gd name="T19" fmla="*/ 6 h 68"/>
                  <a:gd name="T20" fmla="*/ 4 w 30"/>
                  <a:gd name="T21" fmla="*/ 2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0" h="68">
                    <a:moveTo>
                      <a:pt x="4" y="2"/>
                    </a:moveTo>
                    <a:cubicBezTo>
                      <a:pt x="1" y="3"/>
                      <a:pt x="0" y="5"/>
                      <a:pt x="2" y="10"/>
                    </a:cubicBezTo>
                    <a:cubicBezTo>
                      <a:pt x="5" y="14"/>
                      <a:pt x="8" y="13"/>
                      <a:pt x="10" y="22"/>
                    </a:cubicBezTo>
                    <a:cubicBezTo>
                      <a:pt x="13" y="30"/>
                      <a:pt x="18" y="47"/>
                      <a:pt x="19" y="50"/>
                    </a:cubicBezTo>
                    <a:cubicBezTo>
                      <a:pt x="20" y="53"/>
                      <a:pt x="20" y="58"/>
                      <a:pt x="20" y="60"/>
                    </a:cubicBezTo>
                    <a:cubicBezTo>
                      <a:pt x="20" y="62"/>
                      <a:pt x="21" y="68"/>
                      <a:pt x="25" y="67"/>
                    </a:cubicBezTo>
                    <a:cubicBezTo>
                      <a:pt x="30" y="66"/>
                      <a:pt x="28" y="61"/>
                      <a:pt x="27" y="58"/>
                    </a:cubicBezTo>
                    <a:cubicBezTo>
                      <a:pt x="27" y="55"/>
                      <a:pt x="21" y="33"/>
                      <a:pt x="19" y="30"/>
                    </a:cubicBezTo>
                    <a:cubicBezTo>
                      <a:pt x="18" y="27"/>
                      <a:pt x="15" y="18"/>
                      <a:pt x="14" y="15"/>
                    </a:cubicBezTo>
                    <a:cubicBezTo>
                      <a:pt x="14" y="12"/>
                      <a:pt x="14" y="9"/>
                      <a:pt x="11" y="6"/>
                    </a:cubicBezTo>
                    <a:cubicBezTo>
                      <a:pt x="9" y="4"/>
                      <a:pt x="7" y="0"/>
                      <a:pt x="4"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solidFill>
                    <a:srgbClr val="000000"/>
                  </a:solidFill>
                </a:endParaRPr>
              </a:p>
            </p:txBody>
          </p:sp>
          <p:sp>
            <p:nvSpPr>
              <p:cNvPr id="14" name="îŝļîḍé"/>
              <p:cNvSpPr/>
              <p:nvPr/>
            </p:nvSpPr>
            <p:spPr bwMode="auto">
              <a:xfrm>
                <a:off x="2608263" y="2376488"/>
                <a:ext cx="69850" cy="128588"/>
              </a:xfrm>
              <a:custGeom>
                <a:avLst/>
                <a:gdLst>
                  <a:gd name="T0" fmla="*/ 4 w 21"/>
                  <a:gd name="T1" fmla="*/ 1 h 39"/>
                  <a:gd name="T2" fmla="*/ 0 w 21"/>
                  <a:gd name="T3" fmla="*/ 5 h 39"/>
                  <a:gd name="T4" fmla="*/ 4 w 21"/>
                  <a:gd name="T5" fmla="*/ 13 h 39"/>
                  <a:gd name="T6" fmla="*/ 9 w 21"/>
                  <a:gd name="T7" fmla="*/ 19 h 39"/>
                  <a:gd name="T8" fmla="*/ 17 w 21"/>
                  <a:gd name="T9" fmla="*/ 38 h 39"/>
                  <a:gd name="T10" fmla="*/ 21 w 21"/>
                  <a:gd name="T11" fmla="*/ 32 h 39"/>
                  <a:gd name="T12" fmla="*/ 19 w 21"/>
                  <a:gd name="T13" fmla="*/ 21 h 39"/>
                  <a:gd name="T14" fmla="*/ 16 w 21"/>
                  <a:gd name="T15" fmla="*/ 14 h 39"/>
                  <a:gd name="T16" fmla="*/ 11 w 21"/>
                  <a:gd name="T17" fmla="*/ 3 h 39"/>
                  <a:gd name="T18" fmla="*/ 4 w 21"/>
                  <a:gd name="T19" fmla="*/ 1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1" h="39">
                    <a:moveTo>
                      <a:pt x="4" y="1"/>
                    </a:moveTo>
                    <a:cubicBezTo>
                      <a:pt x="2" y="2"/>
                      <a:pt x="0" y="2"/>
                      <a:pt x="0" y="5"/>
                    </a:cubicBezTo>
                    <a:cubicBezTo>
                      <a:pt x="0" y="8"/>
                      <a:pt x="3" y="11"/>
                      <a:pt x="4" y="13"/>
                    </a:cubicBezTo>
                    <a:cubicBezTo>
                      <a:pt x="6" y="15"/>
                      <a:pt x="8" y="17"/>
                      <a:pt x="9" y="19"/>
                    </a:cubicBezTo>
                    <a:cubicBezTo>
                      <a:pt x="9" y="22"/>
                      <a:pt x="15" y="37"/>
                      <a:pt x="17" y="38"/>
                    </a:cubicBezTo>
                    <a:cubicBezTo>
                      <a:pt x="19" y="39"/>
                      <a:pt x="21" y="36"/>
                      <a:pt x="21" y="32"/>
                    </a:cubicBezTo>
                    <a:cubicBezTo>
                      <a:pt x="21" y="28"/>
                      <a:pt x="20" y="23"/>
                      <a:pt x="19" y="21"/>
                    </a:cubicBezTo>
                    <a:cubicBezTo>
                      <a:pt x="17" y="20"/>
                      <a:pt x="16" y="17"/>
                      <a:pt x="16" y="14"/>
                    </a:cubicBezTo>
                    <a:cubicBezTo>
                      <a:pt x="16" y="10"/>
                      <a:pt x="13" y="6"/>
                      <a:pt x="11" y="3"/>
                    </a:cubicBezTo>
                    <a:cubicBezTo>
                      <a:pt x="8" y="0"/>
                      <a:pt x="5" y="1"/>
                      <a:pt x="4"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solidFill>
                    <a:srgbClr val="000000"/>
                  </a:solidFill>
                </a:endParaRPr>
              </a:p>
            </p:txBody>
          </p:sp>
          <p:sp>
            <p:nvSpPr>
              <p:cNvPr id="15" name="ïṩḻiďé"/>
              <p:cNvSpPr/>
              <p:nvPr/>
            </p:nvSpPr>
            <p:spPr bwMode="auto">
              <a:xfrm>
                <a:off x="2644776" y="2263775"/>
                <a:ext cx="155575" cy="300038"/>
              </a:xfrm>
              <a:custGeom>
                <a:avLst/>
                <a:gdLst>
                  <a:gd name="T0" fmla="*/ 7 w 47"/>
                  <a:gd name="T1" fmla="*/ 0 h 91"/>
                  <a:gd name="T2" fmla="*/ 1 w 47"/>
                  <a:gd name="T3" fmla="*/ 3 h 91"/>
                  <a:gd name="T4" fmla="*/ 4 w 47"/>
                  <a:gd name="T5" fmla="*/ 10 h 91"/>
                  <a:gd name="T6" fmla="*/ 8 w 47"/>
                  <a:gd name="T7" fmla="*/ 18 h 91"/>
                  <a:gd name="T8" fmla="*/ 20 w 47"/>
                  <a:gd name="T9" fmla="*/ 45 h 91"/>
                  <a:gd name="T10" fmla="*/ 29 w 47"/>
                  <a:gd name="T11" fmla="*/ 67 h 91"/>
                  <a:gd name="T12" fmla="*/ 41 w 47"/>
                  <a:gd name="T13" fmla="*/ 89 h 91"/>
                  <a:gd name="T14" fmla="*/ 44 w 47"/>
                  <a:gd name="T15" fmla="*/ 81 h 91"/>
                  <a:gd name="T16" fmla="*/ 38 w 47"/>
                  <a:gd name="T17" fmla="*/ 73 h 91"/>
                  <a:gd name="T18" fmla="*/ 20 w 47"/>
                  <a:gd name="T19" fmla="*/ 32 h 91"/>
                  <a:gd name="T20" fmla="*/ 16 w 47"/>
                  <a:gd name="T21" fmla="*/ 16 h 91"/>
                  <a:gd name="T22" fmla="*/ 16 w 47"/>
                  <a:gd name="T23" fmla="*/ 5 h 91"/>
                  <a:gd name="T24" fmla="*/ 7 w 47"/>
                  <a:gd name="T25" fmla="*/ 0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7" h="91">
                    <a:moveTo>
                      <a:pt x="7" y="0"/>
                    </a:moveTo>
                    <a:cubicBezTo>
                      <a:pt x="5" y="0"/>
                      <a:pt x="2" y="1"/>
                      <a:pt x="1" y="3"/>
                    </a:cubicBezTo>
                    <a:cubicBezTo>
                      <a:pt x="0" y="5"/>
                      <a:pt x="1" y="8"/>
                      <a:pt x="4" y="10"/>
                    </a:cubicBezTo>
                    <a:cubicBezTo>
                      <a:pt x="6" y="13"/>
                      <a:pt x="8" y="16"/>
                      <a:pt x="8" y="18"/>
                    </a:cubicBezTo>
                    <a:cubicBezTo>
                      <a:pt x="9" y="20"/>
                      <a:pt x="18" y="40"/>
                      <a:pt x="20" y="45"/>
                    </a:cubicBezTo>
                    <a:cubicBezTo>
                      <a:pt x="22" y="50"/>
                      <a:pt x="26" y="61"/>
                      <a:pt x="29" y="67"/>
                    </a:cubicBezTo>
                    <a:cubicBezTo>
                      <a:pt x="32" y="74"/>
                      <a:pt x="37" y="86"/>
                      <a:pt x="41" y="89"/>
                    </a:cubicBezTo>
                    <a:cubicBezTo>
                      <a:pt x="45" y="91"/>
                      <a:pt x="47" y="84"/>
                      <a:pt x="44" y="81"/>
                    </a:cubicBezTo>
                    <a:cubicBezTo>
                      <a:pt x="42" y="78"/>
                      <a:pt x="42" y="79"/>
                      <a:pt x="38" y="73"/>
                    </a:cubicBezTo>
                    <a:cubicBezTo>
                      <a:pt x="35" y="67"/>
                      <a:pt x="21" y="34"/>
                      <a:pt x="20" y="32"/>
                    </a:cubicBezTo>
                    <a:cubicBezTo>
                      <a:pt x="19" y="29"/>
                      <a:pt x="16" y="19"/>
                      <a:pt x="16" y="16"/>
                    </a:cubicBezTo>
                    <a:cubicBezTo>
                      <a:pt x="16" y="12"/>
                      <a:pt x="18" y="8"/>
                      <a:pt x="16" y="5"/>
                    </a:cubicBezTo>
                    <a:cubicBezTo>
                      <a:pt x="15" y="2"/>
                      <a:pt x="8" y="0"/>
                      <a:pt x="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solidFill>
                    <a:srgbClr val="000000"/>
                  </a:solidFill>
                </a:endParaRPr>
              </a:p>
            </p:txBody>
          </p:sp>
          <p:sp>
            <p:nvSpPr>
              <p:cNvPr id="16" name="ïṣ1ïḓè"/>
              <p:cNvSpPr/>
              <p:nvPr/>
            </p:nvSpPr>
            <p:spPr bwMode="auto">
              <a:xfrm>
                <a:off x="3508376" y="2495550"/>
                <a:ext cx="69850" cy="111125"/>
              </a:xfrm>
              <a:custGeom>
                <a:avLst/>
                <a:gdLst>
                  <a:gd name="T0" fmla="*/ 0 w 21"/>
                  <a:gd name="T1" fmla="*/ 11 h 34"/>
                  <a:gd name="T2" fmla="*/ 12 w 21"/>
                  <a:gd name="T3" fmla="*/ 33 h 34"/>
                  <a:gd name="T4" fmla="*/ 19 w 21"/>
                  <a:gd name="T5" fmla="*/ 21 h 34"/>
                  <a:gd name="T6" fmla="*/ 6 w 21"/>
                  <a:gd name="T7" fmla="*/ 5 h 34"/>
                  <a:gd name="T8" fmla="*/ 0 w 21"/>
                  <a:gd name="T9" fmla="*/ 11 h 34"/>
                </a:gdLst>
                <a:ahLst/>
                <a:cxnLst>
                  <a:cxn ang="0">
                    <a:pos x="T0" y="T1"/>
                  </a:cxn>
                  <a:cxn ang="0">
                    <a:pos x="T2" y="T3"/>
                  </a:cxn>
                  <a:cxn ang="0">
                    <a:pos x="T4" y="T5"/>
                  </a:cxn>
                  <a:cxn ang="0">
                    <a:pos x="T6" y="T7"/>
                  </a:cxn>
                  <a:cxn ang="0">
                    <a:pos x="T8" y="T9"/>
                  </a:cxn>
                </a:cxnLst>
                <a:rect l="0" t="0" r="r" b="b"/>
                <a:pathLst>
                  <a:path w="21" h="34">
                    <a:moveTo>
                      <a:pt x="0" y="11"/>
                    </a:moveTo>
                    <a:cubicBezTo>
                      <a:pt x="1" y="16"/>
                      <a:pt x="3" y="32"/>
                      <a:pt x="12" y="33"/>
                    </a:cubicBezTo>
                    <a:cubicBezTo>
                      <a:pt x="20" y="34"/>
                      <a:pt x="21" y="24"/>
                      <a:pt x="19" y="21"/>
                    </a:cubicBezTo>
                    <a:cubicBezTo>
                      <a:pt x="17" y="17"/>
                      <a:pt x="6" y="5"/>
                      <a:pt x="6" y="5"/>
                    </a:cubicBezTo>
                    <a:cubicBezTo>
                      <a:pt x="1" y="0"/>
                      <a:pt x="0" y="7"/>
                      <a:pt x="0" y="1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solidFill>
                    <a:srgbClr val="000000"/>
                  </a:solidFill>
                </a:endParaRPr>
              </a:p>
            </p:txBody>
          </p:sp>
          <p:sp>
            <p:nvSpPr>
              <p:cNvPr id="17" name="îsḻíḓê"/>
              <p:cNvSpPr/>
              <p:nvPr/>
            </p:nvSpPr>
            <p:spPr bwMode="auto">
              <a:xfrm>
                <a:off x="3967163" y="2887663"/>
                <a:ext cx="274638" cy="192088"/>
              </a:xfrm>
              <a:custGeom>
                <a:avLst/>
                <a:gdLst>
                  <a:gd name="T0" fmla="*/ 50 w 83"/>
                  <a:gd name="T1" fmla="*/ 1 h 58"/>
                  <a:gd name="T2" fmla="*/ 47 w 83"/>
                  <a:gd name="T3" fmla="*/ 4 h 58"/>
                  <a:gd name="T4" fmla="*/ 44 w 83"/>
                  <a:gd name="T5" fmla="*/ 8 h 58"/>
                  <a:gd name="T6" fmla="*/ 35 w 83"/>
                  <a:gd name="T7" fmla="*/ 10 h 58"/>
                  <a:gd name="T8" fmla="*/ 29 w 83"/>
                  <a:gd name="T9" fmla="*/ 12 h 58"/>
                  <a:gd name="T10" fmla="*/ 25 w 83"/>
                  <a:gd name="T11" fmla="*/ 16 h 58"/>
                  <a:gd name="T12" fmla="*/ 27 w 83"/>
                  <a:gd name="T13" fmla="*/ 18 h 58"/>
                  <a:gd name="T14" fmla="*/ 29 w 83"/>
                  <a:gd name="T15" fmla="*/ 20 h 58"/>
                  <a:gd name="T16" fmla="*/ 28 w 83"/>
                  <a:gd name="T17" fmla="*/ 23 h 58"/>
                  <a:gd name="T18" fmla="*/ 25 w 83"/>
                  <a:gd name="T19" fmla="*/ 21 h 58"/>
                  <a:gd name="T20" fmla="*/ 12 w 83"/>
                  <a:gd name="T21" fmla="*/ 8 h 58"/>
                  <a:gd name="T22" fmla="*/ 8 w 83"/>
                  <a:gd name="T23" fmla="*/ 3 h 58"/>
                  <a:gd name="T24" fmla="*/ 5 w 83"/>
                  <a:gd name="T25" fmla="*/ 0 h 58"/>
                  <a:gd name="T26" fmla="*/ 0 w 83"/>
                  <a:gd name="T27" fmla="*/ 3 h 58"/>
                  <a:gd name="T28" fmla="*/ 2 w 83"/>
                  <a:gd name="T29" fmla="*/ 10 h 58"/>
                  <a:gd name="T30" fmla="*/ 13 w 83"/>
                  <a:gd name="T31" fmla="*/ 17 h 58"/>
                  <a:gd name="T32" fmla="*/ 25 w 83"/>
                  <a:gd name="T33" fmla="*/ 27 h 58"/>
                  <a:gd name="T34" fmla="*/ 37 w 83"/>
                  <a:gd name="T35" fmla="*/ 42 h 58"/>
                  <a:gd name="T36" fmla="*/ 35 w 83"/>
                  <a:gd name="T37" fmla="*/ 47 h 58"/>
                  <a:gd name="T38" fmla="*/ 30 w 83"/>
                  <a:gd name="T39" fmla="*/ 44 h 58"/>
                  <a:gd name="T40" fmla="*/ 28 w 83"/>
                  <a:gd name="T41" fmla="*/ 44 h 58"/>
                  <a:gd name="T42" fmla="*/ 31 w 83"/>
                  <a:gd name="T43" fmla="*/ 49 h 58"/>
                  <a:gd name="T44" fmla="*/ 36 w 83"/>
                  <a:gd name="T45" fmla="*/ 58 h 58"/>
                  <a:gd name="T46" fmla="*/ 43 w 83"/>
                  <a:gd name="T47" fmla="*/ 48 h 58"/>
                  <a:gd name="T48" fmla="*/ 38 w 83"/>
                  <a:gd name="T49" fmla="*/ 37 h 58"/>
                  <a:gd name="T50" fmla="*/ 40 w 83"/>
                  <a:gd name="T51" fmla="*/ 35 h 58"/>
                  <a:gd name="T52" fmla="*/ 49 w 83"/>
                  <a:gd name="T53" fmla="*/ 38 h 58"/>
                  <a:gd name="T54" fmla="*/ 55 w 83"/>
                  <a:gd name="T55" fmla="*/ 38 h 58"/>
                  <a:gd name="T56" fmla="*/ 59 w 83"/>
                  <a:gd name="T57" fmla="*/ 32 h 58"/>
                  <a:gd name="T58" fmla="*/ 64 w 83"/>
                  <a:gd name="T59" fmla="*/ 33 h 58"/>
                  <a:gd name="T60" fmla="*/ 71 w 83"/>
                  <a:gd name="T61" fmla="*/ 36 h 58"/>
                  <a:gd name="T62" fmla="*/ 72 w 83"/>
                  <a:gd name="T63" fmla="*/ 30 h 58"/>
                  <a:gd name="T64" fmla="*/ 76 w 83"/>
                  <a:gd name="T65" fmla="*/ 29 h 58"/>
                  <a:gd name="T66" fmla="*/ 79 w 83"/>
                  <a:gd name="T67" fmla="*/ 31 h 58"/>
                  <a:gd name="T68" fmla="*/ 82 w 83"/>
                  <a:gd name="T69" fmla="*/ 27 h 58"/>
                  <a:gd name="T70" fmla="*/ 81 w 83"/>
                  <a:gd name="T71" fmla="*/ 22 h 58"/>
                  <a:gd name="T72" fmla="*/ 75 w 83"/>
                  <a:gd name="T73" fmla="*/ 24 h 58"/>
                  <a:gd name="T74" fmla="*/ 71 w 83"/>
                  <a:gd name="T75" fmla="*/ 26 h 58"/>
                  <a:gd name="T76" fmla="*/ 69 w 83"/>
                  <a:gd name="T77" fmla="*/ 27 h 58"/>
                  <a:gd name="T78" fmla="*/ 65 w 83"/>
                  <a:gd name="T79" fmla="*/ 26 h 58"/>
                  <a:gd name="T80" fmla="*/ 61 w 83"/>
                  <a:gd name="T81" fmla="*/ 23 h 58"/>
                  <a:gd name="T82" fmla="*/ 56 w 83"/>
                  <a:gd name="T83" fmla="*/ 25 h 58"/>
                  <a:gd name="T84" fmla="*/ 54 w 83"/>
                  <a:gd name="T85" fmla="*/ 28 h 58"/>
                  <a:gd name="T86" fmla="*/ 42 w 83"/>
                  <a:gd name="T87" fmla="*/ 28 h 58"/>
                  <a:gd name="T88" fmla="*/ 41 w 83"/>
                  <a:gd name="T89" fmla="*/ 31 h 58"/>
                  <a:gd name="T90" fmla="*/ 36 w 83"/>
                  <a:gd name="T91" fmla="*/ 32 h 58"/>
                  <a:gd name="T92" fmla="*/ 32 w 83"/>
                  <a:gd name="T93" fmla="*/ 28 h 58"/>
                  <a:gd name="T94" fmla="*/ 34 w 83"/>
                  <a:gd name="T95" fmla="*/ 25 h 58"/>
                  <a:gd name="T96" fmla="*/ 43 w 83"/>
                  <a:gd name="T97" fmla="*/ 24 h 58"/>
                  <a:gd name="T98" fmla="*/ 46 w 83"/>
                  <a:gd name="T99" fmla="*/ 23 h 58"/>
                  <a:gd name="T100" fmla="*/ 47 w 83"/>
                  <a:gd name="T101" fmla="*/ 20 h 58"/>
                  <a:gd name="T102" fmla="*/ 47 w 83"/>
                  <a:gd name="T103" fmla="*/ 18 h 58"/>
                  <a:gd name="T104" fmla="*/ 63 w 83"/>
                  <a:gd name="T105" fmla="*/ 17 h 58"/>
                  <a:gd name="T106" fmla="*/ 68 w 83"/>
                  <a:gd name="T107" fmla="*/ 13 h 58"/>
                  <a:gd name="T108" fmla="*/ 63 w 83"/>
                  <a:gd name="T109" fmla="*/ 8 h 58"/>
                  <a:gd name="T110" fmla="*/ 58 w 83"/>
                  <a:gd name="T111" fmla="*/ 13 h 58"/>
                  <a:gd name="T112" fmla="*/ 49 w 83"/>
                  <a:gd name="T113" fmla="*/ 16 h 58"/>
                  <a:gd name="T114" fmla="*/ 42 w 83"/>
                  <a:gd name="T115" fmla="*/ 17 h 58"/>
                  <a:gd name="T116" fmla="*/ 40 w 83"/>
                  <a:gd name="T117" fmla="*/ 13 h 58"/>
                  <a:gd name="T118" fmla="*/ 51 w 83"/>
                  <a:gd name="T119" fmla="*/ 10 h 58"/>
                  <a:gd name="T120" fmla="*/ 54 w 83"/>
                  <a:gd name="T121" fmla="*/ 2 h 58"/>
                  <a:gd name="T122" fmla="*/ 50 w 83"/>
                  <a:gd name="T123" fmla="*/ 1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83" h="58">
                    <a:moveTo>
                      <a:pt x="50" y="1"/>
                    </a:moveTo>
                    <a:cubicBezTo>
                      <a:pt x="50" y="1"/>
                      <a:pt x="48" y="3"/>
                      <a:pt x="47" y="4"/>
                    </a:cubicBezTo>
                    <a:cubicBezTo>
                      <a:pt x="47" y="5"/>
                      <a:pt x="45" y="8"/>
                      <a:pt x="44" y="8"/>
                    </a:cubicBezTo>
                    <a:cubicBezTo>
                      <a:pt x="43" y="8"/>
                      <a:pt x="37" y="10"/>
                      <a:pt x="35" y="10"/>
                    </a:cubicBezTo>
                    <a:cubicBezTo>
                      <a:pt x="34" y="10"/>
                      <a:pt x="29" y="11"/>
                      <a:pt x="29" y="12"/>
                    </a:cubicBezTo>
                    <a:cubicBezTo>
                      <a:pt x="28" y="14"/>
                      <a:pt x="25" y="16"/>
                      <a:pt x="25" y="16"/>
                    </a:cubicBezTo>
                    <a:cubicBezTo>
                      <a:pt x="25" y="16"/>
                      <a:pt x="25" y="18"/>
                      <a:pt x="27" y="18"/>
                    </a:cubicBezTo>
                    <a:cubicBezTo>
                      <a:pt x="29" y="18"/>
                      <a:pt x="29" y="20"/>
                      <a:pt x="29" y="20"/>
                    </a:cubicBezTo>
                    <a:cubicBezTo>
                      <a:pt x="29" y="20"/>
                      <a:pt x="29" y="24"/>
                      <a:pt x="28" y="23"/>
                    </a:cubicBezTo>
                    <a:cubicBezTo>
                      <a:pt x="27" y="22"/>
                      <a:pt x="27" y="23"/>
                      <a:pt x="25" y="21"/>
                    </a:cubicBezTo>
                    <a:cubicBezTo>
                      <a:pt x="24" y="20"/>
                      <a:pt x="12" y="8"/>
                      <a:pt x="12" y="8"/>
                    </a:cubicBezTo>
                    <a:cubicBezTo>
                      <a:pt x="12" y="8"/>
                      <a:pt x="9" y="4"/>
                      <a:pt x="8" y="3"/>
                    </a:cubicBezTo>
                    <a:cubicBezTo>
                      <a:pt x="8" y="2"/>
                      <a:pt x="7" y="0"/>
                      <a:pt x="5" y="0"/>
                    </a:cubicBezTo>
                    <a:cubicBezTo>
                      <a:pt x="3" y="0"/>
                      <a:pt x="1" y="1"/>
                      <a:pt x="0" y="3"/>
                    </a:cubicBezTo>
                    <a:cubicBezTo>
                      <a:pt x="0" y="4"/>
                      <a:pt x="0" y="7"/>
                      <a:pt x="2" y="10"/>
                    </a:cubicBezTo>
                    <a:cubicBezTo>
                      <a:pt x="5" y="13"/>
                      <a:pt x="10" y="15"/>
                      <a:pt x="13" y="17"/>
                    </a:cubicBezTo>
                    <a:cubicBezTo>
                      <a:pt x="18" y="20"/>
                      <a:pt x="22" y="24"/>
                      <a:pt x="25" y="27"/>
                    </a:cubicBezTo>
                    <a:cubicBezTo>
                      <a:pt x="28" y="31"/>
                      <a:pt x="35" y="38"/>
                      <a:pt x="37" y="42"/>
                    </a:cubicBezTo>
                    <a:cubicBezTo>
                      <a:pt x="38" y="46"/>
                      <a:pt x="37" y="47"/>
                      <a:pt x="35" y="47"/>
                    </a:cubicBezTo>
                    <a:cubicBezTo>
                      <a:pt x="34" y="47"/>
                      <a:pt x="31" y="45"/>
                      <a:pt x="30" y="44"/>
                    </a:cubicBezTo>
                    <a:cubicBezTo>
                      <a:pt x="29" y="43"/>
                      <a:pt x="28" y="44"/>
                      <a:pt x="28" y="44"/>
                    </a:cubicBezTo>
                    <a:cubicBezTo>
                      <a:pt x="28" y="44"/>
                      <a:pt x="28" y="45"/>
                      <a:pt x="31" y="49"/>
                    </a:cubicBezTo>
                    <a:cubicBezTo>
                      <a:pt x="33" y="52"/>
                      <a:pt x="34" y="57"/>
                      <a:pt x="36" y="58"/>
                    </a:cubicBezTo>
                    <a:cubicBezTo>
                      <a:pt x="37" y="58"/>
                      <a:pt x="45" y="53"/>
                      <a:pt x="43" y="48"/>
                    </a:cubicBezTo>
                    <a:cubicBezTo>
                      <a:pt x="42" y="43"/>
                      <a:pt x="39" y="38"/>
                      <a:pt x="38" y="37"/>
                    </a:cubicBezTo>
                    <a:cubicBezTo>
                      <a:pt x="37" y="36"/>
                      <a:pt x="38" y="34"/>
                      <a:pt x="40" y="35"/>
                    </a:cubicBezTo>
                    <a:cubicBezTo>
                      <a:pt x="42" y="36"/>
                      <a:pt x="45" y="38"/>
                      <a:pt x="49" y="38"/>
                    </a:cubicBezTo>
                    <a:cubicBezTo>
                      <a:pt x="53" y="38"/>
                      <a:pt x="54" y="39"/>
                      <a:pt x="55" y="38"/>
                    </a:cubicBezTo>
                    <a:cubicBezTo>
                      <a:pt x="57" y="36"/>
                      <a:pt x="59" y="33"/>
                      <a:pt x="59" y="32"/>
                    </a:cubicBezTo>
                    <a:cubicBezTo>
                      <a:pt x="60" y="31"/>
                      <a:pt x="62" y="31"/>
                      <a:pt x="64" y="33"/>
                    </a:cubicBezTo>
                    <a:cubicBezTo>
                      <a:pt x="66" y="36"/>
                      <a:pt x="69" y="38"/>
                      <a:pt x="71" y="36"/>
                    </a:cubicBezTo>
                    <a:cubicBezTo>
                      <a:pt x="72" y="33"/>
                      <a:pt x="70" y="30"/>
                      <a:pt x="72" y="30"/>
                    </a:cubicBezTo>
                    <a:cubicBezTo>
                      <a:pt x="74" y="29"/>
                      <a:pt x="75" y="27"/>
                      <a:pt x="76" y="29"/>
                    </a:cubicBezTo>
                    <a:cubicBezTo>
                      <a:pt x="77" y="30"/>
                      <a:pt x="78" y="32"/>
                      <a:pt x="79" y="31"/>
                    </a:cubicBezTo>
                    <a:cubicBezTo>
                      <a:pt x="79" y="30"/>
                      <a:pt x="81" y="29"/>
                      <a:pt x="82" y="27"/>
                    </a:cubicBezTo>
                    <a:cubicBezTo>
                      <a:pt x="83" y="25"/>
                      <a:pt x="82" y="22"/>
                      <a:pt x="81" y="22"/>
                    </a:cubicBezTo>
                    <a:cubicBezTo>
                      <a:pt x="79" y="23"/>
                      <a:pt x="76" y="23"/>
                      <a:pt x="75" y="24"/>
                    </a:cubicBezTo>
                    <a:cubicBezTo>
                      <a:pt x="74" y="24"/>
                      <a:pt x="72" y="24"/>
                      <a:pt x="71" y="26"/>
                    </a:cubicBezTo>
                    <a:cubicBezTo>
                      <a:pt x="70" y="27"/>
                      <a:pt x="70" y="27"/>
                      <a:pt x="69" y="27"/>
                    </a:cubicBezTo>
                    <a:cubicBezTo>
                      <a:pt x="68" y="27"/>
                      <a:pt x="66" y="28"/>
                      <a:pt x="65" y="26"/>
                    </a:cubicBezTo>
                    <a:cubicBezTo>
                      <a:pt x="63" y="25"/>
                      <a:pt x="63" y="23"/>
                      <a:pt x="61" y="23"/>
                    </a:cubicBezTo>
                    <a:cubicBezTo>
                      <a:pt x="60" y="23"/>
                      <a:pt x="56" y="24"/>
                      <a:pt x="56" y="25"/>
                    </a:cubicBezTo>
                    <a:cubicBezTo>
                      <a:pt x="55" y="26"/>
                      <a:pt x="57" y="28"/>
                      <a:pt x="54" y="28"/>
                    </a:cubicBezTo>
                    <a:cubicBezTo>
                      <a:pt x="51" y="28"/>
                      <a:pt x="43" y="27"/>
                      <a:pt x="42" y="28"/>
                    </a:cubicBezTo>
                    <a:cubicBezTo>
                      <a:pt x="41" y="28"/>
                      <a:pt x="42" y="30"/>
                      <a:pt x="41" y="31"/>
                    </a:cubicBezTo>
                    <a:cubicBezTo>
                      <a:pt x="39" y="31"/>
                      <a:pt x="37" y="33"/>
                      <a:pt x="36" y="32"/>
                    </a:cubicBezTo>
                    <a:cubicBezTo>
                      <a:pt x="35" y="31"/>
                      <a:pt x="32" y="28"/>
                      <a:pt x="32" y="28"/>
                    </a:cubicBezTo>
                    <a:cubicBezTo>
                      <a:pt x="32" y="28"/>
                      <a:pt x="30" y="25"/>
                      <a:pt x="34" y="25"/>
                    </a:cubicBezTo>
                    <a:cubicBezTo>
                      <a:pt x="37" y="25"/>
                      <a:pt x="42" y="24"/>
                      <a:pt x="43" y="24"/>
                    </a:cubicBezTo>
                    <a:cubicBezTo>
                      <a:pt x="44" y="24"/>
                      <a:pt x="46" y="24"/>
                      <a:pt x="46" y="23"/>
                    </a:cubicBezTo>
                    <a:cubicBezTo>
                      <a:pt x="45" y="21"/>
                      <a:pt x="48" y="22"/>
                      <a:pt x="47" y="20"/>
                    </a:cubicBezTo>
                    <a:cubicBezTo>
                      <a:pt x="46" y="19"/>
                      <a:pt x="45" y="18"/>
                      <a:pt x="47" y="18"/>
                    </a:cubicBezTo>
                    <a:cubicBezTo>
                      <a:pt x="50" y="17"/>
                      <a:pt x="58" y="18"/>
                      <a:pt x="63" y="17"/>
                    </a:cubicBezTo>
                    <a:cubicBezTo>
                      <a:pt x="67" y="16"/>
                      <a:pt x="67" y="14"/>
                      <a:pt x="68" y="13"/>
                    </a:cubicBezTo>
                    <a:cubicBezTo>
                      <a:pt x="68" y="11"/>
                      <a:pt x="65" y="8"/>
                      <a:pt x="63" y="8"/>
                    </a:cubicBezTo>
                    <a:cubicBezTo>
                      <a:pt x="62" y="9"/>
                      <a:pt x="60" y="12"/>
                      <a:pt x="58" y="13"/>
                    </a:cubicBezTo>
                    <a:cubicBezTo>
                      <a:pt x="56" y="13"/>
                      <a:pt x="49" y="15"/>
                      <a:pt x="49" y="16"/>
                    </a:cubicBezTo>
                    <a:cubicBezTo>
                      <a:pt x="48" y="16"/>
                      <a:pt x="43" y="17"/>
                      <a:pt x="42" y="17"/>
                    </a:cubicBezTo>
                    <a:cubicBezTo>
                      <a:pt x="41" y="17"/>
                      <a:pt x="36" y="13"/>
                      <a:pt x="40" y="13"/>
                    </a:cubicBezTo>
                    <a:cubicBezTo>
                      <a:pt x="44" y="12"/>
                      <a:pt x="49" y="11"/>
                      <a:pt x="51" y="10"/>
                    </a:cubicBezTo>
                    <a:cubicBezTo>
                      <a:pt x="53" y="8"/>
                      <a:pt x="55" y="3"/>
                      <a:pt x="54" y="2"/>
                    </a:cubicBezTo>
                    <a:cubicBezTo>
                      <a:pt x="54" y="1"/>
                      <a:pt x="51" y="0"/>
                      <a:pt x="5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solidFill>
                    <a:srgbClr val="000000"/>
                  </a:solidFill>
                </a:endParaRPr>
              </a:p>
            </p:txBody>
          </p:sp>
          <p:sp>
            <p:nvSpPr>
              <p:cNvPr id="18" name="ïşḷîďè"/>
              <p:cNvSpPr/>
              <p:nvPr/>
            </p:nvSpPr>
            <p:spPr bwMode="auto">
              <a:xfrm>
                <a:off x="3890963" y="2951163"/>
                <a:ext cx="161925" cy="125413"/>
              </a:xfrm>
              <a:custGeom>
                <a:avLst/>
                <a:gdLst>
                  <a:gd name="T0" fmla="*/ 36 w 49"/>
                  <a:gd name="T1" fmla="*/ 5 h 38"/>
                  <a:gd name="T2" fmla="*/ 33 w 49"/>
                  <a:gd name="T3" fmla="*/ 9 h 38"/>
                  <a:gd name="T4" fmla="*/ 37 w 49"/>
                  <a:gd name="T5" fmla="*/ 14 h 38"/>
                  <a:gd name="T6" fmla="*/ 30 w 49"/>
                  <a:gd name="T7" fmla="*/ 18 h 38"/>
                  <a:gd name="T8" fmla="*/ 22 w 49"/>
                  <a:gd name="T9" fmla="*/ 9 h 38"/>
                  <a:gd name="T10" fmla="*/ 16 w 49"/>
                  <a:gd name="T11" fmla="*/ 2 h 38"/>
                  <a:gd name="T12" fmla="*/ 13 w 49"/>
                  <a:gd name="T13" fmla="*/ 10 h 38"/>
                  <a:gd name="T14" fmla="*/ 20 w 49"/>
                  <a:gd name="T15" fmla="*/ 16 h 38"/>
                  <a:gd name="T16" fmla="*/ 25 w 49"/>
                  <a:gd name="T17" fmla="*/ 22 h 38"/>
                  <a:gd name="T18" fmla="*/ 21 w 49"/>
                  <a:gd name="T19" fmla="*/ 26 h 38"/>
                  <a:gd name="T20" fmla="*/ 10 w 49"/>
                  <a:gd name="T21" fmla="*/ 26 h 38"/>
                  <a:gd name="T22" fmla="*/ 8 w 49"/>
                  <a:gd name="T23" fmla="*/ 19 h 38"/>
                  <a:gd name="T24" fmla="*/ 6 w 49"/>
                  <a:gd name="T25" fmla="*/ 13 h 38"/>
                  <a:gd name="T26" fmla="*/ 3 w 49"/>
                  <a:gd name="T27" fmla="*/ 18 h 38"/>
                  <a:gd name="T28" fmla="*/ 2 w 49"/>
                  <a:gd name="T29" fmla="*/ 26 h 38"/>
                  <a:gd name="T30" fmla="*/ 14 w 49"/>
                  <a:gd name="T31" fmla="*/ 30 h 38"/>
                  <a:gd name="T32" fmla="*/ 23 w 49"/>
                  <a:gd name="T33" fmla="*/ 29 h 38"/>
                  <a:gd name="T34" fmla="*/ 28 w 49"/>
                  <a:gd name="T35" fmla="*/ 29 h 38"/>
                  <a:gd name="T36" fmla="*/ 32 w 49"/>
                  <a:gd name="T37" fmla="*/ 37 h 38"/>
                  <a:gd name="T38" fmla="*/ 38 w 49"/>
                  <a:gd name="T39" fmla="*/ 33 h 38"/>
                  <a:gd name="T40" fmla="*/ 34 w 49"/>
                  <a:gd name="T41" fmla="*/ 24 h 38"/>
                  <a:gd name="T42" fmla="*/ 35 w 49"/>
                  <a:gd name="T43" fmla="*/ 20 h 38"/>
                  <a:gd name="T44" fmla="*/ 42 w 49"/>
                  <a:gd name="T45" fmla="*/ 22 h 38"/>
                  <a:gd name="T46" fmla="*/ 48 w 49"/>
                  <a:gd name="T47" fmla="*/ 18 h 38"/>
                  <a:gd name="T48" fmla="*/ 41 w 49"/>
                  <a:gd name="T49" fmla="*/ 8 h 38"/>
                  <a:gd name="T50" fmla="*/ 36 w 49"/>
                  <a:gd name="T51" fmla="*/ 5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49" h="38">
                    <a:moveTo>
                      <a:pt x="36" y="5"/>
                    </a:moveTo>
                    <a:cubicBezTo>
                      <a:pt x="34" y="6"/>
                      <a:pt x="32" y="8"/>
                      <a:pt x="33" y="9"/>
                    </a:cubicBezTo>
                    <a:cubicBezTo>
                      <a:pt x="33" y="11"/>
                      <a:pt x="37" y="12"/>
                      <a:pt x="37" y="14"/>
                    </a:cubicBezTo>
                    <a:cubicBezTo>
                      <a:pt x="38" y="17"/>
                      <a:pt x="32" y="18"/>
                      <a:pt x="30" y="18"/>
                    </a:cubicBezTo>
                    <a:cubicBezTo>
                      <a:pt x="30" y="18"/>
                      <a:pt x="23" y="11"/>
                      <a:pt x="22" y="9"/>
                    </a:cubicBezTo>
                    <a:cubicBezTo>
                      <a:pt x="21" y="8"/>
                      <a:pt x="19" y="0"/>
                      <a:pt x="16" y="2"/>
                    </a:cubicBezTo>
                    <a:cubicBezTo>
                      <a:pt x="14" y="3"/>
                      <a:pt x="12" y="7"/>
                      <a:pt x="13" y="10"/>
                    </a:cubicBezTo>
                    <a:cubicBezTo>
                      <a:pt x="15" y="12"/>
                      <a:pt x="17" y="13"/>
                      <a:pt x="20" y="16"/>
                    </a:cubicBezTo>
                    <a:cubicBezTo>
                      <a:pt x="22" y="18"/>
                      <a:pt x="25" y="21"/>
                      <a:pt x="25" y="22"/>
                    </a:cubicBezTo>
                    <a:cubicBezTo>
                      <a:pt x="25" y="23"/>
                      <a:pt x="23" y="25"/>
                      <a:pt x="21" y="26"/>
                    </a:cubicBezTo>
                    <a:cubicBezTo>
                      <a:pt x="18" y="27"/>
                      <a:pt x="11" y="27"/>
                      <a:pt x="10" y="26"/>
                    </a:cubicBezTo>
                    <a:cubicBezTo>
                      <a:pt x="9" y="24"/>
                      <a:pt x="8" y="21"/>
                      <a:pt x="8" y="19"/>
                    </a:cubicBezTo>
                    <a:cubicBezTo>
                      <a:pt x="9" y="16"/>
                      <a:pt x="9" y="11"/>
                      <a:pt x="6" y="13"/>
                    </a:cubicBezTo>
                    <a:cubicBezTo>
                      <a:pt x="4" y="14"/>
                      <a:pt x="5" y="16"/>
                      <a:pt x="3" y="18"/>
                    </a:cubicBezTo>
                    <a:cubicBezTo>
                      <a:pt x="1" y="19"/>
                      <a:pt x="0" y="24"/>
                      <a:pt x="2" y="26"/>
                    </a:cubicBezTo>
                    <a:cubicBezTo>
                      <a:pt x="4" y="28"/>
                      <a:pt x="8" y="30"/>
                      <a:pt x="14" y="30"/>
                    </a:cubicBezTo>
                    <a:cubicBezTo>
                      <a:pt x="19" y="30"/>
                      <a:pt x="22" y="29"/>
                      <a:pt x="23" y="29"/>
                    </a:cubicBezTo>
                    <a:cubicBezTo>
                      <a:pt x="25" y="29"/>
                      <a:pt x="28" y="27"/>
                      <a:pt x="28" y="29"/>
                    </a:cubicBezTo>
                    <a:cubicBezTo>
                      <a:pt x="28" y="30"/>
                      <a:pt x="29" y="38"/>
                      <a:pt x="32" y="37"/>
                    </a:cubicBezTo>
                    <a:cubicBezTo>
                      <a:pt x="35" y="37"/>
                      <a:pt x="39" y="35"/>
                      <a:pt x="38" y="33"/>
                    </a:cubicBezTo>
                    <a:cubicBezTo>
                      <a:pt x="38" y="30"/>
                      <a:pt x="34" y="24"/>
                      <a:pt x="34" y="24"/>
                    </a:cubicBezTo>
                    <a:cubicBezTo>
                      <a:pt x="34" y="24"/>
                      <a:pt x="34" y="20"/>
                      <a:pt x="35" y="20"/>
                    </a:cubicBezTo>
                    <a:cubicBezTo>
                      <a:pt x="37" y="21"/>
                      <a:pt x="40" y="21"/>
                      <a:pt x="42" y="22"/>
                    </a:cubicBezTo>
                    <a:cubicBezTo>
                      <a:pt x="44" y="22"/>
                      <a:pt x="49" y="20"/>
                      <a:pt x="48" y="18"/>
                    </a:cubicBezTo>
                    <a:cubicBezTo>
                      <a:pt x="47" y="15"/>
                      <a:pt x="42" y="10"/>
                      <a:pt x="41" y="8"/>
                    </a:cubicBezTo>
                    <a:cubicBezTo>
                      <a:pt x="40" y="6"/>
                      <a:pt x="38" y="4"/>
                      <a:pt x="36"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solidFill>
                    <a:srgbClr val="000000"/>
                  </a:solidFill>
                </a:endParaRPr>
              </a:p>
            </p:txBody>
          </p:sp>
          <p:sp>
            <p:nvSpPr>
              <p:cNvPr id="19" name="îṡlïḋe"/>
              <p:cNvSpPr/>
              <p:nvPr/>
            </p:nvSpPr>
            <p:spPr bwMode="auto">
              <a:xfrm>
                <a:off x="3373438" y="2324100"/>
                <a:ext cx="254000" cy="223838"/>
              </a:xfrm>
              <a:custGeom>
                <a:avLst/>
                <a:gdLst>
                  <a:gd name="T0" fmla="*/ 54 w 77"/>
                  <a:gd name="T1" fmla="*/ 14 h 68"/>
                  <a:gd name="T2" fmla="*/ 47 w 77"/>
                  <a:gd name="T3" fmla="*/ 25 h 68"/>
                  <a:gd name="T4" fmla="*/ 46 w 77"/>
                  <a:gd name="T5" fmla="*/ 25 h 68"/>
                  <a:gd name="T6" fmla="*/ 35 w 77"/>
                  <a:gd name="T7" fmla="*/ 23 h 68"/>
                  <a:gd name="T8" fmla="*/ 27 w 77"/>
                  <a:gd name="T9" fmla="*/ 19 h 68"/>
                  <a:gd name="T10" fmla="*/ 22 w 77"/>
                  <a:gd name="T11" fmla="*/ 22 h 68"/>
                  <a:gd name="T12" fmla="*/ 25 w 77"/>
                  <a:gd name="T13" fmla="*/ 32 h 68"/>
                  <a:gd name="T14" fmla="*/ 34 w 77"/>
                  <a:gd name="T15" fmla="*/ 35 h 68"/>
                  <a:gd name="T16" fmla="*/ 40 w 77"/>
                  <a:gd name="T17" fmla="*/ 34 h 68"/>
                  <a:gd name="T18" fmla="*/ 37 w 77"/>
                  <a:gd name="T19" fmla="*/ 38 h 68"/>
                  <a:gd name="T20" fmla="*/ 25 w 77"/>
                  <a:gd name="T21" fmla="*/ 50 h 68"/>
                  <a:gd name="T22" fmla="*/ 11 w 77"/>
                  <a:gd name="T23" fmla="*/ 57 h 68"/>
                  <a:gd name="T24" fmla="*/ 9 w 77"/>
                  <a:gd name="T25" fmla="*/ 55 h 68"/>
                  <a:gd name="T26" fmla="*/ 3 w 77"/>
                  <a:gd name="T27" fmla="*/ 56 h 68"/>
                  <a:gd name="T28" fmla="*/ 2 w 77"/>
                  <a:gd name="T29" fmla="*/ 64 h 68"/>
                  <a:gd name="T30" fmla="*/ 6 w 77"/>
                  <a:gd name="T31" fmla="*/ 67 h 68"/>
                  <a:gd name="T32" fmla="*/ 19 w 77"/>
                  <a:gd name="T33" fmla="*/ 59 h 68"/>
                  <a:gd name="T34" fmla="*/ 36 w 77"/>
                  <a:gd name="T35" fmla="*/ 49 h 68"/>
                  <a:gd name="T36" fmla="*/ 48 w 77"/>
                  <a:gd name="T37" fmla="*/ 33 h 68"/>
                  <a:gd name="T38" fmla="*/ 63 w 77"/>
                  <a:gd name="T39" fmla="*/ 33 h 68"/>
                  <a:gd name="T40" fmla="*/ 70 w 77"/>
                  <a:gd name="T41" fmla="*/ 34 h 68"/>
                  <a:gd name="T42" fmla="*/ 75 w 77"/>
                  <a:gd name="T43" fmla="*/ 30 h 68"/>
                  <a:gd name="T44" fmla="*/ 68 w 77"/>
                  <a:gd name="T45" fmla="*/ 25 h 68"/>
                  <a:gd name="T46" fmla="*/ 59 w 77"/>
                  <a:gd name="T47" fmla="*/ 26 h 68"/>
                  <a:gd name="T48" fmla="*/ 54 w 77"/>
                  <a:gd name="T49" fmla="*/ 25 h 68"/>
                  <a:gd name="T50" fmla="*/ 57 w 77"/>
                  <a:gd name="T51" fmla="*/ 20 h 68"/>
                  <a:gd name="T52" fmla="*/ 61 w 77"/>
                  <a:gd name="T53" fmla="*/ 16 h 68"/>
                  <a:gd name="T54" fmla="*/ 66 w 77"/>
                  <a:gd name="T55" fmla="*/ 11 h 68"/>
                  <a:gd name="T56" fmla="*/ 65 w 77"/>
                  <a:gd name="T57" fmla="*/ 2 h 68"/>
                  <a:gd name="T58" fmla="*/ 58 w 77"/>
                  <a:gd name="T59" fmla="*/ 4 h 68"/>
                  <a:gd name="T60" fmla="*/ 54 w 77"/>
                  <a:gd name="T61" fmla="*/ 14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68">
                    <a:moveTo>
                      <a:pt x="54" y="14"/>
                    </a:moveTo>
                    <a:cubicBezTo>
                      <a:pt x="54" y="14"/>
                      <a:pt x="50" y="19"/>
                      <a:pt x="47" y="25"/>
                    </a:cubicBezTo>
                    <a:cubicBezTo>
                      <a:pt x="46" y="25"/>
                      <a:pt x="46" y="25"/>
                      <a:pt x="46" y="25"/>
                    </a:cubicBezTo>
                    <a:cubicBezTo>
                      <a:pt x="44" y="25"/>
                      <a:pt x="37" y="25"/>
                      <a:pt x="35" y="23"/>
                    </a:cubicBezTo>
                    <a:cubicBezTo>
                      <a:pt x="32" y="22"/>
                      <a:pt x="28" y="19"/>
                      <a:pt x="27" y="19"/>
                    </a:cubicBezTo>
                    <a:cubicBezTo>
                      <a:pt x="25" y="18"/>
                      <a:pt x="23" y="19"/>
                      <a:pt x="22" y="22"/>
                    </a:cubicBezTo>
                    <a:cubicBezTo>
                      <a:pt x="21" y="25"/>
                      <a:pt x="21" y="28"/>
                      <a:pt x="25" y="32"/>
                    </a:cubicBezTo>
                    <a:cubicBezTo>
                      <a:pt x="29" y="37"/>
                      <a:pt x="30" y="36"/>
                      <a:pt x="34" y="35"/>
                    </a:cubicBezTo>
                    <a:cubicBezTo>
                      <a:pt x="36" y="35"/>
                      <a:pt x="38" y="34"/>
                      <a:pt x="40" y="34"/>
                    </a:cubicBezTo>
                    <a:cubicBezTo>
                      <a:pt x="38" y="36"/>
                      <a:pt x="37" y="38"/>
                      <a:pt x="37" y="38"/>
                    </a:cubicBezTo>
                    <a:cubicBezTo>
                      <a:pt x="35" y="40"/>
                      <a:pt x="29" y="47"/>
                      <a:pt x="25" y="50"/>
                    </a:cubicBezTo>
                    <a:cubicBezTo>
                      <a:pt x="21" y="52"/>
                      <a:pt x="11" y="57"/>
                      <a:pt x="11" y="57"/>
                    </a:cubicBezTo>
                    <a:cubicBezTo>
                      <a:pt x="12" y="58"/>
                      <a:pt x="9" y="58"/>
                      <a:pt x="9" y="55"/>
                    </a:cubicBezTo>
                    <a:cubicBezTo>
                      <a:pt x="8" y="52"/>
                      <a:pt x="6" y="54"/>
                      <a:pt x="3" y="56"/>
                    </a:cubicBezTo>
                    <a:cubicBezTo>
                      <a:pt x="0" y="58"/>
                      <a:pt x="2" y="62"/>
                      <a:pt x="2" y="64"/>
                    </a:cubicBezTo>
                    <a:cubicBezTo>
                      <a:pt x="1" y="66"/>
                      <a:pt x="1" y="68"/>
                      <a:pt x="6" y="67"/>
                    </a:cubicBezTo>
                    <a:cubicBezTo>
                      <a:pt x="10" y="66"/>
                      <a:pt x="14" y="62"/>
                      <a:pt x="19" y="59"/>
                    </a:cubicBezTo>
                    <a:cubicBezTo>
                      <a:pt x="24" y="57"/>
                      <a:pt x="32" y="53"/>
                      <a:pt x="36" y="49"/>
                    </a:cubicBezTo>
                    <a:cubicBezTo>
                      <a:pt x="39" y="46"/>
                      <a:pt x="45" y="38"/>
                      <a:pt x="48" y="33"/>
                    </a:cubicBezTo>
                    <a:cubicBezTo>
                      <a:pt x="53" y="33"/>
                      <a:pt x="61" y="33"/>
                      <a:pt x="63" y="33"/>
                    </a:cubicBezTo>
                    <a:cubicBezTo>
                      <a:pt x="65" y="33"/>
                      <a:pt x="67" y="35"/>
                      <a:pt x="70" y="34"/>
                    </a:cubicBezTo>
                    <a:cubicBezTo>
                      <a:pt x="73" y="34"/>
                      <a:pt x="77" y="33"/>
                      <a:pt x="75" y="30"/>
                    </a:cubicBezTo>
                    <a:cubicBezTo>
                      <a:pt x="73" y="27"/>
                      <a:pt x="71" y="24"/>
                      <a:pt x="68" y="25"/>
                    </a:cubicBezTo>
                    <a:cubicBezTo>
                      <a:pt x="65" y="26"/>
                      <a:pt x="61" y="26"/>
                      <a:pt x="59" y="26"/>
                    </a:cubicBezTo>
                    <a:cubicBezTo>
                      <a:pt x="59" y="26"/>
                      <a:pt x="56" y="26"/>
                      <a:pt x="54" y="25"/>
                    </a:cubicBezTo>
                    <a:cubicBezTo>
                      <a:pt x="55" y="23"/>
                      <a:pt x="57" y="21"/>
                      <a:pt x="57" y="20"/>
                    </a:cubicBezTo>
                    <a:cubicBezTo>
                      <a:pt x="59" y="18"/>
                      <a:pt x="60" y="17"/>
                      <a:pt x="61" y="16"/>
                    </a:cubicBezTo>
                    <a:cubicBezTo>
                      <a:pt x="62" y="16"/>
                      <a:pt x="65" y="14"/>
                      <a:pt x="66" y="11"/>
                    </a:cubicBezTo>
                    <a:cubicBezTo>
                      <a:pt x="67" y="9"/>
                      <a:pt x="66" y="3"/>
                      <a:pt x="65" y="2"/>
                    </a:cubicBezTo>
                    <a:cubicBezTo>
                      <a:pt x="63" y="0"/>
                      <a:pt x="59" y="1"/>
                      <a:pt x="58" y="4"/>
                    </a:cubicBezTo>
                    <a:cubicBezTo>
                      <a:pt x="56" y="7"/>
                      <a:pt x="55" y="14"/>
                      <a:pt x="54" y="1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solidFill>
                    <a:srgbClr val="000000"/>
                  </a:solidFill>
                </a:endParaRPr>
              </a:p>
            </p:txBody>
          </p:sp>
          <p:sp>
            <p:nvSpPr>
              <p:cNvPr id="20" name="í$ḻíde"/>
              <p:cNvSpPr/>
              <p:nvPr/>
            </p:nvSpPr>
            <p:spPr bwMode="auto">
              <a:xfrm>
                <a:off x="2625726" y="2725738"/>
                <a:ext cx="890588" cy="1277938"/>
              </a:xfrm>
              <a:custGeom>
                <a:avLst/>
                <a:gdLst>
                  <a:gd name="T0" fmla="*/ 135 w 270"/>
                  <a:gd name="T1" fmla="*/ 22 h 387"/>
                  <a:gd name="T2" fmla="*/ 131 w 270"/>
                  <a:gd name="T3" fmla="*/ 22 h 387"/>
                  <a:gd name="T4" fmla="*/ 117 w 270"/>
                  <a:gd name="T5" fmla="*/ 6 h 387"/>
                  <a:gd name="T6" fmla="*/ 99 w 270"/>
                  <a:gd name="T7" fmla="*/ 6 h 387"/>
                  <a:gd name="T8" fmla="*/ 85 w 270"/>
                  <a:gd name="T9" fmla="*/ 0 h 387"/>
                  <a:gd name="T10" fmla="*/ 100 w 270"/>
                  <a:gd name="T11" fmla="*/ 20 h 387"/>
                  <a:gd name="T12" fmla="*/ 113 w 270"/>
                  <a:gd name="T13" fmla="*/ 20 h 387"/>
                  <a:gd name="T14" fmla="*/ 126 w 270"/>
                  <a:gd name="T15" fmla="*/ 23 h 387"/>
                  <a:gd name="T16" fmla="*/ 88 w 270"/>
                  <a:gd name="T17" fmla="*/ 45 h 387"/>
                  <a:gd name="T18" fmla="*/ 82 w 270"/>
                  <a:gd name="T19" fmla="*/ 108 h 387"/>
                  <a:gd name="T20" fmla="*/ 60 w 270"/>
                  <a:gd name="T21" fmla="*/ 108 h 387"/>
                  <a:gd name="T22" fmla="*/ 35 w 270"/>
                  <a:gd name="T23" fmla="*/ 142 h 387"/>
                  <a:gd name="T24" fmla="*/ 25 w 270"/>
                  <a:gd name="T25" fmla="*/ 309 h 387"/>
                  <a:gd name="T26" fmla="*/ 0 w 270"/>
                  <a:gd name="T27" fmla="*/ 387 h 387"/>
                  <a:gd name="T28" fmla="*/ 30 w 270"/>
                  <a:gd name="T29" fmla="*/ 387 h 387"/>
                  <a:gd name="T30" fmla="*/ 45 w 270"/>
                  <a:gd name="T31" fmla="*/ 367 h 387"/>
                  <a:gd name="T32" fmla="*/ 37 w 270"/>
                  <a:gd name="T33" fmla="*/ 387 h 387"/>
                  <a:gd name="T34" fmla="*/ 63 w 270"/>
                  <a:gd name="T35" fmla="*/ 387 h 387"/>
                  <a:gd name="T36" fmla="*/ 70 w 270"/>
                  <a:gd name="T37" fmla="*/ 353 h 387"/>
                  <a:gd name="T38" fmla="*/ 78 w 270"/>
                  <a:gd name="T39" fmla="*/ 167 h 387"/>
                  <a:gd name="T40" fmla="*/ 90 w 270"/>
                  <a:gd name="T41" fmla="*/ 151 h 387"/>
                  <a:gd name="T42" fmla="*/ 130 w 270"/>
                  <a:gd name="T43" fmla="*/ 151 h 387"/>
                  <a:gd name="T44" fmla="*/ 130 w 270"/>
                  <a:gd name="T45" fmla="*/ 69 h 387"/>
                  <a:gd name="T46" fmla="*/ 113 w 270"/>
                  <a:gd name="T47" fmla="*/ 48 h 387"/>
                  <a:gd name="T48" fmla="*/ 135 w 270"/>
                  <a:gd name="T49" fmla="*/ 27 h 387"/>
                  <a:gd name="T50" fmla="*/ 156 w 270"/>
                  <a:gd name="T51" fmla="*/ 48 h 387"/>
                  <a:gd name="T52" fmla="*/ 139 w 270"/>
                  <a:gd name="T53" fmla="*/ 69 h 387"/>
                  <a:gd name="T54" fmla="*/ 139 w 270"/>
                  <a:gd name="T55" fmla="*/ 151 h 387"/>
                  <a:gd name="T56" fmla="*/ 180 w 270"/>
                  <a:gd name="T57" fmla="*/ 151 h 387"/>
                  <a:gd name="T58" fmla="*/ 191 w 270"/>
                  <a:gd name="T59" fmla="*/ 167 h 387"/>
                  <a:gd name="T60" fmla="*/ 200 w 270"/>
                  <a:gd name="T61" fmla="*/ 353 h 387"/>
                  <a:gd name="T62" fmla="*/ 207 w 270"/>
                  <a:gd name="T63" fmla="*/ 387 h 387"/>
                  <a:gd name="T64" fmla="*/ 233 w 270"/>
                  <a:gd name="T65" fmla="*/ 387 h 387"/>
                  <a:gd name="T66" fmla="*/ 224 w 270"/>
                  <a:gd name="T67" fmla="*/ 367 h 387"/>
                  <a:gd name="T68" fmla="*/ 239 w 270"/>
                  <a:gd name="T69" fmla="*/ 387 h 387"/>
                  <a:gd name="T70" fmla="*/ 270 w 270"/>
                  <a:gd name="T71" fmla="*/ 387 h 387"/>
                  <a:gd name="T72" fmla="*/ 244 w 270"/>
                  <a:gd name="T73" fmla="*/ 309 h 387"/>
                  <a:gd name="T74" fmla="*/ 235 w 270"/>
                  <a:gd name="T75" fmla="*/ 142 h 387"/>
                  <a:gd name="T76" fmla="*/ 209 w 270"/>
                  <a:gd name="T77" fmla="*/ 108 h 387"/>
                  <a:gd name="T78" fmla="*/ 188 w 270"/>
                  <a:gd name="T79" fmla="*/ 108 h 387"/>
                  <a:gd name="T80" fmla="*/ 182 w 270"/>
                  <a:gd name="T81" fmla="*/ 45 h 387"/>
                  <a:gd name="T82" fmla="*/ 144 w 270"/>
                  <a:gd name="T83" fmla="*/ 23 h 387"/>
                  <a:gd name="T84" fmla="*/ 157 w 270"/>
                  <a:gd name="T85" fmla="*/ 20 h 387"/>
                  <a:gd name="T86" fmla="*/ 170 w 270"/>
                  <a:gd name="T87" fmla="*/ 20 h 387"/>
                  <a:gd name="T88" fmla="*/ 184 w 270"/>
                  <a:gd name="T89" fmla="*/ 0 h 387"/>
                  <a:gd name="T90" fmla="*/ 170 w 270"/>
                  <a:gd name="T91" fmla="*/ 6 h 387"/>
                  <a:gd name="T92" fmla="*/ 153 w 270"/>
                  <a:gd name="T93" fmla="*/ 6 h 387"/>
                  <a:gd name="T94" fmla="*/ 139 w 270"/>
                  <a:gd name="T95" fmla="*/ 22 h 387"/>
                  <a:gd name="T96" fmla="*/ 135 w 270"/>
                  <a:gd name="T97" fmla="*/ 22 h 3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70" h="387">
                    <a:moveTo>
                      <a:pt x="135" y="22"/>
                    </a:moveTo>
                    <a:cubicBezTo>
                      <a:pt x="133" y="22"/>
                      <a:pt x="132" y="22"/>
                      <a:pt x="131" y="22"/>
                    </a:cubicBezTo>
                    <a:cubicBezTo>
                      <a:pt x="130" y="15"/>
                      <a:pt x="126" y="6"/>
                      <a:pt x="117" y="6"/>
                    </a:cubicBezTo>
                    <a:cubicBezTo>
                      <a:pt x="110" y="6"/>
                      <a:pt x="106" y="6"/>
                      <a:pt x="99" y="6"/>
                    </a:cubicBezTo>
                    <a:cubicBezTo>
                      <a:pt x="93" y="6"/>
                      <a:pt x="88" y="4"/>
                      <a:pt x="85" y="0"/>
                    </a:cubicBezTo>
                    <a:cubicBezTo>
                      <a:pt x="87" y="9"/>
                      <a:pt x="90" y="18"/>
                      <a:pt x="100" y="20"/>
                    </a:cubicBezTo>
                    <a:cubicBezTo>
                      <a:pt x="104" y="20"/>
                      <a:pt x="109" y="20"/>
                      <a:pt x="113" y="20"/>
                    </a:cubicBezTo>
                    <a:cubicBezTo>
                      <a:pt x="120" y="20"/>
                      <a:pt x="123" y="21"/>
                      <a:pt x="126" y="23"/>
                    </a:cubicBezTo>
                    <a:cubicBezTo>
                      <a:pt x="109" y="24"/>
                      <a:pt x="93" y="30"/>
                      <a:pt x="88" y="45"/>
                    </a:cubicBezTo>
                    <a:cubicBezTo>
                      <a:pt x="83" y="59"/>
                      <a:pt x="85" y="92"/>
                      <a:pt x="82" y="108"/>
                    </a:cubicBezTo>
                    <a:cubicBezTo>
                      <a:pt x="75" y="108"/>
                      <a:pt x="67" y="108"/>
                      <a:pt x="60" y="108"/>
                    </a:cubicBezTo>
                    <a:cubicBezTo>
                      <a:pt x="42" y="107"/>
                      <a:pt x="36" y="123"/>
                      <a:pt x="35" y="142"/>
                    </a:cubicBezTo>
                    <a:cubicBezTo>
                      <a:pt x="32" y="198"/>
                      <a:pt x="28" y="253"/>
                      <a:pt x="25" y="309"/>
                    </a:cubicBezTo>
                    <a:cubicBezTo>
                      <a:pt x="23" y="352"/>
                      <a:pt x="14" y="372"/>
                      <a:pt x="0" y="387"/>
                    </a:cubicBezTo>
                    <a:cubicBezTo>
                      <a:pt x="10" y="387"/>
                      <a:pt x="20" y="387"/>
                      <a:pt x="30" y="387"/>
                    </a:cubicBezTo>
                    <a:cubicBezTo>
                      <a:pt x="35" y="383"/>
                      <a:pt x="38" y="378"/>
                      <a:pt x="45" y="367"/>
                    </a:cubicBezTo>
                    <a:cubicBezTo>
                      <a:pt x="42" y="377"/>
                      <a:pt x="40" y="382"/>
                      <a:pt x="37" y="387"/>
                    </a:cubicBezTo>
                    <a:cubicBezTo>
                      <a:pt x="46" y="387"/>
                      <a:pt x="54" y="387"/>
                      <a:pt x="63" y="387"/>
                    </a:cubicBezTo>
                    <a:cubicBezTo>
                      <a:pt x="68" y="377"/>
                      <a:pt x="70" y="365"/>
                      <a:pt x="70" y="353"/>
                    </a:cubicBezTo>
                    <a:cubicBezTo>
                      <a:pt x="73" y="291"/>
                      <a:pt x="76" y="229"/>
                      <a:pt x="78" y="167"/>
                    </a:cubicBezTo>
                    <a:cubicBezTo>
                      <a:pt x="79" y="157"/>
                      <a:pt x="82" y="151"/>
                      <a:pt x="90" y="151"/>
                    </a:cubicBezTo>
                    <a:cubicBezTo>
                      <a:pt x="103" y="151"/>
                      <a:pt x="117" y="151"/>
                      <a:pt x="130" y="151"/>
                    </a:cubicBezTo>
                    <a:cubicBezTo>
                      <a:pt x="130" y="124"/>
                      <a:pt x="130" y="96"/>
                      <a:pt x="130" y="69"/>
                    </a:cubicBezTo>
                    <a:cubicBezTo>
                      <a:pt x="121" y="67"/>
                      <a:pt x="113" y="58"/>
                      <a:pt x="113" y="48"/>
                    </a:cubicBezTo>
                    <a:cubicBezTo>
                      <a:pt x="113" y="36"/>
                      <a:pt x="123" y="27"/>
                      <a:pt x="135" y="27"/>
                    </a:cubicBezTo>
                    <a:cubicBezTo>
                      <a:pt x="147" y="27"/>
                      <a:pt x="156" y="36"/>
                      <a:pt x="156" y="48"/>
                    </a:cubicBezTo>
                    <a:cubicBezTo>
                      <a:pt x="156" y="58"/>
                      <a:pt x="149" y="67"/>
                      <a:pt x="139" y="69"/>
                    </a:cubicBezTo>
                    <a:cubicBezTo>
                      <a:pt x="139" y="96"/>
                      <a:pt x="139" y="124"/>
                      <a:pt x="139" y="151"/>
                    </a:cubicBezTo>
                    <a:cubicBezTo>
                      <a:pt x="153" y="151"/>
                      <a:pt x="166" y="151"/>
                      <a:pt x="180" y="151"/>
                    </a:cubicBezTo>
                    <a:cubicBezTo>
                      <a:pt x="188" y="151"/>
                      <a:pt x="191" y="157"/>
                      <a:pt x="191" y="167"/>
                    </a:cubicBezTo>
                    <a:cubicBezTo>
                      <a:pt x="194" y="229"/>
                      <a:pt x="197" y="291"/>
                      <a:pt x="200" y="353"/>
                    </a:cubicBezTo>
                    <a:cubicBezTo>
                      <a:pt x="200" y="365"/>
                      <a:pt x="202" y="377"/>
                      <a:pt x="207" y="387"/>
                    </a:cubicBezTo>
                    <a:cubicBezTo>
                      <a:pt x="215" y="387"/>
                      <a:pt x="224" y="387"/>
                      <a:pt x="233" y="387"/>
                    </a:cubicBezTo>
                    <a:cubicBezTo>
                      <a:pt x="230" y="382"/>
                      <a:pt x="227" y="377"/>
                      <a:pt x="224" y="367"/>
                    </a:cubicBezTo>
                    <a:cubicBezTo>
                      <a:pt x="232" y="378"/>
                      <a:pt x="235" y="383"/>
                      <a:pt x="239" y="387"/>
                    </a:cubicBezTo>
                    <a:cubicBezTo>
                      <a:pt x="249" y="387"/>
                      <a:pt x="260" y="387"/>
                      <a:pt x="270" y="387"/>
                    </a:cubicBezTo>
                    <a:cubicBezTo>
                      <a:pt x="256" y="372"/>
                      <a:pt x="247" y="352"/>
                      <a:pt x="244" y="309"/>
                    </a:cubicBezTo>
                    <a:cubicBezTo>
                      <a:pt x="242" y="253"/>
                      <a:pt x="238" y="198"/>
                      <a:pt x="235" y="142"/>
                    </a:cubicBezTo>
                    <a:cubicBezTo>
                      <a:pt x="234" y="123"/>
                      <a:pt x="228" y="107"/>
                      <a:pt x="209" y="108"/>
                    </a:cubicBezTo>
                    <a:cubicBezTo>
                      <a:pt x="202" y="108"/>
                      <a:pt x="195" y="108"/>
                      <a:pt x="188" y="108"/>
                    </a:cubicBezTo>
                    <a:cubicBezTo>
                      <a:pt x="185" y="92"/>
                      <a:pt x="186" y="59"/>
                      <a:pt x="182" y="45"/>
                    </a:cubicBezTo>
                    <a:cubicBezTo>
                      <a:pt x="176" y="30"/>
                      <a:pt x="161" y="24"/>
                      <a:pt x="144" y="23"/>
                    </a:cubicBezTo>
                    <a:cubicBezTo>
                      <a:pt x="146" y="21"/>
                      <a:pt x="150" y="20"/>
                      <a:pt x="157" y="20"/>
                    </a:cubicBezTo>
                    <a:cubicBezTo>
                      <a:pt x="161" y="20"/>
                      <a:pt x="166" y="20"/>
                      <a:pt x="170" y="20"/>
                    </a:cubicBezTo>
                    <a:cubicBezTo>
                      <a:pt x="180" y="18"/>
                      <a:pt x="183" y="9"/>
                      <a:pt x="184" y="0"/>
                    </a:cubicBezTo>
                    <a:cubicBezTo>
                      <a:pt x="181" y="4"/>
                      <a:pt x="177" y="6"/>
                      <a:pt x="170" y="6"/>
                    </a:cubicBezTo>
                    <a:cubicBezTo>
                      <a:pt x="164" y="6"/>
                      <a:pt x="159" y="6"/>
                      <a:pt x="153" y="6"/>
                    </a:cubicBezTo>
                    <a:cubicBezTo>
                      <a:pt x="144" y="6"/>
                      <a:pt x="140" y="15"/>
                      <a:pt x="139" y="22"/>
                    </a:cubicBezTo>
                    <a:cubicBezTo>
                      <a:pt x="138" y="22"/>
                      <a:pt x="136" y="22"/>
                      <a:pt x="135" y="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solidFill>
                    <a:srgbClr val="000000"/>
                  </a:solidFill>
                </a:endParaRPr>
              </a:p>
            </p:txBody>
          </p:sp>
          <p:sp>
            <p:nvSpPr>
              <p:cNvPr id="21" name="ïŝľîḑê"/>
              <p:cNvSpPr/>
              <p:nvPr/>
            </p:nvSpPr>
            <p:spPr bwMode="auto">
              <a:xfrm>
                <a:off x="1735138" y="2095500"/>
                <a:ext cx="2667000" cy="2670175"/>
              </a:xfrm>
              <a:custGeom>
                <a:avLst/>
                <a:gdLst>
                  <a:gd name="T0" fmla="*/ 404 w 809"/>
                  <a:gd name="T1" fmla="*/ 0 h 809"/>
                  <a:gd name="T2" fmla="*/ 809 w 809"/>
                  <a:gd name="T3" fmla="*/ 404 h 809"/>
                  <a:gd name="T4" fmla="*/ 404 w 809"/>
                  <a:gd name="T5" fmla="*/ 809 h 809"/>
                  <a:gd name="T6" fmla="*/ 0 w 809"/>
                  <a:gd name="T7" fmla="*/ 404 h 809"/>
                  <a:gd name="T8" fmla="*/ 404 w 809"/>
                  <a:gd name="T9" fmla="*/ 0 h 809"/>
                  <a:gd name="T10" fmla="*/ 404 w 809"/>
                  <a:gd name="T11" fmla="*/ 0 h 809"/>
                  <a:gd name="T12" fmla="*/ 404 w 809"/>
                  <a:gd name="T13" fmla="*/ 14 h 809"/>
                  <a:gd name="T14" fmla="*/ 14 w 809"/>
                  <a:gd name="T15" fmla="*/ 404 h 809"/>
                  <a:gd name="T16" fmla="*/ 404 w 809"/>
                  <a:gd name="T17" fmla="*/ 795 h 809"/>
                  <a:gd name="T18" fmla="*/ 795 w 809"/>
                  <a:gd name="T19" fmla="*/ 404 h 809"/>
                  <a:gd name="T20" fmla="*/ 404 w 809"/>
                  <a:gd name="T21" fmla="*/ 14 h 8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09" h="809">
                    <a:moveTo>
                      <a:pt x="404" y="0"/>
                    </a:moveTo>
                    <a:cubicBezTo>
                      <a:pt x="627" y="0"/>
                      <a:pt x="809" y="182"/>
                      <a:pt x="809" y="404"/>
                    </a:cubicBezTo>
                    <a:cubicBezTo>
                      <a:pt x="809" y="627"/>
                      <a:pt x="627" y="809"/>
                      <a:pt x="404" y="809"/>
                    </a:cubicBezTo>
                    <a:cubicBezTo>
                      <a:pt x="181" y="809"/>
                      <a:pt x="0" y="627"/>
                      <a:pt x="0" y="404"/>
                    </a:cubicBezTo>
                    <a:cubicBezTo>
                      <a:pt x="0" y="182"/>
                      <a:pt x="181" y="0"/>
                      <a:pt x="404" y="0"/>
                    </a:cubicBezTo>
                    <a:cubicBezTo>
                      <a:pt x="404" y="0"/>
                      <a:pt x="404" y="0"/>
                      <a:pt x="404" y="0"/>
                    </a:cubicBezTo>
                    <a:close/>
                    <a:moveTo>
                      <a:pt x="404" y="14"/>
                    </a:moveTo>
                    <a:cubicBezTo>
                      <a:pt x="189" y="14"/>
                      <a:pt x="14" y="189"/>
                      <a:pt x="14" y="404"/>
                    </a:cubicBezTo>
                    <a:cubicBezTo>
                      <a:pt x="14" y="619"/>
                      <a:pt x="189" y="795"/>
                      <a:pt x="404" y="795"/>
                    </a:cubicBezTo>
                    <a:cubicBezTo>
                      <a:pt x="619" y="795"/>
                      <a:pt x="795" y="619"/>
                      <a:pt x="795" y="404"/>
                    </a:cubicBezTo>
                    <a:cubicBezTo>
                      <a:pt x="795" y="189"/>
                      <a:pt x="619" y="14"/>
                      <a:pt x="404" y="1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solidFill>
                    <a:srgbClr val="000000"/>
                  </a:solidFill>
                </a:endParaRPr>
              </a:p>
            </p:txBody>
          </p:sp>
          <p:sp>
            <p:nvSpPr>
              <p:cNvPr id="22" name="išlíḑe"/>
              <p:cNvSpPr/>
              <p:nvPr/>
            </p:nvSpPr>
            <p:spPr bwMode="auto">
              <a:xfrm>
                <a:off x="1897063" y="3373438"/>
                <a:ext cx="2333625" cy="1227138"/>
              </a:xfrm>
              <a:custGeom>
                <a:avLst/>
                <a:gdLst>
                  <a:gd name="T0" fmla="*/ 21 w 708"/>
                  <a:gd name="T1" fmla="*/ 23 h 372"/>
                  <a:gd name="T2" fmla="*/ 53 w 708"/>
                  <a:gd name="T3" fmla="*/ 35 h 372"/>
                  <a:gd name="T4" fmla="*/ 51 w 708"/>
                  <a:gd name="T5" fmla="*/ 26 h 372"/>
                  <a:gd name="T6" fmla="*/ 18 w 708"/>
                  <a:gd name="T7" fmla="*/ 47 h 372"/>
                  <a:gd name="T8" fmla="*/ 18 w 708"/>
                  <a:gd name="T9" fmla="*/ 88 h 372"/>
                  <a:gd name="T10" fmla="*/ 48 w 708"/>
                  <a:gd name="T11" fmla="*/ 67 h 372"/>
                  <a:gd name="T12" fmla="*/ 18 w 708"/>
                  <a:gd name="T13" fmla="*/ 88 h 372"/>
                  <a:gd name="T14" fmla="*/ 62 w 708"/>
                  <a:gd name="T15" fmla="*/ 109 h 372"/>
                  <a:gd name="T16" fmla="*/ 64 w 708"/>
                  <a:gd name="T17" fmla="*/ 147 h 372"/>
                  <a:gd name="T18" fmla="*/ 42 w 708"/>
                  <a:gd name="T19" fmla="*/ 155 h 372"/>
                  <a:gd name="T20" fmla="*/ 57 w 708"/>
                  <a:gd name="T21" fmla="*/ 206 h 372"/>
                  <a:gd name="T22" fmla="*/ 116 w 708"/>
                  <a:gd name="T23" fmla="*/ 203 h 372"/>
                  <a:gd name="T24" fmla="*/ 93 w 708"/>
                  <a:gd name="T25" fmla="*/ 174 h 372"/>
                  <a:gd name="T26" fmla="*/ 46 w 708"/>
                  <a:gd name="T27" fmla="*/ 181 h 372"/>
                  <a:gd name="T28" fmla="*/ 129 w 708"/>
                  <a:gd name="T29" fmla="*/ 265 h 372"/>
                  <a:gd name="T30" fmla="*/ 149 w 708"/>
                  <a:gd name="T31" fmla="*/ 251 h 372"/>
                  <a:gd name="T32" fmla="*/ 121 w 708"/>
                  <a:gd name="T33" fmla="*/ 221 h 372"/>
                  <a:gd name="T34" fmla="*/ 111 w 708"/>
                  <a:gd name="T35" fmla="*/ 252 h 372"/>
                  <a:gd name="T36" fmla="*/ 164 w 708"/>
                  <a:gd name="T37" fmla="*/ 295 h 372"/>
                  <a:gd name="T38" fmla="*/ 175 w 708"/>
                  <a:gd name="T39" fmla="*/ 321 h 372"/>
                  <a:gd name="T40" fmla="*/ 132 w 708"/>
                  <a:gd name="T41" fmla="*/ 292 h 372"/>
                  <a:gd name="T42" fmla="*/ 146 w 708"/>
                  <a:gd name="T43" fmla="*/ 291 h 372"/>
                  <a:gd name="T44" fmla="*/ 211 w 708"/>
                  <a:gd name="T45" fmla="*/ 283 h 372"/>
                  <a:gd name="T46" fmla="*/ 260 w 708"/>
                  <a:gd name="T47" fmla="*/ 308 h 372"/>
                  <a:gd name="T48" fmla="*/ 205 w 708"/>
                  <a:gd name="T49" fmla="*/ 335 h 372"/>
                  <a:gd name="T50" fmla="*/ 342 w 708"/>
                  <a:gd name="T51" fmla="*/ 329 h 372"/>
                  <a:gd name="T52" fmla="*/ 344 w 708"/>
                  <a:gd name="T53" fmla="*/ 352 h 372"/>
                  <a:gd name="T54" fmla="*/ 303 w 708"/>
                  <a:gd name="T55" fmla="*/ 320 h 372"/>
                  <a:gd name="T56" fmla="*/ 320 w 708"/>
                  <a:gd name="T57" fmla="*/ 364 h 372"/>
                  <a:gd name="T58" fmla="*/ 360 w 708"/>
                  <a:gd name="T59" fmla="*/ 321 h 372"/>
                  <a:gd name="T60" fmla="*/ 416 w 708"/>
                  <a:gd name="T61" fmla="*/ 315 h 372"/>
                  <a:gd name="T62" fmla="*/ 384 w 708"/>
                  <a:gd name="T63" fmla="*/ 368 h 372"/>
                  <a:gd name="T64" fmla="*/ 464 w 708"/>
                  <a:gd name="T65" fmla="*/ 350 h 372"/>
                  <a:gd name="T66" fmla="*/ 433 w 708"/>
                  <a:gd name="T67" fmla="*/ 313 h 372"/>
                  <a:gd name="T68" fmla="*/ 508 w 708"/>
                  <a:gd name="T69" fmla="*/ 337 h 372"/>
                  <a:gd name="T70" fmla="*/ 500 w 708"/>
                  <a:gd name="T71" fmla="*/ 285 h 372"/>
                  <a:gd name="T72" fmla="*/ 483 w 708"/>
                  <a:gd name="T73" fmla="*/ 294 h 372"/>
                  <a:gd name="T74" fmla="*/ 508 w 708"/>
                  <a:gd name="T75" fmla="*/ 337 h 372"/>
                  <a:gd name="T76" fmla="*/ 515 w 708"/>
                  <a:gd name="T77" fmla="*/ 276 h 372"/>
                  <a:gd name="T78" fmla="*/ 548 w 708"/>
                  <a:gd name="T79" fmla="*/ 279 h 372"/>
                  <a:gd name="T80" fmla="*/ 550 w 708"/>
                  <a:gd name="T81" fmla="*/ 283 h 372"/>
                  <a:gd name="T82" fmla="*/ 547 w 708"/>
                  <a:gd name="T83" fmla="*/ 316 h 372"/>
                  <a:gd name="T84" fmla="*/ 609 w 708"/>
                  <a:gd name="T85" fmla="*/ 250 h 372"/>
                  <a:gd name="T86" fmla="*/ 608 w 708"/>
                  <a:gd name="T87" fmla="*/ 227 h 372"/>
                  <a:gd name="T88" fmla="*/ 573 w 708"/>
                  <a:gd name="T89" fmla="*/ 241 h 372"/>
                  <a:gd name="T90" fmla="*/ 609 w 708"/>
                  <a:gd name="T91" fmla="*/ 250 h 372"/>
                  <a:gd name="T92" fmla="*/ 656 w 708"/>
                  <a:gd name="T93" fmla="*/ 184 h 372"/>
                  <a:gd name="T94" fmla="*/ 613 w 708"/>
                  <a:gd name="T95" fmla="*/ 172 h 372"/>
                  <a:gd name="T96" fmla="*/ 625 w 708"/>
                  <a:gd name="T97" fmla="*/ 165 h 372"/>
                  <a:gd name="T98" fmla="*/ 650 w 708"/>
                  <a:gd name="T99" fmla="*/ 169 h 372"/>
                  <a:gd name="T100" fmla="*/ 651 w 708"/>
                  <a:gd name="T101" fmla="*/ 215 h 372"/>
                  <a:gd name="T102" fmla="*/ 635 w 708"/>
                  <a:gd name="T103" fmla="*/ 139 h 372"/>
                  <a:gd name="T104" fmla="*/ 683 w 708"/>
                  <a:gd name="T105" fmla="*/ 137 h 372"/>
                  <a:gd name="T106" fmla="*/ 655 w 708"/>
                  <a:gd name="T107" fmla="*/ 73 h 372"/>
                  <a:gd name="T108" fmla="*/ 690 w 708"/>
                  <a:gd name="T109" fmla="*/ 98 h 372"/>
                  <a:gd name="T110" fmla="*/ 684 w 708"/>
                  <a:gd name="T111" fmla="*/ 17 h 372"/>
                  <a:gd name="T112" fmla="*/ 698 w 708"/>
                  <a:gd name="T113" fmla="*/ 34 h 372"/>
                  <a:gd name="T114" fmla="*/ 659 w 708"/>
                  <a:gd name="T115" fmla="*/ 29 h 372"/>
                  <a:gd name="T116" fmla="*/ 659 w 708"/>
                  <a:gd name="T117" fmla="*/ 11 h 372"/>
                  <a:gd name="T118" fmla="*/ 663 w 708"/>
                  <a:gd name="T119" fmla="*/ 6 h 3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708" h="372">
                    <a:moveTo>
                      <a:pt x="0" y="6"/>
                    </a:moveTo>
                    <a:cubicBezTo>
                      <a:pt x="19" y="6"/>
                      <a:pt x="19" y="6"/>
                      <a:pt x="19" y="6"/>
                    </a:cubicBezTo>
                    <a:cubicBezTo>
                      <a:pt x="19" y="8"/>
                      <a:pt x="19" y="8"/>
                      <a:pt x="19" y="8"/>
                    </a:cubicBezTo>
                    <a:cubicBezTo>
                      <a:pt x="15" y="9"/>
                      <a:pt x="11" y="11"/>
                      <a:pt x="8" y="14"/>
                    </a:cubicBezTo>
                    <a:cubicBezTo>
                      <a:pt x="5" y="18"/>
                      <a:pt x="4" y="22"/>
                      <a:pt x="4" y="26"/>
                    </a:cubicBezTo>
                    <a:cubicBezTo>
                      <a:pt x="4" y="29"/>
                      <a:pt x="5" y="32"/>
                      <a:pt x="6" y="33"/>
                    </a:cubicBezTo>
                    <a:cubicBezTo>
                      <a:pt x="7" y="35"/>
                      <a:pt x="9" y="36"/>
                      <a:pt x="11" y="36"/>
                    </a:cubicBezTo>
                    <a:cubicBezTo>
                      <a:pt x="14" y="36"/>
                      <a:pt x="18" y="32"/>
                      <a:pt x="21" y="23"/>
                    </a:cubicBezTo>
                    <a:cubicBezTo>
                      <a:pt x="21" y="23"/>
                      <a:pt x="21" y="23"/>
                      <a:pt x="21" y="23"/>
                    </a:cubicBezTo>
                    <a:cubicBezTo>
                      <a:pt x="22" y="22"/>
                      <a:pt x="22" y="22"/>
                      <a:pt x="22" y="21"/>
                    </a:cubicBezTo>
                    <a:cubicBezTo>
                      <a:pt x="25" y="15"/>
                      <a:pt x="27" y="11"/>
                      <a:pt x="30" y="9"/>
                    </a:cubicBezTo>
                    <a:cubicBezTo>
                      <a:pt x="31" y="8"/>
                      <a:pt x="32" y="7"/>
                      <a:pt x="34" y="7"/>
                    </a:cubicBezTo>
                    <a:cubicBezTo>
                      <a:pt x="35" y="6"/>
                      <a:pt x="36" y="6"/>
                      <a:pt x="38" y="6"/>
                    </a:cubicBezTo>
                    <a:cubicBezTo>
                      <a:pt x="43" y="6"/>
                      <a:pt x="47" y="8"/>
                      <a:pt x="50" y="11"/>
                    </a:cubicBezTo>
                    <a:cubicBezTo>
                      <a:pt x="53" y="15"/>
                      <a:pt x="55" y="19"/>
                      <a:pt x="55" y="25"/>
                    </a:cubicBezTo>
                    <a:cubicBezTo>
                      <a:pt x="55" y="28"/>
                      <a:pt x="54" y="31"/>
                      <a:pt x="53" y="35"/>
                    </a:cubicBezTo>
                    <a:cubicBezTo>
                      <a:pt x="52" y="38"/>
                      <a:pt x="51" y="40"/>
                      <a:pt x="51" y="40"/>
                    </a:cubicBezTo>
                    <a:cubicBezTo>
                      <a:pt x="51" y="41"/>
                      <a:pt x="52" y="41"/>
                      <a:pt x="52" y="42"/>
                    </a:cubicBezTo>
                    <a:cubicBezTo>
                      <a:pt x="53" y="42"/>
                      <a:pt x="53" y="42"/>
                      <a:pt x="55" y="42"/>
                    </a:cubicBezTo>
                    <a:cubicBezTo>
                      <a:pt x="55" y="44"/>
                      <a:pt x="55" y="44"/>
                      <a:pt x="55" y="44"/>
                    </a:cubicBezTo>
                    <a:cubicBezTo>
                      <a:pt x="38" y="45"/>
                      <a:pt x="38" y="45"/>
                      <a:pt x="38" y="45"/>
                    </a:cubicBezTo>
                    <a:cubicBezTo>
                      <a:pt x="38" y="43"/>
                      <a:pt x="38" y="43"/>
                      <a:pt x="38" y="43"/>
                    </a:cubicBezTo>
                    <a:cubicBezTo>
                      <a:pt x="42" y="42"/>
                      <a:pt x="45" y="40"/>
                      <a:pt x="48" y="37"/>
                    </a:cubicBezTo>
                    <a:cubicBezTo>
                      <a:pt x="50" y="34"/>
                      <a:pt x="51" y="30"/>
                      <a:pt x="51" y="26"/>
                    </a:cubicBezTo>
                    <a:cubicBezTo>
                      <a:pt x="51" y="24"/>
                      <a:pt x="51" y="22"/>
                      <a:pt x="49" y="20"/>
                    </a:cubicBezTo>
                    <a:cubicBezTo>
                      <a:pt x="48" y="19"/>
                      <a:pt x="47" y="18"/>
                      <a:pt x="45" y="18"/>
                    </a:cubicBezTo>
                    <a:cubicBezTo>
                      <a:pt x="42" y="18"/>
                      <a:pt x="39" y="21"/>
                      <a:pt x="37" y="28"/>
                    </a:cubicBezTo>
                    <a:cubicBezTo>
                      <a:pt x="36" y="29"/>
                      <a:pt x="36" y="29"/>
                      <a:pt x="36" y="29"/>
                    </a:cubicBezTo>
                    <a:cubicBezTo>
                      <a:pt x="34" y="33"/>
                      <a:pt x="33" y="37"/>
                      <a:pt x="32" y="39"/>
                    </a:cubicBezTo>
                    <a:cubicBezTo>
                      <a:pt x="31" y="40"/>
                      <a:pt x="30" y="42"/>
                      <a:pt x="29" y="43"/>
                    </a:cubicBezTo>
                    <a:cubicBezTo>
                      <a:pt x="27" y="44"/>
                      <a:pt x="26" y="45"/>
                      <a:pt x="24" y="46"/>
                    </a:cubicBezTo>
                    <a:cubicBezTo>
                      <a:pt x="22" y="47"/>
                      <a:pt x="20" y="47"/>
                      <a:pt x="18" y="47"/>
                    </a:cubicBezTo>
                    <a:cubicBezTo>
                      <a:pt x="13" y="47"/>
                      <a:pt x="9" y="46"/>
                      <a:pt x="6" y="42"/>
                    </a:cubicBezTo>
                    <a:cubicBezTo>
                      <a:pt x="2" y="38"/>
                      <a:pt x="1" y="34"/>
                      <a:pt x="1" y="28"/>
                    </a:cubicBezTo>
                    <a:cubicBezTo>
                      <a:pt x="1" y="25"/>
                      <a:pt x="1" y="21"/>
                      <a:pt x="2" y="17"/>
                    </a:cubicBezTo>
                    <a:cubicBezTo>
                      <a:pt x="3" y="14"/>
                      <a:pt x="4" y="12"/>
                      <a:pt x="4" y="12"/>
                    </a:cubicBezTo>
                    <a:cubicBezTo>
                      <a:pt x="4" y="11"/>
                      <a:pt x="3" y="10"/>
                      <a:pt x="3" y="9"/>
                    </a:cubicBezTo>
                    <a:cubicBezTo>
                      <a:pt x="2" y="9"/>
                      <a:pt x="1" y="9"/>
                      <a:pt x="0" y="9"/>
                    </a:cubicBezTo>
                    <a:cubicBezTo>
                      <a:pt x="0" y="6"/>
                      <a:pt x="0" y="6"/>
                      <a:pt x="0" y="6"/>
                    </a:cubicBezTo>
                    <a:close/>
                    <a:moveTo>
                      <a:pt x="18" y="88"/>
                    </a:moveTo>
                    <a:cubicBezTo>
                      <a:pt x="16" y="89"/>
                      <a:pt x="14" y="90"/>
                      <a:pt x="13" y="91"/>
                    </a:cubicBezTo>
                    <a:cubicBezTo>
                      <a:pt x="12" y="92"/>
                      <a:pt x="12" y="94"/>
                      <a:pt x="12" y="96"/>
                    </a:cubicBezTo>
                    <a:cubicBezTo>
                      <a:pt x="10" y="96"/>
                      <a:pt x="10" y="96"/>
                      <a:pt x="10" y="96"/>
                    </a:cubicBezTo>
                    <a:cubicBezTo>
                      <a:pt x="5" y="68"/>
                      <a:pt x="5" y="68"/>
                      <a:pt x="5" y="68"/>
                    </a:cubicBezTo>
                    <a:cubicBezTo>
                      <a:pt x="7" y="67"/>
                      <a:pt x="7" y="67"/>
                      <a:pt x="7" y="67"/>
                    </a:cubicBezTo>
                    <a:cubicBezTo>
                      <a:pt x="8" y="70"/>
                      <a:pt x="8" y="71"/>
                      <a:pt x="10" y="72"/>
                    </a:cubicBezTo>
                    <a:cubicBezTo>
                      <a:pt x="11" y="73"/>
                      <a:pt x="13" y="73"/>
                      <a:pt x="16" y="73"/>
                    </a:cubicBezTo>
                    <a:cubicBezTo>
                      <a:pt x="48" y="67"/>
                      <a:pt x="48" y="67"/>
                      <a:pt x="48" y="67"/>
                    </a:cubicBezTo>
                    <a:cubicBezTo>
                      <a:pt x="50" y="66"/>
                      <a:pt x="52" y="66"/>
                      <a:pt x="53" y="64"/>
                    </a:cubicBezTo>
                    <a:cubicBezTo>
                      <a:pt x="54" y="63"/>
                      <a:pt x="54" y="61"/>
                      <a:pt x="54" y="59"/>
                    </a:cubicBezTo>
                    <a:cubicBezTo>
                      <a:pt x="56" y="59"/>
                      <a:pt x="56" y="59"/>
                      <a:pt x="56" y="59"/>
                    </a:cubicBezTo>
                    <a:cubicBezTo>
                      <a:pt x="61" y="88"/>
                      <a:pt x="61" y="88"/>
                      <a:pt x="61" y="88"/>
                    </a:cubicBezTo>
                    <a:cubicBezTo>
                      <a:pt x="59" y="88"/>
                      <a:pt x="59" y="88"/>
                      <a:pt x="59" y="88"/>
                    </a:cubicBezTo>
                    <a:cubicBezTo>
                      <a:pt x="59" y="85"/>
                      <a:pt x="58" y="84"/>
                      <a:pt x="56" y="83"/>
                    </a:cubicBezTo>
                    <a:cubicBezTo>
                      <a:pt x="55" y="82"/>
                      <a:pt x="53" y="82"/>
                      <a:pt x="51" y="83"/>
                    </a:cubicBezTo>
                    <a:cubicBezTo>
                      <a:pt x="18" y="88"/>
                      <a:pt x="18" y="88"/>
                      <a:pt x="18" y="88"/>
                    </a:cubicBezTo>
                    <a:close/>
                    <a:moveTo>
                      <a:pt x="41" y="158"/>
                    </a:moveTo>
                    <a:cubicBezTo>
                      <a:pt x="37" y="157"/>
                      <a:pt x="33" y="155"/>
                      <a:pt x="30" y="152"/>
                    </a:cubicBezTo>
                    <a:cubicBezTo>
                      <a:pt x="27" y="149"/>
                      <a:pt x="24" y="145"/>
                      <a:pt x="23" y="141"/>
                    </a:cubicBezTo>
                    <a:cubicBezTo>
                      <a:pt x="22" y="137"/>
                      <a:pt x="21" y="134"/>
                      <a:pt x="22" y="131"/>
                    </a:cubicBezTo>
                    <a:cubicBezTo>
                      <a:pt x="22" y="128"/>
                      <a:pt x="23" y="125"/>
                      <a:pt x="24" y="122"/>
                    </a:cubicBezTo>
                    <a:cubicBezTo>
                      <a:pt x="26" y="118"/>
                      <a:pt x="28" y="116"/>
                      <a:pt x="31" y="113"/>
                    </a:cubicBezTo>
                    <a:cubicBezTo>
                      <a:pt x="34" y="111"/>
                      <a:pt x="37" y="109"/>
                      <a:pt x="41" y="108"/>
                    </a:cubicBezTo>
                    <a:cubicBezTo>
                      <a:pt x="49" y="105"/>
                      <a:pt x="55" y="106"/>
                      <a:pt x="62" y="109"/>
                    </a:cubicBezTo>
                    <a:cubicBezTo>
                      <a:pt x="68" y="112"/>
                      <a:pt x="72" y="117"/>
                      <a:pt x="75" y="125"/>
                    </a:cubicBezTo>
                    <a:cubicBezTo>
                      <a:pt x="76" y="128"/>
                      <a:pt x="76" y="131"/>
                      <a:pt x="76" y="135"/>
                    </a:cubicBezTo>
                    <a:cubicBezTo>
                      <a:pt x="76" y="138"/>
                      <a:pt x="76" y="140"/>
                      <a:pt x="76" y="140"/>
                    </a:cubicBezTo>
                    <a:cubicBezTo>
                      <a:pt x="76" y="141"/>
                      <a:pt x="77" y="141"/>
                      <a:pt x="77" y="141"/>
                    </a:cubicBezTo>
                    <a:cubicBezTo>
                      <a:pt x="78" y="142"/>
                      <a:pt x="79" y="142"/>
                      <a:pt x="80" y="142"/>
                    </a:cubicBezTo>
                    <a:cubicBezTo>
                      <a:pt x="80" y="144"/>
                      <a:pt x="80" y="144"/>
                      <a:pt x="80" y="144"/>
                    </a:cubicBezTo>
                    <a:cubicBezTo>
                      <a:pt x="65" y="149"/>
                      <a:pt x="65" y="149"/>
                      <a:pt x="65" y="149"/>
                    </a:cubicBezTo>
                    <a:cubicBezTo>
                      <a:pt x="64" y="147"/>
                      <a:pt x="64" y="147"/>
                      <a:pt x="64" y="147"/>
                    </a:cubicBezTo>
                    <a:cubicBezTo>
                      <a:pt x="68" y="145"/>
                      <a:pt x="70" y="142"/>
                      <a:pt x="72" y="139"/>
                    </a:cubicBezTo>
                    <a:cubicBezTo>
                      <a:pt x="73" y="137"/>
                      <a:pt x="73" y="133"/>
                      <a:pt x="72" y="130"/>
                    </a:cubicBezTo>
                    <a:cubicBezTo>
                      <a:pt x="71" y="126"/>
                      <a:pt x="68" y="123"/>
                      <a:pt x="64" y="122"/>
                    </a:cubicBezTo>
                    <a:cubicBezTo>
                      <a:pt x="59" y="121"/>
                      <a:pt x="54" y="122"/>
                      <a:pt x="47" y="124"/>
                    </a:cubicBezTo>
                    <a:cubicBezTo>
                      <a:pt x="40" y="126"/>
                      <a:pt x="34" y="129"/>
                      <a:pt x="31" y="132"/>
                    </a:cubicBezTo>
                    <a:cubicBezTo>
                      <a:pt x="28" y="136"/>
                      <a:pt x="27" y="140"/>
                      <a:pt x="29" y="144"/>
                    </a:cubicBezTo>
                    <a:cubicBezTo>
                      <a:pt x="30" y="146"/>
                      <a:pt x="31" y="149"/>
                      <a:pt x="34" y="151"/>
                    </a:cubicBezTo>
                    <a:cubicBezTo>
                      <a:pt x="36" y="153"/>
                      <a:pt x="39" y="154"/>
                      <a:pt x="42" y="155"/>
                    </a:cubicBezTo>
                    <a:cubicBezTo>
                      <a:pt x="41" y="158"/>
                      <a:pt x="41" y="158"/>
                      <a:pt x="41" y="158"/>
                    </a:cubicBezTo>
                    <a:close/>
                    <a:moveTo>
                      <a:pt x="60" y="193"/>
                    </a:moveTo>
                    <a:cubicBezTo>
                      <a:pt x="73" y="185"/>
                      <a:pt x="73" y="185"/>
                      <a:pt x="73" y="185"/>
                    </a:cubicBezTo>
                    <a:cubicBezTo>
                      <a:pt x="81" y="198"/>
                      <a:pt x="81" y="198"/>
                      <a:pt x="81" y="198"/>
                    </a:cubicBezTo>
                    <a:cubicBezTo>
                      <a:pt x="68" y="207"/>
                      <a:pt x="68" y="207"/>
                      <a:pt x="68" y="207"/>
                    </a:cubicBezTo>
                    <a:cubicBezTo>
                      <a:pt x="66" y="208"/>
                      <a:pt x="64" y="208"/>
                      <a:pt x="63" y="208"/>
                    </a:cubicBezTo>
                    <a:cubicBezTo>
                      <a:pt x="61" y="208"/>
                      <a:pt x="60" y="207"/>
                      <a:pt x="59" y="205"/>
                    </a:cubicBezTo>
                    <a:cubicBezTo>
                      <a:pt x="57" y="206"/>
                      <a:pt x="57" y="206"/>
                      <a:pt x="57" y="206"/>
                    </a:cubicBezTo>
                    <a:cubicBezTo>
                      <a:pt x="72" y="231"/>
                      <a:pt x="72" y="231"/>
                      <a:pt x="72" y="231"/>
                    </a:cubicBezTo>
                    <a:cubicBezTo>
                      <a:pt x="74" y="230"/>
                      <a:pt x="74" y="230"/>
                      <a:pt x="74" y="230"/>
                    </a:cubicBezTo>
                    <a:cubicBezTo>
                      <a:pt x="73" y="228"/>
                      <a:pt x="72" y="226"/>
                      <a:pt x="73" y="224"/>
                    </a:cubicBezTo>
                    <a:cubicBezTo>
                      <a:pt x="73" y="223"/>
                      <a:pt x="75" y="222"/>
                      <a:pt x="77" y="220"/>
                    </a:cubicBezTo>
                    <a:cubicBezTo>
                      <a:pt x="105" y="203"/>
                      <a:pt x="105" y="203"/>
                      <a:pt x="105" y="203"/>
                    </a:cubicBezTo>
                    <a:cubicBezTo>
                      <a:pt x="107" y="201"/>
                      <a:pt x="109" y="201"/>
                      <a:pt x="110" y="201"/>
                    </a:cubicBezTo>
                    <a:cubicBezTo>
                      <a:pt x="112" y="201"/>
                      <a:pt x="113" y="202"/>
                      <a:pt x="114" y="204"/>
                    </a:cubicBezTo>
                    <a:cubicBezTo>
                      <a:pt x="116" y="203"/>
                      <a:pt x="116" y="203"/>
                      <a:pt x="116" y="203"/>
                    </a:cubicBezTo>
                    <a:cubicBezTo>
                      <a:pt x="101" y="179"/>
                      <a:pt x="101" y="179"/>
                      <a:pt x="101" y="179"/>
                    </a:cubicBezTo>
                    <a:cubicBezTo>
                      <a:pt x="99" y="180"/>
                      <a:pt x="99" y="180"/>
                      <a:pt x="99" y="180"/>
                    </a:cubicBezTo>
                    <a:cubicBezTo>
                      <a:pt x="100" y="182"/>
                      <a:pt x="101" y="183"/>
                      <a:pt x="100" y="185"/>
                    </a:cubicBezTo>
                    <a:cubicBezTo>
                      <a:pt x="100" y="186"/>
                      <a:pt x="98" y="188"/>
                      <a:pt x="96" y="189"/>
                    </a:cubicBezTo>
                    <a:cubicBezTo>
                      <a:pt x="85" y="196"/>
                      <a:pt x="85" y="196"/>
                      <a:pt x="85" y="196"/>
                    </a:cubicBezTo>
                    <a:cubicBezTo>
                      <a:pt x="76" y="183"/>
                      <a:pt x="76" y="183"/>
                      <a:pt x="76" y="183"/>
                    </a:cubicBezTo>
                    <a:cubicBezTo>
                      <a:pt x="88" y="176"/>
                      <a:pt x="88" y="176"/>
                      <a:pt x="88" y="176"/>
                    </a:cubicBezTo>
                    <a:cubicBezTo>
                      <a:pt x="90" y="174"/>
                      <a:pt x="92" y="174"/>
                      <a:pt x="93" y="174"/>
                    </a:cubicBezTo>
                    <a:cubicBezTo>
                      <a:pt x="95" y="174"/>
                      <a:pt x="96" y="175"/>
                      <a:pt x="98" y="177"/>
                    </a:cubicBezTo>
                    <a:cubicBezTo>
                      <a:pt x="99" y="176"/>
                      <a:pt x="99" y="176"/>
                      <a:pt x="99" y="176"/>
                    </a:cubicBezTo>
                    <a:cubicBezTo>
                      <a:pt x="84" y="152"/>
                      <a:pt x="84" y="152"/>
                      <a:pt x="84" y="152"/>
                    </a:cubicBezTo>
                    <a:cubicBezTo>
                      <a:pt x="82" y="153"/>
                      <a:pt x="82" y="153"/>
                      <a:pt x="82" y="153"/>
                    </a:cubicBezTo>
                    <a:cubicBezTo>
                      <a:pt x="83" y="155"/>
                      <a:pt x="84" y="157"/>
                      <a:pt x="83" y="158"/>
                    </a:cubicBezTo>
                    <a:cubicBezTo>
                      <a:pt x="83" y="159"/>
                      <a:pt x="82" y="161"/>
                      <a:pt x="79" y="162"/>
                    </a:cubicBezTo>
                    <a:cubicBezTo>
                      <a:pt x="52" y="180"/>
                      <a:pt x="52" y="180"/>
                      <a:pt x="52" y="180"/>
                    </a:cubicBezTo>
                    <a:cubicBezTo>
                      <a:pt x="49" y="181"/>
                      <a:pt x="47" y="182"/>
                      <a:pt x="46" y="181"/>
                    </a:cubicBezTo>
                    <a:cubicBezTo>
                      <a:pt x="44" y="181"/>
                      <a:pt x="43" y="180"/>
                      <a:pt x="42" y="178"/>
                    </a:cubicBezTo>
                    <a:cubicBezTo>
                      <a:pt x="40" y="179"/>
                      <a:pt x="40" y="179"/>
                      <a:pt x="40" y="179"/>
                    </a:cubicBezTo>
                    <a:cubicBezTo>
                      <a:pt x="56" y="204"/>
                      <a:pt x="56" y="204"/>
                      <a:pt x="56" y="204"/>
                    </a:cubicBezTo>
                    <a:cubicBezTo>
                      <a:pt x="57" y="203"/>
                      <a:pt x="57" y="203"/>
                      <a:pt x="57" y="203"/>
                    </a:cubicBezTo>
                    <a:cubicBezTo>
                      <a:pt x="56" y="201"/>
                      <a:pt x="56" y="199"/>
                      <a:pt x="56" y="197"/>
                    </a:cubicBezTo>
                    <a:cubicBezTo>
                      <a:pt x="56" y="196"/>
                      <a:pt x="58" y="195"/>
                      <a:pt x="60" y="193"/>
                    </a:cubicBezTo>
                    <a:cubicBezTo>
                      <a:pt x="60" y="193"/>
                      <a:pt x="60" y="193"/>
                      <a:pt x="60" y="193"/>
                    </a:cubicBezTo>
                    <a:close/>
                    <a:moveTo>
                      <a:pt x="129" y="265"/>
                    </a:moveTo>
                    <a:cubicBezTo>
                      <a:pt x="146" y="249"/>
                      <a:pt x="146" y="249"/>
                      <a:pt x="146" y="249"/>
                    </a:cubicBezTo>
                    <a:cubicBezTo>
                      <a:pt x="148" y="247"/>
                      <a:pt x="149" y="245"/>
                      <a:pt x="149" y="244"/>
                    </a:cubicBezTo>
                    <a:cubicBezTo>
                      <a:pt x="150" y="242"/>
                      <a:pt x="149" y="241"/>
                      <a:pt x="147" y="239"/>
                    </a:cubicBezTo>
                    <a:cubicBezTo>
                      <a:pt x="149" y="238"/>
                      <a:pt x="149" y="238"/>
                      <a:pt x="149" y="238"/>
                    </a:cubicBezTo>
                    <a:cubicBezTo>
                      <a:pt x="160" y="250"/>
                      <a:pt x="160" y="250"/>
                      <a:pt x="160" y="250"/>
                    </a:cubicBezTo>
                    <a:cubicBezTo>
                      <a:pt x="159" y="251"/>
                      <a:pt x="159" y="251"/>
                      <a:pt x="159" y="251"/>
                    </a:cubicBezTo>
                    <a:cubicBezTo>
                      <a:pt x="157" y="249"/>
                      <a:pt x="155" y="248"/>
                      <a:pt x="154" y="248"/>
                    </a:cubicBezTo>
                    <a:cubicBezTo>
                      <a:pt x="152" y="248"/>
                      <a:pt x="151" y="249"/>
                      <a:pt x="149" y="251"/>
                    </a:cubicBezTo>
                    <a:cubicBezTo>
                      <a:pt x="132" y="267"/>
                      <a:pt x="132" y="267"/>
                      <a:pt x="132" y="267"/>
                    </a:cubicBezTo>
                    <a:cubicBezTo>
                      <a:pt x="129" y="270"/>
                      <a:pt x="127" y="271"/>
                      <a:pt x="125" y="272"/>
                    </a:cubicBezTo>
                    <a:cubicBezTo>
                      <a:pt x="123" y="273"/>
                      <a:pt x="121" y="274"/>
                      <a:pt x="119" y="274"/>
                    </a:cubicBezTo>
                    <a:cubicBezTo>
                      <a:pt x="116" y="274"/>
                      <a:pt x="114" y="273"/>
                      <a:pt x="111" y="272"/>
                    </a:cubicBezTo>
                    <a:cubicBezTo>
                      <a:pt x="108" y="270"/>
                      <a:pt x="105" y="268"/>
                      <a:pt x="103" y="265"/>
                    </a:cubicBezTo>
                    <a:cubicBezTo>
                      <a:pt x="98" y="260"/>
                      <a:pt x="96" y="256"/>
                      <a:pt x="96" y="251"/>
                    </a:cubicBezTo>
                    <a:cubicBezTo>
                      <a:pt x="96" y="246"/>
                      <a:pt x="98" y="242"/>
                      <a:pt x="103" y="238"/>
                    </a:cubicBezTo>
                    <a:cubicBezTo>
                      <a:pt x="121" y="221"/>
                      <a:pt x="121" y="221"/>
                      <a:pt x="121" y="221"/>
                    </a:cubicBezTo>
                    <a:cubicBezTo>
                      <a:pt x="122" y="219"/>
                      <a:pt x="123" y="217"/>
                      <a:pt x="124" y="216"/>
                    </a:cubicBezTo>
                    <a:cubicBezTo>
                      <a:pt x="124" y="215"/>
                      <a:pt x="123" y="213"/>
                      <a:pt x="121" y="211"/>
                    </a:cubicBezTo>
                    <a:cubicBezTo>
                      <a:pt x="123" y="210"/>
                      <a:pt x="123" y="210"/>
                      <a:pt x="123" y="210"/>
                    </a:cubicBezTo>
                    <a:cubicBezTo>
                      <a:pt x="143" y="231"/>
                      <a:pt x="143" y="231"/>
                      <a:pt x="143" y="231"/>
                    </a:cubicBezTo>
                    <a:cubicBezTo>
                      <a:pt x="141" y="232"/>
                      <a:pt x="141" y="232"/>
                      <a:pt x="141" y="232"/>
                    </a:cubicBezTo>
                    <a:cubicBezTo>
                      <a:pt x="140" y="231"/>
                      <a:pt x="138" y="230"/>
                      <a:pt x="137" y="230"/>
                    </a:cubicBezTo>
                    <a:cubicBezTo>
                      <a:pt x="135" y="230"/>
                      <a:pt x="133" y="231"/>
                      <a:pt x="131" y="233"/>
                    </a:cubicBezTo>
                    <a:cubicBezTo>
                      <a:pt x="111" y="252"/>
                      <a:pt x="111" y="252"/>
                      <a:pt x="111" y="252"/>
                    </a:cubicBezTo>
                    <a:cubicBezTo>
                      <a:pt x="108" y="254"/>
                      <a:pt x="106" y="257"/>
                      <a:pt x="106" y="259"/>
                    </a:cubicBezTo>
                    <a:cubicBezTo>
                      <a:pt x="106" y="262"/>
                      <a:pt x="107" y="264"/>
                      <a:pt x="109" y="267"/>
                    </a:cubicBezTo>
                    <a:cubicBezTo>
                      <a:pt x="112" y="270"/>
                      <a:pt x="115" y="271"/>
                      <a:pt x="118" y="271"/>
                    </a:cubicBezTo>
                    <a:cubicBezTo>
                      <a:pt x="122" y="270"/>
                      <a:pt x="125" y="268"/>
                      <a:pt x="129" y="265"/>
                    </a:cubicBezTo>
                    <a:cubicBezTo>
                      <a:pt x="129" y="265"/>
                      <a:pt x="129" y="265"/>
                      <a:pt x="129" y="265"/>
                    </a:cubicBezTo>
                    <a:close/>
                    <a:moveTo>
                      <a:pt x="146" y="291"/>
                    </a:moveTo>
                    <a:cubicBezTo>
                      <a:pt x="153" y="287"/>
                      <a:pt x="153" y="287"/>
                      <a:pt x="153" y="287"/>
                    </a:cubicBezTo>
                    <a:cubicBezTo>
                      <a:pt x="164" y="295"/>
                      <a:pt x="164" y="295"/>
                      <a:pt x="164" y="295"/>
                    </a:cubicBezTo>
                    <a:cubicBezTo>
                      <a:pt x="161" y="304"/>
                      <a:pt x="161" y="304"/>
                      <a:pt x="161" y="304"/>
                    </a:cubicBezTo>
                    <a:cubicBezTo>
                      <a:pt x="161" y="305"/>
                      <a:pt x="161" y="305"/>
                      <a:pt x="160" y="305"/>
                    </a:cubicBezTo>
                    <a:cubicBezTo>
                      <a:pt x="160" y="306"/>
                      <a:pt x="160" y="306"/>
                      <a:pt x="160" y="306"/>
                    </a:cubicBezTo>
                    <a:cubicBezTo>
                      <a:pt x="159" y="307"/>
                      <a:pt x="158" y="308"/>
                      <a:pt x="158" y="308"/>
                    </a:cubicBezTo>
                    <a:cubicBezTo>
                      <a:pt x="157" y="307"/>
                      <a:pt x="155" y="307"/>
                      <a:pt x="153" y="305"/>
                    </a:cubicBezTo>
                    <a:cubicBezTo>
                      <a:pt x="152" y="307"/>
                      <a:pt x="152" y="307"/>
                      <a:pt x="152" y="307"/>
                    </a:cubicBezTo>
                    <a:cubicBezTo>
                      <a:pt x="174" y="322"/>
                      <a:pt x="174" y="322"/>
                      <a:pt x="174" y="322"/>
                    </a:cubicBezTo>
                    <a:cubicBezTo>
                      <a:pt x="175" y="321"/>
                      <a:pt x="175" y="321"/>
                      <a:pt x="175" y="321"/>
                    </a:cubicBezTo>
                    <a:cubicBezTo>
                      <a:pt x="174" y="320"/>
                      <a:pt x="174" y="320"/>
                      <a:pt x="173" y="319"/>
                    </a:cubicBezTo>
                    <a:cubicBezTo>
                      <a:pt x="173" y="318"/>
                      <a:pt x="173" y="316"/>
                      <a:pt x="174" y="315"/>
                    </a:cubicBezTo>
                    <a:cubicBezTo>
                      <a:pt x="186" y="268"/>
                      <a:pt x="186" y="268"/>
                      <a:pt x="186" y="268"/>
                    </a:cubicBezTo>
                    <a:cubicBezTo>
                      <a:pt x="181" y="264"/>
                      <a:pt x="181" y="264"/>
                      <a:pt x="181" y="264"/>
                    </a:cubicBezTo>
                    <a:cubicBezTo>
                      <a:pt x="141" y="290"/>
                      <a:pt x="141" y="290"/>
                      <a:pt x="141" y="290"/>
                    </a:cubicBezTo>
                    <a:cubicBezTo>
                      <a:pt x="139" y="291"/>
                      <a:pt x="138" y="291"/>
                      <a:pt x="137" y="292"/>
                    </a:cubicBezTo>
                    <a:cubicBezTo>
                      <a:pt x="135" y="292"/>
                      <a:pt x="134" y="291"/>
                      <a:pt x="133" y="291"/>
                    </a:cubicBezTo>
                    <a:cubicBezTo>
                      <a:pt x="132" y="292"/>
                      <a:pt x="132" y="292"/>
                      <a:pt x="132" y="292"/>
                    </a:cubicBezTo>
                    <a:cubicBezTo>
                      <a:pt x="145" y="301"/>
                      <a:pt x="145" y="301"/>
                      <a:pt x="145" y="301"/>
                    </a:cubicBezTo>
                    <a:cubicBezTo>
                      <a:pt x="146" y="300"/>
                      <a:pt x="146" y="300"/>
                      <a:pt x="146" y="300"/>
                    </a:cubicBezTo>
                    <a:cubicBezTo>
                      <a:pt x="145" y="299"/>
                      <a:pt x="145" y="299"/>
                      <a:pt x="145" y="299"/>
                    </a:cubicBezTo>
                    <a:cubicBezTo>
                      <a:pt x="144" y="298"/>
                      <a:pt x="143" y="297"/>
                      <a:pt x="143" y="296"/>
                    </a:cubicBezTo>
                    <a:cubicBezTo>
                      <a:pt x="142" y="295"/>
                      <a:pt x="143" y="294"/>
                      <a:pt x="143" y="293"/>
                    </a:cubicBezTo>
                    <a:cubicBezTo>
                      <a:pt x="144" y="293"/>
                      <a:pt x="144" y="293"/>
                      <a:pt x="144" y="292"/>
                    </a:cubicBezTo>
                    <a:cubicBezTo>
                      <a:pt x="145" y="292"/>
                      <a:pt x="145" y="292"/>
                      <a:pt x="146" y="291"/>
                    </a:cubicBezTo>
                    <a:cubicBezTo>
                      <a:pt x="146" y="291"/>
                      <a:pt x="146" y="291"/>
                      <a:pt x="146" y="291"/>
                    </a:cubicBezTo>
                    <a:close/>
                    <a:moveTo>
                      <a:pt x="156" y="285"/>
                    </a:moveTo>
                    <a:cubicBezTo>
                      <a:pt x="169" y="276"/>
                      <a:pt x="169" y="276"/>
                      <a:pt x="169" y="276"/>
                    </a:cubicBezTo>
                    <a:cubicBezTo>
                      <a:pt x="164" y="291"/>
                      <a:pt x="164" y="291"/>
                      <a:pt x="164" y="291"/>
                    </a:cubicBezTo>
                    <a:cubicBezTo>
                      <a:pt x="156" y="285"/>
                      <a:pt x="156" y="285"/>
                      <a:pt x="156" y="285"/>
                    </a:cubicBezTo>
                    <a:close/>
                    <a:moveTo>
                      <a:pt x="213" y="294"/>
                    </a:moveTo>
                    <a:cubicBezTo>
                      <a:pt x="214" y="292"/>
                      <a:pt x="214" y="290"/>
                      <a:pt x="214" y="288"/>
                    </a:cubicBezTo>
                    <a:cubicBezTo>
                      <a:pt x="213" y="287"/>
                      <a:pt x="212" y="286"/>
                      <a:pt x="210" y="285"/>
                    </a:cubicBezTo>
                    <a:cubicBezTo>
                      <a:pt x="211" y="283"/>
                      <a:pt x="211" y="283"/>
                      <a:pt x="211" y="283"/>
                    </a:cubicBezTo>
                    <a:cubicBezTo>
                      <a:pt x="230" y="292"/>
                      <a:pt x="230" y="292"/>
                      <a:pt x="230" y="292"/>
                    </a:cubicBezTo>
                    <a:cubicBezTo>
                      <a:pt x="239" y="329"/>
                      <a:pt x="239" y="329"/>
                      <a:pt x="239" y="329"/>
                    </a:cubicBezTo>
                    <a:cubicBezTo>
                      <a:pt x="248" y="311"/>
                      <a:pt x="248" y="311"/>
                      <a:pt x="248" y="311"/>
                    </a:cubicBezTo>
                    <a:cubicBezTo>
                      <a:pt x="249" y="308"/>
                      <a:pt x="250" y="306"/>
                      <a:pt x="249" y="305"/>
                    </a:cubicBezTo>
                    <a:cubicBezTo>
                      <a:pt x="249" y="304"/>
                      <a:pt x="248" y="302"/>
                      <a:pt x="245" y="301"/>
                    </a:cubicBezTo>
                    <a:cubicBezTo>
                      <a:pt x="246" y="299"/>
                      <a:pt x="246" y="299"/>
                      <a:pt x="246" y="299"/>
                    </a:cubicBezTo>
                    <a:cubicBezTo>
                      <a:pt x="261" y="306"/>
                      <a:pt x="261" y="306"/>
                      <a:pt x="261" y="306"/>
                    </a:cubicBezTo>
                    <a:cubicBezTo>
                      <a:pt x="260" y="308"/>
                      <a:pt x="260" y="308"/>
                      <a:pt x="260" y="308"/>
                    </a:cubicBezTo>
                    <a:cubicBezTo>
                      <a:pt x="258" y="307"/>
                      <a:pt x="256" y="307"/>
                      <a:pt x="255" y="308"/>
                    </a:cubicBezTo>
                    <a:cubicBezTo>
                      <a:pt x="254" y="308"/>
                      <a:pt x="252" y="310"/>
                      <a:pt x="251" y="312"/>
                    </a:cubicBezTo>
                    <a:cubicBezTo>
                      <a:pt x="234" y="350"/>
                      <a:pt x="234" y="350"/>
                      <a:pt x="234" y="350"/>
                    </a:cubicBezTo>
                    <a:cubicBezTo>
                      <a:pt x="228" y="348"/>
                      <a:pt x="228" y="348"/>
                      <a:pt x="228" y="348"/>
                    </a:cubicBezTo>
                    <a:cubicBezTo>
                      <a:pt x="215" y="297"/>
                      <a:pt x="215" y="297"/>
                      <a:pt x="215" y="297"/>
                    </a:cubicBezTo>
                    <a:cubicBezTo>
                      <a:pt x="202" y="325"/>
                      <a:pt x="202" y="325"/>
                      <a:pt x="202" y="325"/>
                    </a:cubicBezTo>
                    <a:cubicBezTo>
                      <a:pt x="201" y="328"/>
                      <a:pt x="200" y="330"/>
                      <a:pt x="201" y="331"/>
                    </a:cubicBezTo>
                    <a:cubicBezTo>
                      <a:pt x="201" y="332"/>
                      <a:pt x="203" y="334"/>
                      <a:pt x="205" y="335"/>
                    </a:cubicBezTo>
                    <a:cubicBezTo>
                      <a:pt x="204" y="337"/>
                      <a:pt x="204" y="337"/>
                      <a:pt x="204" y="337"/>
                    </a:cubicBezTo>
                    <a:cubicBezTo>
                      <a:pt x="189" y="329"/>
                      <a:pt x="189" y="329"/>
                      <a:pt x="189" y="329"/>
                    </a:cubicBezTo>
                    <a:cubicBezTo>
                      <a:pt x="190" y="328"/>
                      <a:pt x="190" y="328"/>
                      <a:pt x="190" y="328"/>
                    </a:cubicBezTo>
                    <a:cubicBezTo>
                      <a:pt x="192" y="329"/>
                      <a:pt x="194" y="329"/>
                      <a:pt x="195" y="328"/>
                    </a:cubicBezTo>
                    <a:cubicBezTo>
                      <a:pt x="196" y="328"/>
                      <a:pt x="198" y="326"/>
                      <a:pt x="199" y="324"/>
                    </a:cubicBezTo>
                    <a:cubicBezTo>
                      <a:pt x="213" y="294"/>
                      <a:pt x="213" y="294"/>
                      <a:pt x="213" y="294"/>
                    </a:cubicBezTo>
                    <a:close/>
                    <a:moveTo>
                      <a:pt x="340" y="352"/>
                    </a:moveTo>
                    <a:cubicBezTo>
                      <a:pt x="342" y="329"/>
                      <a:pt x="342" y="329"/>
                      <a:pt x="342" y="329"/>
                    </a:cubicBezTo>
                    <a:cubicBezTo>
                      <a:pt x="342" y="326"/>
                      <a:pt x="342" y="324"/>
                      <a:pt x="341" y="323"/>
                    </a:cubicBezTo>
                    <a:cubicBezTo>
                      <a:pt x="340" y="322"/>
                      <a:pt x="339" y="321"/>
                      <a:pt x="336" y="321"/>
                    </a:cubicBezTo>
                    <a:cubicBezTo>
                      <a:pt x="337" y="319"/>
                      <a:pt x="337" y="319"/>
                      <a:pt x="337" y="319"/>
                    </a:cubicBezTo>
                    <a:cubicBezTo>
                      <a:pt x="353" y="320"/>
                      <a:pt x="353" y="320"/>
                      <a:pt x="353" y="320"/>
                    </a:cubicBezTo>
                    <a:cubicBezTo>
                      <a:pt x="353" y="322"/>
                      <a:pt x="353" y="322"/>
                      <a:pt x="353" y="322"/>
                    </a:cubicBezTo>
                    <a:cubicBezTo>
                      <a:pt x="351" y="322"/>
                      <a:pt x="349" y="323"/>
                      <a:pt x="348" y="324"/>
                    </a:cubicBezTo>
                    <a:cubicBezTo>
                      <a:pt x="347" y="325"/>
                      <a:pt x="346" y="327"/>
                      <a:pt x="346" y="329"/>
                    </a:cubicBezTo>
                    <a:cubicBezTo>
                      <a:pt x="344" y="352"/>
                      <a:pt x="344" y="352"/>
                      <a:pt x="344" y="352"/>
                    </a:cubicBezTo>
                    <a:cubicBezTo>
                      <a:pt x="343" y="356"/>
                      <a:pt x="343" y="359"/>
                      <a:pt x="342" y="361"/>
                    </a:cubicBezTo>
                    <a:cubicBezTo>
                      <a:pt x="341" y="363"/>
                      <a:pt x="340" y="364"/>
                      <a:pt x="339" y="366"/>
                    </a:cubicBezTo>
                    <a:cubicBezTo>
                      <a:pt x="337" y="368"/>
                      <a:pt x="334" y="369"/>
                      <a:pt x="331" y="370"/>
                    </a:cubicBezTo>
                    <a:cubicBezTo>
                      <a:pt x="328" y="371"/>
                      <a:pt x="325" y="371"/>
                      <a:pt x="321" y="371"/>
                    </a:cubicBezTo>
                    <a:cubicBezTo>
                      <a:pt x="314" y="370"/>
                      <a:pt x="309" y="368"/>
                      <a:pt x="306" y="365"/>
                    </a:cubicBezTo>
                    <a:cubicBezTo>
                      <a:pt x="303" y="361"/>
                      <a:pt x="302" y="356"/>
                      <a:pt x="302" y="350"/>
                    </a:cubicBezTo>
                    <a:cubicBezTo>
                      <a:pt x="304" y="326"/>
                      <a:pt x="304" y="326"/>
                      <a:pt x="304" y="326"/>
                    </a:cubicBezTo>
                    <a:cubicBezTo>
                      <a:pt x="305" y="323"/>
                      <a:pt x="304" y="321"/>
                      <a:pt x="303" y="320"/>
                    </a:cubicBezTo>
                    <a:cubicBezTo>
                      <a:pt x="303" y="319"/>
                      <a:pt x="301" y="318"/>
                      <a:pt x="299" y="318"/>
                    </a:cubicBezTo>
                    <a:cubicBezTo>
                      <a:pt x="299" y="316"/>
                      <a:pt x="299" y="316"/>
                      <a:pt x="299" y="316"/>
                    </a:cubicBezTo>
                    <a:cubicBezTo>
                      <a:pt x="328" y="318"/>
                      <a:pt x="328" y="318"/>
                      <a:pt x="328" y="318"/>
                    </a:cubicBezTo>
                    <a:cubicBezTo>
                      <a:pt x="328" y="320"/>
                      <a:pt x="328" y="320"/>
                      <a:pt x="328" y="320"/>
                    </a:cubicBezTo>
                    <a:cubicBezTo>
                      <a:pt x="325" y="320"/>
                      <a:pt x="323" y="321"/>
                      <a:pt x="322" y="322"/>
                    </a:cubicBezTo>
                    <a:cubicBezTo>
                      <a:pt x="321" y="323"/>
                      <a:pt x="321" y="324"/>
                      <a:pt x="320" y="327"/>
                    </a:cubicBezTo>
                    <a:cubicBezTo>
                      <a:pt x="318" y="355"/>
                      <a:pt x="318" y="355"/>
                      <a:pt x="318" y="355"/>
                    </a:cubicBezTo>
                    <a:cubicBezTo>
                      <a:pt x="318" y="359"/>
                      <a:pt x="318" y="362"/>
                      <a:pt x="320" y="364"/>
                    </a:cubicBezTo>
                    <a:cubicBezTo>
                      <a:pt x="321" y="366"/>
                      <a:pt x="323" y="367"/>
                      <a:pt x="327" y="367"/>
                    </a:cubicBezTo>
                    <a:cubicBezTo>
                      <a:pt x="331" y="367"/>
                      <a:pt x="334" y="366"/>
                      <a:pt x="336" y="364"/>
                    </a:cubicBezTo>
                    <a:cubicBezTo>
                      <a:pt x="338" y="361"/>
                      <a:pt x="340" y="358"/>
                      <a:pt x="340" y="352"/>
                    </a:cubicBezTo>
                    <a:cubicBezTo>
                      <a:pt x="340" y="352"/>
                      <a:pt x="340" y="352"/>
                      <a:pt x="340" y="352"/>
                    </a:cubicBezTo>
                    <a:close/>
                    <a:moveTo>
                      <a:pt x="368" y="329"/>
                    </a:moveTo>
                    <a:cubicBezTo>
                      <a:pt x="368" y="327"/>
                      <a:pt x="367" y="325"/>
                      <a:pt x="366" y="324"/>
                    </a:cubicBezTo>
                    <a:cubicBezTo>
                      <a:pt x="365" y="323"/>
                      <a:pt x="363" y="323"/>
                      <a:pt x="361" y="323"/>
                    </a:cubicBezTo>
                    <a:cubicBezTo>
                      <a:pt x="360" y="321"/>
                      <a:pt x="360" y="321"/>
                      <a:pt x="360" y="321"/>
                    </a:cubicBezTo>
                    <a:cubicBezTo>
                      <a:pt x="382" y="318"/>
                      <a:pt x="382" y="318"/>
                      <a:pt x="382" y="318"/>
                    </a:cubicBezTo>
                    <a:cubicBezTo>
                      <a:pt x="410" y="344"/>
                      <a:pt x="410" y="344"/>
                      <a:pt x="410" y="344"/>
                    </a:cubicBezTo>
                    <a:cubicBezTo>
                      <a:pt x="407" y="324"/>
                      <a:pt x="407" y="324"/>
                      <a:pt x="407" y="324"/>
                    </a:cubicBezTo>
                    <a:cubicBezTo>
                      <a:pt x="407" y="321"/>
                      <a:pt x="406" y="320"/>
                      <a:pt x="405" y="319"/>
                    </a:cubicBezTo>
                    <a:cubicBezTo>
                      <a:pt x="404" y="318"/>
                      <a:pt x="402" y="317"/>
                      <a:pt x="400" y="317"/>
                    </a:cubicBezTo>
                    <a:cubicBezTo>
                      <a:pt x="399" y="316"/>
                      <a:pt x="399" y="316"/>
                      <a:pt x="399" y="316"/>
                    </a:cubicBezTo>
                    <a:cubicBezTo>
                      <a:pt x="416" y="313"/>
                      <a:pt x="416" y="313"/>
                      <a:pt x="416" y="313"/>
                    </a:cubicBezTo>
                    <a:cubicBezTo>
                      <a:pt x="416" y="315"/>
                      <a:pt x="416" y="315"/>
                      <a:pt x="416" y="315"/>
                    </a:cubicBezTo>
                    <a:cubicBezTo>
                      <a:pt x="414" y="316"/>
                      <a:pt x="412" y="316"/>
                      <a:pt x="411" y="318"/>
                    </a:cubicBezTo>
                    <a:cubicBezTo>
                      <a:pt x="410" y="319"/>
                      <a:pt x="410" y="321"/>
                      <a:pt x="411" y="323"/>
                    </a:cubicBezTo>
                    <a:cubicBezTo>
                      <a:pt x="416" y="365"/>
                      <a:pt x="416" y="365"/>
                      <a:pt x="416" y="365"/>
                    </a:cubicBezTo>
                    <a:cubicBezTo>
                      <a:pt x="411" y="366"/>
                      <a:pt x="411" y="366"/>
                      <a:pt x="411" y="366"/>
                    </a:cubicBezTo>
                    <a:cubicBezTo>
                      <a:pt x="372" y="330"/>
                      <a:pt x="372" y="330"/>
                      <a:pt x="372" y="330"/>
                    </a:cubicBezTo>
                    <a:cubicBezTo>
                      <a:pt x="376" y="361"/>
                      <a:pt x="376" y="361"/>
                      <a:pt x="376" y="361"/>
                    </a:cubicBezTo>
                    <a:cubicBezTo>
                      <a:pt x="377" y="364"/>
                      <a:pt x="377" y="366"/>
                      <a:pt x="379" y="367"/>
                    </a:cubicBezTo>
                    <a:cubicBezTo>
                      <a:pt x="380" y="368"/>
                      <a:pt x="381" y="368"/>
                      <a:pt x="384" y="368"/>
                    </a:cubicBezTo>
                    <a:cubicBezTo>
                      <a:pt x="384" y="370"/>
                      <a:pt x="384" y="370"/>
                      <a:pt x="384" y="370"/>
                    </a:cubicBezTo>
                    <a:cubicBezTo>
                      <a:pt x="368" y="372"/>
                      <a:pt x="368" y="372"/>
                      <a:pt x="368" y="372"/>
                    </a:cubicBezTo>
                    <a:cubicBezTo>
                      <a:pt x="367" y="370"/>
                      <a:pt x="367" y="370"/>
                      <a:pt x="367" y="370"/>
                    </a:cubicBezTo>
                    <a:cubicBezTo>
                      <a:pt x="370" y="370"/>
                      <a:pt x="371" y="369"/>
                      <a:pt x="372" y="368"/>
                    </a:cubicBezTo>
                    <a:cubicBezTo>
                      <a:pt x="373" y="366"/>
                      <a:pt x="373" y="364"/>
                      <a:pt x="373" y="362"/>
                    </a:cubicBezTo>
                    <a:cubicBezTo>
                      <a:pt x="368" y="329"/>
                      <a:pt x="368" y="329"/>
                      <a:pt x="368" y="329"/>
                    </a:cubicBezTo>
                    <a:close/>
                    <a:moveTo>
                      <a:pt x="461" y="345"/>
                    </a:moveTo>
                    <a:cubicBezTo>
                      <a:pt x="462" y="348"/>
                      <a:pt x="463" y="349"/>
                      <a:pt x="464" y="350"/>
                    </a:cubicBezTo>
                    <a:cubicBezTo>
                      <a:pt x="465" y="351"/>
                      <a:pt x="467" y="351"/>
                      <a:pt x="469" y="351"/>
                    </a:cubicBezTo>
                    <a:cubicBezTo>
                      <a:pt x="470" y="352"/>
                      <a:pt x="470" y="352"/>
                      <a:pt x="470" y="352"/>
                    </a:cubicBezTo>
                    <a:cubicBezTo>
                      <a:pt x="442" y="360"/>
                      <a:pt x="442" y="360"/>
                      <a:pt x="442" y="360"/>
                    </a:cubicBezTo>
                    <a:cubicBezTo>
                      <a:pt x="441" y="359"/>
                      <a:pt x="441" y="359"/>
                      <a:pt x="441" y="359"/>
                    </a:cubicBezTo>
                    <a:cubicBezTo>
                      <a:pt x="444" y="358"/>
                      <a:pt x="445" y="357"/>
                      <a:pt x="446" y="355"/>
                    </a:cubicBezTo>
                    <a:cubicBezTo>
                      <a:pt x="446" y="354"/>
                      <a:pt x="446" y="352"/>
                      <a:pt x="446" y="350"/>
                    </a:cubicBezTo>
                    <a:cubicBezTo>
                      <a:pt x="436" y="318"/>
                      <a:pt x="436" y="318"/>
                      <a:pt x="436" y="318"/>
                    </a:cubicBezTo>
                    <a:cubicBezTo>
                      <a:pt x="436" y="316"/>
                      <a:pt x="435" y="314"/>
                      <a:pt x="433" y="313"/>
                    </a:cubicBezTo>
                    <a:cubicBezTo>
                      <a:pt x="432" y="312"/>
                      <a:pt x="430" y="312"/>
                      <a:pt x="428" y="313"/>
                    </a:cubicBezTo>
                    <a:cubicBezTo>
                      <a:pt x="428" y="311"/>
                      <a:pt x="428" y="311"/>
                      <a:pt x="428" y="311"/>
                    </a:cubicBezTo>
                    <a:cubicBezTo>
                      <a:pt x="456" y="303"/>
                      <a:pt x="456" y="303"/>
                      <a:pt x="456" y="303"/>
                    </a:cubicBezTo>
                    <a:cubicBezTo>
                      <a:pt x="456" y="305"/>
                      <a:pt x="456" y="305"/>
                      <a:pt x="456" y="305"/>
                    </a:cubicBezTo>
                    <a:cubicBezTo>
                      <a:pt x="454" y="306"/>
                      <a:pt x="452" y="307"/>
                      <a:pt x="452" y="308"/>
                    </a:cubicBezTo>
                    <a:cubicBezTo>
                      <a:pt x="451" y="309"/>
                      <a:pt x="451" y="311"/>
                      <a:pt x="452" y="314"/>
                    </a:cubicBezTo>
                    <a:cubicBezTo>
                      <a:pt x="461" y="345"/>
                      <a:pt x="461" y="345"/>
                      <a:pt x="461" y="345"/>
                    </a:cubicBezTo>
                    <a:close/>
                    <a:moveTo>
                      <a:pt x="508" y="337"/>
                    </a:moveTo>
                    <a:cubicBezTo>
                      <a:pt x="511" y="336"/>
                      <a:pt x="511" y="336"/>
                      <a:pt x="511" y="336"/>
                    </a:cubicBezTo>
                    <a:cubicBezTo>
                      <a:pt x="507" y="287"/>
                      <a:pt x="507" y="287"/>
                      <a:pt x="507" y="287"/>
                    </a:cubicBezTo>
                    <a:cubicBezTo>
                      <a:pt x="507" y="285"/>
                      <a:pt x="507" y="284"/>
                      <a:pt x="507" y="282"/>
                    </a:cubicBezTo>
                    <a:cubicBezTo>
                      <a:pt x="508" y="281"/>
                      <a:pt x="509" y="280"/>
                      <a:pt x="510" y="279"/>
                    </a:cubicBezTo>
                    <a:cubicBezTo>
                      <a:pt x="509" y="277"/>
                      <a:pt x="509" y="277"/>
                      <a:pt x="509" y="277"/>
                    </a:cubicBezTo>
                    <a:cubicBezTo>
                      <a:pt x="495" y="285"/>
                      <a:pt x="495" y="285"/>
                      <a:pt x="495" y="285"/>
                    </a:cubicBezTo>
                    <a:cubicBezTo>
                      <a:pt x="496" y="286"/>
                      <a:pt x="496" y="286"/>
                      <a:pt x="496" y="286"/>
                    </a:cubicBezTo>
                    <a:cubicBezTo>
                      <a:pt x="498" y="286"/>
                      <a:pt x="499" y="285"/>
                      <a:pt x="500" y="285"/>
                    </a:cubicBezTo>
                    <a:cubicBezTo>
                      <a:pt x="501" y="285"/>
                      <a:pt x="502" y="286"/>
                      <a:pt x="503" y="287"/>
                    </a:cubicBezTo>
                    <a:cubicBezTo>
                      <a:pt x="503" y="287"/>
                      <a:pt x="503" y="287"/>
                      <a:pt x="503" y="288"/>
                    </a:cubicBezTo>
                    <a:cubicBezTo>
                      <a:pt x="503" y="288"/>
                      <a:pt x="503" y="289"/>
                      <a:pt x="503" y="290"/>
                    </a:cubicBezTo>
                    <a:cubicBezTo>
                      <a:pt x="506" y="316"/>
                      <a:pt x="506" y="316"/>
                      <a:pt x="506" y="316"/>
                    </a:cubicBezTo>
                    <a:cubicBezTo>
                      <a:pt x="485" y="298"/>
                      <a:pt x="485" y="298"/>
                      <a:pt x="485" y="298"/>
                    </a:cubicBezTo>
                    <a:cubicBezTo>
                      <a:pt x="484" y="297"/>
                      <a:pt x="484" y="297"/>
                      <a:pt x="484" y="297"/>
                    </a:cubicBezTo>
                    <a:cubicBezTo>
                      <a:pt x="484" y="297"/>
                      <a:pt x="484" y="296"/>
                      <a:pt x="483" y="296"/>
                    </a:cubicBezTo>
                    <a:cubicBezTo>
                      <a:pt x="483" y="295"/>
                      <a:pt x="483" y="295"/>
                      <a:pt x="483" y="294"/>
                    </a:cubicBezTo>
                    <a:cubicBezTo>
                      <a:pt x="484" y="293"/>
                      <a:pt x="485" y="292"/>
                      <a:pt x="486" y="292"/>
                    </a:cubicBezTo>
                    <a:cubicBezTo>
                      <a:pt x="486" y="291"/>
                      <a:pt x="486" y="291"/>
                      <a:pt x="486" y="291"/>
                    </a:cubicBezTo>
                    <a:cubicBezTo>
                      <a:pt x="486" y="290"/>
                      <a:pt x="486" y="290"/>
                      <a:pt x="486" y="290"/>
                    </a:cubicBezTo>
                    <a:cubicBezTo>
                      <a:pt x="462" y="302"/>
                      <a:pt x="462" y="302"/>
                      <a:pt x="462" y="302"/>
                    </a:cubicBezTo>
                    <a:cubicBezTo>
                      <a:pt x="463" y="304"/>
                      <a:pt x="463" y="304"/>
                      <a:pt x="463" y="304"/>
                    </a:cubicBezTo>
                    <a:cubicBezTo>
                      <a:pt x="464" y="303"/>
                      <a:pt x="465" y="303"/>
                      <a:pt x="467" y="303"/>
                    </a:cubicBezTo>
                    <a:cubicBezTo>
                      <a:pt x="468" y="304"/>
                      <a:pt x="469" y="305"/>
                      <a:pt x="471" y="306"/>
                    </a:cubicBezTo>
                    <a:cubicBezTo>
                      <a:pt x="508" y="337"/>
                      <a:pt x="508" y="337"/>
                      <a:pt x="508" y="337"/>
                    </a:cubicBezTo>
                    <a:close/>
                    <a:moveTo>
                      <a:pt x="547" y="316"/>
                    </a:moveTo>
                    <a:cubicBezTo>
                      <a:pt x="546" y="315"/>
                      <a:pt x="546" y="315"/>
                      <a:pt x="546" y="315"/>
                    </a:cubicBezTo>
                    <a:cubicBezTo>
                      <a:pt x="548" y="313"/>
                      <a:pt x="549" y="311"/>
                      <a:pt x="549" y="310"/>
                    </a:cubicBezTo>
                    <a:cubicBezTo>
                      <a:pt x="549" y="308"/>
                      <a:pt x="548" y="307"/>
                      <a:pt x="547" y="305"/>
                    </a:cubicBezTo>
                    <a:cubicBezTo>
                      <a:pt x="526" y="279"/>
                      <a:pt x="526" y="279"/>
                      <a:pt x="526" y="279"/>
                    </a:cubicBezTo>
                    <a:cubicBezTo>
                      <a:pt x="524" y="277"/>
                      <a:pt x="523" y="276"/>
                      <a:pt x="521" y="276"/>
                    </a:cubicBezTo>
                    <a:cubicBezTo>
                      <a:pt x="520" y="275"/>
                      <a:pt x="518" y="276"/>
                      <a:pt x="516" y="277"/>
                    </a:cubicBezTo>
                    <a:cubicBezTo>
                      <a:pt x="515" y="276"/>
                      <a:pt x="515" y="276"/>
                      <a:pt x="515" y="276"/>
                    </a:cubicBezTo>
                    <a:cubicBezTo>
                      <a:pt x="550" y="248"/>
                      <a:pt x="550" y="248"/>
                      <a:pt x="550" y="248"/>
                    </a:cubicBezTo>
                    <a:cubicBezTo>
                      <a:pt x="559" y="258"/>
                      <a:pt x="559" y="258"/>
                      <a:pt x="559" y="258"/>
                    </a:cubicBezTo>
                    <a:cubicBezTo>
                      <a:pt x="558" y="260"/>
                      <a:pt x="558" y="260"/>
                      <a:pt x="558" y="260"/>
                    </a:cubicBezTo>
                    <a:cubicBezTo>
                      <a:pt x="555" y="257"/>
                      <a:pt x="552" y="256"/>
                      <a:pt x="549" y="256"/>
                    </a:cubicBezTo>
                    <a:cubicBezTo>
                      <a:pt x="547" y="255"/>
                      <a:pt x="544" y="257"/>
                      <a:pt x="540" y="260"/>
                    </a:cubicBezTo>
                    <a:cubicBezTo>
                      <a:pt x="535" y="264"/>
                      <a:pt x="535" y="264"/>
                      <a:pt x="535" y="264"/>
                    </a:cubicBezTo>
                    <a:cubicBezTo>
                      <a:pt x="547" y="280"/>
                      <a:pt x="547" y="280"/>
                      <a:pt x="547" y="280"/>
                    </a:cubicBezTo>
                    <a:cubicBezTo>
                      <a:pt x="548" y="279"/>
                      <a:pt x="548" y="279"/>
                      <a:pt x="548" y="279"/>
                    </a:cubicBezTo>
                    <a:cubicBezTo>
                      <a:pt x="550" y="278"/>
                      <a:pt x="551" y="276"/>
                      <a:pt x="551" y="274"/>
                    </a:cubicBezTo>
                    <a:cubicBezTo>
                      <a:pt x="551" y="271"/>
                      <a:pt x="550" y="269"/>
                      <a:pt x="548" y="266"/>
                    </a:cubicBezTo>
                    <a:cubicBezTo>
                      <a:pt x="550" y="264"/>
                      <a:pt x="550" y="264"/>
                      <a:pt x="550" y="264"/>
                    </a:cubicBezTo>
                    <a:cubicBezTo>
                      <a:pt x="565" y="284"/>
                      <a:pt x="565" y="284"/>
                      <a:pt x="565" y="284"/>
                    </a:cubicBezTo>
                    <a:cubicBezTo>
                      <a:pt x="564" y="285"/>
                      <a:pt x="564" y="285"/>
                      <a:pt x="564" y="285"/>
                    </a:cubicBezTo>
                    <a:cubicBezTo>
                      <a:pt x="561" y="282"/>
                      <a:pt x="559" y="280"/>
                      <a:pt x="557" y="280"/>
                    </a:cubicBezTo>
                    <a:cubicBezTo>
                      <a:pt x="554" y="280"/>
                      <a:pt x="552" y="280"/>
                      <a:pt x="550" y="282"/>
                    </a:cubicBezTo>
                    <a:cubicBezTo>
                      <a:pt x="550" y="283"/>
                      <a:pt x="550" y="283"/>
                      <a:pt x="550" y="283"/>
                    </a:cubicBezTo>
                    <a:cubicBezTo>
                      <a:pt x="560" y="295"/>
                      <a:pt x="560" y="295"/>
                      <a:pt x="560" y="295"/>
                    </a:cubicBezTo>
                    <a:cubicBezTo>
                      <a:pt x="561" y="297"/>
                      <a:pt x="562" y="298"/>
                      <a:pt x="563" y="298"/>
                    </a:cubicBezTo>
                    <a:cubicBezTo>
                      <a:pt x="564" y="298"/>
                      <a:pt x="566" y="297"/>
                      <a:pt x="568" y="295"/>
                    </a:cubicBezTo>
                    <a:cubicBezTo>
                      <a:pt x="572" y="292"/>
                      <a:pt x="574" y="289"/>
                      <a:pt x="575" y="286"/>
                    </a:cubicBezTo>
                    <a:cubicBezTo>
                      <a:pt x="576" y="282"/>
                      <a:pt x="575" y="279"/>
                      <a:pt x="573" y="274"/>
                    </a:cubicBezTo>
                    <a:cubicBezTo>
                      <a:pt x="575" y="273"/>
                      <a:pt x="575" y="273"/>
                      <a:pt x="575" y="273"/>
                    </a:cubicBezTo>
                    <a:cubicBezTo>
                      <a:pt x="583" y="287"/>
                      <a:pt x="583" y="287"/>
                      <a:pt x="583" y="287"/>
                    </a:cubicBezTo>
                    <a:cubicBezTo>
                      <a:pt x="547" y="316"/>
                      <a:pt x="547" y="316"/>
                      <a:pt x="547" y="316"/>
                    </a:cubicBezTo>
                    <a:close/>
                    <a:moveTo>
                      <a:pt x="595" y="239"/>
                    </a:moveTo>
                    <a:cubicBezTo>
                      <a:pt x="596" y="238"/>
                      <a:pt x="596" y="238"/>
                      <a:pt x="596" y="238"/>
                    </a:cubicBezTo>
                    <a:cubicBezTo>
                      <a:pt x="598" y="236"/>
                      <a:pt x="599" y="233"/>
                      <a:pt x="599" y="231"/>
                    </a:cubicBezTo>
                    <a:cubicBezTo>
                      <a:pt x="598" y="229"/>
                      <a:pt x="597" y="226"/>
                      <a:pt x="594" y="224"/>
                    </a:cubicBezTo>
                    <a:cubicBezTo>
                      <a:pt x="591" y="221"/>
                      <a:pt x="588" y="220"/>
                      <a:pt x="586" y="220"/>
                    </a:cubicBezTo>
                    <a:cubicBezTo>
                      <a:pt x="583" y="220"/>
                      <a:pt x="581" y="222"/>
                      <a:pt x="579" y="225"/>
                    </a:cubicBezTo>
                    <a:cubicBezTo>
                      <a:pt x="595" y="239"/>
                      <a:pt x="595" y="239"/>
                      <a:pt x="595" y="239"/>
                    </a:cubicBezTo>
                    <a:close/>
                    <a:moveTo>
                      <a:pt x="609" y="250"/>
                    </a:moveTo>
                    <a:cubicBezTo>
                      <a:pt x="598" y="241"/>
                      <a:pt x="598" y="241"/>
                      <a:pt x="598" y="241"/>
                    </a:cubicBezTo>
                    <a:cubicBezTo>
                      <a:pt x="599" y="240"/>
                      <a:pt x="599" y="240"/>
                      <a:pt x="599" y="240"/>
                    </a:cubicBezTo>
                    <a:cubicBezTo>
                      <a:pt x="625" y="245"/>
                      <a:pt x="625" y="245"/>
                      <a:pt x="625" y="245"/>
                    </a:cubicBezTo>
                    <a:cubicBezTo>
                      <a:pt x="637" y="230"/>
                      <a:pt x="637" y="230"/>
                      <a:pt x="637" y="230"/>
                    </a:cubicBezTo>
                    <a:cubicBezTo>
                      <a:pt x="636" y="229"/>
                      <a:pt x="636" y="229"/>
                      <a:pt x="636" y="229"/>
                    </a:cubicBezTo>
                    <a:cubicBezTo>
                      <a:pt x="635" y="230"/>
                      <a:pt x="634" y="231"/>
                      <a:pt x="633" y="231"/>
                    </a:cubicBezTo>
                    <a:cubicBezTo>
                      <a:pt x="632" y="231"/>
                      <a:pt x="630" y="231"/>
                      <a:pt x="628" y="231"/>
                    </a:cubicBezTo>
                    <a:cubicBezTo>
                      <a:pt x="608" y="227"/>
                      <a:pt x="608" y="227"/>
                      <a:pt x="608" y="227"/>
                    </a:cubicBezTo>
                    <a:cubicBezTo>
                      <a:pt x="609" y="224"/>
                      <a:pt x="609" y="221"/>
                      <a:pt x="609" y="218"/>
                    </a:cubicBezTo>
                    <a:cubicBezTo>
                      <a:pt x="608" y="215"/>
                      <a:pt x="607" y="213"/>
                      <a:pt x="604" y="211"/>
                    </a:cubicBezTo>
                    <a:cubicBezTo>
                      <a:pt x="601" y="208"/>
                      <a:pt x="597" y="207"/>
                      <a:pt x="593" y="209"/>
                    </a:cubicBezTo>
                    <a:cubicBezTo>
                      <a:pt x="589" y="210"/>
                      <a:pt x="585" y="213"/>
                      <a:pt x="580" y="218"/>
                    </a:cubicBezTo>
                    <a:cubicBezTo>
                      <a:pt x="562" y="240"/>
                      <a:pt x="562" y="240"/>
                      <a:pt x="562" y="240"/>
                    </a:cubicBezTo>
                    <a:cubicBezTo>
                      <a:pt x="563" y="241"/>
                      <a:pt x="563" y="241"/>
                      <a:pt x="563" y="241"/>
                    </a:cubicBezTo>
                    <a:cubicBezTo>
                      <a:pt x="565" y="240"/>
                      <a:pt x="567" y="239"/>
                      <a:pt x="568" y="239"/>
                    </a:cubicBezTo>
                    <a:cubicBezTo>
                      <a:pt x="569" y="239"/>
                      <a:pt x="571" y="239"/>
                      <a:pt x="573" y="241"/>
                    </a:cubicBezTo>
                    <a:cubicBezTo>
                      <a:pt x="598" y="262"/>
                      <a:pt x="598" y="262"/>
                      <a:pt x="598" y="262"/>
                    </a:cubicBezTo>
                    <a:cubicBezTo>
                      <a:pt x="600" y="264"/>
                      <a:pt x="602" y="266"/>
                      <a:pt x="602" y="267"/>
                    </a:cubicBezTo>
                    <a:cubicBezTo>
                      <a:pt x="602" y="269"/>
                      <a:pt x="601" y="270"/>
                      <a:pt x="600" y="272"/>
                    </a:cubicBezTo>
                    <a:cubicBezTo>
                      <a:pt x="601" y="273"/>
                      <a:pt x="601" y="273"/>
                      <a:pt x="601" y="273"/>
                    </a:cubicBezTo>
                    <a:cubicBezTo>
                      <a:pt x="620" y="251"/>
                      <a:pt x="620" y="251"/>
                      <a:pt x="620" y="251"/>
                    </a:cubicBezTo>
                    <a:cubicBezTo>
                      <a:pt x="619" y="249"/>
                      <a:pt x="619" y="249"/>
                      <a:pt x="619" y="249"/>
                    </a:cubicBezTo>
                    <a:cubicBezTo>
                      <a:pt x="617" y="251"/>
                      <a:pt x="616" y="252"/>
                      <a:pt x="614" y="252"/>
                    </a:cubicBezTo>
                    <a:cubicBezTo>
                      <a:pt x="613" y="253"/>
                      <a:pt x="611" y="252"/>
                      <a:pt x="609" y="250"/>
                    </a:cubicBezTo>
                    <a:cubicBezTo>
                      <a:pt x="609" y="250"/>
                      <a:pt x="609" y="250"/>
                      <a:pt x="609" y="250"/>
                    </a:cubicBezTo>
                    <a:close/>
                    <a:moveTo>
                      <a:pt x="651" y="215"/>
                    </a:moveTo>
                    <a:cubicBezTo>
                      <a:pt x="634" y="206"/>
                      <a:pt x="634" y="206"/>
                      <a:pt x="634" y="206"/>
                    </a:cubicBezTo>
                    <a:cubicBezTo>
                      <a:pt x="635" y="204"/>
                      <a:pt x="635" y="204"/>
                      <a:pt x="635" y="204"/>
                    </a:cubicBezTo>
                    <a:cubicBezTo>
                      <a:pt x="639" y="206"/>
                      <a:pt x="643" y="206"/>
                      <a:pt x="648" y="205"/>
                    </a:cubicBezTo>
                    <a:cubicBezTo>
                      <a:pt x="652" y="203"/>
                      <a:pt x="655" y="200"/>
                      <a:pt x="657" y="196"/>
                    </a:cubicBezTo>
                    <a:cubicBezTo>
                      <a:pt x="659" y="194"/>
                      <a:pt x="659" y="191"/>
                      <a:pt x="659" y="189"/>
                    </a:cubicBezTo>
                    <a:cubicBezTo>
                      <a:pt x="659" y="187"/>
                      <a:pt x="658" y="185"/>
                      <a:pt x="656" y="184"/>
                    </a:cubicBezTo>
                    <a:cubicBezTo>
                      <a:pt x="653" y="183"/>
                      <a:pt x="648" y="185"/>
                      <a:pt x="641" y="190"/>
                    </a:cubicBezTo>
                    <a:cubicBezTo>
                      <a:pt x="640" y="190"/>
                      <a:pt x="640" y="190"/>
                      <a:pt x="640" y="190"/>
                    </a:cubicBezTo>
                    <a:cubicBezTo>
                      <a:pt x="640" y="191"/>
                      <a:pt x="639" y="191"/>
                      <a:pt x="638" y="192"/>
                    </a:cubicBezTo>
                    <a:cubicBezTo>
                      <a:pt x="633" y="196"/>
                      <a:pt x="629" y="198"/>
                      <a:pt x="626" y="198"/>
                    </a:cubicBezTo>
                    <a:cubicBezTo>
                      <a:pt x="625" y="199"/>
                      <a:pt x="623" y="199"/>
                      <a:pt x="622" y="198"/>
                    </a:cubicBezTo>
                    <a:cubicBezTo>
                      <a:pt x="620" y="198"/>
                      <a:pt x="619" y="198"/>
                      <a:pt x="618" y="197"/>
                    </a:cubicBezTo>
                    <a:cubicBezTo>
                      <a:pt x="614" y="195"/>
                      <a:pt x="611" y="191"/>
                      <a:pt x="610" y="186"/>
                    </a:cubicBezTo>
                    <a:cubicBezTo>
                      <a:pt x="609" y="182"/>
                      <a:pt x="610" y="177"/>
                      <a:pt x="613" y="172"/>
                    </a:cubicBezTo>
                    <a:cubicBezTo>
                      <a:pt x="614" y="169"/>
                      <a:pt x="616" y="167"/>
                      <a:pt x="619" y="165"/>
                    </a:cubicBezTo>
                    <a:cubicBezTo>
                      <a:pt x="622" y="162"/>
                      <a:pt x="623" y="161"/>
                      <a:pt x="623" y="161"/>
                    </a:cubicBezTo>
                    <a:cubicBezTo>
                      <a:pt x="624" y="160"/>
                      <a:pt x="624" y="159"/>
                      <a:pt x="623" y="159"/>
                    </a:cubicBezTo>
                    <a:cubicBezTo>
                      <a:pt x="623" y="158"/>
                      <a:pt x="622" y="158"/>
                      <a:pt x="621" y="157"/>
                    </a:cubicBezTo>
                    <a:cubicBezTo>
                      <a:pt x="622" y="155"/>
                      <a:pt x="622" y="155"/>
                      <a:pt x="622" y="155"/>
                    </a:cubicBezTo>
                    <a:cubicBezTo>
                      <a:pt x="637" y="163"/>
                      <a:pt x="637" y="163"/>
                      <a:pt x="637" y="163"/>
                    </a:cubicBezTo>
                    <a:cubicBezTo>
                      <a:pt x="636" y="165"/>
                      <a:pt x="636" y="165"/>
                      <a:pt x="636" y="165"/>
                    </a:cubicBezTo>
                    <a:cubicBezTo>
                      <a:pt x="632" y="163"/>
                      <a:pt x="628" y="163"/>
                      <a:pt x="625" y="165"/>
                    </a:cubicBezTo>
                    <a:cubicBezTo>
                      <a:pt x="621" y="166"/>
                      <a:pt x="618" y="169"/>
                      <a:pt x="616" y="173"/>
                    </a:cubicBezTo>
                    <a:cubicBezTo>
                      <a:pt x="615" y="175"/>
                      <a:pt x="615" y="177"/>
                      <a:pt x="615" y="179"/>
                    </a:cubicBezTo>
                    <a:cubicBezTo>
                      <a:pt x="615" y="181"/>
                      <a:pt x="616" y="182"/>
                      <a:pt x="618" y="183"/>
                    </a:cubicBezTo>
                    <a:cubicBezTo>
                      <a:pt x="620" y="184"/>
                      <a:pt x="624" y="183"/>
                      <a:pt x="630" y="179"/>
                    </a:cubicBezTo>
                    <a:cubicBezTo>
                      <a:pt x="630" y="178"/>
                      <a:pt x="630" y="178"/>
                      <a:pt x="630" y="178"/>
                    </a:cubicBezTo>
                    <a:cubicBezTo>
                      <a:pt x="634" y="175"/>
                      <a:pt x="637" y="173"/>
                      <a:pt x="639" y="172"/>
                    </a:cubicBezTo>
                    <a:cubicBezTo>
                      <a:pt x="641" y="170"/>
                      <a:pt x="643" y="170"/>
                      <a:pt x="644" y="169"/>
                    </a:cubicBezTo>
                    <a:cubicBezTo>
                      <a:pt x="646" y="169"/>
                      <a:pt x="648" y="169"/>
                      <a:pt x="650" y="169"/>
                    </a:cubicBezTo>
                    <a:cubicBezTo>
                      <a:pt x="652" y="169"/>
                      <a:pt x="654" y="170"/>
                      <a:pt x="656" y="171"/>
                    </a:cubicBezTo>
                    <a:cubicBezTo>
                      <a:pt x="660" y="173"/>
                      <a:pt x="663" y="177"/>
                      <a:pt x="664" y="182"/>
                    </a:cubicBezTo>
                    <a:cubicBezTo>
                      <a:pt x="665" y="186"/>
                      <a:pt x="664" y="191"/>
                      <a:pt x="661" y="197"/>
                    </a:cubicBezTo>
                    <a:cubicBezTo>
                      <a:pt x="659" y="199"/>
                      <a:pt x="657" y="202"/>
                      <a:pt x="654" y="205"/>
                    </a:cubicBezTo>
                    <a:cubicBezTo>
                      <a:pt x="652" y="207"/>
                      <a:pt x="650" y="209"/>
                      <a:pt x="650" y="209"/>
                    </a:cubicBezTo>
                    <a:cubicBezTo>
                      <a:pt x="650" y="210"/>
                      <a:pt x="650" y="211"/>
                      <a:pt x="650" y="211"/>
                    </a:cubicBezTo>
                    <a:cubicBezTo>
                      <a:pt x="650" y="212"/>
                      <a:pt x="651" y="213"/>
                      <a:pt x="652" y="213"/>
                    </a:cubicBezTo>
                    <a:cubicBezTo>
                      <a:pt x="651" y="215"/>
                      <a:pt x="651" y="215"/>
                      <a:pt x="651" y="215"/>
                    </a:cubicBezTo>
                    <a:close/>
                    <a:moveTo>
                      <a:pt x="678" y="136"/>
                    </a:moveTo>
                    <a:cubicBezTo>
                      <a:pt x="647" y="124"/>
                      <a:pt x="647" y="124"/>
                      <a:pt x="647" y="124"/>
                    </a:cubicBezTo>
                    <a:cubicBezTo>
                      <a:pt x="644" y="123"/>
                      <a:pt x="643" y="122"/>
                      <a:pt x="642" y="121"/>
                    </a:cubicBezTo>
                    <a:cubicBezTo>
                      <a:pt x="642" y="120"/>
                      <a:pt x="642" y="118"/>
                      <a:pt x="642" y="116"/>
                    </a:cubicBezTo>
                    <a:cubicBezTo>
                      <a:pt x="641" y="115"/>
                      <a:pt x="641" y="115"/>
                      <a:pt x="641" y="115"/>
                    </a:cubicBezTo>
                    <a:cubicBezTo>
                      <a:pt x="630" y="142"/>
                      <a:pt x="630" y="142"/>
                      <a:pt x="630" y="142"/>
                    </a:cubicBezTo>
                    <a:cubicBezTo>
                      <a:pt x="632" y="143"/>
                      <a:pt x="632" y="143"/>
                      <a:pt x="632" y="143"/>
                    </a:cubicBezTo>
                    <a:cubicBezTo>
                      <a:pt x="633" y="141"/>
                      <a:pt x="634" y="139"/>
                      <a:pt x="635" y="139"/>
                    </a:cubicBezTo>
                    <a:cubicBezTo>
                      <a:pt x="637" y="138"/>
                      <a:pt x="639" y="138"/>
                      <a:pt x="641" y="139"/>
                    </a:cubicBezTo>
                    <a:cubicBezTo>
                      <a:pt x="672" y="151"/>
                      <a:pt x="672" y="151"/>
                      <a:pt x="672" y="151"/>
                    </a:cubicBezTo>
                    <a:cubicBezTo>
                      <a:pt x="674" y="152"/>
                      <a:pt x="676" y="153"/>
                      <a:pt x="677" y="154"/>
                    </a:cubicBezTo>
                    <a:cubicBezTo>
                      <a:pt x="677" y="156"/>
                      <a:pt x="677" y="158"/>
                      <a:pt x="676" y="160"/>
                    </a:cubicBezTo>
                    <a:cubicBezTo>
                      <a:pt x="678" y="161"/>
                      <a:pt x="678" y="161"/>
                      <a:pt x="678" y="161"/>
                    </a:cubicBezTo>
                    <a:cubicBezTo>
                      <a:pt x="689" y="133"/>
                      <a:pt x="689" y="133"/>
                      <a:pt x="689" y="133"/>
                    </a:cubicBezTo>
                    <a:cubicBezTo>
                      <a:pt x="687" y="133"/>
                      <a:pt x="687" y="133"/>
                      <a:pt x="687" y="133"/>
                    </a:cubicBezTo>
                    <a:cubicBezTo>
                      <a:pt x="686" y="135"/>
                      <a:pt x="685" y="136"/>
                      <a:pt x="683" y="137"/>
                    </a:cubicBezTo>
                    <a:cubicBezTo>
                      <a:pt x="682" y="137"/>
                      <a:pt x="680" y="137"/>
                      <a:pt x="678" y="136"/>
                    </a:cubicBezTo>
                    <a:cubicBezTo>
                      <a:pt x="678" y="136"/>
                      <a:pt x="678" y="136"/>
                      <a:pt x="678" y="136"/>
                    </a:cubicBezTo>
                    <a:close/>
                    <a:moveTo>
                      <a:pt x="656" y="57"/>
                    </a:moveTo>
                    <a:cubicBezTo>
                      <a:pt x="669" y="60"/>
                      <a:pt x="669" y="60"/>
                      <a:pt x="669" y="60"/>
                    </a:cubicBezTo>
                    <a:cubicBezTo>
                      <a:pt x="668" y="62"/>
                      <a:pt x="668" y="62"/>
                      <a:pt x="668" y="62"/>
                    </a:cubicBezTo>
                    <a:cubicBezTo>
                      <a:pt x="665" y="62"/>
                      <a:pt x="662" y="62"/>
                      <a:pt x="660" y="63"/>
                    </a:cubicBezTo>
                    <a:cubicBezTo>
                      <a:pt x="658" y="64"/>
                      <a:pt x="657" y="67"/>
                      <a:pt x="656" y="70"/>
                    </a:cubicBezTo>
                    <a:cubicBezTo>
                      <a:pt x="655" y="73"/>
                      <a:pt x="655" y="73"/>
                      <a:pt x="655" y="73"/>
                    </a:cubicBezTo>
                    <a:cubicBezTo>
                      <a:pt x="693" y="82"/>
                      <a:pt x="693" y="82"/>
                      <a:pt x="693" y="82"/>
                    </a:cubicBezTo>
                    <a:cubicBezTo>
                      <a:pt x="696" y="83"/>
                      <a:pt x="698" y="83"/>
                      <a:pt x="699" y="82"/>
                    </a:cubicBezTo>
                    <a:cubicBezTo>
                      <a:pt x="700" y="81"/>
                      <a:pt x="701" y="80"/>
                      <a:pt x="702" y="77"/>
                    </a:cubicBezTo>
                    <a:cubicBezTo>
                      <a:pt x="704" y="78"/>
                      <a:pt x="704" y="78"/>
                      <a:pt x="704" y="78"/>
                    </a:cubicBezTo>
                    <a:cubicBezTo>
                      <a:pt x="697" y="106"/>
                      <a:pt x="697" y="106"/>
                      <a:pt x="697" y="106"/>
                    </a:cubicBezTo>
                    <a:cubicBezTo>
                      <a:pt x="695" y="106"/>
                      <a:pt x="695" y="106"/>
                      <a:pt x="695" y="106"/>
                    </a:cubicBezTo>
                    <a:cubicBezTo>
                      <a:pt x="696" y="103"/>
                      <a:pt x="696" y="102"/>
                      <a:pt x="695" y="100"/>
                    </a:cubicBezTo>
                    <a:cubicBezTo>
                      <a:pt x="694" y="99"/>
                      <a:pt x="692" y="98"/>
                      <a:pt x="690" y="98"/>
                    </a:cubicBezTo>
                    <a:cubicBezTo>
                      <a:pt x="652" y="89"/>
                      <a:pt x="652" y="89"/>
                      <a:pt x="652" y="89"/>
                    </a:cubicBezTo>
                    <a:cubicBezTo>
                      <a:pt x="651" y="92"/>
                      <a:pt x="651" y="92"/>
                      <a:pt x="651" y="92"/>
                    </a:cubicBezTo>
                    <a:cubicBezTo>
                      <a:pt x="650" y="96"/>
                      <a:pt x="651" y="98"/>
                      <a:pt x="652" y="100"/>
                    </a:cubicBezTo>
                    <a:cubicBezTo>
                      <a:pt x="653" y="102"/>
                      <a:pt x="655" y="104"/>
                      <a:pt x="658" y="105"/>
                    </a:cubicBezTo>
                    <a:cubicBezTo>
                      <a:pt x="658" y="107"/>
                      <a:pt x="658" y="107"/>
                      <a:pt x="658" y="107"/>
                    </a:cubicBezTo>
                    <a:cubicBezTo>
                      <a:pt x="645" y="104"/>
                      <a:pt x="645" y="104"/>
                      <a:pt x="645" y="104"/>
                    </a:cubicBezTo>
                    <a:cubicBezTo>
                      <a:pt x="656" y="57"/>
                      <a:pt x="656" y="57"/>
                      <a:pt x="656" y="57"/>
                    </a:cubicBezTo>
                    <a:close/>
                    <a:moveTo>
                      <a:pt x="684" y="17"/>
                    </a:moveTo>
                    <a:cubicBezTo>
                      <a:pt x="699" y="18"/>
                      <a:pt x="699" y="18"/>
                      <a:pt x="699" y="18"/>
                    </a:cubicBezTo>
                    <a:cubicBezTo>
                      <a:pt x="701" y="18"/>
                      <a:pt x="703" y="17"/>
                      <a:pt x="704" y="16"/>
                    </a:cubicBezTo>
                    <a:cubicBezTo>
                      <a:pt x="705" y="15"/>
                      <a:pt x="706" y="13"/>
                      <a:pt x="706" y="11"/>
                    </a:cubicBezTo>
                    <a:cubicBezTo>
                      <a:pt x="708" y="11"/>
                      <a:pt x="708" y="11"/>
                      <a:pt x="708" y="11"/>
                    </a:cubicBezTo>
                    <a:cubicBezTo>
                      <a:pt x="708" y="40"/>
                      <a:pt x="708" y="40"/>
                      <a:pt x="708" y="40"/>
                    </a:cubicBezTo>
                    <a:cubicBezTo>
                      <a:pt x="706" y="40"/>
                      <a:pt x="706" y="40"/>
                      <a:pt x="706" y="40"/>
                    </a:cubicBezTo>
                    <a:cubicBezTo>
                      <a:pt x="706" y="38"/>
                      <a:pt x="705" y="36"/>
                      <a:pt x="704" y="35"/>
                    </a:cubicBezTo>
                    <a:cubicBezTo>
                      <a:pt x="703" y="34"/>
                      <a:pt x="701" y="34"/>
                      <a:pt x="698" y="34"/>
                    </a:cubicBezTo>
                    <a:cubicBezTo>
                      <a:pt x="687" y="33"/>
                      <a:pt x="687" y="33"/>
                      <a:pt x="687" y="33"/>
                    </a:cubicBezTo>
                    <a:cubicBezTo>
                      <a:pt x="663" y="46"/>
                      <a:pt x="663" y="46"/>
                      <a:pt x="663" y="46"/>
                    </a:cubicBezTo>
                    <a:cubicBezTo>
                      <a:pt x="661" y="47"/>
                      <a:pt x="660" y="48"/>
                      <a:pt x="659" y="49"/>
                    </a:cubicBezTo>
                    <a:cubicBezTo>
                      <a:pt x="658" y="50"/>
                      <a:pt x="658" y="51"/>
                      <a:pt x="658" y="53"/>
                    </a:cubicBezTo>
                    <a:cubicBezTo>
                      <a:pt x="656" y="53"/>
                      <a:pt x="656" y="53"/>
                      <a:pt x="656" y="53"/>
                    </a:cubicBezTo>
                    <a:cubicBezTo>
                      <a:pt x="656" y="26"/>
                      <a:pt x="656" y="26"/>
                      <a:pt x="656" y="26"/>
                    </a:cubicBezTo>
                    <a:cubicBezTo>
                      <a:pt x="658" y="26"/>
                      <a:pt x="658" y="26"/>
                      <a:pt x="658" y="26"/>
                    </a:cubicBezTo>
                    <a:cubicBezTo>
                      <a:pt x="658" y="27"/>
                      <a:pt x="658" y="28"/>
                      <a:pt x="659" y="29"/>
                    </a:cubicBezTo>
                    <a:cubicBezTo>
                      <a:pt x="659" y="29"/>
                      <a:pt x="660" y="30"/>
                      <a:pt x="660" y="30"/>
                    </a:cubicBezTo>
                    <a:cubicBezTo>
                      <a:pt x="661" y="30"/>
                      <a:pt x="661" y="30"/>
                      <a:pt x="661" y="30"/>
                    </a:cubicBezTo>
                    <a:cubicBezTo>
                      <a:pt x="662" y="29"/>
                      <a:pt x="662" y="29"/>
                      <a:pt x="662" y="29"/>
                    </a:cubicBezTo>
                    <a:cubicBezTo>
                      <a:pt x="681" y="20"/>
                      <a:pt x="681" y="20"/>
                      <a:pt x="681" y="20"/>
                    </a:cubicBezTo>
                    <a:cubicBezTo>
                      <a:pt x="664" y="10"/>
                      <a:pt x="664" y="10"/>
                      <a:pt x="664" y="10"/>
                    </a:cubicBezTo>
                    <a:cubicBezTo>
                      <a:pt x="663" y="10"/>
                      <a:pt x="663" y="10"/>
                      <a:pt x="663" y="10"/>
                    </a:cubicBezTo>
                    <a:cubicBezTo>
                      <a:pt x="662" y="9"/>
                      <a:pt x="662" y="9"/>
                      <a:pt x="661" y="9"/>
                    </a:cubicBezTo>
                    <a:cubicBezTo>
                      <a:pt x="660" y="9"/>
                      <a:pt x="660" y="10"/>
                      <a:pt x="659" y="11"/>
                    </a:cubicBezTo>
                    <a:cubicBezTo>
                      <a:pt x="659" y="11"/>
                      <a:pt x="659" y="13"/>
                      <a:pt x="659" y="14"/>
                    </a:cubicBezTo>
                    <a:cubicBezTo>
                      <a:pt x="659" y="15"/>
                      <a:pt x="659" y="15"/>
                      <a:pt x="659" y="15"/>
                    </a:cubicBezTo>
                    <a:cubicBezTo>
                      <a:pt x="657" y="15"/>
                      <a:pt x="657" y="15"/>
                      <a:pt x="657" y="15"/>
                    </a:cubicBezTo>
                    <a:cubicBezTo>
                      <a:pt x="657" y="0"/>
                      <a:pt x="657" y="0"/>
                      <a:pt x="657" y="0"/>
                    </a:cubicBezTo>
                    <a:cubicBezTo>
                      <a:pt x="659" y="0"/>
                      <a:pt x="659" y="0"/>
                      <a:pt x="659" y="0"/>
                    </a:cubicBezTo>
                    <a:cubicBezTo>
                      <a:pt x="659" y="1"/>
                      <a:pt x="659" y="1"/>
                      <a:pt x="659" y="1"/>
                    </a:cubicBezTo>
                    <a:cubicBezTo>
                      <a:pt x="659" y="1"/>
                      <a:pt x="659" y="2"/>
                      <a:pt x="660" y="3"/>
                    </a:cubicBezTo>
                    <a:cubicBezTo>
                      <a:pt x="660" y="4"/>
                      <a:pt x="661" y="5"/>
                      <a:pt x="663" y="6"/>
                    </a:cubicBezTo>
                    <a:lnTo>
                      <a:pt x="684" y="17"/>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solidFill>
                    <a:srgbClr val="000000"/>
                  </a:solidFill>
                </a:endParaRPr>
              </a:p>
            </p:txBody>
          </p:sp>
          <p:sp>
            <p:nvSpPr>
              <p:cNvPr id="23" name="îṩḻîḓè"/>
              <p:cNvSpPr/>
              <p:nvPr/>
            </p:nvSpPr>
            <p:spPr bwMode="auto">
              <a:xfrm>
                <a:off x="2840038" y="4119563"/>
                <a:ext cx="493713" cy="128588"/>
              </a:xfrm>
              <a:custGeom>
                <a:avLst/>
                <a:gdLst>
                  <a:gd name="T0" fmla="*/ 0 w 150"/>
                  <a:gd name="T1" fmla="*/ 36 h 39"/>
                  <a:gd name="T2" fmla="*/ 9 w 150"/>
                  <a:gd name="T3" fmla="*/ 33 h 39"/>
                  <a:gd name="T4" fmla="*/ 8 w 150"/>
                  <a:gd name="T5" fmla="*/ 7 h 39"/>
                  <a:gd name="T6" fmla="*/ 3 w 150"/>
                  <a:gd name="T7" fmla="*/ 7 h 39"/>
                  <a:gd name="T8" fmla="*/ 1 w 150"/>
                  <a:gd name="T9" fmla="*/ 5 h 39"/>
                  <a:gd name="T10" fmla="*/ 17 w 150"/>
                  <a:gd name="T11" fmla="*/ 0 h 39"/>
                  <a:gd name="T12" fmla="*/ 19 w 150"/>
                  <a:gd name="T13" fmla="*/ 33 h 39"/>
                  <a:gd name="T14" fmla="*/ 28 w 150"/>
                  <a:gd name="T15" fmla="*/ 36 h 39"/>
                  <a:gd name="T16" fmla="*/ 21 w 150"/>
                  <a:gd name="T17" fmla="*/ 38 h 39"/>
                  <a:gd name="T18" fmla="*/ 6 w 150"/>
                  <a:gd name="T19" fmla="*/ 38 h 39"/>
                  <a:gd name="T20" fmla="*/ 0 w 150"/>
                  <a:gd name="T21" fmla="*/ 38 h 39"/>
                  <a:gd name="T22" fmla="*/ 46 w 150"/>
                  <a:gd name="T23" fmla="*/ 24 h 39"/>
                  <a:gd name="T24" fmla="*/ 48 w 150"/>
                  <a:gd name="T25" fmla="*/ 34 h 39"/>
                  <a:gd name="T26" fmla="*/ 61 w 150"/>
                  <a:gd name="T27" fmla="*/ 34 h 39"/>
                  <a:gd name="T28" fmla="*/ 60 w 150"/>
                  <a:gd name="T29" fmla="*/ 25 h 39"/>
                  <a:gd name="T30" fmla="*/ 51 w 150"/>
                  <a:gd name="T31" fmla="*/ 21 h 39"/>
                  <a:gd name="T32" fmla="*/ 60 w 150"/>
                  <a:gd name="T33" fmla="*/ 12 h 39"/>
                  <a:gd name="T34" fmla="*/ 59 w 150"/>
                  <a:gd name="T35" fmla="*/ 4 h 39"/>
                  <a:gd name="T36" fmla="*/ 48 w 150"/>
                  <a:gd name="T37" fmla="*/ 4 h 39"/>
                  <a:gd name="T38" fmla="*/ 49 w 150"/>
                  <a:gd name="T39" fmla="*/ 11 h 39"/>
                  <a:gd name="T40" fmla="*/ 56 w 150"/>
                  <a:gd name="T41" fmla="*/ 15 h 39"/>
                  <a:gd name="T42" fmla="*/ 41 w 150"/>
                  <a:gd name="T43" fmla="*/ 15 h 39"/>
                  <a:gd name="T44" fmla="*/ 43 w 150"/>
                  <a:gd name="T45" fmla="*/ 3 h 39"/>
                  <a:gd name="T46" fmla="*/ 65 w 150"/>
                  <a:gd name="T47" fmla="*/ 3 h 39"/>
                  <a:gd name="T48" fmla="*/ 67 w 150"/>
                  <a:gd name="T49" fmla="*/ 13 h 39"/>
                  <a:gd name="T50" fmla="*/ 68 w 150"/>
                  <a:gd name="T51" fmla="*/ 21 h 39"/>
                  <a:gd name="T52" fmla="*/ 66 w 150"/>
                  <a:gd name="T53" fmla="*/ 36 h 39"/>
                  <a:gd name="T54" fmla="*/ 41 w 150"/>
                  <a:gd name="T55" fmla="*/ 36 h 39"/>
                  <a:gd name="T56" fmla="*/ 39 w 150"/>
                  <a:gd name="T57" fmla="*/ 23 h 39"/>
                  <a:gd name="T58" fmla="*/ 47 w 150"/>
                  <a:gd name="T59" fmla="*/ 19 h 39"/>
                  <a:gd name="T60" fmla="*/ 80 w 150"/>
                  <a:gd name="T61" fmla="*/ 33 h 39"/>
                  <a:gd name="T62" fmla="*/ 87 w 150"/>
                  <a:gd name="T63" fmla="*/ 36 h 39"/>
                  <a:gd name="T64" fmla="*/ 100 w 150"/>
                  <a:gd name="T65" fmla="*/ 20 h 39"/>
                  <a:gd name="T66" fmla="*/ 95 w 150"/>
                  <a:gd name="T67" fmla="*/ 25 h 39"/>
                  <a:gd name="T68" fmla="*/ 79 w 150"/>
                  <a:gd name="T69" fmla="*/ 23 h 39"/>
                  <a:gd name="T70" fmla="*/ 81 w 150"/>
                  <a:gd name="T71" fmla="*/ 4 h 39"/>
                  <a:gd name="T72" fmla="*/ 105 w 150"/>
                  <a:gd name="T73" fmla="*/ 5 h 39"/>
                  <a:gd name="T74" fmla="*/ 108 w 150"/>
                  <a:gd name="T75" fmla="*/ 26 h 39"/>
                  <a:gd name="T76" fmla="*/ 96 w 150"/>
                  <a:gd name="T77" fmla="*/ 38 h 39"/>
                  <a:gd name="T78" fmla="*/ 81 w 150"/>
                  <a:gd name="T79" fmla="*/ 38 h 39"/>
                  <a:gd name="T80" fmla="*/ 77 w 150"/>
                  <a:gd name="T81" fmla="*/ 36 h 39"/>
                  <a:gd name="T82" fmla="*/ 98 w 150"/>
                  <a:gd name="T83" fmla="*/ 19 h 39"/>
                  <a:gd name="T84" fmla="*/ 98 w 150"/>
                  <a:gd name="T85" fmla="*/ 6 h 39"/>
                  <a:gd name="T86" fmla="*/ 87 w 150"/>
                  <a:gd name="T87" fmla="*/ 6 h 39"/>
                  <a:gd name="T88" fmla="*/ 88 w 150"/>
                  <a:gd name="T89" fmla="*/ 19 h 39"/>
                  <a:gd name="T90" fmla="*/ 93 w 150"/>
                  <a:gd name="T91" fmla="*/ 21 h 39"/>
                  <a:gd name="T92" fmla="*/ 128 w 150"/>
                  <a:gd name="T93" fmla="*/ 20 h 39"/>
                  <a:gd name="T94" fmla="*/ 129 w 150"/>
                  <a:gd name="T95" fmla="*/ 33 h 39"/>
                  <a:gd name="T96" fmla="*/ 139 w 150"/>
                  <a:gd name="T97" fmla="*/ 34 h 39"/>
                  <a:gd name="T98" fmla="*/ 139 w 150"/>
                  <a:gd name="T99" fmla="*/ 21 h 39"/>
                  <a:gd name="T100" fmla="*/ 133 w 150"/>
                  <a:gd name="T101" fmla="*/ 18 h 39"/>
                  <a:gd name="T102" fmla="*/ 146 w 150"/>
                  <a:gd name="T103" fmla="*/ 6 h 39"/>
                  <a:gd name="T104" fmla="*/ 139 w 150"/>
                  <a:gd name="T105" fmla="*/ 4 h 39"/>
                  <a:gd name="T106" fmla="*/ 126 w 150"/>
                  <a:gd name="T107" fmla="*/ 19 h 39"/>
                  <a:gd name="T108" fmla="*/ 131 w 150"/>
                  <a:gd name="T109" fmla="*/ 15 h 39"/>
                  <a:gd name="T110" fmla="*/ 147 w 150"/>
                  <a:gd name="T111" fmla="*/ 16 h 39"/>
                  <a:gd name="T112" fmla="*/ 146 w 150"/>
                  <a:gd name="T113" fmla="*/ 35 h 39"/>
                  <a:gd name="T114" fmla="*/ 121 w 150"/>
                  <a:gd name="T115" fmla="*/ 35 h 39"/>
                  <a:gd name="T116" fmla="*/ 118 w 150"/>
                  <a:gd name="T117" fmla="*/ 13 h 39"/>
                  <a:gd name="T118" fmla="*/ 130 w 150"/>
                  <a:gd name="T119" fmla="*/ 2 h 39"/>
                  <a:gd name="T120" fmla="*/ 145 w 150"/>
                  <a:gd name="T121" fmla="*/ 1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50" h="39">
                    <a:moveTo>
                      <a:pt x="0" y="38"/>
                    </a:moveTo>
                    <a:cubicBezTo>
                      <a:pt x="0" y="36"/>
                      <a:pt x="0" y="36"/>
                      <a:pt x="0" y="36"/>
                    </a:cubicBezTo>
                    <a:cubicBezTo>
                      <a:pt x="4" y="36"/>
                      <a:pt x="6" y="36"/>
                      <a:pt x="8" y="35"/>
                    </a:cubicBezTo>
                    <a:cubicBezTo>
                      <a:pt x="9" y="35"/>
                      <a:pt x="9" y="34"/>
                      <a:pt x="9" y="33"/>
                    </a:cubicBezTo>
                    <a:cubicBezTo>
                      <a:pt x="9" y="10"/>
                      <a:pt x="9" y="10"/>
                      <a:pt x="9" y="10"/>
                    </a:cubicBezTo>
                    <a:cubicBezTo>
                      <a:pt x="9" y="9"/>
                      <a:pt x="9" y="8"/>
                      <a:pt x="8" y="7"/>
                    </a:cubicBezTo>
                    <a:cubicBezTo>
                      <a:pt x="8" y="7"/>
                      <a:pt x="7" y="7"/>
                      <a:pt x="5" y="7"/>
                    </a:cubicBezTo>
                    <a:cubicBezTo>
                      <a:pt x="5" y="7"/>
                      <a:pt x="4" y="7"/>
                      <a:pt x="3" y="7"/>
                    </a:cubicBezTo>
                    <a:cubicBezTo>
                      <a:pt x="2" y="7"/>
                      <a:pt x="2" y="7"/>
                      <a:pt x="1" y="7"/>
                    </a:cubicBezTo>
                    <a:cubicBezTo>
                      <a:pt x="1" y="5"/>
                      <a:pt x="1" y="5"/>
                      <a:pt x="1" y="5"/>
                    </a:cubicBezTo>
                    <a:cubicBezTo>
                      <a:pt x="4" y="4"/>
                      <a:pt x="7" y="4"/>
                      <a:pt x="9" y="3"/>
                    </a:cubicBezTo>
                    <a:cubicBezTo>
                      <a:pt x="12" y="3"/>
                      <a:pt x="14" y="2"/>
                      <a:pt x="17" y="0"/>
                    </a:cubicBezTo>
                    <a:cubicBezTo>
                      <a:pt x="19" y="0"/>
                      <a:pt x="19" y="0"/>
                      <a:pt x="19" y="0"/>
                    </a:cubicBezTo>
                    <a:cubicBezTo>
                      <a:pt x="19" y="33"/>
                      <a:pt x="19" y="33"/>
                      <a:pt x="19" y="33"/>
                    </a:cubicBezTo>
                    <a:cubicBezTo>
                      <a:pt x="19" y="34"/>
                      <a:pt x="20" y="35"/>
                      <a:pt x="21" y="35"/>
                    </a:cubicBezTo>
                    <a:cubicBezTo>
                      <a:pt x="22" y="36"/>
                      <a:pt x="24" y="36"/>
                      <a:pt x="28" y="36"/>
                    </a:cubicBezTo>
                    <a:cubicBezTo>
                      <a:pt x="28" y="38"/>
                      <a:pt x="28" y="38"/>
                      <a:pt x="28" y="38"/>
                    </a:cubicBezTo>
                    <a:cubicBezTo>
                      <a:pt x="26" y="38"/>
                      <a:pt x="23" y="38"/>
                      <a:pt x="21" y="38"/>
                    </a:cubicBezTo>
                    <a:cubicBezTo>
                      <a:pt x="19" y="38"/>
                      <a:pt x="16" y="38"/>
                      <a:pt x="14" y="38"/>
                    </a:cubicBezTo>
                    <a:cubicBezTo>
                      <a:pt x="11" y="38"/>
                      <a:pt x="8" y="38"/>
                      <a:pt x="6" y="38"/>
                    </a:cubicBezTo>
                    <a:cubicBezTo>
                      <a:pt x="4" y="38"/>
                      <a:pt x="2" y="38"/>
                      <a:pt x="0" y="38"/>
                    </a:cubicBezTo>
                    <a:cubicBezTo>
                      <a:pt x="0" y="38"/>
                      <a:pt x="0" y="38"/>
                      <a:pt x="0" y="38"/>
                    </a:cubicBezTo>
                    <a:close/>
                    <a:moveTo>
                      <a:pt x="51" y="21"/>
                    </a:moveTo>
                    <a:cubicBezTo>
                      <a:pt x="49" y="22"/>
                      <a:pt x="48" y="23"/>
                      <a:pt x="46" y="24"/>
                    </a:cubicBezTo>
                    <a:cubicBezTo>
                      <a:pt x="45" y="26"/>
                      <a:pt x="45" y="27"/>
                      <a:pt x="45" y="28"/>
                    </a:cubicBezTo>
                    <a:cubicBezTo>
                      <a:pt x="45" y="31"/>
                      <a:pt x="46" y="32"/>
                      <a:pt x="48" y="34"/>
                    </a:cubicBezTo>
                    <a:cubicBezTo>
                      <a:pt x="50" y="35"/>
                      <a:pt x="52" y="36"/>
                      <a:pt x="55" y="36"/>
                    </a:cubicBezTo>
                    <a:cubicBezTo>
                      <a:pt x="57" y="36"/>
                      <a:pt x="59" y="36"/>
                      <a:pt x="61" y="34"/>
                    </a:cubicBezTo>
                    <a:cubicBezTo>
                      <a:pt x="62" y="33"/>
                      <a:pt x="63" y="32"/>
                      <a:pt x="63" y="30"/>
                    </a:cubicBezTo>
                    <a:cubicBezTo>
                      <a:pt x="63" y="28"/>
                      <a:pt x="62" y="27"/>
                      <a:pt x="60" y="25"/>
                    </a:cubicBezTo>
                    <a:cubicBezTo>
                      <a:pt x="58" y="24"/>
                      <a:pt x="55" y="23"/>
                      <a:pt x="51" y="21"/>
                    </a:cubicBezTo>
                    <a:cubicBezTo>
                      <a:pt x="51" y="21"/>
                      <a:pt x="51" y="21"/>
                      <a:pt x="51" y="21"/>
                    </a:cubicBezTo>
                    <a:close/>
                    <a:moveTo>
                      <a:pt x="56" y="15"/>
                    </a:moveTo>
                    <a:cubicBezTo>
                      <a:pt x="58" y="14"/>
                      <a:pt x="59" y="13"/>
                      <a:pt x="60" y="12"/>
                    </a:cubicBezTo>
                    <a:cubicBezTo>
                      <a:pt x="61" y="11"/>
                      <a:pt x="61" y="10"/>
                      <a:pt x="61" y="8"/>
                    </a:cubicBezTo>
                    <a:cubicBezTo>
                      <a:pt x="61" y="7"/>
                      <a:pt x="60" y="5"/>
                      <a:pt x="59" y="4"/>
                    </a:cubicBezTo>
                    <a:cubicBezTo>
                      <a:pt x="57" y="3"/>
                      <a:pt x="56" y="3"/>
                      <a:pt x="53" y="3"/>
                    </a:cubicBezTo>
                    <a:cubicBezTo>
                      <a:pt x="51" y="3"/>
                      <a:pt x="50" y="3"/>
                      <a:pt x="48" y="4"/>
                    </a:cubicBezTo>
                    <a:cubicBezTo>
                      <a:pt x="47" y="5"/>
                      <a:pt x="46" y="6"/>
                      <a:pt x="46" y="7"/>
                    </a:cubicBezTo>
                    <a:cubicBezTo>
                      <a:pt x="46" y="9"/>
                      <a:pt x="47" y="10"/>
                      <a:pt x="49" y="11"/>
                    </a:cubicBezTo>
                    <a:cubicBezTo>
                      <a:pt x="50" y="13"/>
                      <a:pt x="53" y="14"/>
                      <a:pt x="56" y="15"/>
                    </a:cubicBezTo>
                    <a:cubicBezTo>
                      <a:pt x="56" y="15"/>
                      <a:pt x="56" y="15"/>
                      <a:pt x="56" y="15"/>
                    </a:cubicBezTo>
                    <a:close/>
                    <a:moveTo>
                      <a:pt x="47" y="19"/>
                    </a:moveTo>
                    <a:cubicBezTo>
                      <a:pt x="44" y="18"/>
                      <a:pt x="42" y="16"/>
                      <a:pt x="41" y="15"/>
                    </a:cubicBezTo>
                    <a:cubicBezTo>
                      <a:pt x="39" y="13"/>
                      <a:pt x="39" y="12"/>
                      <a:pt x="39" y="10"/>
                    </a:cubicBezTo>
                    <a:cubicBezTo>
                      <a:pt x="39" y="7"/>
                      <a:pt x="40" y="5"/>
                      <a:pt x="43" y="3"/>
                    </a:cubicBezTo>
                    <a:cubicBezTo>
                      <a:pt x="46" y="1"/>
                      <a:pt x="50" y="0"/>
                      <a:pt x="55" y="0"/>
                    </a:cubicBezTo>
                    <a:cubicBezTo>
                      <a:pt x="59" y="0"/>
                      <a:pt x="62" y="1"/>
                      <a:pt x="65" y="3"/>
                    </a:cubicBezTo>
                    <a:cubicBezTo>
                      <a:pt x="67" y="4"/>
                      <a:pt x="69" y="6"/>
                      <a:pt x="69" y="8"/>
                    </a:cubicBezTo>
                    <a:cubicBezTo>
                      <a:pt x="69" y="10"/>
                      <a:pt x="68" y="11"/>
                      <a:pt x="67" y="13"/>
                    </a:cubicBezTo>
                    <a:cubicBezTo>
                      <a:pt x="65" y="14"/>
                      <a:pt x="63" y="15"/>
                      <a:pt x="60" y="17"/>
                    </a:cubicBezTo>
                    <a:cubicBezTo>
                      <a:pt x="64" y="18"/>
                      <a:pt x="66" y="20"/>
                      <a:pt x="68" y="21"/>
                    </a:cubicBezTo>
                    <a:cubicBezTo>
                      <a:pt x="70" y="23"/>
                      <a:pt x="71" y="25"/>
                      <a:pt x="71" y="28"/>
                    </a:cubicBezTo>
                    <a:cubicBezTo>
                      <a:pt x="71" y="31"/>
                      <a:pt x="69" y="34"/>
                      <a:pt x="66" y="36"/>
                    </a:cubicBezTo>
                    <a:cubicBezTo>
                      <a:pt x="63" y="38"/>
                      <a:pt x="59" y="39"/>
                      <a:pt x="54" y="39"/>
                    </a:cubicBezTo>
                    <a:cubicBezTo>
                      <a:pt x="48" y="39"/>
                      <a:pt x="44" y="38"/>
                      <a:pt x="41" y="36"/>
                    </a:cubicBezTo>
                    <a:cubicBezTo>
                      <a:pt x="38" y="34"/>
                      <a:pt x="36" y="32"/>
                      <a:pt x="36" y="29"/>
                    </a:cubicBezTo>
                    <a:cubicBezTo>
                      <a:pt x="36" y="27"/>
                      <a:pt x="37" y="25"/>
                      <a:pt x="39" y="23"/>
                    </a:cubicBezTo>
                    <a:cubicBezTo>
                      <a:pt x="40" y="22"/>
                      <a:pt x="43" y="20"/>
                      <a:pt x="47" y="19"/>
                    </a:cubicBezTo>
                    <a:cubicBezTo>
                      <a:pt x="47" y="19"/>
                      <a:pt x="47" y="19"/>
                      <a:pt x="47" y="19"/>
                    </a:cubicBezTo>
                    <a:close/>
                    <a:moveTo>
                      <a:pt x="77" y="36"/>
                    </a:moveTo>
                    <a:cubicBezTo>
                      <a:pt x="80" y="33"/>
                      <a:pt x="80" y="33"/>
                      <a:pt x="80" y="33"/>
                    </a:cubicBezTo>
                    <a:cubicBezTo>
                      <a:pt x="81" y="34"/>
                      <a:pt x="82" y="35"/>
                      <a:pt x="83" y="35"/>
                    </a:cubicBezTo>
                    <a:cubicBezTo>
                      <a:pt x="85" y="35"/>
                      <a:pt x="86" y="36"/>
                      <a:pt x="87" y="36"/>
                    </a:cubicBezTo>
                    <a:cubicBezTo>
                      <a:pt x="91" y="36"/>
                      <a:pt x="94" y="34"/>
                      <a:pt x="97" y="31"/>
                    </a:cubicBezTo>
                    <a:cubicBezTo>
                      <a:pt x="99" y="28"/>
                      <a:pt x="100" y="25"/>
                      <a:pt x="100" y="20"/>
                    </a:cubicBezTo>
                    <a:cubicBezTo>
                      <a:pt x="100" y="20"/>
                      <a:pt x="100" y="20"/>
                      <a:pt x="100" y="20"/>
                    </a:cubicBezTo>
                    <a:cubicBezTo>
                      <a:pt x="99" y="22"/>
                      <a:pt x="97" y="24"/>
                      <a:pt x="95" y="25"/>
                    </a:cubicBezTo>
                    <a:cubicBezTo>
                      <a:pt x="93" y="26"/>
                      <a:pt x="91" y="26"/>
                      <a:pt x="88" y="26"/>
                    </a:cubicBezTo>
                    <a:cubicBezTo>
                      <a:pt x="85" y="26"/>
                      <a:pt x="82" y="25"/>
                      <a:pt x="79" y="23"/>
                    </a:cubicBezTo>
                    <a:cubicBezTo>
                      <a:pt x="77" y="21"/>
                      <a:pt x="76" y="18"/>
                      <a:pt x="76" y="15"/>
                    </a:cubicBezTo>
                    <a:cubicBezTo>
                      <a:pt x="76" y="11"/>
                      <a:pt x="78" y="7"/>
                      <a:pt x="81" y="4"/>
                    </a:cubicBezTo>
                    <a:cubicBezTo>
                      <a:pt x="84" y="2"/>
                      <a:pt x="88" y="0"/>
                      <a:pt x="93" y="0"/>
                    </a:cubicBezTo>
                    <a:cubicBezTo>
                      <a:pt x="98" y="0"/>
                      <a:pt x="102" y="2"/>
                      <a:pt x="105" y="5"/>
                    </a:cubicBezTo>
                    <a:cubicBezTo>
                      <a:pt x="108" y="8"/>
                      <a:pt x="110" y="12"/>
                      <a:pt x="110" y="17"/>
                    </a:cubicBezTo>
                    <a:cubicBezTo>
                      <a:pt x="110" y="20"/>
                      <a:pt x="109" y="23"/>
                      <a:pt x="108" y="26"/>
                    </a:cubicBezTo>
                    <a:cubicBezTo>
                      <a:pt x="107" y="29"/>
                      <a:pt x="106" y="31"/>
                      <a:pt x="104" y="33"/>
                    </a:cubicBezTo>
                    <a:cubicBezTo>
                      <a:pt x="101" y="35"/>
                      <a:pt x="99" y="36"/>
                      <a:pt x="96" y="38"/>
                    </a:cubicBezTo>
                    <a:cubicBezTo>
                      <a:pt x="93" y="39"/>
                      <a:pt x="91" y="39"/>
                      <a:pt x="87" y="39"/>
                    </a:cubicBezTo>
                    <a:cubicBezTo>
                      <a:pt x="85" y="39"/>
                      <a:pt x="83" y="39"/>
                      <a:pt x="81" y="38"/>
                    </a:cubicBezTo>
                    <a:cubicBezTo>
                      <a:pt x="80" y="38"/>
                      <a:pt x="78" y="37"/>
                      <a:pt x="77" y="36"/>
                    </a:cubicBezTo>
                    <a:cubicBezTo>
                      <a:pt x="77" y="36"/>
                      <a:pt x="77" y="36"/>
                      <a:pt x="77" y="36"/>
                    </a:cubicBezTo>
                    <a:close/>
                    <a:moveTo>
                      <a:pt x="93" y="21"/>
                    </a:moveTo>
                    <a:cubicBezTo>
                      <a:pt x="95" y="21"/>
                      <a:pt x="97" y="21"/>
                      <a:pt x="98" y="19"/>
                    </a:cubicBezTo>
                    <a:cubicBezTo>
                      <a:pt x="99" y="18"/>
                      <a:pt x="100" y="16"/>
                      <a:pt x="100" y="14"/>
                    </a:cubicBezTo>
                    <a:cubicBezTo>
                      <a:pt x="100" y="11"/>
                      <a:pt x="99" y="8"/>
                      <a:pt x="98" y="6"/>
                    </a:cubicBezTo>
                    <a:cubicBezTo>
                      <a:pt x="96" y="4"/>
                      <a:pt x="94" y="3"/>
                      <a:pt x="92" y="3"/>
                    </a:cubicBezTo>
                    <a:cubicBezTo>
                      <a:pt x="90" y="3"/>
                      <a:pt x="88" y="4"/>
                      <a:pt x="87" y="6"/>
                    </a:cubicBezTo>
                    <a:cubicBezTo>
                      <a:pt x="86" y="7"/>
                      <a:pt x="86" y="9"/>
                      <a:pt x="86" y="12"/>
                    </a:cubicBezTo>
                    <a:cubicBezTo>
                      <a:pt x="86" y="15"/>
                      <a:pt x="87" y="17"/>
                      <a:pt x="88" y="19"/>
                    </a:cubicBezTo>
                    <a:cubicBezTo>
                      <a:pt x="89" y="21"/>
                      <a:pt x="91" y="21"/>
                      <a:pt x="93" y="21"/>
                    </a:cubicBezTo>
                    <a:cubicBezTo>
                      <a:pt x="93" y="21"/>
                      <a:pt x="93" y="21"/>
                      <a:pt x="93" y="21"/>
                    </a:cubicBezTo>
                    <a:close/>
                    <a:moveTo>
                      <a:pt x="133" y="18"/>
                    </a:moveTo>
                    <a:cubicBezTo>
                      <a:pt x="131" y="18"/>
                      <a:pt x="130" y="19"/>
                      <a:pt x="128" y="20"/>
                    </a:cubicBezTo>
                    <a:cubicBezTo>
                      <a:pt x="127" y="21"/>
                      <a:pt x="127" y="23"/>
                      <a:pt x="127" y="25"/>
                    </a:cubicBezTo>
                    <a:cubicBezTo>
                      <a:pt x="127" y="29"/>
                      <a:pt x="127" y="31"/>
                      <a:pt x="129" y="33"/>
                    </a:cubicBezTo>
                    <a:cubicBezTo>
                      <a:pt x="130" y="35"/>
                      <a:pt x="132" y="36"/>
                      <a:pt x="134" y="36"/>
                    </a:cubicBezTo>
                    <a:cubicBezTo>
                      <a:pt x="136" y="36"/>
                      <a:pt x="138" y="35"/>
                      <a:pt x="139" y="34"/>
                    </a:cubicBezTo>
                    <a:cubicBezTo>
                      <a:pt x="140" y="33"/>
                      <a:pt x="140" y="31"/>
                      <a:pt x="140" y="28"/>
                    </a:cubicBezTo>
                    <a:cubicBezTo>
                      <a:pt x="140" y="25"/>
                      <a:pt x="140" y="22"/>
                      <a:pt x="139" y="21"/>
                    </a:cubicBezTo>
                    <a:cubicBezTo>
                      <a:pt x="137" y="19"/>
                      <a:pt x="136" y="18"/>
                      <a:pt x="133" y="18"/>
                    </a:cubicBezTo>
                    <a:cubicBezTo>
                      <a:pt x="133" y="18"/>
                      <a:pt x="133" y="18"/>
                      <a:pt x="133" y="18"/>
                    </a:cubicBezTo>
                    <a:close/>
                    <a:moveTo>
                      <a:pt x="150" y="4"/>
                    </a:moveTo>
                    <a:cubicBezTo>
                      <a:pt x="146" y="6"/>
                      <a:pt x="146" y="6"/>
                      <a:pt x="146" y="6"/>
                    </a:cubicBezTo>
                    <a:cubicBezTo>
                      <a:pt x="145" y="5"/>
                      <a:pt x="144" y="5"/>
                      <a:pt x="143" y="5"/>
                    </a:cubicBezTo>
                    <a:cubicBezTo>
                      <a:pt x="142" y="4"/>
                      <a:pt x="141" y="4"/>
                      <a:pt x="139" y="4"/>
                    </a:cubicBezTo>
                    <a:cubicBezTo>
                      <a:pt x="135" y="4"/>
                      <a:pt x="132" y="5"/>
                      <a:pt x="130" y="8"/>
                    </a:cubicBezTo>
                    <a:cubicBezTo>
                      <a:pt x="127" y="11"/>
                      <a:pt x="126" y="15"/>
                      <a:pt x="126" y="19"/>
                    </a:cubicBezTo>
                    <a:cubicBezTo>
                      <a:pt x="126" y="19"/>
                      <a:pt x="126" y="19"/>
                      <a:pt x="126" y="19"/>
                    </a:cubicBezTo>
                    <a:cubicBezTo>
                      <a:pt x="127" y="17"/>
                      <a:pt x="129" y="16"/>
                      <a:pt x="131" y="15"/>
                    </a:cubicBezTo>
                    <a:cubicBezTo>
                      <a:pt x="133" y="14"/>
                      <a:pt x="135" y="13"/>
                      <a:pt x="138" y="13"/>
                    </a:cubicBezTo>
                    <a:cubicBezTo>
                      <a:pt x="142" y="13"/>
                      <a:pt x="145" y="14"/>
                      <a:pt x="147" y="16"/>
                    </a:cubicBezTo>
                    <a:cubicBezTo>
                      <a:pt x="149" y="18"/>
                      <a:pt x="150" y="21"/>
                      <a:pt x="150" y="25"/>
                    </a:cubicBezTo>
                    <a:cubicBezTo>
                      <a:pt x="150" y="29"/>
                      <a:pt x="149" y="32"/>
                      <a:pt x="146" y="35"/>
                    </a:cubicBezTo>
                    <a:cubicBezTo>
                      <a:pt x="143" y="38"/>
                      <a:pt x="139" y="39"/>
                      <a:pt x="134" y="39"/>
                    </a:cubicBezTo>
                    <a:cubicBezTo>
                      <a:pt x="128" y="39"/>
                      <a:pt x="124" y="38"/>
                      <a:pt x="121" y="35"/>
                    </a:cubicBezTo>
                    <a:cubicBezTo>
                      <a:pt x="118" y="32"/>
                      <a:pt x="116" y="27"/>
                      <a:pt x="116" y="22"/>
                    </a:cubicBezTo>
                    <a:cubicBezTo>
                      <a:pt x="116" y="19"/>
                      <a:pt x="117" y="16"/>
                      <a:pt x="118" y="13"/>
                    </a:cubicBezTo>
                    <a:cubicBezTo>
                      <a:pt x="119" y="11"/>
                      <a:pt x="121" y="9"/>
                      <a:pt x="123" y="7"/>
                    </a:cubicBezTo>
                    <a:cubicBezTo>
                      <a:pt x="125" y="5"/>
                      <a:pt x="127" y="3"/>
                      <a:pt x="130" y="2"/>
                    </a:cubicBezTo>
                    <a:cubicBezTo>
                      <a:pt x="133" y="1"/>
                      <a:pt x="136" y="0"/>
                      <a:pt x="139" y="0"/>
                    </a:cubicBezTo>
                    <a:cubicBezTo>
                      <a:pt x="141" y="0"/>
                      <a:pt x="143" y="1"/>
                      <a:pt x="145" y="1"/>
                    </a:cubicBezTo>
                    <a:cubicBezTo>
                      <a:pt x="147" y="2"/>
                      <a:pt x="148" y="3"/>
                      <a:pt x="150"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solidFill>
                    <a:srgbClr val="000000"/>
                  </a:solidFill>
                </a:endParaRPr>
              </a:p>
            </p:txBody>
          </p:sp>
          <p:sp>
            <p:nvSpPr>
              <p:cNvPr id="24" name="ïsļîḑè"/>
              <p:cNvSpPr/>
              <p:nvPr/>
            </p:nvSpPr>
            <p:spPr bwMode="auto">
              <a:xfrm>
                <a:off x="2190751" y="2551113"/>
                <a:ext cx="1754188" cy="1651000"/>
              </a:xfrm>
              <a:custGeom>
                <a:avLst/>
                <a:gdLst>
                  <a:gd name="T0" fmla="*/ 266 w 532"/>
                  <a:gd name="T1" fmla="*/ 0 h 500"/>
                  <a:gd name="T2" fmla="*/ 532 w 532"/>
                  <a:gd name="T3" fmla="*/ 266 h 500"/>
                  <a:gd name="T4" fmla="*/ 395 w 532"/>
                  <a:gd name="T5" fmla="*/ 500 h 500"/>
                  <a:gd name="T6" fmla="*/ 389 w 532"/>
                  <a:gd name="T7" fmla="*/ 489 h 500"/>
                  <a:gd name="T8" fmla="*/ 521 w 532"/>
                  <a:gd name="T9" fmla="*/ 266 h 500"/>
                  <a:gd name="T10" fmla="*/ 266 w 532"/>
                  <a:gd name="T11" fmla="*/ 12 h 500"/>
                  <a:gd name="T12" fmla="*/ 11 w 532"/>
                  <a:gd name="T13" fmla="*/ 266 h 500"/>
                  <a:gd name="T14" fmla="*/ 144 w 532"/>
                  <a:gd name="T15" fmla="*/ 490 h 500"/>
                  <a:gd name="T16" fmla="*/ 139 w 532"/>
                  <a:gd name="T17" fmla="*/ 500 h 500"/>
                  <a:gd name="T18" fmla="*/ 0 w 532"/>
                  <a:gd name="T19" fmla="*/ 266 h 500"/>
                  <a:gd name="T20" fmla="*/ 266 w 532"/>
                  <a:gd name="T21" fmla="*/ 0 h 5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32" h="500">
                    <a:moveTo>
                      <a:pt x="266" y="0"/>
                    </a:moveTo>
                    <a:cubicBezTo>
                      <a:pt x="413" y="0"/>
                      <a:pt x="532" y="120"/>
                      <a:pt x="532" y="266"/>
                    </a:cubicBezTo>
                    <a:cubicBezTo>
                      <a:pt x="532" y="367"/>
                      <a:pt x="477" y="454"/>
                      <a:pt x="395" y="500"/>
                    </a:cubicBezTo>
                    <a:cubicBezTo>
                      <a:pt x="389" y="489"/>
                      <a:pt x="389" y="489"/>
                      <a:pt x="389" y="489"/>
                    </a:cubicBezTo>
                    <a:cubicBezTo>
                      <a:pt x="468" y="446"/>
                      <a:pt x="521" y="362"/>
                      <a:pt x="521" y="266"/>
                    </a:cubicBezTo>
                    <a:cubicBezTo>
                      <a:pt x="521" y="126"/>
                      <a:pt x="407" y="12"/>
                      <a:pt x="266" y="12"/>
                    </a:cubicBezTo>
                    <a:cubicBezTo>
                      <a:pt x="126" y="12"/>
                      <a:pt x="11" y="126"/>
                      <a:pt x="11" y="266"/>
                    </a:cubicBezTo>
                    <a:cubicBezTo>
                      <a:pt x="11" y="363"/>
                      <a:pt x="65" y="447"/>
                      <a:pt x="144" y="490"/>
                    </a:cubicBezTo>
                    <a:cubicBezTo>
                      <a:pt x="139" y="500"/>
                      <a:pt x="139" y="500"/>
                      <a:pt x="139" y="500"/>
                    </a:cubicBezTo>
                    <a:cubicBezTo>
                      <a:pt x="56" y="455"/>
                      <a:pt x="0" y="367"/>
                      <a:pt x="0" y="266"/>
                    </a:cubicBezTo>
                    <a:cubicBezTo>
                      <a:pt x="0" y="120"/>
                      <a:pt x="120" y="0"/>
                      <a:pt x="266"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solidFill>
                    <a:srgbClr val="000000"/>
                  </a:solidFill>
                </a:endParaRPr>
              </a:p>
            </p:txBody>
          </p:sp>
        </p:grpSp>
        <p:sp>
          <p:nvSpPr>
            <p:cNvPr id="5" name="íšľïḋé"/>
            <p:cNvSpPr/>
            <p:nvPr/>
          </p:nvSpPr>
          <p:spPr bwMode="auto">
            <a:xfrm>
              <a:off x="10398657" y="734847"/>
              <a:ext cx="1120243" cy="66549"/>
            </a:xfrm>
            <a:custGeom>
              <a:avLst/>
              <a:gdLst>
                <a:gd name="T0" fmla="*/ 2 w 1702"/>
                <a:gd name="T1" fmla="*/ 29 h 101"/>
                <a:gd name="T2" fmla="*/ 49 w 1702"/>
                <a:gd name="T3" fmla="*/ 13 h 101"/>
                <a:gd name="T4" fmla="*/ 59 w 1702"/>
                <a:gd name="T5" fmla="*/ 92 h 101"/>
                <a:gd name="T6" fmla="*/ 87 w 1702"/>
                <a:gd name="T7" fmla="*/ 93 h 101"/>
                <a:gd name="T8" fmla="*/ 110 w 1702"/>
                <a:gd name="T9" fmla="*/ 3 h 101"/>
                <a:gd name="T10" fmla="*/ 133 w 1702"/>
                <a:gd name="T11" fmla="*/ 99 h 101"/>
                <a:gd name="T12" fmla="*/ 235 w 1702"/>
                <a:gd name="T13" fmla="*/ 34 h 101"/>
                <a:gd name="T14" fmla="*/ 240 w 1702"/>
                <a:gd name="T15" fmla="*/ 77 h 101"/>
                <a:gd name="T16" fmla="*/ 254 w 1702"/>
                <a:gd name="T17" fmla="*/ 99 h 101"/>
                <a:gd name="T18" fmla="*/ 263 w 1702"/>
                <a:gd name="T19" fmla="*/ 2 h 101"/>
                <a:gd name="T20" fmla="*/ 326 w 1702"/>
                <a:gd name="T21" fmla="*/ 9 h 101"/>
                <a:gd name="T22" fmla="*/ 354 w 1702"/>
                <a:gd name="T23" fmla="*/ 9 h 101"/>
                <a:gd name="T24" fmla="*/ 318 w 1702"/>
                <a:gd name="T25" fmla="*/ 93 h 101"/>
                <a:gd name="T26" fmla="*/ 299 w 1702"/>
                <a:gd name="T27" fmla="*/ 98 h 101"/>
                <a:gd name="T28" fmla="*/ 377 w 1702"/>
                <a:gd name="T29" fmla="*/ 2 h 101"/>
                <a:gd name="T30" fmla="*/ 415 w 1702"/>
                <a:gd name="T31" fmla="*/ 82 h 101"/>
                <a:gd name="T32" fmla="*/ 454 w 1702"/>
                <a:gd name="T33" fmla="*/ 2 h 101"/>
                <a:gd name="T34" fmla="*/ 398 w 1702"/>
                <a:gd name="T35" fmla="*/ 93 h 101"/>
                <a:gd name="T36" fmla="*/ 510 w 1702"/>
                <a:gd name="T37" fmla="*/ 93 h 101"/>
                <a:gd name="T38" fmla="*/ 528 w 1702"/>
                <a:gd name="T39" fmla="*/ 2 h 101"/>
                <a:gd name="T40" fmla="*/ 534 w 1702"/>
                <a:gd name="T41" fmla="*/ 93 h 101"/>
                <a:gd name="T42" fmla="*/ 669 w 1702"/>
                <a:gd name="T43" fmla="*/ 9 h 101"/>
                <a:gd name="T44" fmla="*/ 680 w 1702"/>
                <a:gd name="T45" fmla="*/ 17 h 101"/>
                <a:gd name="T46" fmla="*/ 598 w 1702"/>
                <a:gd name="T47" fmla="*/ 98 h 101"/>
                <a:gd name="T48" fmla="*/ 607 w 1702"/>
                <a:gd name="T49" fmla="*/ 3 h 101"/>
                <a:gd name="T50" fmla="*/ 793 w 1702"/>
                <a:gd name="T51" fmla="*/ 3 h 101"/>
                <a:gd name="T52" fmla="*/ 827 w 1702"/>
                <a:gd name="T53" fmla="*/ 89 h 101"/>
                <a:gd name="T54" fmla="*/ 860 w 1702"/>
                <a:gd name="T55" fmla="*/ 2 h 101"/>
                <a:gd name="T56" fmla="*/ 781 w 1702"/>
                <a:gd name="T57" fmla="*/ 16 h 101"/>
                <a:gd name="T58" fmla="*/ 981 w 1702"/>
                <a:gd name="T59" fmla="*/ 7 h 101"/>
                <a:gd name="T60" fmla="*/ 914 w 1702"/>
                <a:gd name="T61" fmla="*/ 99 h 101"/>
                <a:gd name="T62" fmla="*/ 882 w 1702"/>
                <a:gd name="T63" fmla="*/ 7 h 101"/>
                <a:gd name="T64" fmla="*/ 1006 w 1702"/>
                <a:gd name="T65" fmla="*/ 91 h 101"/>
                <a:gd name="T66" fmla="*/ 1042 w 1702"/>
                <a:gd name="T67" fmla="*/ 2 h 101"/>
                <a:gd name="T68" fmla="*/ 1020 w 1702"/>
                <a:gd name="T69" fmla="*/ 98 h 101"/>
                <a:gd name="T70" fmla="*/ 1054 w 1702"/>
                <a:gd name="T71" fmla="*/ 2 h 101"/>
                <a:gd name="T72" fmla="*/ 1090 w 1702"/>
                <a:gd name="T73" fmla="*/ 15 h 101"/>
                <a:gd name="T74" fmla="*/ 1137 w 1702"/>
                <a:gd name="T75" fmla="*/ 2 h 101"/>
                <a:gd name="T76" fmla="*/ 1173 w 1702"/>
                <a:gd name="T77" fmla="*/ 91 h 101"/>
                <a:gd name="T78" fmla="*/ 1224 w 1702"/>
                <a:gd name="T79" fmla="*/ 2 h 101"/>
                <a:gd name="T80" fmla="*/ 1210 w 1702"/>
                <a:gd name="T81" fmla="*/ 46 h 101"/>
                <a:gd name="T82" fmla="*/ 1211 w 1702"/>
                <a:gd name="T83" fmla="*/ 52 h 101"/>
                <a:gd name="T84" fmla="*/ 1221 w 1702"/>
                <a:gd name="T85" fmla="*/ 98 h 101"/>
                <a:gd name="T86" fmla="*/ 1267 w 1702"/>
                <a:gd name="T87" fmla="*/ 9 h 101"/>
                <a:gd name="T88" fmla="*/ 1333 w 1702"/>
                <a:gd name="T89" fmla="*/ 40 h 101"/>
                <a:gd name="T90" fmla="*/ 1324 w 1702"/>
                <a:gd name="T91" fmla="*/ 96 h 101"/>
                <a:gd name="T92" fmla="*/ 1302 w 1702"/>
                <a:gd name="T93" fmla="*/ 93 h 101"/>
                <a:gd name="T94" fmla="*/ 1318 w 1702"/>
                <a:gd name="T95" fmla="*/ 28 h 101"/>
                <a:gd name="T96" fmla="*/ 1413 w 1702"/>
                <a:gd name="T97" fmla="*/ 88 h 101"/>
                <a:gd name="T98" fmla="*/ 1431 w 1702"/>
                <a:gd name="T99" fmla="*/ 4 h 101"/>
                <a:gd name="T100" fmla="*/ 1407 w 1702"/>
                <a:gd name="T101" fmla="*/ 38 h 101"/>
                <a:gd name="T102" fmla="*/ 1370 w 1702"/>
                <a:gd name="T103" fmla="*/ 73 h 101"/>
                <a:gd name="T104" fmla="*/ 1465 w 1702"/>
                <a:gd name="T105" fmla="*/ 9 h 101"/>
                <a:gd name="T106" fmla="*/ 1491 w 1702"/>
                <a:gd name="T107" fmla="*/ 16 h 101"/>
                <a:gd name="T108" fmla="*/ 1456 w 1702"/>
                <a:gd name="T109" fmla="*/ 99 h 101"/>
                <a:gd name="T110" fmla="*/ 1517 w 1702"/>
                <a:gd name="T111" fmla="*/ 26 h 101"/>
                <a:gd name="T112" fmla="*/ 1586 w 1702"/>
                <a:gd name="T113" fmla="*/ 13 h 101"/>
                <a:gd name="T114" fmla="*/ 1545 w 1702"/>
                <a:gd name="T115" fmla="*/ 98 h 101"/>
                <a:gd name="T116" fmla="*/ 1656 w 1702"/>
                <a:gd name="T117" fmla="*/ 98 h 101"/>
                <a:gd name="T118" fmla="*/ 1610 w 1702"/>
                <a:gd name="T119" fmla="*/ 7 h 101"/>
                <a:gd name="T120" fmla="*/ 1644 w 1702"/>
                <a:gd name="T121" fmla="*/ 12 h 101"/>
                <a:gd name="T122" fmla="*/ 1688 w 1702"/>
                <a:gd name="T123" fmla="*/ 3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702" h="101">
                  <a:moveTo>
                    <a:pt x="1" y="66"/>
                  </a:moveTo>
                  <a:cubicBezTo>
                    <a:pt x="11" y="66"/>
                    <a:pt x="11" y="66"/>
                    <a:pt x="11" y="66"/>
                  </a:cubicBezTo>
                  <a:cubicBezTo>
                    <a:pt x="11" y="75"/>
                    <a:pt x="13" y="81"/>
                    <a:pt x="16" y="85"/>
                  </a:cubicBezTo>
                  <a:cubicBezTo>
                    <a:pt x="20" y="90"/>
                    <a:pt x="25" y="92"/>
                    <a:pt x="32" y="92"/>
                  </a:cubicBezTo>
                  <a:cubicBezTo>
                    <a:pt x="37" y="92"/>
                    <a:pt x="41" y="90"/>
                    <a:pt x="44" y="88"/>
                  </a:cubicBezTo>
                  <a:cubicBezTo>
                    <a:pt x="48" y="85"/>
                    <a:pt x="49" y="82"/>
                    <a:pt x="49" y="77"/>
                  </a:cubicBezTo>
                  <a:cubicBezTo>
                    <a:pt x="49" y="74"/>
                    <a:pt x="48" y="71"/>
                    <a:pt x="46" y="68"/>
                  </a:cubicBezTo>
                  <a:cubicBezTo>
                    <a:pt x="44" y="66"/>
                    <a:pt x="39" y="63"/>
                    <a:pt x="31" y="60"/>
                  </a:cubicBezTo>
                  <a:cubicBezTo>
                    <a:pt x="20" y="55"/>
                    <a:pt x="12" y="51"/>
                    <a:pt x="8" y="46"/>
                  </a:cubicBezTo>
                  <a:cubicBezTo>
                    <a:pt x="4" y="41"/>
                    <a:pt x="2" y="36"/>
                    <a:pt x="2" y="29"/>
                  </a:cubicBezTo>
                  <a:cubicBezTo>
                    <a:pt x="2" y="20"/>
                    <a:pt x="5" y="13"/>
                    <a:pt x="11" y="8"/>
                  </a:cubicBezTo>
                  <a:cubicBezTo>
                    <a:pt x="17" y="2"/>
                    <a:pt x="25" y="0"/>
                    <a:pt x="34" y="0"/>
                  </a:cubicBezTo>
                  <a:cubicBezTo>
                    <a:pt x="38" y="0"/>
                    <a:pt x="42" y="0"/>
                    <a:pt x="47" y="1"/>
                  </a:cubicBezTo>
                  <a:cubicBezTo>
                    <a:pt x="51" y="1"/>
                    <a:pt x="56" y="2"/>
                    <a:pt x="62" y="3"/>
                  </a:cubicBezTo>
                  <a:cubicBezTo>
                    <a:pt x="62" y="4"/>
                    <a:pt x="62" y="4"/>
                    <a:pt x="62" y="4"/>
                  </a:cubicBezTo>
                  <a:cubicBezTo>
                    <a:pt x="62" y="9"/>
                    <a:pt x="62" y="14"/>
                    <a:pt x="62" y="17"/>
                  </a:cubicBezTo>
                  <a:cubicBezTo>
                    <a:pt x="62" y="19"/>
                    <a:pt x="62" y="23"/>
                    <a:pt x="62" y="29"/>
                  </a:cubicBezTo>
                  <a:cubicBezTo>
                    <a:pt x="62" y="29"/>
                    <a:pt x="62" y="29"/>
                    <a:pt x="62" y="29"/>
                  </a:cubicBezTo>
                  <a:cubicBezTo>
                    <a:pt x="54" y="29"/>
                    <a:pt x="54" y="29"/>
                    <a:pt x="54" y="29"/>
                  </a:cubicBezTo>
                  <a:cubicBezTo>
                    <a:pt x="54" y="22"/>
                    <a:pt x="53" y="17"/>
                    <a:pt x="49" y="13"/>
                  </a:cubicBezTo>
                  <a:cubicBezTo>
                    <a:pt x="46" y="10"/>
                    <a:pt x="42" y="8"/>
                    <a:pt x="36" y="8"/>
                  </a:cubicBezTo>
                  <a:cubicBezTo>
                    <a:pt x="31" y="8"/>
                    <a:pt x="27" y="9"/>
                    <a:pt x="25" y="11"/>
                  </a:cubicBezTo>
                  <a:cubicBezTo>
                    <a:pt x="22" y="14"/>
                    <a:pt x="21" y="17"/>
                    <a:pt x="21" y="21"/>
                  </a:cubicBezTo>
                  <a:cubicBezTo>
                    <a:pt x="21" y="24"/>
                    <a:pt x="22" y="27"/>
                    <a:pt x="24" y="30"/>
                  </a:cubicBezTo>
                  <a:cubicBezTo>
                    <a:pt x="26" y="32"/>
                    <a:pt x="31" y="35"/>
                    <a:pt x="39" y="38"/>
                  </a:cubicBezTo>
                  <a:cubicBezTo>
                    <a:pt x="40" y="38"/>
                    <a:pt x="41" y="39"/>
                    <a:pt x="43" y="40"/>
                  </a:cubicBezTo>
                  <a:cubicBezTo>
                    <a:pt x="51" y="43"/>
                    <a:pt x="57" y="46"/>
                    <a:pt x="60" y="49"/>
                  </a:cubicBezTo>
                  <a:cubicBezTo>
                    <a:pt x="63" y="51"/>
                    <a:pt x="65" y="55"/>
                    <a:pt x="66" y="58"/>
                  </a:cubicBezTo>
                  <a:cubicBezTo>
                    <a:pt x="68" y="61"/>
                    <a:pt x="69" y="65"/>
                    <a:pt x="69" y="69"/>
                  </a:cubicBezTo>
                  <a:cubicBezTo>
                    <a:pt x="69" y="79"/>
                    <a:pt x="65" y="86"/>
                    <a:pt x="59" y="92"/>
                  </a:cubicBezTo>
                  <a:cubicBezTo>
                    <a:pt x="53" y="98"/>
                    <a:pt x="44" y="101"/>
                    <a:pt x="33" y="101"/>
                  </a:cubicBezTo>
                  <a:cubicBezTo>
                    <a:pt x="27" y="101"/>
                    <a:pt x="21" y="100"/>
                    <a:pt x="16" y="99"/>
                  </a:cubicBezTo>
                  <a:cubicBezTo>
                    <a:pt x="11" y="98"/>
                    <a:pt x="5" y="96"/>
                    <a:pt x="0" y="93"/>
                  </a:cubicBezTo>
                  <a:cubicBezTo>
                    <a:pt x="1" y="90"/>
                    <a:pt x="1" y="87"/>
                    <a:pt x="1" y="83"/>
                  </a:cubicBezTo>
                  <a:cubicBezTo>
                    <a:pt x="1" y="80"/>
                    <a:pt x="1" y="77"/>
                    <a:pt x="1" y="73"/>
                  </a:cubicBezTo>
                  <a:cubicBezTo>
                    <a:pt x="1" y="71"/>
                    <a:pt x="1" y="70"/>
                    <a:pt x="1" y="69"/>
                  </a:cubicBezTo>
                  <a:cubicBezTo>
                    <a:pt x="1" y="68"/>
                    <a:pt x="1" y="67"/>
                    <a:pt x="1" y="66"/>
                  </a:cubicBezTo>
                  <a:cubicBezTo>
                    <a:pt x="1" y="66"/>
                    <a:pt x="1" y="66"/>
                    <a:pt x="1" y="66"/>
                  </a:cubicBezTo>
                  <a:close/>
                  <a:moveTo>
                    <a:pt x="87" y="99"/>
                  </a:moveTo>
                  <a:cubicBezTo>
                    <a:pt x="87" y="93"/>
                    <a:pt x="87" y="93"/>
                    <a:pt x="87" y="93"/>
                  </a:cubicBezTo>
                  <a:cubicBezTo>
                    <a:pt x="88" y="93"/>
                    <a:pt x="88" y="93"/>
                    <a:pt x="88" y="93"/>
                  </a:cubicBezTo>
                  <a:cubicBezTo>
                    <a:pt x="93" y="93"/>
                    <a:pt x="95" y="92"/>
                    <a:pt x="97" y="91"/>
                  </a:cubicBezTo>
                  <a:cubicBezTo>
                    <a:pt x="98" y="89"/>
                    <a:pt x="99" y="86"/>
                    <a:pt x="99" y="81"/>
                  </a:cubicBezTo>
                  <a:cubicBezTo>
                    <a:pt x="99" y="16"/>
                    <a:pt x="99" y="16"/>
                    <a:pt x="99" y="16"/>
                  </a:cubicBezTo>
                  <a:cubicBezTo>
                    <a:pt x="99" y="13"/>
                    <a:pt x="98" y="11"/>
                    <a:pt x="97" y="9"/>
                  </a:cubicBezTo>
                  <a:cubicBezTo>
                    <a:pt x="95" y="8"/>
                    <a:pt x="93" y="7"/>
                    <a:pt x="89" y="7"/>
                  </a:cubicBezTo>
                  <a:cubicBezTo>
                    <a:pt x="87" y="7"/>
                    <a:pt x="87" y="7"/>
                    <a:pt x="87" y="7"/>
                  </a:cubicBezTo>
                  <a:cubicBezTo>
                    <a:pt x="87" y="2"/>
                    <a:pt x="87" y="2"/>
                    <a:pt x="87" y="2"/>
                  </a:cubicBezTo>
                  <a:cubicBezTo>
                    <a:pt x="91" y="2"/>
                    <a:pt x="95" y="2"/>
                    <a:pt x="99" y="2"/>
                  </a:cubicBezTo>
                  <a:cubicBezTo>
                    <a:pt x="103" y="3"/>
                    <a:pt x="107" y="3"/>
                    <a:pt x="110" y="3"/>
                  </a:cubicBezTo>
                  <a:cubicBezTo>
                    <a:pt x="114" y="3"/>
                    <a:pt x="118" y="3"/>
                    <a:pt x="122" y="2"/>
                  </a:cubicBezTo>
                  <a:cubicBezTo>
                    <a:pt x="126" y="2"/>
                    <a:pt x="129" y="2"/>
                    <a:pt x="133" y="2"/>
                  </a:cubicBezTo>
                  <a:cubicBezTo>
                    <a:pt x="133" y="7"/>
                    <a:pt x="133" y="7"/>
                    <a:pt x="133" y="7"/>
                  </a:cubicBezTo>
                  <a:cubicBezTo>
                    <a:pt x="129" y="7"/>
                    <a:pt x="126" y="8"/>
                    <a:pt x="125" y="9"/>
                  </a:cubicBezTo>
                  <a:cubicBezTo>
                    <a:pt x="123" y="10"/>
                    <a:pt x="122" y="12"/>
                    <a:pt x="122" y="16"/>
                  </a:cubicBezTo>
                  <a:cubicBezTo>
                    <a:pt x="122" y="81"/>
                    <a:pt x="122" y="81"/>
                    <a:pt x="122" y="81"/>
                  </a:cubicBezTo>
                  <a:cubicBezTo>
                    <a:pt x="122" y="86"/>
                    <a:pt x="123" y="89"/>
                    <a:pt x="124" y="91"/>
                  </a:cubicBezTo>
                  <a:cubicBezTo>
                    <a:pt x="126" y="92"/>
                    <a:pt x="128" y="93"/>
                    <a:pt x="133" y="93"/>
                  </a:cubicBezTo>
                  <a:cubicBezTo>
                    <a:pt x="133" y="93"/>
                    <a:pt x="133" y="93"/>
                    <a:pt x="133" y="93"/>
                  </a:cubicBezTo>
                  <a:cubicBezTo>
                    <a:pt x="133" y="99"/>
                    <a:pt x="133" y="99"/>
                    <a:pt x="133" y="99"/>
                  </a:cubicBezTo>
                  <a:cubicBezTo>
                    <a:pt x="130" y="98"/>
                    <a:pt x="126" y="98"/>
                    <a:pt x="122" y="98"/>
                  </a:cubicBezTo>
                  <a:cubicBezTo>
                    <a:pt x="118" y="98"/>
                    <a:pt x="114" y="98"/>
                    <a:pt x="110" y="98"/>
                  </a:cubicBezTo>
                  <a:cubicBezTo>
                    <a:pt x="107" y="98"/>
                    <a:pt x="104" y="98"/>
                    <a:pt x="100" y="98"/>
                  </a:cubicBezTo>
                  <a:cubicBezTo>
                    <a:pt x="96" y="98"/>
                    <a:pt x="92" y="98"/>
                    <a:pt x="87" y="99"/>
                  </a:cubicBezTo>
                  <a:cubicBezTo>
                    <a:pt x="87" y="99"/>
                    <a:pt x="87" y="99"/>
                    <a:pt x="87" y="99"/>
                  </a:cubicBezTo>
                  <a:close/>
                  <a:moveTo>
                    <a:pt x="236" y="4"/>
                  </a:moveTo>
                  <a:cubicBezTo>
                    <a:pt x="236" y="8"/>
                    <a:pt x="235" y="11"/>
                    <a:pt x="235" y="14"/>
                  </a:cubicBezTo>
                  <a:cubicBezTo>
                    <a:pt x="235" y="17"/>
                    <a:pt x="235" y="20"/>
                    <a:pt x="235" y="23"/>
                  </a:cubicBezTo>
                  <a:cubicBezTo>
                    <a:pt x="235" y="24"/>
                    <a:pt x="235" y="26"/>
                    <a:pt x="235" y="27"/>
                  </a:cubicBezTo>
                  <a:cubicBezTo>
                    <a:pt x="235" y="29"/>
                    <a:pt x="235" y="31"/>
                    <a:pt x="235" y="34"/>
                  </a:cubicBezTo>
                  <a:cubicBezTo>
                    <a:pt x="227" y="34"/>
                    <a:pt x="227" y="34"/>
                    <a:pt x="227" y="34"/>
                  </a:cubicBezTo>
                  <a:cubicBezTo>
                    <a:pt x="226" y="25"/>
                    <a:pt x="224" y="18"/>
                    <a:pt x="220" y="14"/>
                  </a:cubicBezTo>
                  <a:cubicBezTo>
                    <a:pt x="216" y="10"/>
                    <a:pt x="211" y="7"/>
                    <a:pt x="205" y="7"/>
                  </a:cubicBezTo>
                  <a:cubicBezTo>
                    <a:pt x="195" y="7"/>
                    <a:pt x="188" y="11"/>
                    <a:pt x="183" y="18"/>
                  </a:cubicBezTo>
                  <a:cubicBezTo>
                    <a:pt x="178" y="25"/>
                    <a:pt x="175" y="35"/>
                    <a:pt x="175" y="47"/>
                  </a:cubicBezTo>
                  <a:cubicBezTo>
                    <a:pt x="175" y="60"/>
                    <a:pt x="178" y="71"/>
                    <a:pt x="184" y="78"/>
                  </a:cubicBezTo>
                  <a:cubicBezTo>
                    <a:pt x="189" y="86"/>
                    <a:pt x="197" y="90"/>
                    <a:pt x="206" y="90"/>
                  </a:cubicBezTo>
                  <a:cubicBezTo>
                    <a:pt x="211" y="90"/>
                    <a:pt x="216" y="89"/>
                    <a:pt x="220" y="86"/>
                  </a:cubicBezTo>
                  <a:cubicBezTo>
                    <a:pt x="224" y="83"/>
                    <a:pt x="229" y="79"/>
                    <a:pt x="233" y="73"/>
                  </a:cubicBezTo>
                  <a:cubicBezTo>
                    <a:pt x="240" y="77"/>
                    <a:pt x="240" y="77"/>
                    <a:pt x="240" y="77"/>
                  </a:cubicBezTo>
                  <a:cubicBezTo>
                    <a:pt x="234" y="85"/>
                    <a:pt x="229" y="91"/>
                    <a:pt x="222" y="95"/>
                  </a:cubicBezTo>
                  <a:cubicBezTo>
                    <a:pt x="215" y="99"/>
                    <a:pt x="208" y="101"/>
                    <a:pt x="199" y="101"/>
                  </a:cubicBezTo>
                  <a:cubicBezTo>
                    <a:pt x="184" y="101"/>
                    <a:pt x="172" y="96"/>
                    <a:pt x="164" y="87"/>
                  </a:cubicBezTo>
                  <a:cubicBezTo>
                    <a:pt x="155" y="78"/>
                    <a:pt x="151" y="66"/>
                    <a:pt x="151" y="50"/>
                  </a:cubicBezTo>
                  <a:cubicBezTo>
                    <a:pt x="151" y="35"/>
                    <a:pt x="156" y="23"/>
                    <a:pt x="165" y="14"/>
                  </a:cubicBezTo>
                  <a:cubicBezTo>
                    <a:pt x="175" y="4"/>
                    <a:pt x="187" y="0"/>
                    <a:pt x="203" y="0"/>
                  </a:cubicBezTo>
                  <a:cubicBezTo>
                    <a:pt x="209" y="0"/>
                    <a:pt x="218" y="1"/>
                    <a:pt x="233" y="4"/>
                  </a:cubicBezTo>
                  <a:cubicBezTo>
                    <a:pt x="234" y="4"/>
                    <a:pt x="235" y="4"/>
                    <a:pt x="236" y="4"/>
                  </a:cubicBezTo>
                  <a:cubicBezTo>
                    <a:pt x="236" y="4"/>
                    <a:pt x="236" y="4"/>
                    <a:pt x="236" y="4"/>
                  </a:cubicBezTo>
                  <a:close/>
                  <a:moveTo>
                    <a:pt x="254" y="99"/>
                  </a:moveTo>
                  <a:cubicBezTo>
                    <a:pt x="254" y="93"/>
                    <a:pt x="254" y="93"/>
                    <a:pt x="254" y="93"/>
                  </a:cubicBezTo>
                  <a:cubicBezTo>
                    <a:pt x="255" y="93"/>
                    <a:pt x="255" y="93"/>
                    <a:pt x="255" y="93"/>
                  </a:cubicBezTo>
                  <a:cubicBezTo>
                    <a:pt x="259" y="93"/>
                    <a:pt x="262" y="92"/>
                    <a:pt x="263" y="91"/>
                  </a:cubicBezTo>
                  <a:cubicBezTo>
                    <a:pt x="265" y="89"/>
                    <a:pt x="265" y="86"/>
                    <a:pt x="265" y="81"/>
                  </a:cubicBezTo>
                  <a:cubicBezTo>
                    <a:pt x="265" y="16"/>
                    <a:pt x="265" y="16"/>
                    <a:pt x="265" y="16"/>
                  </a:cubicBezTo>
                  <a:cubicBezTo>
                    <a:pt x="265" y="13"/>
                    <a:pt x="265" y="11"/>
                    <a:pt x="263" y="9"/>
                  </a:cubicBezTo>
                  <a:cubicBezTo>
                    <a:pt x="262" y="8"/>
                    <a:pt x="259" y="7"/>
                    <a:pt x="256" y="7"/>
                  </a:cubicBezTo>
                  <a:cubicBezTo>
                    <a:pt x="254" y="7"/>
                    <a:pt x="254" y="7"/>
                    <a:pt x="254" y="7"/>
                  </a:cubicBezTo>
                  <a:cubicBezTo>
                    <a:pt x="254" y="2"/>
                    <a:pt x="254" y="2"/>
                    <a:pt x="254" y="2"/>
                  </a:cubicBezTo>
                  <a:cubicBezTo>
                    <a:pt x="257" y="2"/>
                    <a:pt x="260" y="2"/>
                    <a:pt x="263" y="2"/>
                  </a:cubicBezTo>
                  <a:cubicBezTo>
                    <a:pt x="267" y="3"/>
                    <a:pt x="271" y="3"/>
                    <a:pt x="277" y="3"/>
                  </a:cubicBezTo>
                  <a:cubicBezTo>
                    <a:pt x="282" y="3"/>
                    <a:pt x="286" y="3"/>
                    <a:pt x="290" y="2"/>
                  </a:cubicBezTo>
                  <a:cubicBezTo>
                    <a:pt x="294" y="2"/>
                    <a:pt x="297" y="2"/>
                    <a:pt x="299" y="2"/>
                  </a:cubicBezTo>
                  <a:cubicBezTo>
                    <a:pt x="299" y="7"/>
                    <a:pt x="299" y="7"/>
                    <a:pt x="299" y="7"/>
                  </a:cubicBezTo>
                  <a:cubicBezTo>
                    <a:pt x="295" y="7"/>
                    <a:pt x="292" y="8"/>
                    <a:pt x="291" y="9"/>
                  </a:cubicBezTo>
                  <a:cubicBezTo>
                    <a:pt x="289" y="10"/>
                    <a:pt x="288" y="12"/>
                    <a:pt x="288" y="16"/>
                  </a:cubicBezTo>
                  <a:cubicBezTo>
                    <a:pt x="288" y="43"/>
                    <a:pt x="288" y="43"/>
                    <a:pt x="288" y="43"/>
                  </a:cubicBezTo>
                  <a:cubicBezTo>
                    <a:pt x="329" y="43"/>
                    <a:pt x="329" y="43"/>
                    <a:pt x="329" y="43"/>
                  </a:cubicBezTo>
                  <a:cubicBezTo>
                    <a:pt x="329" y="16"/>
                    <a:pt x="329" y="16"/>
                    <a:pt x="329" y="16"/>
                  </a:cubicBezTo>
                  <a:cubicBezTo>
                    <a:pt x="329" y="13"/>
                    <a:pt x="328" y="10"/>
                    <a:pt x="326" y="9"/>
                  </a:cubicBezTo>
                  <a:cubicBezTo>
                    <a:pt x="325" y="8"/>
                    <a:pt x="322" y="7"/>
                    <a:pt x="318" y="7"/>
                  </a:cubicBezTo>
                  <a:cubicBezTo>
                    <a:pt x="317" y="7"/>
                    <a:pt x="317" y="7"/>
                    <a:pt x="317" y="7"/>
                  </a:cubicBezTo>
                  <a:cubicBezTo>
                    <a:pt x="317" y="2"/>
                    <a:pt x="317" y="2"/>
                    <a:pt x="317" y="2"/>
                  </a:cubicBezTo>
                  <a:cubicBezTo>
                    <a:pt x="321" y="2"/>
                    <a:pt x="324" y="2"/>
                    <a:pt x="328" y="2"/>
                  </a:cubicBezTo>
                  <a:cubicBezTo>
                    <a:pt x="331" y="3"/>
                    <a:pt x="336" y="3"/>
                    <a:pt x="340" y="3"/>
                  </a:cubicBezTo>
                  <a:cubicBezTo>
                    <a:pt x="345" y="3"/>
                    <a:pt x="349" y="3"/>
                    <a:pt x="352" y="2"/>
                  </a:cubicBezTo>
                  <a:cubicBezTo>
                    <a:pt x="356" y="2"/>
                    <a:pt x="359" y="2"/>
                    <a:pt x="362" y="2"/>
                  </a:cubicBezTo>
                  <a:cubicBezTo>
                    <a:pt x="362" y="7"/>
                    <a:pt x="362" y="7"/>
                    <a:pt x="362" y="7"/>
                  </a:cubicBezTo>
                  <a:cubicBezTo>
                    <a:pt x="361" y="7"/>
                    <a:pt x="361" y="7"/>
                    <a:pt x="361" y="7"/>
                  </a:cubicBezTo>
                  <a:cubicBezTo>
                    <a:pt x="357" y="7"/>
                    <a:pt x="355" y="8"/>
                    <a:pt x="354" y="9"/>
                  </a:cubicBezTo>
                  <a:cubicBezTo>
                    <a:pt x="352" y="11"/>
                    <a:pt x="351" y="13"/>
                    <a:pt x="351" y="16"/>
                  </a:cubicBezTo>
                  <a:cubicBezTo>
                    <a:pt x="351" y="81"/>
                    <a:pt x="351" y="81"/>
                    <a:pt x="351" y="81"/>
                  </a:cubicBezTo>
                  <a:cubicBezTo>
                    <a:pt x="351" y="86"/>
                    <a:pt x="352" y="89"/>
                    <a:pt x="354" y="90"/>
                  </a:cubicBezTo>
                  <a:cubicBezTo>
                    <a:pt x="355" y="92"/>
                    <a:pt x="358" y="93"/>
                    <a:pt x="362" y="93"/>
                  </a:cubicBezTo>
                  <a:cubicBezTo>
                    <a:pt x="362" y="99"/>
                    <a:pt x="362" y="99"/>
                    <a:pt x="362" y="99"/>
                  </a:cubicBezTo>
                  <a:cubicBezTo>
                    <a:pt x="358" y="98"/>
                    <a:pt x="354" y="98"/>
                    <a:pt x="350" y="98"/>
                  </a:cubicBezTo>
                  <a:cubicBezTo>
                    <a:pt x="346" y="98"/>
                    <a:pt x="343" y="98"/>
                    <a:pt x="340" y="98"/>
                  </a:cubicBezTo>
                  <a:cubicBezTo>
                    <a:pt x="338" y="98"/>
                    <a:pt x="336" y="98"/>
                    <a:pt x="332" y="98"/>
                  </a:cubicBezTo>
                  <a:cubicBezTo>
                    <a:pt x="328" y="98"/>
                    <a:pt x="323" y="98"/>
                    <a:pt x="318" y="99"/>
                  </a:cubicBezTo>
                  <a:cubicBezTo>
                    <a:pt x="318" y="93"/>
                    <a:pt x="318" y="93"/>
                    <a:pt x="318" y="93"/>
                  </a:cubicBezTo>
                  <a:cubicBezTo>
                    <a:pt x="318" y="93"/>
                    <a:pt x="318" y="93"/>
                    <a:pt x="318" y="93"/>
                  </a:cubicBezTo>
                  <a:cubicBezTo>
                    <a:pt x="323" y="93"/>
                    <a:pt x="325" y="92"/>
                    <a:pt x="327" y="91"/>
                  </a:cubicBezTo>
                  <a:cubicBezTo>
                    <a:pt x="328" y="89"/>
                    <a:pt x="329" y="86"/>
                    <a:pt x="329" y="81"/>
                  </a:cubicBezTo>
                  <a:cubicBezTo>
                    <a:pt x="329" y="50"/>
                    <a:pt x="329" y="50"/>
                    <a:pt x="329" y="50"/>
                  </a:cubicBezTo>
                  <a:cubicBezTo>
                    <a:pt x="288" y="50"/>
                    <a:pt x="288" y="50"/>
                    <a:pt x="288" y="50"/>
                  </a:cubicBezTo>
                  <a:cubicBezTo>
                    <a:pt x="288" y="81"/>
                    <a:pt x="288" y="81"/>
                    <a:pt x="288" y="81"/>
                  </a:cubicBezTo>
                  <a:cubicBezTo>
                    <a:pt x="288" y="86"/>
                    <a:pt x="289" y="89"/>
                    <a:pt x="290" y="91"/>
                  </a:cubicBezTo>
                  <a:cubicBezTo>
                    <a:pt x="292" y="92"/>
                    <a:pt x="294" y="93"/>
                    <a:pt x="299" y="93"/>
                  </a:cubicBezTo>
                  <a:cubicBezTo>
                    <a:pt x="299" y="93"/>
                    <a:pt x="299" y="93"/>
                    <a:pt x="299" y="93"/>
                  </a:cubicBezTo>
                  <a:cubicBezTo>
                    <a:pt x="299" y="98"/>
                    <a:pt x="299" y="98"/>
                    <a:pt x="299" y="98"/>
                  </a:cubicBezTo>
                  <a:cubicBezTo>
                    <a:pt x="294" y="98"/>
                    <a:pt x="290" y="98"/>
                    <a:pt x="286" y="98"/>
                  </a:cubicBezTo>
                  <a:cubicBezTo>
                    <a:pt x="282" y="98"/>
                    <a:pt x="279" y="98"/>
                    <a:pt x="277" y="98"/>
                  </a:cubicBezTo>
                  <a:cubicBezTo>
                    <a:pt x="273" y="98"/>
                    <a:pt x="270" y="98"/>
                    <a:pt x="266" y="98"/>
                  </a:cubicBezTo>
                  <a:cubicBezTo>
                    <a:pt x="262" y="98"/>
                    <a:pt x="258" y="98"/>
                    <a:pt x="254" y="99"/>
                  </a:cubicBezTo>
                  <a:cubicBezTo>
                    <a:pt x="254" y="99"/>
                    <a:pt x="254" y="99"/>
                    <a:pt x="254" y="99"/>
                  </a:cubicBezTo>
                  <a:close/>
                  <a:moveTo>
                    <a:pt x="388" y="16"/>
                  </a:moveTo>
                  <a:cubicBezTo>
                    <a:pt x="388" y="13"/>
                    <a:pt x="387" y="11"/>
                    <a:pt x="386" y="9"/>
                  </a:cubicBezTo>
                  <a:cubicBezTo>
                    <a:pt x="384" y="8"/>
                    <a:pt x="382" y="7"/>
                    <a:pt x="378" y="7"/>
                  </a:cubicBezTo>
                  <a:cubicBezTo>
                    <a:pt x="377" y="7"/>
                    <a:pt x="377" y="7"/>
                    <a:pt x="377" y="7"/>
                  </a:cubicBezTo>
                  <a:cubicBezTo>
                    <a:pt x="377" y="2"/>
                    <a:pt x="377" y="2"/>
                    <a:pt x="377" y="2"/>
                  </a:cubicBezTo>
                  <a:cubicBezTo>
                    <a:pt x="382" y="2"/>
                    <a:pt x="386" y="2"/>
                    <a:pt x="390" y="3"/>
                  </a:cubicBezTo>
                  <a:cubicBezTo>
                    <a:pt x="393" y="3"/>
                    <a:pt x="397" y="3"/>
                    <a:pt x="400" y="3"/>
                  </a:cubicBezTo>
                  <a:cubicBezTo>
                    <a:pt x="403" y="3"/>
                    <a:pt x="406" y="3"/>
                    <a:pt x="410" y="3"/>
                  </a:cubicBezTo>
                  <a:cubicBezTo>
                    <a:pt x="414" y="2"/>
                    <a:pt x="418" y="2"/>
                    <a:pt x="423" y="2"/>
                  </a:cubicBezTo>
                  <a:cubicBezTo>
                    <a:pt x="423" y="7"/>
                    <a:pt x="423" y="7"/>
                    <a:pt x="423" y="7"/>
                  </a:cubicBezTo>
                  <a:cubicBezTo>
                    <a:pt x="418" y="7"/>
                    <a:pt x="415" y="8"/>
                    <a:pt x="414" y="9"/>
                  </a:cubicBezTo>
                  <a:cubicBezTo>
                    <a:pt x="412" y="10"/>
                    <a:pt x="411" y="12"/>
                    <a:pt x="411" y="16"/>
                  </a:cubicBezTo>
                  <a:cubicBezTo>
                    <a:pt x="411" y="60"/>
                    <a:pt x="411" y="60"/>
                    <a:pt x="411" y="60"/>
                  </a:cubicBezTo>
                  <a:cubicBezTo>
                    <a:pt x="411" y="67"/>
                    <a:pt x="412" y="72"/>
                    <a:pt x="412" y="75"/>
                  </a:cubicBezTo>
                  <a:cubicBezTo>
                    <a:pt x="413" y="78"/>
                    <a:pt x="414" y="80"/>
                    <a:pt x="415" y="82"/>
                  </a:cubicBezTo>
                  <a:cubicBezTo>
                    <a:pt x="417" y="84"/>
                    <a:pt x="420" y="86"/>
                    <a:pt x="423" y="88"/>
                  </a:cubicBezTo>
                  <a:cubicBezTo>
                    <a:pt x="426" y="89"/>
                    <a:pt x="430" y="89"/>
                    <a:pt x="434" y="89"/>
                  </a:cubicBezTo>
                  <a:cubicBezTo>
                    <a:pt x="442" y="89"/>
                    <a:pt x="448" y="87"/>
                    <a:pt x="452" y="83"/>
                  </a:cubicBezTo>
                  <a:cubicBezTo>
                    <a:pt x="456" y="78"/>
                    <a:pt x="457" y="70"/>
                    <a:pt x="457" y="60"/>
                  </a:cubicBezTo>
                  <a:cubicBezTo>
                    <a:pt x="457" y="59"/>
                    <a:pt x="457" y="59"/>
                    <a:pt x="457" y="59"/>
                  </a:cubicBezTo>
                  <a:cubicBezTo>
                    <a:pt x="457" y="18"/>
                    <a:pt x="457" y="18"/>
                    <a:pt x="457" y="18"/>
                  </a:cubicBezTo>
                  <a:cubicBezTo>
                    <a:pt x="457" y="14"/>
                    <a:pt x="457" y="11"/>
                    <a:pt x="455" y="9"/>
                  </a:cubicBezTo>
                  <a:cubicBezTo>
                    <a:pt x="454" y="8"/>
                    <a:pt x="451" y="7"/>
                    <a:pt x="446" y="7"/>
                  </a:cubicBezTo>
                  <a:cubicBezTo>
                    <a:pt x="446" y="2"/>
                    <a:pt x="446" y="2"/>
                    <a:pt x="446" y="2"/>
                  </a:cubicBezTo>
                  <a:cubicBezTo>
                    <a:pt x="449" y="2"/>
                    <a:pt x="452" y="2"/>
                    <a:pt x="454" y="2"/>
                  </a:cubicBezTo>
                  <a:cubicBezTo>
                    <a:pt x="456" y="2"/>
                    <a:pt x="458" y="3"/>
                    <a:pt x="460" y="3"/>
                  </a:cubicBezTo>
                  <a:cubicBezTo>
                    <a:pt x="462" y="3"/>
                    <a:pt x="465" y="2"/>
                    <a:pt x="467" y="2"/>
                  </a:cubicBezTo>
                  <a:cubicBezTo>
                    <a:pt x="469" y="2"/>
                    <a:pt x="472" y="2"/>
                    <a:pt x="474" y="2"/>
                  </a:cubicBezTo>
                  <a:cubicBezTo>
                    <a:pt x="474" y="7"/>
                    <a:pt x="474" y="7"/>
                    <a:pt x="474" y="7"/>
                  </a:cubicBezTo>
                  <a:cubicBezTo>
                    <a:pt x="471" y="7"/>
                    <a:pt x="469" y="8"/>
                    <a:pt x="468" y="9"/>
                  </a:cubicBezTo>
                  <a:cubicBezTo>
                    <a:pt x="467" y="10"/>
                    <a:pt x="466" y="13"/>
                    <a:pt x="466" y="18"/>
                  </a:cubicBezTo>
                  <a:cubicBezTo>
                    <a:pt x="465" y="62"/>
                    <a:pt x="465" y="62"/>
                    <a:pt x="465" y="62"/>
                  </a:cubicBezTo>
                  <a:cubicBezTo>
                    <a:pt x="465" y="76"/>
                    <a:pt x="462" y="86"/>
                    <a:pt x="456" y="92"/>
                  </a:cubicBezTo>
                  <a:cubicBezTo>
                    <a:pt x="450" y="98"/>
                    <a:pt x="440" y="101"/>
                    <a:pt x="427" y="101"/>
                  </a:cubicBezTo>
                  <a:cubicBezTo>
                    <a:pt x="414" y="101"/>
                    <a:pt x="405" y="98"/>
                    <a:pt x="398" y="93"/>
                  </a:cubicBezTo>
                  <a:cubicBezTo>
                    <a:pt x="391" y="87"/>
                    <a:pt x="388" y="79"/>
                    <a:pt x="388" y="69"/>
                  </a:cubicBezTo>
                  <a:cubicBezTo>
                    <a:pt x="388" y="16"/>
                    <a:pt x="388" y="16"/>
                    <a:pt x="388" y="16"/>
                  </a:cubicBezTo>
                  <a:close/>
                  <a:moveTo>
                    <a:pt x="524" y="27"/>
                  </a:moveTo>
                  <a:cubicBezTo>
                    <a:pt x="511" y="60"/>
                    <a:pt x="511" y="60"/>
                    <a:pt x="511" y="60"/>
                  </a:cubicBezTo>
                  <a:cubicBezTo>
                    <a:pt x="536" y="60"/>
                    <a:pt x="536" y="60"/>
                    <a:pt x="536" y="60"/>
                  </a:cubicBezTo>
                  <a:cubicBezTo>
                    <a:pt x="524" y="27"/>
                    <a:pt x="524" y="27"/>
                    <a:pt x="524" y="27"/>
                  </a:cubicBezTo>
                  <a:close/>
                  <a:moveTo>
                    <a:pt x="501" y="84"/>
                  </a:moveTo>
                  <a:cubicBezTo>
                    <a:pt x="500" y="85"/>
                    <a:pt x="500" y="86"/>
                    <a:pt x="500" y="86"/>
                  </a:cubicBezTo>
                  <a:cubicBezTo>
                    <a:pt x="500" y="87"/>
                    <a:pt x="500" y="88"/>
                    <a:pt x="500" y="88"/>
                  </a:cubicBezTo>
                  <a:cubicBezTo>
                    <a:pt x="500" y="91"/>
                    <a:pt x="503" y="92"/>
                    <a:pt x="510" y="93"/>
                  </a:cubicBezTo>
                  <a:cubicBezTo>
                    <a:pt x="510" y="93"/>
                    <a:pt x="510" y="93"/>
                    <a:pt x="510" y="93"/>
                  </a:cubicBezTo>
                  <a:cubicBezTo>
                    <a:pt x="510" y="99"/>
                    <a:pt x="510" y="99"/>
                    <a:pt x="510" y="99"/>
                  </a:cubicBezTo>
                  <a:cubicBezTo>
                    <a:pt x="507" y="98"/>
                    <a:pt x="505" y="98"/>
                    <a:pt x="502" y="98"/>
                  </a:cubicBezTo>
                  <a:cubicBezTo>
                    <a:pt x="499" y="98"/>
                    <a:pt x="497" y="98"/>
                    <a:pt x="495" y="98"/>
                  </a:cubicBezTo>
                  <a:cubicBezTo>
                    <a:pt x="493" y="98"/>
                    <a:pt x="492" y="98"/>
                    <a:pt x="490" y="98"/>
                  </a:cubicBezTo>
                  <a:cubicBezTo>
                    <a:pt x="488" y="98"/>
                    <a:pt x="484" y="98"/>
                    <a:pt x="480" y="99"/>
                  </a:cubicBezTo>
                  <a:cubicBezTo>
                    <a:pt x="480" y="93"/>
                    <a:pt x="480" y="93"/>
                    <a:pt x="480" y="93"/>
                  </a:cubicBezTo>
                  <a:cubicBezTo>
                    <a:pt x="483" y="92"/>
                    <a:pt x="485" y="91"/>
                    <a:pt x="487" y="90"/>
                  </a:cubicBezTo>
                  <a:cubicBezTo>
                    <a:pt x="489" y="88"/>
                    <a:pt x="491" y="85"/>
                    <a:pt x="493" y="81"/>
                  </a:cubicBezTo>
                  <a:cubicBezTo>
                    <a:pt x="528" y="2"/>
                    <a:pt x="528" y="2"/>
                    <a:pt x="528" y="2"/>
                  </a:cubicBezTo>
                  <a:cubicBezTo>
                    <a:pt x="537" y="2"/>
                    <a:pt x="537" y="2"/>
                    <a:pt x="537" y="2"/>
                  </a:cubicBezTo>
                  <a:cubicBezTo>
                    <a:pt x="568" y="86"/>
                    <a:pt x="568" y="86"/>
                    <a:pt x="568" y="86"/>
                  </a:cubicBezTo>
                  <a:cubicBezTo>
                    <a:pt x="569" y="89"/>
                    <a:pt x="571" y="90"/>
                    <a:pt x="572" y="91"/>
                  </a:cubicBezTo>
                  <a:cubicBezTo>
                    <a:pt x="574" y="92"/>
                    <a:pt x="576" y="93"/>
                    <a:pt x="579" y="93"/>
                  </a:cubicBezTo>
                  <a:cubicBezTo>
                    <a:pt x="579" y="99"/>
                    <a:pt x="579" y="99"/>
                    <a:pt x="579" y="99"/>
                  </a:cubicBezTo>
                  <a:cubicBezTo>
                    <a:pt x="575" y="98"/>
                    <a:pt x="571" y="98"/>
                    <a:pt x="567" y="98"/>
                  </a:cubicBezTo>
                  <a:cubicBezTo>
                    <a:pt x="564" y="98"/>
                    <a:pt x="560" y="98"/>
                    <a:pt x="557" y="98"/>
                  </a:cubicBezTo>
                  <a:cubicBezTo>
                    <a:pt x="554" y="98"/>
                    <a:pt x="551" y="98"/>
                    <a:pt x="547" y="98"/>
                  </a:cubicBezTo>
                  <a:cubicBezTo>
                    <a:pt x="543" y="98"/>
                    <a:pt x="538" y="98"/>
                    <a:pt x="534" y="99"/>
                  </a:cubicBezTo>
                  <a:cubicBezTo>
                    <a:pt x="534" y="93"/>
                    <a:pt x="534" y="93"/>
                    <a:pt x="534" y="93"/>
                  </a:cubicBezTo>
                  <a:cubicBezTo>
                    <a:pt x="539" y="93"/>
                    <a:pt x="542" y="92"/>
                    <a:pt x="543" y="92"/>
                  </a:cubicBezTo>
                  <a:cubicBezTo>
                    <a:pt x="545" y="91"/>
                    <a:pt x="545" y="90"/>
                    <a:pt x="545" y="88"/>
                  </a:cubicBezTo>
                  <a:cubicBezTo>
                    <a:pt x="545" y="88"/>
                    <a:pt x="545" y="87"/>
                    <a:pt x="545" y="87"/>
                  </a:cubicBezTo>
                  <a:cubicBezTo>
                    <a:pt x="545" y="86"/>
                    <a:pt x="545" y="86"/>
                    <a:pt x="545" y="85"/>
                  </a:cubicBezTo>
                  <a:cubicBezTo>
                    <a:pt x="538" y="67"/>
                    <a:pt x="538" y="67"/>
                    <a:pt x="538" y="67"/>
                  </a:cubicBezTo>
                  <a:cubicBezTo>
                    <a:pt x="508" y="67"/>
                    <a:pt x="508" y="67"/>
                    <a:pt x="508" y="67"/>
                  </a:cubicBezTo>
                  <a:cubicBezTo>
                    <a:pt x="501" y="84"/>
                    <a:pt x="501" y="84"/>
                    <a:pt x="501" y="84"/>
                  </a:cubicBezTo>
                  <a:close/>
                  <a:moveTo>
                    <a:pt x="672" y="64"/>
                  </a:moveTo>
                  <a:cubicBezTo>
                    <a:pt x="672" y="17"/>
                    <a:pt x="672" y="17"/>
                    <a:pt x="672" y="17"/>
                  </a:cubicBezTo>
                  <a:cubicBezTo>
                    <a:pt x="672" y="13"/>
                    <a:pt x="671" y="10"/>
                    <a:pt x="669" y="9"/>
                  </a:cubicBezTo>
                  <a:cubicBezTo>
                    <a:pt x="668" y="8"/>
                    <a:pt x="664" y="7"/>
                    <a:pt x="659" y="7"/>
                  </a:cubicBezTo>
                  <a:cubicBezTo>
                    <a:pt x="659" y="2"/>
                    <a:pt x="659" y="2"/>
                    <a:pt x="659" y="2"/>
                  </a:cubicBezTo>
                  <a:cubicBezTo>
                    <a:pt x="661" y="2"/>
                    <a:pt x="664" y="2"/>
                    <a:pt x="666" y="2"/>
                  </a:cubicBezTo>
                  <a:cubicBezTo>
                    <a:pt x="669" y="2"/>
                    <a:pt x="672" y="2"/>
                    <a:pt x="675" y="2"/>
                  </a:cubicBezTo>
                  <a:cubicBezTo>
                    <a:pt x="678" y="2"/>
                    <a:pt x="680" y="2"/>
                    <a:pt x="683" y="2"/>
                  </a:cubicBezTo>
                  <a:cubicBezTo>
                    <a:pt x="685" y="2"/>
                    <a:pt x="688" y="2"/>
                    <a:pt x="690" y="2"/>
                  </a:cubicBezTo>
                  <a:cubicBezTo>
                    <a:pt x="690" y="7"/>
                    <a:pt x="690" y="7"/>
                    <a:pt x="690" y="7"/>
                  </a:cubicBezTo>
                  <a:cubicBezTo>
                    <a:pt x="689" y="7"/>
                    <a:pt x="689" y="7"/>
                    <a:pt x="689" y="7"/>
                  </a:cubicBezTo>
                  <a:cubicBezTo>
                    <a:pt x="686" y="7"/>
                    <a:pt x="683" y="8"/>
                    <a:pt x="682" y="9"/>
                  </a:cubicBezTo>
                  <a:cubicBezTo>
                    <a:pt x="681" y="11"/>
                    <a:pt x="680" y="13"/>
                    <a:pt x="680" y="17"/>
                  </a:cubicBezTo>
                  <a:cubicBezTo>
                    <a:pt x="680" y="99"/>
                    <a:pt x="680" y="99"/>
                    <a:pt x="680" y="99"/>
                  </a:cubicBezTo>
                  <a:cubicBezTo>
                    <a:pt x="671" y="99"/>
                    <a:pt x="671" y="99"/>
                    <a:pt x="671" y="99"/>
                  </a:cubicBezTo>
                  <a:cubicBezTo>
                    <a:pt x="610" y="20"/>
                    <a:pt x="610" y="20"/>
                    <a:pt x="610" y="20"/>
                  </a:cubicBezTo>
                  <a:cubicBezTo>
                    <a:pt x="610" y="81"/>
                    <a:pt x="610" y="81"/>
                    <a:pt x="610" y="81"/>
                  </a:cubicBezTo>
                  <a:cubicBezTo>
                    <a:pt x="610" y="86"/>
                    <a:pt x="611" y="89"/>
                    <a:pt x="612" y="91"/>
                  </a:cubicBezTo>
                  <a:cubicBezTo>
                    <a:pt x="614" y="92"/>
                    <a:pt x="617" y="93"/>
                    <a:pt x="623" y="93"/>
                  </a:cubicBezTo>
                  <a:cubicBezTo>
                    <a:pt x="623" y="99"/>
                    <a:pt x="623" y="99"/>
                    <a:pt x="623" y="99"/>
                  </a:cubicBezTo>
                  <a:cubicBezTo>
                    <a:pt x="620" y="98"/>
                    <a:pt x="617" y="98"/>
                    <a:pt x="614" y="98"/>
                  </a:cubicBezTo>
                  <a:cubicBezTo>
                    <a:pt x="611" y="98"/>
                    <a:pt x="608" y="98"/>
                    <a:pt x="605" y="98"/>
                  </a:cubicBezTo>
                  <a:cubicBezTo>
                    <a:pt x="603" y="98"/>
                    <a:pt x="600" y="98"/>
                    <a:pt x="598" y="98"/>
                  </a:cubicBezTo>
                  <a:cubicBezTo>
                    <a:pt x="595" y="98"/>
                    <a:pt x="592" y="98"/>
                    <a:pt x="590" y="99"/>
                  </a:cubicBezTo>
                  <a:cubicBezTo>
                    <a:pt x="590" y="93"/>
                    <a:pt x="590" y="93"/>
                    <a:pt x="590" y="93"/>
                  </a:cubicBezTo>
                  <a:cubicBezTo>
                    <a:pt x="595" y="93"/>
                    <a:pt x="598" y="92"/>
                    <a:pt x="599" y="91"/>
                  </a:cubicBezTo>
                  <a:cubicBezTo>
                    <a:pt x="601" y="89"/>
                    <a:pt x="602" y="86"/>
                    <a:pt x="602" y="81"/>
                  </a:cubicBezTo>
                  <a:cubicBezTo>
                    <a:pt x="602" y="17"/>
                    <a:pt x="602" y="17"/>
                    <a:pt x="602" y="17"/>
                  </a:cubicBezTo>
                  <a:cubicBezTo>
                    <a:pt x="602" y="13"/>
                    <a:pt x="601" y="11"/>
                    <a:pt x="599" y="9"/>
                  </a:cubicBezTo>
                  <a:cubicBezTo>
                    <a:pt x="598" y="8"/>
                    <a:pt x="595" y="8"/>
                    <a:pt x="591" y="7"/>
                  </a:cubicBezTo>
                  <a:cubicBezTo>
                    <a:pt x="591" y="2"/>
                    <a:pt x="591" y="2"/>
                    <a:pt x="591" y="2"/>
                  </a:cubicBezTo>
                  <a:cubicBezTo>
                    <a:pt x="595" y="2"/>
                    <a:pt x="599" y="2"/>
                    <a:pt x="601" y="2"/>
                  </a:cubicBezTo>
                  <a:cubicBezTo>
                    <a:pt x="603" y="2"/>
                    <a:pt x="605" y="3"/>
                    <a:pt x="607" y="3"/>
                  </a:cubicBezTo>
                  <a:cubicBezTo>
                    <a:pt x="609" y="3"/>
                    <a:pt x="612" y="2"/>
                    <a:pt x="614" y="2"/>
                  </a:cubicBezTo>
                  <a:cubicBezTo>
                    <a:pt x="617" y="2"/>
                    <a:pt x="620" y="2"/>
                    <a:pt x="623" y="2"/>
                  </a:cubicBezTo>
                  <a:cubicBezTo>
                    <a:pt x="672" y="64"/>
                    <a:pt x="672" y="64"/>
                    <a:pt x="672" y="64"/>
                  </a:cubicBezTo>
                  <a:close/>
                  <a:moveTo>
                    <a:pt x="781" y="16"/>
                  </a:moveTo>
                  <a:cubicBezTo>
                    <a:pt x="781" y="13"/>
                    <a:pt x="780" y="11"/>
                    <a:pt x="779" y="9"/>
                  </a:cubicBezTo>
                  <a:cubicBezTo>
                    <a:pt x="777" y="8"/>
                    <a:pt x="775" y="7"/>
                    <a:pt x="771" y="7"/>
                  </a:cubicBezTo>
                  <a:cubicBezTo>
                    <a:pt x="770" y="7"/>
                    <a:pt x="770" y="7"/>
                    <a:pt x="770" y="7"/>
                  </a:cubicBezTo>
                  <a:cubicBezTo>
                    <a:pt x="770" y="2"/>
                    <a:pt x="770" y="2"/>
                    <a:pt x="770" y="2"/>
                  </a:cubicBezTo>
                  <a:cubicBezTo>
                    <a:pt x="775" y="2"/>
                    <a:pt x="779" y="2"/>
                    <a:pt x="782" y="3"/>
                  </a:cubicBezTo>
                  <a:cubicBezTo>
                    <a:pt x="786" y="3"/>
                    <a:pt x="790" y="3"/>
                    <a:pt x="793" y="3"/>
                  </a:cubicBezTo>
                  <a:cubicBezTo>
                    <a:pt x="796" y="3"/>
                    <a:pt x="799" y="3"/>
                    <a:pt x="803" y="3"/>
                  </a:cubicBezTo>
                  <a:cubicBezTo>
                    <a:pt x="807" y="2"/>
                    <a:pt x="811" y="2"/>
                    <a:pt x="815" y="2"/>
                  </a:cubicBezTo>
                  <a:cubicBezTo>
                    <a:pt x="815" y="7"/>
                    <a:pt x="815" y="7"/>
                    <a:pt x="815" y="7"/>
                  </a:cubicBezTo>
                  <a:cubicBezTo>
                    <a:pt x="811" y="7"/>
                    <a:pt x="808" y="8"/>
                    <a:pt x="807" y="9"/>
                  </a:cubicBezTo>
                  <a:cubicBezTo>
                    <a:pt x="805" y="10"/>
                    <a:pt x="804" y="12"/>
                    <a:pt x="804" y="16"/>
                  </a:cubicBezTo>
                  <a:cubicBezTo>
                    <a:pt x="804" y="60"/>
                    <a:pt x="804" y="60"/>
                    <a:pt x="804" y="60"/>
                  </a:cubicBezTo>
                  <a:cubicBezTo>
                    <a:pt x="804" y="67"/>
                    <a:pt x="805" y="72"/>
                    <a:pt x="805" y="75"/>
                  </a:cubicBezTo>
                  <a:cubicBezTo>
                    <a:pt x="806" y="78"/>
                    <a:pt x="807" y="80"/>
                    <a:pt x="808" y="82"/>
                  </a:cubicBezTo>
                  <a:cubicBezTo>
                    <a:pt x="810" y="84"/>
                    <a:pt x="813" y="86"/>
                    <a:pt x="816" y="88"/>
                  </a:cubicBezTo>
                  <a:cubicBezTo>
                    <a:pt x="819" y="89"/>
                    <a:pt x="822" y="89"/>
                    <a:pt x="827" y="89"/>
                  </a:cubicBezTo>
                  <a:cubicBezTo>
                    <a:pt x="835" y="89"/>
                    <a:pt x="841" y="87"/>
                    <a:pt x="845" y="83"/>
                  </a:cubicBezTo>
                  <a:cubicBezTo>
                    <a:pt x="848" y="78"/>
                    <a:pt x="850" y="70"/>
                    <a:pt x="850" y="60"/>
                  </a:cubicBezTo>
                  <a:cubicBezTo>
                    <a:pt x="850" y="59"/>
                    <a:pt x="850" y="59"/>
                    <a:pt x="850" y="59"/>
                  </a:cubicBezTo>
                  <a:cubicBezTo>
                    <a:pt x="850" y="18"/>
                    <a:pt x="850" y="18"/>
                    <a:pt x="850" y="18"/>
                  </a:cubicBezTo>
                  <a:cubicBezTo>
                    <a:pt x="850" y="14"/>
                    <a:pt x="849" y="11"/>
                    <a:pt x="848" y="9"/>
                  </a:cubicBezTo>
                  <a:cubicBezTo>
                    <a:pt x="847" y="8"/>
                    <a:pt x="844" y="7"/>
                    <a:pt x="839" y="7"/>
                  </a:cubicBezTo>
                  <a:cubicBezTo>
                    <a:pt x="839" y="2"/>
                    <a:pt x="839" y="2"/>
                    <a:pt x="839" y="2"/>
                  </a:cubicBezTo>
                  <a:cubicBezTo>
                    <a:pt x="842" y="2"/>
                    <a:pt x="845" y="2"/>
                    <a:pt x="847" y="2"/>
                  </a:cubicBezTo>
                  <a:cubicBezTo>
                    <a:pt x="849" y="2"/>
                    <a:pt x="851" y="3"/>
                    <a:pt x="853" y="3"/>
                  </a:cubicBezTo>
                  <a:cubicBezTo>
                    <a:pt x="855" y="3"/>
                    <a:pt x="857" y="2"/>
                    <a:pt x="860" y="2"/>
                  </a:cubicBezTo>
                  <a:cubicBezTo>
                    <a:pt x="862" y="2"/>
                    <a:pt x="865" y="2"/>
                    <a:pt x="867" y="2"/>
                  </a:cubicBezTo>
                  <a:cubicBezTo>
                    <a:pt x="867" y="7"/>
                    <a:pt x="867" y="7"/>
                    <a:pt x="867" y="7"/>
                  </a:cubicBezTo>
                  <a:cubicBezTo>
                    <a:pt x="864" y="7"/>
                    <a:pt x="862" y="8"/>
                    <a:pt x="861" y="9"/>
                  </a:cubicBezTo>
                  <a:cubicBezTo>
                    <a:pt x="860" y="10"/>
                    <a:pt x="859" y="13"/>
                    <a:pt x="859" y="18"/>
                  </a:cubicBezTo>
                  <a:cubicBezTo>
                    <a:pt x="858" y="62"/>
                    <a:pt x="858" y="62"/>
                    <a:pt x="858" y="62"/>
                  </a:cubicBezTo>
                  <a:cubicBezTo>
                    <a:pt x="858" y="76"/>
                    <a:pt x="855" y="86"/>
                    <a:pt x="849" y="92"/>
                  </a:cubicBezTo>
                  <a:cubicBezTo>
                    <a:pt x="843" y="98"/>
                    <a:pt x="833" y="101"/>
                    <a:pt x="820" y="101"/>
                  </a:cubicBezTo>
                  <a:cubicBezTo>
                    <a:pt x="807" y="101"/>
                    <a:pt x="797" y="98"/>
                    <a:pt x="791" y="93"/>
                  </a:cubicBezTo>
                  <a:cubicBezTo>
                    <a:pt x="784" y="87"/>
                    <a:pt x="781" y="79"/>
                    <a:pt x="781" y="69"/>
                  </a:cubicBezTo>
                  <a:cubicBezTo>
                    <a:pt x="781" y="16"/>
                    <a:pt x="781" y="16"/>
                    <a:pt x="781" y="16"/>
                  </a:cubicBezTo>
                  <a:close/>
                  <a:moveTo>
                    <a:pt x="963" y="64"/>
                  </a:moveTo>
                  <a:cubicBezTo>
                    <a:pt x="963" y="17"/>
                    <a:pt x="963" y="17"/>
                    <a:pt x="963" y="17"/>
                  </a:cubicBezTo>
                  <a:cubicBezTo>
                    <a:pt x="963" y="13"/>
                    <a:pt x="962" y="10"/>
                    <a:pt x="961" y="9"/>
                  </a:cubicBezTo>
                  <a:cubicBezTo>
                    <a:pt x="959" y="8"/>
                    <a:pt x="956" y="7"/>
                    <a:pt x="950" y="7"/>
                  </a:cubicBezTo>
                  <a:cubicBezTo>
                    <a:pt x="950" y="2"/>
                    <a:pt x="950" y="2"/>
                    <a:pt x="950" y="2"/>
                  </a:cubicBezTo>
                  <a:cubicBezTo>
                    <a:pt x="953" y="2"/>
                    <a:pt x="955" y="2"/>
                    <a:pt x="958" y="2"/>
                  </a:cubicBezTo>
                  <a:cubicBezTo>
                    <a:pt x="960" y="2"/>
                    <a:pt x="963" y="2"/>
                    <a:pt x="966" y="2"/>
                  </a:cubicBezTo>
                  <a:cubicBezTo>
                    <a:pt x="969" y="2"/>
                    <a:pt x="972" y="2"/>
                    <a:pt x="974" y="2"/>
                  </a:cubicBezTo>
                  <a:cubicBezTo>
                    <a:pt x="977" y="2"/>
                    <a:pt x="979" y="2"/>
                    <a:pt x="981" y="2"/>
                  </a:cubicBezTo>
                  <a:cubicBezTo>
                    <a:pt x="981" y="7"/>
                    <a:pt x="981" y="7"/>
                    <a:pt x="981" y="7"/>
                  </a:cubicBezTo>
                  <a:cubicBezTo>
                    <a:pt x="980" y="7"/>
                    <a:pt x="980" y="7"/>
                    <a:pt x="980" y="7"/>
                  </a:cubicBezTo>
                  <a:cubicBezTo>
                    <a:pt x="977" y="7"/>
                    <a:pt x="975" y="8"/>
                    <a:pt x="973" y="9"/>
                  </a:cubicBezTo>
                  <a:cubicBezTo>
                    <a:pt x="972" y="11"/>
                    <a:pt x="971" y="13"/>
                    <a:pt x="971" y="17"/>
                  </a:cubicBezTo>
                  <a:cubicBezTo>
                    <a:pt x="971" y="99"/>
                    <a:pt x="971" y="99"/>
                    <a:pt x="971" y="99"/>
                  </a:cubicBezTo>
                  <a:cubicBezTo>
                    <a:pt x="963" y="99"/>
                    <a:pt x="963" y="99"/>
                    <a:pt x="963" y="99"/>
                  </a:cubicBezTo>
                  <a:cubicBezTo>
                    <a:pt x="901" y="20"/>
                    <a:pt x="901" y="20"/>
                    <a:pt x="901" y="20"/>
                  </a:cubicBezTo>
                  <a:cubicBezTo>
                    <a:pt x="901" y="81"/>
                    <a:pt x="901" y="81"/>
                    <a:pt x="901" y="81"/>
                  </a:cubicBezTo>
                  <a:cubicBezTo>
                    <a:pt x="901" y="86"/>
                    <a:pt x="902" y="89"/>
                    <a:pt x="904" y="91"/>
                  </a:cubicBezTo>
                  <a:cubicBezTo>
                    <a:pt x="905" y="92"/>
                    <a:pt x="909" y="93"/>
                    <a:pt x="914" y="93"/>
                  </a:cubicBezTo>
                  <a:cubicBezTo>
                    <a:pt x="914" y="99"/>
                    <a:pt x="914" y="99"/>
                    <a:pt x="914" y="99"/>
                  </a:cubicBezTo>
                  <a:cubicBezTo>
                    <a:pt x="911" y="98"/>
                    <a:pt x="908" y="98"/>
                    <a:pt x="905" y="98"/>
                  </a:cubicBezTo>
                  <a:cubicBezTo>
                    <a:pt x="902" y="98"/>
                    <a:pt x="900" y="98"/>
                    <a:pt x="897" y="98"/>
                  </a:cubicBezTo>
                  <a:cubicBezTo>
                    <a:pt x="894" y="98"/>
                    <a:pt x="892" y="98"/>
                    <a:pt x="889" y="98"/>
                  </a:cubicBezTo>
                  <a:cubicBezTo>
                    <a:pt x="886" y="98"/>
                    <a:pt x="884" y="98"/>
                    <a:pt x="881" y="99"/>
                  </a:cubicBezTo>
                  <a:cubicBezTo>
                    <a:pt x="881" y="93"/>
                    <a:pt x="881" y="93"/>
                    <a:pt x="881" y="93"/>
                  </a:cubicBezTo>
                  <a:cubicBezTo>
                    <a:pt x="886" y="93"/>
                    <a:pt x="889" y="92"/>
                    <a:pt x="891" y="91"/>
                  </a:cubicBezTo>
                  <a:cubicBezTo>
                    <a:pt x="892" y="89"/>
                    <a:pt x="893" y="86"/>
                    <a:pt x="893" y="81"/>
                  </a:cubicBezTo>
                  <a:cubicBezTo>
                    <a:pt x="893" y="17"/>
                    <a:pt x="893" y="17"/>
                    <a:pt x="893" y="17"/>
                  </a:cubicBezTo>
                  <a:cubicBezTo>
                    <a:pt x="893" y="13"/>
                    <a:pt x="892" y="11"/>
                    <a:pt x="891" y="9"/>
                  </a:cubicBezTo>
                  <a:cubicBezTo>
                    <a:pt x="889" y="8"/>
                    <a:pt x="886" y="8"/>
                    <a:pt x="882" y="7"/>
                  </a:cubicBezTo>
                  <a:cubicBezTo>
                    <a:pt x="882" y="2"/>
                    <a:pt x="882" y="2"/>
                    <a:pt x="882" y="2"/>
                  </a:cubicBezTo>
                  <a:cubicBezTo>
                    <a:pt x="887" y="2"/>
                    <a:pt x="890" y="2"/>
                    <a:pt x="892" y="2"/>
                  </a:cubicBezTo>
                  <a:cubicBezTo>
                    <a:pt x="895" y="2"/>
                    <a:pt x="897" y="3"/>
                    <a:pt x="899" y="3"/>
                  </a:cubicBezTo>
                  <a:cubicBezTo>
                    <a:pt x="901" y="3"/>
                    <a:pt x="903" y="2"/>
                    <a:pt x="906" y="2"/>
                  </a:cubicBezTo>
                  <a:cubicBezTo>
                    <a:pt x="908" y="2"/>
                    <a:pt x="911" y="2"/>
                    <a:pt x="915" y="2"/>
                  </a:cubicBezTo>
                  <a:cubicBezTo>
                    <a:pt x="963" y="64"/>
                    <a:pt x="963" y="64"/>
                    <a:pt x="963" y="64"/>
                  </a:cubicBezTo>
                  <a:close/>
                  <a:moveTo>
                    <a:pt x="997" y="99"/>
                  </a:moveTo>
                  <a:cubicBezTo>
                    <a:pt x="997" y="93"/>
                    <a:pt x="997" y="93"/>
                    <a:pt x="997" y="93"/>
                  </a:cubicBezTo>
                  <a:cubicBezTo>
                    <a:pt x="997" y="93"/>
                    <a:pt x="997" y="93"/>
                    <a:pt x="997" y="93"/>
                  </a:cubicBezTo>
                  <a:cubicBezTo>
                    <a:pt x="1002" y="93"/>
                    <a:pt x="1005" y="92"/>
                    <a:pt x="1006" y="91"/>
                  </a:cubicBezTo>
                  <a:cubicBezTo>
                    <a:pt x="1007" y="89"/>
                    <a:pt x="1008" y="86"/>
                    <a:pt x="1008" y="81"/>
                  </a:cubicBezTo>
                  <a:cubicBezTo>
                    <a:pt x="1008" y="16"/>
                    <a:pt x="1008" y="16"/>
                    <a:pt x="1008" y="16"/>
                  </a:cubicBezTo>
                  <a:cubicBezTo>
                    <a:pt x="1008" y="13"/>
                    <a:pt x="1007" y="11"/>
                    <a:pt x="1006" y="9"/>
                  </a:cubicBezTo>
                  <a:cubicBezTo>
                    <a:pt x="1004" y="8"/>
                    <a:pt x="1002" y="7"/>
                    <a:pt x="998" y="7"/>
                  </a:cubicBezTo>
                  <a:cubicBezTo>
                    <a:pt x="997" y="7"/>
                    <a:pt x="997" y="7"/>
                    <a:pt x="997" y="7"/>
                  </a:cubicBezTo>
                  <a:cubicBezTo>
                    <a:pt x="997" y="2"/>
                    <a:pt x="997" y="2"/>
                    <a:pt x="997" y="2"/>
                  </a:cubicBezTo>
                  <a:cubicBezTo>
                    <a:pt x="1001" y="2"/>
                    <a:pt x="1004" y="2"/>
                    <a:pt x="1008" y="2"/>
                  </a:cubicBezTo>
                  <a:cubicBezTo>
                    <a:pt x="1012" y="3"/>
                    <a:pt x="1016" y="3"/>
                    <a:pt x="1020" y="3"/>
                  </a:cubicBezTo>
                  <a:cubicBezTo>
                    <a:pt x="1023" y="3"/>
                    <a:pt x="1027" y="3"/>
                    <a:pt x="1031" y="2"/>
                  </a:cubicBezTo>
                  <a:cubicBezTo>
                    <a:pt x="1035" y="2"/>
                    <a:pt x="1039" y="2"/>
                    <a:pt x="1042" y="2"/>
                  </a:cubicBezTo>
                  <a:cubicBezTo>
                    <a:pt x="1042" y="7"/>
                    <a:pt x="1042" y="7"/>
                    <a:pt x="1042" y="7"/>
                  </a:cubicBezTo>
                  <a:cubicBezTo>
                    <a:pt x="1038" y="7"/>
                    <a:pt x="1035" y="8"/>
                    <a:pt x="1034" y="9"/>
                  </a:cubicBezTo>
                  <a:cubicBezTo>
                    <a:pt x="1032" y="10"/>
                    <a:pt x="1031" y="12"/>
                    <a:pt x="1031" y="16"/>
                  </a:cubicBezTo>
                  <a:cubicBezTo>
                    <a:pt x="1031" y="81"/>
                    <a:pt x="1031" y="81"/>
                    <a:pt x="1031" y="81"/>
                  </a:cubicBezTo>
                  <a:cubicBezTo>
                    <a:pt x="1031" y="86"/>
                    <a:pt x="1032" y="89"/>
                    <a:pt x="1033" y="91"/>
                  </a:cubicBezTo>
                  <a:cubicBezTo>
                    <a:pt x="1035" y="92"/>
                    <a:pt x="1038" y="93"/>
                    <a:pt x="1042" y="93"/>
                  </a:cubicBezTo>
                  <a:cubicBezTo>
                    <a:pt x="1042" y="93"/>
                    <a:pt x="1042" y="93"/>
                    <a:pt x="1042" y="93"/>
                  </a:cubicBezTo>
                  <a:cubicBezTo>
                    <a:pt x="1042" y="99"/>
                    <a:pt x="1042" y="99"/>
                    <a:pt x="1042" y="99"/>
                  </a:cubicBezTo>
                  <a:cubicBezTo>
                    <a:pt x="1039" y="98"/>
                    <a:pt x="1035" y="98"/>
                    <a:pt x="1031" y="98"/>
                  </a:cubicBezTo>
                  <a:cubicBezTo>
                    <a:pt x="1027" y="98"/>
                    <a:pt x="1024" y="98"/>
                    <a:pt x="1020" y="98"/>
                  </a:cubicBezTo>
                  <a:cubicBezTo>
                    <a:pt x="1016" y="98"/>
                    <a:pt x="1013" y="98"/>
                    <a:pt x="1009" y="98"/>
                  </a:cubicBezTo>
                  <a:cubicBezTo>
                    <a:pt x="1005" y="98"/>
                    <a:pt x="1001" y="98"/>
                    <a:pt x="997" y="99"/>
                  </a:cubicBezTo>
                  <a:cubicBezTo>
                    <a:pt x="997" y="99"/>
                    <a:pt x="997" y="99"/>
                    <a:pt x="997" y="99"/>
                  </a:cubicBezTo>
                  <a:close/>
                  <a:moveTo>
                    <a:pt x="1107" y="100"/>
                  </a:moveTo>
                  <a:cubicBezTo>
                    <a:pt x="1097" y="100"/>
                    <a:pt x="1097" y="100"/>
                    <a:pt x="1097" y="100"/>
                  </a:cubicBezTo>
                  <a:cubicBezTo>
                    <a:pt x="1066" y="16"/>
                    <a:pt x="1066" y="16"/>
                    <a:pt x="1066" y="16"/>
                  </a:cubicBezTo>
                  <a:cubicBezTo>
                    <a:pt x="1065" y="13"/>
                    <a:pt x="1064" y="11"/>
                    <a:pt x="1062" y="9"/>
                  </a:cubicBezTo>
                  <a:cubicBezTo>
                    <a:pt x="1060" y="8"/>
                    <a:pt x="1058" y="7"/>
                    <a:pt x="1055" y="7"/>
                  </a:cubicBezTo>
                  <a:cubicBezTo>
                    <a:pt x="1054" y="7"/>
                    <a:pt x="1054" y="7"/>
                    <a:pt x="1054" y="7"/>
                  </a:cubicBezTo>
                  <a:cubicBezTo>
                    <a:pt x="1054" y="2"/>
                    <a:pt x="1054" y="2"/>
                    <a:pt x="1054" y="2"/>
                  </a:cubicBezTo>
                  <a:cubicBezTo>
                    <a:pt x="1058" y="2"/>
                    <a:pt x="1062" y="2"/>
                    <a:pt x="1066" y="2"/>
                  </a:cubicBezTo>
                  <a:cubicBezTo>
                    <a:pt x="1070" y="2"/>
                    <a:pt x="1073" y="3"/>
                    <a:pt x="1076" y="3"/>
                  </a:cubicBezTo>
                  <a:cubicBezTo>
                    <a:pt x="1079" y="3"/>
                    <a:pt x="1081" y="2"/>
                    <a:pt x="1085" y="2"/>
                  </a:cubicBezTo>
                  <a:cubicBezTo>
                    <a:pt x="1088" y="2"/>
                    <a:pt x="1093" y="2"/>
                    <a:pt x="1100" y="2"/>
                  </a:cubicBezTo>
                  <a:cubicBezTo>
                    <a:pt x="1100" y="7"/>
                    <a:pt x="1100" y="7"/>
                    <a:pt x="1100" y="7"/>
                  </a:cubicBezTo>
                  <a:cubicBezTo>
                    <a:pt x="1099" y="7"/>
                    <a:pt x="1099" y="7"/>
                    <a:pt x="1099" y="7"/>
                  </a:cubicBezTo>
                  <a:cubicBezTo>
                    <a:pt x="1095" y="7"/>
                    <a:pt x="1093" y="8"/>
                    <a:pt x="1092" y="8"/>
                  </a:cubicBezTo>
                  <a:cubicBezTo>
                    <a:pt x="1090" y="9"/>
                    <a:pt x="1089" y="11"/>
                    <a:pt x="1089" y="12"/>
                  </a:cubicBezTo>
                  <a:cubicBezTo>
                    <a:pt x="1089" y="13"/>
                    <a:pt x="1089" y="13"/>
                    <a:pt x="1090" y="14"/>
                  </a:cubicBezTo>
                  <a:cubicBezTo>
                    <a:pt x="1090" y="14"/>
                    <a:pt x="1090" y="15"/>
                    <a:pt x="1090" y="15"/>
                  </a:cubicBezTo>
                  <a:cubicBezTo>
                    <a:pt x="1110" y="74"/>
                    <a:pt x="1110" y="74"/>
                    <a:pt x="1110" y="74"/>
                  </a:cubicBezTo>
                  <a:cubicBezTo>
                    <a:pt x="1133" y="16"/>
                    <a:pt x="1133" y="16"/>
                    <a:pt x="1133" y="16"/>
                  </a:cubicBezTo>
                  <a:cubicBezTo>
                    <a:pt x="1134" y="14"/>
                    <a:pt x="1134" y="14"/>
                    <a:pt x="1134" y="13"/>
                  </a:cubicBezTo>
                  <a:cubicBezTo>
                    <a:pt x="1134" y="12"/>
                    <a:pt x="1135" y="11"/>
                    <a:pt x="1135" y="11"/>
                  </a:cubicBezTo>
                  <a:cubicBezTo>
                    <a:pt x="1135" y="9"/>
                    <a:pt x="1134" y="9"/>
                    <a:pt x="1132" y="8"/>
                  </a:cubicBezTo>
                  <a:cubicBezTo>
                    <a:pt x="1131" y="7"/>
                    <a:pt x="1128" y="7"/>
                    <a:pt x="1125" y="7"/>
                  </a:cubicBezTo>
                  <a:cubicBezTo>
                    <a:pt x="1124" y="7"/>
                    <a:pt x="1124" y="7"/>
                    <a:pt x="1124" y="7"/>
                  </a:cubicBezTo>
                  <a:cubicBezTo>
                    <a:pt x="1124" y="2"/>
                    <a:pt x="1124" y="2"/>
                    <a:pt x="1124" y="2"/>
                  </a:cubicBezTo>
                  <a:cubicBezTo>
                    <a:pt x="1126" y="2"/>
                    <a:pt x="1128" y="2"/>
                    <a:pt x="1130" y="2"/>
                  </a:cubicBezTo>
                  <a:cubicBezTo>
                    <a:pt x="1132" y="2"/>
                    <a:pt x="1135" y="2"/>
                    <a:pt x="1137" y="2"/>
                  </a:cubicBezTo>
                  <a:cubicBezTo>
                    <a:pt x="1140" y="2"/>
                    <a:pt x="1143" y="2"/>
                    <a:pt x="1145" y="2"/>
                  </a:cubicBezTo>
                  <a:cubicBezTo>
                    <a:pt x="1147" y="2"/>
                    <a:pt x="1149" y="2"/>
                    <a:pt x="1151" y="2"/>
                  </a:cubicBezTo>
                  <a:cubicBezTo>
                    <a:pt x="1152" y="7"/>
                    <a:pt x="1152" y="7"/>
                    <a:pt x="1152" y="7"/>
                  </a:cubicBezTo>
                  <a:cubicBezTo>
                    <a:pt x="1149" y="7"/>
                    <a:pt x="1148" y="8"/>
                    <a:pt x="1146" y="9"/>
                  </a:cubicBezTo>
                  <a:cubicBezTo>
                    <a:pt x="1145" y="10"/>
                    <a:pt x="1144" y="12"/>
                    <a:pt x="1143" y="15"/>
                  </a:cubicBezTo>
                  <a:cubicBezTo>
                    <a:pt x="1107" y="100"/>
                    <a:pt x="1107" y="100"/>
                    <a:pt x="1107" y="100"/>
                  </a:cubicBezTo>
                  <a:close/>
                  <a:moveTo>
                    <a:pt x="1163" y="99"/>
                  </a:moveTo>
                  <a:cubicBezTo>
                    <a:pt x="1163" y="93"/>
                    <a:pt x="1163" y="93"/>
                    <a:pt x="1163" y="93"/>
                  </a:cubicBezTo>
                  <a:cubicBezTo>
                    <a:pt x="1165" y="93"/>
                    <a:pt x="1165" y="93"/>
                    <a:pt x="1165" y="93"/>
                  </a:cubicBezTo>
                  <a:cubicBezTo>
                    <a:pt x="1168" y="93"/>
                    <a:pt x="1171" y="92"/>
                    <a:pt x="1173" y="91"/>
                  </a:cubicBezTo>
                  <a:cubicBezTo>
                    <a:pt x="1174" y="89"/>
                    <a:pt x="1175" y="87"/>
                    <a:pt x="1175" y="84"/>
                  </a:cubicBezTo>
                  <a:cubicBezTo>
                    <a:pt x="1175" y="16"/>
                    <a:pt x="1175" y="16"/>
                    <a:pt x="1175" y="16"/>
                  </a:cubicBezTo>
                  <a:cubicBezTo>
                    <a:pt x="1175" y="13"/>
                    <a:pt x="1174" y="11"/>
                    <a:pt x="1173" y="10"/>
                  </a:cubicBezTo>
                  <a:cubicBezTo>
                    <a:pt x="1171" y="8"/>
                    <a:pt x="1168" y="7"/>
                    <a:pt x="1165" y="7"/>
                  </a:cubicBezTo>
                  <a:cubicBezTo>
                    <a:pt x="1163" y="7"/>
                    <a:pt x="1163" y="7"/>
                    <a:pt x="1163" y="7"/>
                  </a:cubicBezTo>
                  <a:cubicBezTo>
                    <a:pt x="1163" y="2"/>
                    <a:pt x="1163" y="2"/>
                    <a:pt x="1163" y="2"/>
                  </a:cubicBezTo>
                  <a:cubicBezTo>
                    <a:pt x="1166" y="2"/>
                    <a:pt x="1170" y="2"/>
                    <a:pt x="1174" y="2"/>
                  </a:cubicBezTo>
                  <a:cubicBezTo>
                    <a:pt x="1178" y="2"/>
                    <a:pt x="1184" y="2"/>
                    <a:pt x="1193" y="2"/>
                  </a:cubicBezTo>
                  <a:cubicBezTo>
                    <a:pt x="1207" y="2"/>
                    <a:pt x="1207" y="2"/>
                    <a:pt x="1207" y="2"/>
                  </a:cubicBezTo>
                  <a:cubicBezTo>
                    <a:pt x="1214" y="2"/>
                    <a:pt x="1219" y="2"/>
                    <a:pt x="1224" y="2"/>
                  </a:cubicBezTo>
                  <a:cubicBezTo>
                    <a:pt x="1228" y="2"/>
                    <a:pt x="1232" y="2"/>
                    <a:pt x="1236" y="2"/>
                  </a:cubicBezTo>
                  <a:cubicBezTo>
                    <a:pt x="1236" y="5"/>
                    <a:pt x="1236" y="9"/>
                    <a:pt x="1236" y="13"/>
                  </a:cubicBezTo>
                  <a:cubicBezTo>
                    <a:pt x="1236" y="16"/>
                    <a:pt x="1237" y="21"/>
                    <a:pt x="1237" y="25"/>
                  </a:cubicBezTo>
                  <a:cubicBezTo>
                    <a:pt x="1231" y="25"/>
                    <a:pt x="1231" y="25"/>
                    <a:pt x="1231" y="25"/>
                  </a:cubicBezTo>
                  <a:cubicBezTo>
                    <a:pt x="1230" y="19"/>
                    <a:pt x="1228" y="15"/>
                    <a:pt x="1225" y="12"/>
                  </a:cubicBezTo>
                  <a:cubicBezTo>
                    <a:pt x="1222" y="10"/>
                    <a:pt x="1216" y="9"/>
                    <a:pt x="1208" y="9"/>
                  </a:cubicBezTo>
                  <a:cubicBezTo>
                    <a:pt x="1204" y="9"/>
                    <a:pt x="1201" y="9"/>
                    <a:pt x="1200" y="10"/>
                  </a:cubicBezTo>
                  <a:cubicBezTo>
                    <a:pt x="1198" y="10"/>
                    <a:pt x="1198" y="12"/>
                    <a:pt x="1198" y="13"/>
                  </a:cubicBezTo>
                  <a:cubicBezTo>
                    <a:pt x="1198" y="46"/>
                    <a:pt x="1198" y="46"/>
                    <a:pt x="1198" y="46"/>
                  </a:cubicBezTo>
                  <a:cubicBezTo>
                    <a:pt x="1210" y="46"/>
                    <a:pt x="1210" y="46"/>
                    <a:pt x="1210" y="46"/>
                  </a:cubicBezTo>
                  <a:cubicBezTo>
                    <a:pt x="1214" y="46"/>
                    <a:pt x="1217" y="45"/>
                    <a:pt x="1219" y="42"/>
                  </a:cubicBezTo>
                  <a:cubicBezTo>
                    <a:pt x="1221" y="40"/>
                    <a:pt x="1222" y="37"/>
                    <a:pt x="1222" y="32"/>
                  </a:cubicBezTo>
                  <a:cubicBezTo>
                    <a:pt x="1227" y="32"/>
                    <a:pt x="1227" y="32"/>
                    <a:pt x="1227" y="32"/>
                  </a:cubicBezTo>
                  <a:cubicBezTo>
                    <a:pt x="1227" y="35"/>
                    <a:pt x="1227" y="38"/>
                    <a:pt x="1227" y="40"/>
                  </a:cubicBezTo>
                  <a:cubicBezTo>
                    <a:pt x="1227" y="43"/>
                    <a:pt x="1227" y="46"/>
                    <a:pt x="1227" y="49"/>
                  </a:cubicBezTo>
                  <a:cubicBezTo>
                    <a:pt x="1227" y="52"/>
                    <a:pt x="1227" y="54"/>
                    <a:pt x="1227" y="57"/>
                  </a:cubicBezTo>
                  <a:cubicBezTo>
                    <a:pt x="1227" y="60"/>
                    <a:pt x="1227" y="63"/>
                    <a:pt x="1227" y="65"/>
                  </a:cubicBezTo>
                  <a:cubicBezTo>
                    <a:pt x="1222" y="65"/>
                    <a:pt x="1222" y="65"/>
                    <a:pt x="1222" y="65"/>
                  </a:cubicBezTo>
                  <a:cubicBezTo>
                    <a:pt x="1222" y="60"/>
                    <a:pt x="1221" y="57"/>
                    <a:pt x="1219" y="55"/>
                  </a:cubicBezTo>
                  <a:cubicBezTo>
                    <a:pt x="1218" y="53"/>
                    <a:pt x="1215" y="52"/>
                    <a:pt x="1211" y="52"/>
                  </a:cubicBezTo>
                  <a:cubicBezTo>
                    <a:pt x="1198" y="52"/>
                    <a:pt x="1198" y="52"/>
                    <a:pt x="1198" y="52"/>
                  </a:cubicBezTo>
                  <a:cubicBezTo>
                    <a:pt x="1198" y="85"/>
                    <a:pt x="1198" y="85"/>
                    <a:pt x="1198" y="85"/>
                  </a:cubicBezTo>
                  <a:cubicBezTo>
                    <a:pt x="1198" y="87"/>
                    <a:pt x="1198" y="88"/>
                    <a:pt x="1199" y="89"/>
                  </a:cubicBezTo>
                  <a:cubicBezTo>
                    <a:pt x="1201" y="90"/>
                    <a:pt x="1202" y="90"/>
                    <a:pt x="1205" y="90"/>
                  </a:cubicBezTo>
                  <a:cubicBezTo>
                    <a:pt x="1216" y="90"/>
                    <a:pt x="1224" y="89"/>
                    <a:pt x="1229" y="86"/>
                  </a:cubicBezTo>
                  <a:cubicBezTo>
                    <a:pt x="1233" y="83"/>
                    <a:pt x="1236" y="78"/>
                    <a:pt x="1238" y="71"/>
                  </a:cubicBezTo>
                  <a:cubicBezTo>
                    <a:pt x="1244" y="71"/>
                    <a:pt x="1244" y="71"/>
                    <a:pt x="1244" y="71"/>
                  </a:cubicBezTo>
                  <a:cubicBezTo>
                    <a:pt x="1243" y="76"/>
                    <a:pt x="1242" y="80"/>
                    <a:pt x="1241" y="85"/>
                  </a:cubicBezTo>
                  <a:cubicBezTo>
                    <a:pt x="1240" y="90"/>
                    <a:pt x="1239" y="94"/>
                    <a:pt x="1239" y="99"/>
                  </a:cubicBezTo>
                  <a:cubicBezTo>
                    <a:pt x="1233" y="98"/>
                    <a:pt x="1228" y="98"/>
                    <a:pt x="1221" y="98"/>
                  </a:cubicBezTo>
                  <a:cubicBezTo>
                    <a:pt x="1215" y="98"/>
                    <a:pt x="1208" y="98"/>
                    <a:pt x="1201" y="98"/>
                  </a:cubicBezTo>
                  <a:cubicBezTo>
                    <a:pt x="1193" y="98"/>
                    <a:pt x="1186" y="98"/>
                    <a:pt x="1180" y="98"/>
                  </a:cubicBezTo>
                  <a:cubicBezTo>
                    <a:pt x="1174" y="98"/>
                    <a:pt x="1168" y="98"/>
                    <a:pt x="1163" y="99"/>
                  </a:cubicBezTo>
                  <a:cubicBezTo>
                    <a:pt x="1163" y="99"/>
                    <a:pt x="1163" y="99"/>
                    <a:pt x="1163" y="99"/>
                  </a:cubicBezTo>
                  <a:close/>
                  <a:moveTo>
                    <a:pt x="1259" y="99"/>
                  </a:moveTo>
                  <a:cubicBezTo>
                    <a:pt x="1259" y="93"/>
                    <a:pt x="1259" y="93"/>
                    <a:pt x="1259" y="93"/>
                  </a:cubicBezTo>
                  <a:cubicBezTo>
                    <a:pt x="1263" y="93"/>
                    <a:pt x="1266" y="92"/>
                    <a:pt x="1267" y="91"/>
                  </a:cubicBezTo>
                  <a:cubicBezTo>
                    <a:pt x="1269" y="89"/>
                    <a:pt x="1270" y="86"/>
                    <a:pt x="1270" y="81"/>
                  </a:cubicBezTo>
                  <a:cubicBezTo>
                    <a:pt x="1270" y="16"/>
                    <a:pt x="1270" y="16"/>
                    <a:pt x="1270" y="16"/>
                  </a:cubicBezTo>
                  <a:cubicBezTo>
                    <a:pt x="1270" y="13"/>
                    <a:pt x="1269" y="11"/>
                    <a:pt x="1267" y="9"/>
                  </a:cubicBezTo>
                  <a:cubicBezTo>
                    <a:pt x="1266" y="8"/>
                    <a:pt x="1263" y="7"/>
                    <a:pt x="1260" y="7"/>
                  </a:cubicBezTo>
                  <a:cubicBezTo>
                    <a:pt x="1259" y="7"/>
                    <a:pt x="1259" y="7"/>
                    <a:pt x="1259" y="7"/>
                  </a:cubicBezTo>
                  <a:cubicBezTo>
                    <a:pt x="1259" y="2"/>
                    <a:pt x="1259" y="2"/>
                    <a:pt x="1259" y="2"/>
                  </a:cubicBezTo>
                  <a:cubicBezTo>
                    <a:pt x="1262" y="2"/>
                    <a:pt x="1265" y="2"/>
                    <a:pt x="1268" y="2"/>
                  </a:cubicBezTo>
                  <a:cubicBezTo>
                    <a:pt x="1271" y="2"/>
                    <a:pt x="1274" y="3"/>
                    <a:pt x="1277" y="3"/>
                  </a:cubicBezTo>
                  <a:cubicBezTo>
                    <a:pt x="1281" y="3"/>
                    <a:pt x="1286" y="2"/>
                    <a:pt x="1292" y="2"/>
                  </a:cubicBezTo>
                  <a:cubicBezTo>
                    <a:pt x="1298" y="2"/>
                    <a:pt x="1302" y="2"/>
                    <a:pt x="1305" y="2"/>
                  </a:cubicBezTo>
                  <a:cubicBezTo>
                    <a:pt x="1316" y="2"/>
                    <a:pt x="1325" y="4"/>
                    <a:pt x="1330" y="7"/>
                  </a:cubicBezTo>
                  <a:cubicBezTo>
                    <a:pt x="1336" y="11"/>
                    <a:pt x="1339" y="17"/>
                    <a:pt x="1339" y="24"/>
                  </a:cubicBezTo>
                  <a:cubicBezTo>
                    <a:pt x="1339" y="30"/>
                    <a:pt x="1337" y="36"/>
                    <a:pt x="1333" y="40"/>
                  </a:cubicBezTo>
                  <a:cubicBezTo>
                    <a:pt x="1329" y="45"/>
                    <a:pt x="1323" y="49"/>
                    <a:pt x="1316" y="51"/>
                  </a:cubicBezTo>
                  <a:cubicBezTo>
                    <a:pt x="1320" y="53"/>
                    <a:pt x="1324" y="56"/>
                    <a:pt x="1328" y="61"/>
                  </a:cubicBezTo>
                  <a:cubicBezTo>
                    <a:pt x="1332" y="66"/>
                    <a:pt x="1336" y="73"/>
                    <a:pt x="1341" y="82"/>
                  </a:cubicBezTo>
                  <a:cubicBezTo>
                    <a:pt x="1341" y="83"/>
                    <a:pt x="1341" y="84"/>
                    <a:pt x="1342" y="85"/>
                  </a:cubicBezTo>
                  <a:cubicBezTo>
                    <a:pt x="1345" y="92"/>
                    <a:pt x="1348" y="95"/>
                    <a:pt x="1351" y="95"/>
                  </a:cubicBezTo>
                  <a:cubicBezTo>
                    <a:pt x="1352" y="95"/>
                    <a:pt x="1352" y="95"/>
                    <a:pt x="1352" y="95"/>
                  </a:cubicBezTo>
                  <a:cubicBezTo>
                    <a:pt x="1352" y="100"/>
                    <a:pt x="1352" y="100"/>
                    <a:pt x="1352" y="100"/>
                  </a:cubicBezTo>
                  <a:cubicBezTo>
                    <a:pt x="1347" y="99"/>
                    <a:pt x="1341" y="99"/>
                    <a:pt x="1334" y="98"/>
                  </a:cubicBezTo>
                  <a:cubicBezTo>
                    <a:pt x="1333" y="98"/>
                    <a:pt x="1333" y="98"/>
                    <a:pt x="1332" y="98"/>
                  </a:cubicBezTo>
                  <a:cubicBezTo>
                    <a:pt x="1328" y="98"/>
                    <a:pt x="1326" y="97"/>
                    <a:pt x="1324" y="96"/>
                  </a:cubicBezTo>
                  <a:cubicBezTo>
                    <a:pt x="1322" y="94"/>
                    <a:pt x="1320" y="91"/>
                    <a:pt x="1318" y="86"/>
                  </a:cubicBezTo>
                  <a:cubicBezTo>
                    <a:pt x="1317" y="83"/>
                    <a:pt x="1316" y="80"/>
                    <a:pt x="1314" y="75"/>
                  </a:cubicBezTo>
                  <a:cubicBezTo>
                    <a:pt x="1310" y="64"/>
                    <a:pt x="1307" y="58"/>
                    <a:pt x="1304" y="56"/>
                  </a:cubicBezTo>
                  <a:cubicBezTo>
                    <a:pt x="1303" y="56"/>
                    <a:pt x="1302" y="55"/>
                    <a:pt x="1301" y="55"/>
                  </a:cubicBezTo>
                  <a:cubicBezTo>
                    <a:pt x="1300" y="55"/>
                    <a:pt x="1298" y="55"/>
                    <a:pt x="1296" y="55"/>
                  </a:cubicBezTo>
                  <a:cubicBezTo>
                    <a:pt x="1296" y="55"/>
                    <a:pt x="1295" y="55"/>
                    <a:pt x="1295" y="55"/>
                  </a:cubicBezTo>
                  <a:cubicBezTo>
                    <a:pt x="1294" y="55"/>
                    <a:pt x="1293" y="55"/>
                    <a:pt x="1292" y="55"/>
                  </a:cubicBezTo>
                  <a:cubicBezTo>
                    <a:pt x="1292" y="81"/>
                    <a:pt x="1292" y="81"/>
                    <a:pt x="1292" y="81"/>
                  </a:cubicBezTo>
                  <a:cubicBezTo>
                    <a:pt x="1292" y="86"/>
                    <a:pt x="1293" y="89"/>
                    <a:pt x="1294" y="90"/>
                  </a:cubicBezTo>
                  <a:cubicBezTo>
                    <a:pt x="1295" y="92"/>
                    <a:pt x="1298" y="93"/>
                    <a:pt x="1302" y="93"/>
                  </a:cubicBezTo>
                  <a:cubicBezTo>
                    <a:pt x="1302" y="99"/>
                    <a:pt x="1302" y="99"/>
                    <a:pt x="1302" y="99"/>
                  </a:cubicBezTo>
                  <a:cubicBezTo>
                    <a:pt x="1297" y="98"/>
                    <a:pt x="1292" y="98"/>
                    <a:pt x="1289" y="98"/>
                  </a:cubicBezTo>
                  <a:cubicBezTo>
                    <a:pt x="1285" y="98"/>
                    <a:pt x="1282" y="98"/>
                    <a:pt x="1281" y="98"/>
                  </a:cubicBezTo>
                  <a:cubicBezTo>
                    <a:pt x="1277" y="98"/>
                    <a:pt x="1274" y="98"/>
                    <a:pt x="1270" y="98"/>
                  </a:cubicBezTo>
                  <a:cubicBezTo>
                    <a:pt x="1267" y="98"/>
                    <a:pt x="1263" y="98"/>
                    <a:pt x="1259" y="99"/>
                  </a:cubicBezTo>
                  <a:cubicBezTo>
                    <a:pt x="1259" y="99"/>
                    <a:pt x="1259" y="99"/>
                    <a:pt x="1259" y="99"/>
                  </a:cubicBezTo>
                  <a:close/>
                  <a:moveTo>
                    <a:pt x="1292" y="48"/>
                  </a:moveTo>
                  <a:cubicBezTo>
                    <a:pt x="1298" y="48"/>
                    <a:pt x="1298" y="48"/>
                    <a:pt x="1298" y="48"/>
                  </a:cubicBezTo>
                  <a:cubicBezTo>
                    <a:pt x="1305" y="48"/>
                    <a:pt x="1310" y="46"/>
                    <a:pt x="1313" y="43"/>
                  </a:cubicBezTo>
                  <a:cubicBezTo>
                    <a:pt x="1316" y="40"/>
                    <a:pt x="1318" y="35"/>
                    <a:pt x="1318" y="28"/>
                  </a:cubicBezTo>
                  <a:cubicBezTo>
                    <a:pt x="1318" y="21"/>
                    <a:pt x="1316" y="16"/>
                    <a:pt x="1313" y="13"/>
                  </a:cubicBezTo>
                  <a:cubicBezTo>
                    <a:pt x="1309" y="10"/>
                    <a:pt x="1304" y="8"/>
                    <a:pt x="1297" y="8"/>
                  </a:cubicBezTo>
                  <a:cubicBezTo>
                    <a:pt x="1295" y="8"/>
                    <a:pt x="1295" y="8"/>
                    <a:pt x="1294" y="8"/>
                  </a:cubicBezTo>
                  <a:cubicBezTo>
                    <a:pt x="1293" y="9"/>
                    <a:pt x="1293" y="9"/>
                    <a:pt x="1292" y="9"/>
                  </a:cubicBezTo>
                  <a:cubicBezTo>
                    <a:pt x="1292" y="48"/>
                    <a:pt x="1292" y="48"/>
                    <a:pt x="1292" y="48"/>
                  </a:cubicBezTo>
                  <a:close/>
                  <a:moveTo>
                    <a:pt x="1370" y="66"/>
                  </a:moveTo>
                  <a:cubicBezTo>
                    <a:pt x="1380" y="66"/>
                    <a:pt x="1380" y="66"/>
                    <a:pt x="1380" y="66"/>
                  </a:cubicBezTo>
                  <a:cubicBezTo>
                    <a:pt x="1380" y="75"/>
                    <a:pt x="1382" y="81"/>
                    <a:pt x="1385" y="85"/>
                  </a:cubicBezTo>
                  <a:cubicBezTo>
                    <a:pt x="1389" y="90"/>
                    <a:pt x="1394" y="92"/>
                    <a:pt x="1400" y="92"/>
                  </a:cubicBezTo>
                  <a:cubicBezTo>
                    <a:pt x="1406" y="92"/>
                    <a:pt x="1410" y="90"/>
                    <a:pt x="1413" y="88"/>
                  </a:cubicBezTo>
                  <a:cubicBezTo>
                    <a:pt x="1416" y="85"/>
                    <a:pt x="1418" y="82"/>
                    <a:pt x="1418" y="77"/>
                  </a:cubicBezTo>
                  <a:cubicBezTo>
                    <a:pt x="1418" y="74"/>
                    <a:pt x="1417" y="71"/>
                    <a:pt x="1415" y="68"/>
                  </a:cubicBezTo>
                  <a:cubicBezTo>
                    <a:pt x="1413" y="66"/>
                    <a:pt x="1408" y="63"/>
                    <a:pt x="1400" y="60"/>
                  </a:cubicBezTo>
                  <a:cubicBezTo>
                    <a:pt x="1389" y="55"/>
                    <a:pt x="1381" y="51"/>
                    <a:pt x="1377" y="46"/>
                  </a:cubicBezTo>
                  <a:cubicBezTo>
                    <a:pt x="1373" y="41"/>
                    <a:pt x="1371" y="36"/>
                    <a:pt x="1371" y="29"/>
                  </a:cubicBezTo>
                  <a:cubicBezTo>
                    <a:pt x="1371" y="20"/>
                    <a:pt x="1374" y="13"/>
                    <a:pt x="1380" y="8"/>
                  </a:cubicBezTo>
                  <a:cubicBezTo>
                    <a:pt x="1386" y="2"/>
                    <a:pt x="1393" y="0"/>
                    <a:pt x="1403" y="0"/>
                  </a:cubicBezTo>
                  <a:cubicBezTo>
                    <a:pt x="1407" y="0"/>
                    <a:pt x="1411" y="0"/>
                    <a:pt x="1415" y="1"/>
                  </a:cubicBezTo>
                  <a:cubicBezTo>
                    <a:pt x="1420" y="1"/>
                    <a:pt x="1425" y="2"/>
                    <a:pt x="1431" y="3"/>
                  </a:cubicBezTo>
                  <a:cubicBezTo>
                    <a:pt x="1431" y="4"/>
                    <a:pt x="1431" y="4"/>
                    <a:pt x="1431" y="4"/>
                  </a:cubicBezTo>
                  <a:cubicBezTo>
                    <a:pt x="1431" y="9"/>
                    <a:pt x="1431" y="14"/>
                    <a:pt x="1431" y="17"/>
                  </a:cubicBezTo>
                  <a:cubicBezTo>
                    <a:pt x="1431" y="19"/>
                    <a:pt x="1431" y="23"/>
                    <a:pt x="1431" y="29"/>
                  </a:cubicBezTo>
                  <a:cubicBezTo>
                    <a:pt x="1431" y="29"/>
                    <a:pt x="1431" y="29"/>
                    <a:pt x="1431" y="29"/>
                  </a:cubicBezTo>
                  <a:cubicBezTo>
                    <a:pt x="1423" y="29"/>
                    <a:pt x="1423" y="29"/>
                    <a:pt x="1423" y="29"/>
                  </a:cubicBezTo>
                  <a:cubicBezTo>
                    <a:pt x="1423" y="22"/>
                    <a:pt x="1421" y="17"/>
                    <a:pt x="1418" y="13"/>
                  </a:cubicBezTo>
                  <a:cubicBezTo>
                    <a:pt x="1415" y="10"/>
                    <a:pt x="1410" y="8"/>
                    <a:pt x="1404" y="8"/>
                  </a:cubicBezTo>
                  <a:cubicBezTo>
                    <a:pt x="1400" y="8"/>
                    <a:pt x="1396" y="9"/>
                    <a:pt x="1393" y="11"/>
                  </a:cubicBezTo>
                  <a:cubicBezTo>
                    <a:pt x="1391" y="14"/>
                    <a:pt x="1389" y="17"/>
                    <a:pt x="1389" y="21"/>
                  </a:cubicBezTo>
                  <a:cubicBezTo>
                    <a:pt x="1389" y="24"/>
                    <a:pt x="1390" y="27"/>
                    <a:pt x="1392" y="30"/>
                  </a:cubicBezTo>
                  <a:cubicBezTo>
                    <a:pt x="1395" y="32"/>
                    <a:pt x="1400" y="35"/>
                    <a:pt x="1407" y="38"/>
                  </a:cubicBezTo>
                  <a:cubicBezTo>
                    <a:pt x="1408" y="38"/>
                    <a:pt x="1410" y="39"/>
                    <a:pt x="1412" y="40"/>
                  </a:cubicBezTo>
                  <a:cubicBezTo>
                    <a:pt x="1420" y="43"/>
                    <a:pt x="1426" y="46"/>
                    <a:pt x="1429" y="49"/>
                  </a:cubicBezTo>
                  <a:cubicBezTo>
                    <a:pt x="1432" y="51"/>
                    <a:pt x="1434" y="55"/>
                    <a:pt x="1435" y="58"/>
                  </a:cubicBezTo>
                  <a:cubicBezTo>
                    <a:pt x="1437" y="61"/>
                    <a:pt x="1437" y="65"/>
                    <a:pt x="1437" y="69"/>
                  </a:cubicBezTo>
                  <a:cubicBezTo>
                    <a:pt x="1437" y="79"/>
                    <a:pt x="1434" y="86"/>
                    <a:pt x="1428" y="92"/>
                  </a:cubicBezTo>
                  <a:cubicBezTo>
                    <a:pt x="1421" y="98"/>
                    <a:pt x="1413" y="101"/>
                    <a:pt x="1402" y="101"/>
                  </a:cubicBezTo>
                  <a:cubicBezTo>
                    <a:pt x="1396" y="101"/>
                    <a:pt x="1390" y="100"/>
                    <a:pt x="1385" y="99"/>
                  </a:cubicBezTo>
                  <a:cubicBezTo>
                    <a:pt x="1379" y="98"/>
                    <a:pt x="1374" y="96"/>
                    <a:pt x="1369" y="93"/>
                  </a:cubicBezTo>
                  <a:cubicBezTo>
                    <a:pt x="1370" y="90"/>
                    <a:pt x="1370" y="87"/>
                    <a:pt x="1370" y="83"/>
                  </a:cubicBezTo>
                  <a:cubicBezTo>
                    <a:pt x="1370" y="80"/>
                    <a:pt x="1370" y="77"/>
                    <a:pt x="1370" y="73"/>
                  </a:cubicBezTo>
                  <a:cubicBezTo>
                    <a:pt x="1370" y="71"/>
                    <a:pt x="1370" y="70"/>
                    <a:pt x="1370" y="69"/>
                  </a:cubicBezTo>
                  <a:cubicBezTo>
                    <a:pt x="1370" y="68"/>
                    <a:pt x="1370" y="67"/>
                    <a:pt x="1370" y="66"/>
                  </a:cubicBezTo>
                  <a:cubicBezTo>
                    <a:pt x="1370" y="66"/>
                    <a:pt x="1370" y="66"/>
                    <a:pt x="1370" y="66"/>
                  </a:cubicBezTo>
                  <a:close/>
                  <a:moveTo>
                    <a:pt x="1456" y="99"/>
                  </a:moveTo>
                  <a:cubicBezTo>
                    <a:pt x="1456" y="93"/>
                    <a:pt x="1456" y="93"/>
                    <a:pt x="1456" y="93"/>
                  </a:cubicBezTo>
                  <a:cubicBezTo>
                    <a:pt x="1457" y="93"/>
                    <a:pt x="1457" y="93"/>
                    <a:pt x="1457" y="93"/>
                  </a:cubicBezTo>
                  <a:cubicBezTo>
                    <a:pt x="1461" y="93"/>
                    <a:pt x="1464" y="92"/>
                    <a:pt x="1466" y="91"/>
                  </a:cubicBezTo>
                  <a:cubicBezTo>
                    <a:pt x="1467" y="89"/>
                    <a:pt x="1468" y="86"/>
                    <a:pt x="1468" y="81"/>
                  </a:cubicBezTo>
                  <a:cubicBezTo>
                    <a:pt x="1468" y="16"/>
                    <a:pt x="1468" y="16"/>
                    <a:pt x="1468" y="16"/>
                  </a:cubicBezTo>
                  <a:cubicBezTo>
                    <a:pt x="1468" y="13"/>
                    <a:pt x="1467" y="11"/>
                    <a:pt x="1465" y="9"/>
                  </a:cubicBezTo>
                  <a:cubicBezTo>
                    <a:pt x="1464" y="8"/>
                    <a:pt x="1461" y="7"/>
                    <a:pt x="1458" y="7"/>
                  </a:cubicBezTo>
                  <a:cubicBezTo>
                    <a:pt x="1456" y="7"/>
                    <a:pt x="1456" y="7"/>
                    <a:pt x="1456" y="7"/>
                  </a:cubicBezTo>
                  <a:cubicBezTo>
                    <a:pt x="1456" y="2"/>
                    <a:pt x="1456" y="2"/>
                    <a:pt x="1456" y="2"/>
                  </a:cubicBezTo>
                  <a:cubicBezTo>
                    <a:pt x="1460" y="2"/>
                    <a:pt x="1464" y="2"/>
                    <a:pt x="1468" y="2"/>
                  </a:cubicBezTo>
                  <a:cubicBezTo>
                    <a:pt x="1472" y="3"/>
                    <a:pt x="1475" y="3"/>
                    <a:pt x="1479" y="3"/>
                  </a:cubicBezTo>
                  <a:cubicBezTo>
                    <a:pt x="1483" y="3"/>
                    <a:pt x="1487" y="3"/>
                    <a:pt x="1491" y="2"/>
                  </a:cubicBezTo>
                  <a:cubicBezTo>
                    <a:pt x="1494" y="2"/>
                    <a:pt x="1498" y="2"/>
                    <a:pt x="1502" y="2"/>
                  </a:cubicBezTo>
                  <a:cubicBezTo>
                    <a:pt x="1502" y="7"/>
                    <a:pt x="1502" y="7"/>
                    <a:pt x="1502" y="7"/>
                  </a:cubicBezTo>
                  <a:cubicBezTo>
                    <a:pt x="1498" y="7"/>
                    <a:pt x="1495" y="8"/>
                    <a:pt x="1493" y="9"/>
                  </a:cubicBezTo>
                  <a:cubicBezTo>
                    <a:pt x="1492" y="10"/>
                    <a:pt x="1491" y="12"/>
                    <a:pt x="1491" y="16"/>
                  </a:cubicBezTo>
                  <a:cubicBezTo>
                    <a:pt x="1491" y="81"/>
                    <a:pt x="1491" y="81"/>
                    <a:pt x="1491" y="81"/>
                  </a:cubicBezTo>
                  <a:cubicBezTo>
                    <a:pt x="1491" y="86"/>
                    <a:pt x="1492" y="89"/>
                    <a:pt x="1493" y="91"/>
                  </a:cubicBezTo>
                  <a:cubicBezTo>
                    <a:pt x="1494" y="92"/>
                    <a:pt x="1497" y="93"/>
                    <a:pt x="1501" y="93"/>
                  </a:cubicBezTo>
                  <a:cubicBezTo>
                    <a:pt x="1502" y="93"/>
                    <a:pt x="1502" y="93"/>
                    <a:pt x="1502" y="93"/>
                  </a:cubicBezTo>
                  <a:cubicBezTo>
                    <a:pt x="1502" y="99"/>
                    <a:pt x="1502" y="99"/>
                    <a:pt x="1502" y="99"/>
                  </a:cubicBezTo>
                  <a:cubicBezTo>
                    <a:pt x="1498" y="98"/>
                    <a:pt x="1495" y="98"/>
                    <a:pt x="1491" y="98"/>
                  </a:cubicBezTo>
                  <a:cubicBezTo>
                    <a:pt x="1487" y="98"/>
                    <a:pt x="1483" y="98"/>
                    <a:pt x="1479" y="98"/>
                  </a:cubicBezTo>
                  <a:cubicBezTo>
                    <a:pt x="1476" y="98"/>
                    <a:pt x="1472" y="98"/>
                    <a:pt x="1469" y="98"/>
                  </a:cubicBezTo>
                  <a:cubicBezTo>
                    <a:pt x="1465" y="98"/>
                    <a:pt x="1461" y="98"/>
                    <a:pt x="1456" y="99"/>
                  </a:cubicBezTo>
                  <a:cubicBezTo>
                    <a:pt x="1456" y="99"/>
                    <a:pt x="1456" y="99"/>
                    <a:pt x="1456" y="99"/>
                  </a:cubicBezTo>
                  <a:close/>
                  <a:moveTo>
                    <a:pt x="1533" y="99"/>
                  </a:moveTo>
                  <a:cubicBezTo>
                    <a:pt x="1533" y="93"/>
                    <a:pt x="1533" y="93"/>
                    <a:pt x="1533" y="93"/>
                  </a:cubicBezTo>
                  <a:cubicBezTo>
                    <a:pt x="1535" y="93"/>
                    <a:pt x="1535" y="93"/>
                    <a:pt x="1535" y="93"/>
                  </a:cubicBezTo>
                  <a:cubicBezTo>
                    <a:pt x="1539" y="93"/>
                    <a:pt x="1542" y="92"/>
                    <a:pt x="1543" y="91"/>
                  </a:cubicBezTo>
                  <a:cubicBezTo>
                    <a:pt x="1545" y="89"/>
                    <a:pt x="1546" y="87"/>
                    <a:pt x="1546" y="84"/>
                  </a:cubicBezTo>
                  <a:cubicBezTo>
                    <a:pt x="1546" y="9"/>
                    <a:pt x="1546" y="9"/>
                    <a:pt x="1546" y="9"/>
                  </a:cubicBezTo>
                  <a:cubicBezTo>
                    <a:pt x="1543" y="9"/>
                    <a:pt x="1543" y="9"/>
                    <a:pt x="1543" y="9"/>
                  </a:cubicBezTo>
                  <a:cubicBezTo>
                    <a:pt x="1537" y="9"/>
                    <a:pt x="1532" y="10"/>
                    <a:pt x="1528" y="13"/>
                  </a:cubicBezTo>
                  <a:cubicBezTo>
                    <a:pt x="1525" y="16"/>
                    <a:pt x="1523" y="20"/>
                    <a:pt x="1522" y="26"/>
                  </a:cubicBezTo>
                  <a:cubicBezTo>
                    <a:pt x="1517" y="26"/>
                    <a:pt x="1517" y="26"/>
                    <a:pt x="1517" y="26"/>
                  </a:cubicBezTo>
                  <a:cubicBezTo>
                    <a:pt x="1518" y="2"/>
                    <a:pt x="1518" y="2"/>
                    <a:pt x="1518" y="2"/>
                  </a:cubicBezTo>
                  <a:cubicBezTo>
                    <a:pt x="1520" y="2"/>
                    <a:pt x="1522" y="2"/>
                    <a:pt x="1524" y="2"/>
                  </a:cubicBezTo>
                  <a:cubicBezTo>
                    <a:pt x="1527" y="2"/>
                    <a:pt x="1531" y="2"/>
                    <a:pt x="1536" y="2"/>
                  </a:cubicBezTo>
                  <a:cubicBezTo>
                    <a:pt x="1557" y="2"/>
                    <a:pt x="1557" y="2"/>
                    <a:pt x="1557" y="2"/>
                  </a:cubicBezTo>
                  <a:cubicBezTo>
                    <a:pt x="1578" y="2"/>
                    <a:pt x="1578" y="2"/>
                    <a:pt x="1578" y="2"/>
                  </a:cubicBezTo>
                  <a:cubicBezTo>
                    <a:pt x="1584" y="2"/>
                    <a:pt x="1588" y="2"/>
                    <a:pt x="1591" y="2"/>
                  </a:cubicBezTo>
                  <a:cubicBezTo>
                    <a:pt x="1593" y="2"/>
                    <a:pt x="1595" y="2"/>
                    <a:pt x="1597" y="2"/>
                  </a:cubicBezTo>
                  <a:cubicBezTo>
                    <a:pt x="1598" y="26"/>
                    <a:pt x="1598" y="26"/>
                    <a:pt x="1598" y="26"/>
                  </a:cubicBezTo>
                  <a:cubicBezTo>
                    <a:pt x="1593" y="26"/>
                    <a:pt x="1593" y="26"/>
                    <a:pt x="1593" y="26"/>
                  </a:cubicBezTo>
                  <a:cubicBezTo>
                    <a:pt x="1592" y="20"/>
                    <a:pt x="1590" y="16"/>
                    <a:pt x="1586" y="13"/>
                  </a:cubicBezTo>
                  <a:cubicBezTo>
                    <a:pt x="1583" y="10"/>
                    <a:pt x="1578" y="9"/>
                    <a:pt x="1572" y="9"/>
                  </a:cubicBezTo>
                  <a:cubicBezTo>
                    <a:pt x="1569" y="9"/>
                    <a:pt x="1569" y="9"/>
                    <a:pt x="1569" y="9"/>
                  </a:cubicBezTo>
                  <a:cubicBezTo>
                    <a:pt x="1569" y="83"/>
                    <a:pt x="1569" y="83"/>
                    <a:pt x="1569" y="83"/>
                  </a:cubicBezTo>
                  <a:cubicBezTo>
                    <a:pt x="1569" y="87"/>
                    <a:pt x="1570" y="89"/>
                    <a:pt x="1571" y="91"/>
                  </a:cubicBezTo>
                  <a:cubicBezTo>
                    <a:pt x="1573" y="92"/>
                    <a:pt x="1576" y="93"/>
                    <a:pt x="1580" y="93"/>
                  </a:cubicBezTo>
                  <a:cubicBezTo>
                    <a:pt x="1581" y="93"/>
                    <a:pt x="1581" y="93"/>
                    <a:pt x="1581" y="93"/>
                  </a:cubicBezTo>
                  <a:cubicBezTo>
                    <a:pt x="1581" y="99"/>
                    <a:pt x="1581" y="99"/>
                    <a:pt x="1581" y="99"/>
                  </a:cubicBezTo>
                  <a:cubicBezTo>
                    <a:pt x="1576" y="98"/>
                    <a:pt x="1571" y="98"/>
                    <a:pt x="1567" y="98"/>
                  </a:cubicBezTo>
                  <a:cubicBezTo>
                    <a:pt x="1563" y="98"/>
                    <a:pt x="1560" y="98"/>
                    <a:pt x="1557" y="98"/>
                  </a:cubicBezTo>
                  <a:cubicBezTo>
                    <a:pt x="1553" y="98"/>
                    <a:pt x="1549" y="98"/>
                    <a:pt x="1545" y="98"/>
                  </a:cubicBezTo>
                  <a:cubicBezTo>
                    <a:pt x="1541" y="98"/>
                    <a:pt x="1537" y="98"/>
                    <a:pt x="1533" y="99"/>
                  </a:cubicBezTo>
                  <a:cubicBezTo>
                    <a:pt x="1533" y="99"/>
                    <a:pt x="1533" y="99"/>
                    <a:pt x="1533" y="99"/>
                  </a:cubicBezTo>
                  <a:close/>
                  <a:moveTo>
                    <a:pt x="1666" y="56"/>
                  </a:moveTo>
                  <a:cubicBezTo>
                    <a:pt x="1666" y="81"/>
                    <a:pt x="1666" y="81"/>
                    <a:pt x="1666" y="81"/>
                  </a:cubicBezTo>
                  <a:cubicBezTo>
                    <a:pt x="1666" y="86"/>
                    <a:pt x="1667" y="89"/>
                    <a:pt x="1669" y="91"/>
                  </a:cubicBezTo>
                  <a:cubicBezTo>
                    <a:pt x="1670" y="92"/>
                    <a:pt x="1673" y="93"/>
                    <a:pt x="1678" y="93"/>
                  </a:cubicBezTo>
                  <a:cubicBezTo>
                    <a:pt x="1680" y="93"/>
                    <a:pt x="1680" y="93"/>
                    <a:pt x="1680" y="93"/>
                  </a:cubicBezTo>
                  <a:cubicBezTo>
                    <a:pt x="1680" y="99"/>
                    <a:pt x="1680" y="99"/>
                    <a:pt x="1680" y="99"/>
                  </a:cubicBezTo>
                  <a:cubicBezTo>
                    <a:pt x="1675" y="98"/>
                    <a:pt x="1670" y="98"/>
                    <a:pt x="1666" y="98"/>
                  </a:cubicBezTo>
                  <a:cubicBezTo>
                    <a:pt x="1661" y="98"/>
                    <a:pt x="1658" y="98"/>
                    <a:pt x="1656" y="98"/>
                  </a:cubicBezTo>
                  <a:cubicBezTo>
                    <a:pt x="1653" y="98"/>
                    <a:pt x="1649" y="98"/>
                    <a:pt x="1645" y="98"/>
                  </a:cubicBezTo>
                  <a:cubicBezTo>
                    <a:pt x="1640" y="98"/>
                    <a:pt x="1635" y="98"/>
                    <a:pt x="1630" y="99"/>
                  </a:cubicBezTo>
                  <a:cubicBezTo>
                    <a:pt x="1630" y="93"/>
                    <a:pt x="1630" y="93"/>
                    <a:pt x="1630" y="93"/>
                  </a:cubicBezTo>
                  <a:cubicBezTo>
                    <a:pt x="1633" y="93"/>
                    <a:pt x="1633" y="93"/>
                    <a:pt x="1633" y="93"/>
                  </a:cubicBezTo>
                  <a:cubicBezTo>
                    <a:pt x="1638" y="93"/>
                    <a:pt x="1641" y="92"/>
                    <a:pt x="1642" y="91"/>
                  </a:cubicBezTo>
                  <a:cubicBezTo>
                    <a:pt x="1644" y="89"/>
                    <a:pt x="1644" y="86"/>
                    <a:pt x="1644" y="81"/>
                  </a:cubicBezTo>
                  <a:cubicBezTo>
                    <a:pt x="1644" y="56"/>
                    <a:pt x="1644" y="56"/>
                    <a:pt x="1644" y="56"/>
                  </a:cubicBezTo>
                  <a:cubicBezTo>
                    <a:pt x="1619" y="14"/>
                    <a:pt x="1619" y="14"/>
                    <a:pt x="1619" y="14"/>
                  </a:cubicBezTo>
                  <a:cubicBezTo>
                    <a:pt x="1619" y="14"/>
                    <a:pt x="1619" y="14"/>
                    <a:pt x="1619" y="14"/>
                  </a:cubicBezTo>
                  <a:cubicBezTo>
                    <a:pt x="1616" y="10"/>
                    <a:pt x="1613" y="7"/>
                    <a:pt x="1610" y="7"/>
                  </a:cubicBezTo>
                  <a:cubicBezTo>
                    <a:pt x="1608" y="7"/>
                    <a:pt x="1608" y="7"/>
                    <a:pt x="1608" y="7"/>
                  </a:cubicBezTo>
                  <a:cubicBezTo>
                    <a:pt x="1608" y="2"/>
                    <a:pt x="1608" y="2"/>
                    <a:pt x="1608" y="2"/>
                  </a:cubicBezTo>
                  <a:cubicBezTo>
                    <a:pt x="1612" y="2"/>
                    <a:pt x="1616" y="2"/>
                    <a:pt x="1620" y="2"/>
                  </a:cubicBezTo>
                  <a:cubicBezTo>
                    <a:pt x="1623" y="2"/>
                    <a:pt x="1627" y="3"/>
                    <a:pt x="1631" y="3"/>
                  </a:cubicBezTo>
                  <a:cubicBezTo>
                    <a:pt x="1636" y="3"/>
                    <a:pt x="1640" y="2"/>
                    <a:pt x="1644" y="2"/>
                  </a:cubicBezTo>
                  <a:cubicBezTo>
                    <a:pt x="1648" y="2"/>
                    <a:pt x="1651" y="2"/>
                    <a:pt x="1654" y="2"/>
                  </a:cubicBezTo>
                  <a:cubicBezTo>
                    <a:pt x="1654" y="7"/>
                    <a:pt x="1654" y="7"/>
                    <a:pt x="1654" y="7"/>
                  </a:cubicBezTo>
                  <a:cubicBezTo>
                    <a:pt x="1650" y="7"/>
                    <a:pt x="1647" y="7"/>
                    <a:pt x="1646" y="8"/>
                  </a:cubicBezTo>
                  <a:cubicBezTo>
                    <a:pt x="1644" y="9"/>
                    <a:pt x="1644" y="9"/>
                    <a:pt x="1644" y="11"/>
                  </a:cubicBezTo>
                  <a:cubicBezTo>
                    <a:pt x="1644" y="11"/>
                    <a:pt x="1644" y="11"/>
                    <a:pt x="1644" y="12"/>
                  </a:cubicBezTo>
                  <a:cubicBezTo>
                    <a:pt x="1644" y="12"/>
                    <a:pt x="1644" y="13"/>
                    <a:pt x="1644" y="13"/>
                  </a:cubicBezTo>
                  <a:cubicBezTo>
                    <a:pt x="1664" y="48"/>
                    <a:pt x="1664" y="48"/>
                    <a:pt x="1664" y="48"/>
                  </a:cubicBezTo>
                  <a:cubicBezTo>
                    <a:pt x="1683" y="13"/>
                    <a:pt x="1683" y="13"/>
                    <a:pt x="1683" y="13"/>
                  </a:cubicBezTo>
                  <a:cubicBezTo>
                    <a:pt x="1683" y="12"/>
                    <a:pt x="1683" y="12"/>
                    <a:pt x="1683" y="11"/>
                  </a:cubicBezTo>
                  <a:cubicBezTo>
                    <a:pt x="1683" y="11"/>
                    <a:pt x="1683" y="11"/>
                    <a:pt x="1683" y="10"/>
                  </a:cubicBezTo>
                  <a:cubicBezTo>
                    <a:pt x="1683" y="9"/>
                    <a:pt x="1683" y="8"/>
                    <a:pt x="1681" y="8"/>
                  </a:cubicBezTo>
                  <a:cubicBezTo>
                    <a:pt x="1679" y="7"/>
                    <a:pt x="1677" y="7"/>
                    <a:pt x="1673" y="7"/>
                  </a:cubicBezTo>
                  <a:cubicBezTo>
                    <a:pt x="1673" y="2"/>
                    <a:pt x="1673" y="2"/>
                    <a:pt x="1673" y="2"/>
                  </a:cubicBezTo>
                  <a:cubicBezTo>
                    <a:pt x="1676" y="2"/>
                    <a:pt x="1679" y="2"/>
                    <a:pt x="1682" y="2"/>
                  </a:cubicBezTo>
                  <a:cubicBezTo>
                    <a:pt x="1684" y="2"/>
                    <a:pt x="1686" y="3"/>
                    <a:pt x="1688" y="3"/>
                  </a:cubicBezTo>
                  <a:cubicBezTo>
                    <a:pt x="1691" y="3"/>
                    <a:pt x="1693" y="2"/>
                    <a:pt x="1695" y="2"/>
                  </a:cubicBezTo>
                  <a:cubicBezTo>
                    <a:pt x="1698" y="2"/>
                    <a:pt x="1700" y="2"/>
                    <a:pt x="1702" y="2"/>
                  </a:cubicBezTo>
                  <a:cubicBezTo>
                    <a:pt x="1702" y="7"/>
                    <a:pt x="1702" y="7"/>
                    <a:pt x="1702" y="7"/>
                  </a:cubicBezTo>
                  <a:cubicBezTo>
                    <a:pt x="1699" y="7"/>
                    <a:pt x="1697" y="8"/>
                    <a:pt x="1696" y="8"/>
                  </a:cubicBezTo>
                  <a:cubicBezTo>
                    <a:pt x="1695" y="9"/>
                    <a:pt x="1694" y="10"/>
                    <a:pt x="1692" y="13"/>
                  </a:cubicBezTo>
                  <a:lnTo>
                    <a:pt x="1666" y="56"/>
                  </a:lnTo>
                  <a:close/>
                </a:path>
              </a:pathLst>
            </a:custGeom>
            <a:solidFill>
              <a:srgbClr val="0A0A0A"/>
            </a:solidFill>
            <a:ln>
              <a:noFill/>
            </a:ln>
          </p:spPr>
          <p:txBody>
            <a:bodyPr anchor="ctr"/>
            <a:lstStyle/>
            <a:p>
              <a:pPr algn="ctr"/>
              <a:endParaRPr>
                <a:solidFill>
                  <a:srgbClr val="000000"/>
                </a:solidFill>
              </a:endParaRPr>
            </a:p>
          </p:txBody>
        </p:sp>
        <p:grpSp>
          <p:nvGrpSpPr>
            <p:cNvPr id="4" name="í$ļîdé"/>
            <p:cNvGrpSpPr/>
            <p:nvPr/>
          </p:nvGrpSpPr>
          <p:grpSpPr>
            <a:xfrm>
              <a:off x="10450629" y="404003"/>
              <a:ext cx="1011546" cy="270315"/>
              <a:chOff x="5102226" y="2428875"/>
              <a:chExt cx="5067300" cy="1354138"/>
            </a:xfrm>
            <a:solidFill>
              <a:srgbClr val="0A0A0A"/>
            </a:solidFill>
          </p:grpSpPr>
          <p:sp>
            <p:nvSpPr>
              <p:cNvPr id="7" name="ís1ïḋe"/>
              <p:cNvSpPr/>
              <p:nvPr/>
            </p:nvSpPr>
            <p:spPr bwMode="auto">
              <a:xfrm>
                <a:off x="5102226" y="2884488"/>
                <a:ext cx="1347788" cy="673100"/>
              </a:xfrm>
              <a:custGeom>
                <a:avLst/>
                <a:gdLst>
                  <a:gd name="T0" fmla="*/ 62 w 409"/>
                  <a:gd name="T1" fmla="*/ 79 h 204"/>
                  <a:gd name="T2" fmla="*/ 47 w 409"/>
                  <a:gd name="T3" fmla="*/ 55 h 204"/>
                  <a:gd name="T4" fmla="*/ 23 w 409"/>
                  <a:gd name="T5" fmla="*/ 49 h 204"/>
                  <a:gd name="T6" fmla="*/ 0 w 409"/>
                  <a:gd name="T7" fmla="*/ 87 h 204"/>
                  <a:gd name="T8" fmla="*/ 34 w 409"/>
                  <a:gd name="T9" fmla="*/ 193 h 204"/>
                  <a:gd name="T10" fmla="*/ 70 w 409"/>
                  <a:gd name="T11" fmla="*/ 186 h 204"/>
                  <a:gd name="T12" fmla="*/ 65 w 409"/>
                  <a:gd name="T13" fmla="*/ 129 h 204"/>
                  <a:gd name="T14" fmla="*/ 132 w 409"/>
                  <a:gd name="T15" fmla="*/ 63 h 204"/>
                  <a:gd name="T16" fmla="*/ 219 w 409"/>
                  <a:gd name="T17" fmla="*/ 42 h 204"/>
                  <a:gd name="T18" fmla="*/ 223 w 409"/>
                  <a:gd name="T19" fmla="*/ 63 h 204"/>
                  <a:gd name="T20" fmla="*/ 191 w 409"/>
                  <a:gd name="T21" fmla="*/ 105 h 204"/>
                  <a:gd name="T22" fmla="*/ 179 w 409"/>
                  <a:gd name="T23" fmla="*/ 103 h 204"/>
                  <a:gd name="T24" fmla="*/ 166 w 409"/>
                  <a:gd name="T25" fmla="*/ 77 h 204"/>
                  <a:gd name="T26" fmla="*/ 141 w 409"/>
                  <a:gd name="T27" fmla="*/ 85 h 204"/>
                  <a:gd name="T28" fmla="*/ 150 w 409"/>
                  <a:gd name="T29" fmla="*/ 113 h 204"/>
                  <a:gd name="T30" fmla="*/ 156 w 409"/>
                  <a:gd name="T31" fmla="*/ 127 h 204"/>
                  <a:gd name="T32" fmla="*/ 126 w 409"/>
                  <a:gd name="T33" fmla="*/ 142 h 204"/>
                  <a:gd name="T34" fmla="*/ 108 w 409"/>
                  <a:gd name="T35" fmla="*/ 153 h 204"/>
                  <a:gd name="T36" fmla="*/ 122 w 409"/>
                  <a:gd name="T37" fmla="*/ 177 h 204"/>
                  <a:gd name="T38" fmla="*/ 160 w 409"/>
                  <a:gd name="T39" fmla="*/ 156 h 204"/>
                  <a:gd name="T40" fmla="*/ 202 w 409"/>
                  <a:gd name="T41" fmla="*/ 149 h 204"/>
                  <a:gd name="T42" fmla="*/ 225 w 409"/>
                  <a:gd name="T43" fmla="*/ 169 h 204"/>
                  <a:gd name="T44" fmla="*/ 280 w 409"/>
                  <a:gd name="T45" fmla="*/ 173 h 204"/>
                  <a:gd name="T46" fmla="*/ 369 w 409"/>
                  <a:gd name="T47" fmla="*/ 139 h 204"/>
                  <a:gd name="T48" fmla="*/ 404 w 409"/>
                  <a:gd name="T49" fmla="*/ 129 h 204"/>
                  <a:gd name="T50" fmla="*/ 337 w 409"/>
                  <a:gd name="T51" fmla="*/ 21 h 204"/>
                  <a:gd name="T52" fmla="*/ 193 w 409"/>
                  <a:gd name="T53" fmla="*/ 12 h 204"/>
                  <a:gd name="T54" fmla="*/ 93 w 409"/>
                  <a:gd name="T55" fmla="*/ 54 h 204"/>
                  <a:gd name="T56" fmla="*/ 62 w 409"/>
                  <a:gd name="T57" fmla="*/ 79 h 204"/>
                  <a:gd name="T58" fmla="*/ 62 w 409"/>
                  <a:gd name="T59" fmla="*/ 79 h 204"/>
                  <a:gd name="T60" fmla="*/ 204 w 409"/>
                  <a:gd name="T61" fmla="*/ 125 h 204"/>
                  <a:gd name="T62" fmla="*/ 194 w 409"/>
                  <a:gd name="T63" fmla="*/ 124 h 204"/>
                  <a:gd name="T64" fmla="*/ 244 w 409"/>
                  <a:gd name="T65" fmla="*/ 90 h 204"/>
                  <a:gd name="T66" fmla="*/ 245 w 409"/>
                  <a:gd name="T67" fmla="*/ 60 h 204"/>
                  <a:gd name="T68" fmla="*/ 234 w 409"/>
                  <a:gd name="T69" fmla="*/ 45 h 204"/>
                  <a:gd name="T70" fmla="*/ 284 w 409"/>
                  <a:gd name="T71" fmla="*/ 43 h 204"/>
                  <a:gd name="T72" fmla="*/ 357 w 409"/>
                  <a:gd name="T73" fmla="*/ 75 h 204"/>
                  <a:gd name="T74" fmla="*/ 307 w 409"/>
                  <a:gd name="T75" fmla="*/ 112 h 204"/>
                  <a:gd name="T76" fmla="*/ 249 w 409"/>
                  <a:gd name="T77" fmla="*/ 142 h 204"/>
                  <a:gd name="T78" fmla="*/ 229 w 409"/>
                  <a:gd name="T79" fmla="*/ 127 h 204"/>
                  <a:gd name="T80" fmla="*/ 204 w 409"/>
                  <a:gd name="T81" fmla="*/ 125 h 2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409" h="204">
                    <a:moveTo>
                      <a:pt x="62" y="79"/>
                    </a:moveTo>
                    <a:cubicBezTo>
                      <a:pt x="56" y="77"/>
                      <a:pt x="57" y="61"/>
                      <a:pt x="47" y="55"/>
                    </a:cubicBezTo>
                    <a:cubicBezTo>
                      <a:pt x="38" y="49"/>
                      <a:pt x="30" y="49"/>
                      <a:pt x="23" y="49"/>
                    </a:cubicBezTo>
                    <a:cubicBezTo>
                      <a:pt x="16" y="50"/>
                      <a:pt x="1" y="62"/>
                      <a:pt x="0" y="87"/>
                    </a:cubicBezTo>
                    <a:cubicBezTo>
                      <a:pt x="0" y="112"/>
                      <a:pt x="25" y="181"/>
                      <a:pt x="34" y="193"/>
                    </a:cubicBezTo>
                    <a:cubicBezTo>
                      <a:pt x="43" y="204"/>
                      <a:pt x="74" y="198"/>
                      <a:pt x="70" y="186"/>
                    </a:cubicBezTo>
                    <a:cubicBezTo>
                      <a:pt x="65" y="175"/>
                      <a:pt x="57" y="144"/>
                      <a:pt x="65" y="129"/>
                    </a:cubicBezTo>
                    <a:cubicBezTo>
                      <a:pt x="73" y="115"/>
                      <a:pt x="88" y="89"/>
                      <a:pt x="132" y="63"/>
                    </a:cubicBezTo>
                    <a:cubicBezTo>
                      <a:pt x="177" y="38"/>
                      <a:pt x="211" y="39"/>
                      <a:pt x="219" y="42"/>
                    </a:cubicBezTo>
                    <a:cubicBezTo>
                      <a:pt x="227" y="45"/>
                      <a:pt x="224" y="59"/>
                      <a:pt x="223" y="63"/>
                    </a:cubicBezTo>
                    <a:cubicBezTo>
                      <a:pt x="221" y="67"/>
                      <a:pt x="191" y="102"/>
                      <a:pt x="191" y="105"/>
                    </a:cubicBezTo>
                    <a:cubicBezTo>
                      <a:pt x="190" y="108"/>
                      <a:pt x="180" y="114"/>
                      <a:pt x="179" y="103"/>
                    </a:cubicBezTo>
                    <a:cubicBezTo>
                      <a:pt x="179" y="92"/>
                      <a:pt x="177" y="81"/>
                      <a:pt x="166" y="77"/>
                    </a:cubicBezTo>
                    <a:cubicBezTo>
                      <a:pt x="156" y="73"/>
                      <a:pt x="146" y="71"/>
                      <a:pt x="141" y="85"/>
                    </a:cubicBezTo>
                    <a:cubicBezTo>
                      <a:pt x="137" y="99"/>
                      <a:pt x="144" y="109"/>
                      <a:pt x="150" y="113"/>
                    </a:cubicBezTo>
                    <a:cubicBezTo>
                      <a:pt x="155" y="118"/>
                      <a:pt x="164" y="126"/>
                      <a:pt x="156" y="127"/>
                    </a:cubicBezTo>
                    <a:cubicBezTo>
                      <a:pt x="149" y="127"/>
                      <a:pt x="126" y="142"/>
                      <a:pt x="126" y="142"/>
                    </a:cubicBezTo>
                    <a:cubicBezTo>
                      <a:pt x="126" y="142"/>
                      <a:pt x="111" y="140"/>
                      <a:pt x="108" y="153"/>
                    </a:cubicBezTo>
                    <a:cubicBezTo>
                      <a:pt x="106" y="166"/>
                      <a:pt x="115" y="181"/>
                      <a:pt x="122" y="177"/>
                    </a:cubicBezTo>
                    <a:cubicBezTo>
                      <a:pt x="128" y="173"/>
                      <a:pt x="148" y="161"/>
                      <a:pt x="160" y="156"/>
                    </a:cubicBezTo>
                    <a:cubicBezTo>
                      <a:pt x="173" y="151"/>
                      <a:pt x="194" y="144"/>
                      <a:pt x="202" y="149"/>
                    </a:cubicBezTo>
                    <a:cubicBezTo>
                      <a:pt x="210" y="154"/>
                      <a:pt x="211" y="162"/>
                      <a:pt x="225" y="169"/>
                    </a:cubicBezTo>
                    <a:cubicBezTo>
                      <a:pt x="240" y="177"/>
                      <a:pt x="268" y="178"/>
                      <a:pt x="280" y="173"/>
                    </a:cubicBezTo>
                    <a:cubicBezTo>
                      <a:pt x="292" y="167"/>
                      <a:pt x="356" y="138"/>
                      <a:pt x="369" y="139"/>
                    </a:cubicBezTo>
                    <a:cubicBezTo>
                      <a:pt x="383" y="140"/>
                      <a:pt x="398" y="154"/>
                      <a:pt x="404" y="129"/>
                    </a:cubicBezTo>
                    <a:cubicBezTo>
                      <a:pt x="409" y="104"/>
                      <a:pt x="378" y="37"/>
                      <a:pt x="337" y="21"/>
                    </a:cubicBezTo>
                    <a:cubicBezTo>
                      <a:pt x="295" y="5"/>
                      <a:pt x="248" y="0"/>
                      <a:pt x="193" y="12"/>
                    </a:cubicBezTo>
                    <a:cubicBezTo>
                      <a:pt x="139" y="23"/>
                      <a:pt x="113" y="34"/>
                      <a:pt x="93" y="54"/>
                    </a:cubicBezTo>
                    <a:cubicBezTo>
                      <a:pt x="73" y="73"/>
                      <a:pt x="68" y="82"/>
                      <a:pt x="62" y="79"/>
                    </a:cubicBezTo>
                    <a:cubicBezTo>
                      <a:pt x="62" y="79"/>
                      <a:pt x="62" y="79"/>
                      <a:pt x="62" y="79"/>
                    </a:cubicBezTo>
                    <a:close/>
                    <a:moveTo>
                      <a:pt x="204" y="125"/>
                    </a:moveTo>
                    <a:cubicBezTo>
                      <a:pt x="204" y="125"/>
                      <a:pt x="200" y="122"/>
                      <a:pt x="194" y="124"/>
                    </a:cubicBezTo>
                    <a:cubicBezTo>
                      <a:pt x="188" y="125"/>
                      <a:pt x="229" y="99"/>
                      <a:pt x="244" y="90"/>
                    </a:cubicBezTo>
                    <a:cubicBezTo>
                      <a:pt x="259" y="81"/>
                      <a:pt x="253" y="71"/>
                      <a:pt x="245" y="60"/>
                    </a:cubicBezTo>
                    <a:cubicBezTo>
                      <a:pt x="238" y="50"/>
                      <a:pt x="238" y="50"/>
                      <a:pt x="234" y="45"/>
                    </a:cubicBezTo>
                    <a:cubicBezTo>
                      <a:pt x="251" y="42"/>
                      <a:pt x="264" y="41"/>
                      <a:pt x="284" y="43"/>
                    </a:cubicBezTo>
                    <a:cubicBezTo>
                      <a:pt x="310" y="45"/>
                      <a:pt x="341" y="53"/>
                      <a:pt x="357" y="75"/>
                    </a:cubicBezTo>
                    <a:cubicBezTo>
                      <a:pt x="366" y="87"/>
                      <a:pt x="319" y="105"/>
                      <a:pt x="307" y="112"/>
                    </a:cubicBezTo>
                    <a:cubicBezTo>
                      <a:pt x="294" y="118"/>
                      <a:pt x="257" y="138"/>
                      <a:pt x="249" y="142"/>
                    </a:cubicBezTo>
                    <a:cubicBezTo>
                      <a:pt x="241" y="145"/>
                      <a:pt x="238" y="137"/>
                      <a:pt x="229" y="127"/>
                    </a:cubicBezTo>
                    <a:cubicBezTo>
                      <a:pt x="220" y="118"/>
                      <a:pt x="204" y="125"/>
                      <a:pt x="204" y="12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solidFill>
                    <a:srgbClr val="000000"/>
                  </a:solidFill>
                </a:endParaRPr>
              </a:p>
            </p:txBody>
          </p:sp>
          <p:sp>
            <p:nvSpPr>
              <p:cNvPr id="8" name="îślïḍê"/>
              <p:cNvSpPr/>
              <p:nvPr/>
            </p:nvSpPr>
            <p:spPr bwMode="auto">
              <a:xfrm>
                <a:off x="6911976" y="2584450"/>
                <a:ext cx="781050" cy="1198563"/>
              </a:xfrm>
              <a:custGeom>
                <a:avLst/>
                <a:gdLst>
                  <a:gd name="T0" fmla="*/ 35 w 237"/>
                  <a:gd name="T1" fmla="*/ 87 h 363"/>
                  <a:gd name="T2" fmla="*/ 18 w 237"/>
                  <a:gd name="T3" fmla="*/ 113 h 363"/>
                  <a:gd name="T4" fmla="*/ 29 w 237"/>
                  <a:gd name="T5" fmla="*/ 166 h 363"/>
                  <a:gd name="T6" fmla="*/ 18 w 237"/>
                  <a:gd name="T7" fmla="*/ 273 h 363"/>
                  <a:gd name="T8" fmla="*/ 7 w 237"/>
                  <a:gd name="T9" fmla="*/ 306 h 363"/>
                  <a:gd name="T10" fmla="*/ 16 w 237"/>
                  <a:gd name="T11" fmla="*/ 338 h 363"/>
                  <a:gd name="T12" fmla="*/ 35 w 237"/>
                  <a:gd name="T13" fmla="*/ 311 h 363"/>
                  <a:gd name="T14" fmla="*/ 48 w 237"/>
                  <a:gd name="T15" fmla="*/ 205 h 363"/>
                  <a:gd name="T16" fmla="*/ 52 w 237"/>
                  <a:gd name="T17" fmla="*/ 149 h 363"/>
                  <a:gd name="T18" fmla="*/ 54 w 237"/>
                  <a:gd name="T19" fmla="*/ 114 h 363"/>
                  <a:gd name="T20" fmla="*/ 35 w 237"/>
                  <a:gd name="T21" fmla="*/ 87 h 363"/>
                  <a:gd name="T22" fmla="*/ 35 w 237"/>
                  <a:gd name="T23" fmla="*/ 87 h 363"/>
                  <a:gd name="T24" fmla="*/ 112 w 237"/>
                  <a:gd name="T25" fmla="*/ 102 h 363"/>
                  <a:gd name="T26" fmla="*/ 94 w 237"/>
                  <a:gd name="T27" fmla="*/ 109 h 363"/>
                  <a:gd name="T28" fmla="*/ 98 w 237"/>
                  <a:gd name="T29" fmla="*/ 142 h 363"/>
                  <a:gd name="T30" fmla="*/ 103 w 237"/>
                  <a:gd name="T31" fmla="*/ 171 h 363"/>
                  <a:gd name="T32" fmla="*/ 106 w 237"/>
                  <a:gd name="T33" fmla="*/ 246 h 363"/>
                  <a:gd name="T34" fmla="*/ 127 w 237"/>
                  <a:gd name="T35" fmla="*/ 232 h 363"/>
                  <a:gd name="T36" fmla="*/ 133 w 237"/>
                  <a:gd name="T37" fmla="*/ 191 h 363"/>
                  <a:gd name="T38" fmla="*/ 135 w 237"/>
                  <a:gd name="T39" fmla="*/ 161 h 363"/>
                  <a:gd name="T40" fmla="*/ 133 w 237"/>
                  <a:gd name="T41" fmla="*/ 119 h 363"/>
                  <a:gd name="T42" fmla="*/ 112 w 237"/>
                  <a:gd name="T43" fmla="*/ 102 h 363"/>
                  <a:gd name="T44" fmla="*/ 112 w 237"/>
                  <a:gd name="T45" fmla="*/ 102 h 363"/>
                  <a:gd name="T46" fmla="*/ 209 w 237"/>
                  <a:gd name="T47" fmla="*/ 2 h 363"/>
                  <a:gd name="T48" fmla="*/ 186 w 237"/>
                  <a:gd name="T49" fmla="*/ 5 h 363"/>
                  <a:gd name="T50" fmla="*/ 184 w 237"/>
                  <a:gd name="T51" fmla="*/ 33 h 363"/>
                  <a:gd name="T52" fmla="*/ 190 w 237"/>
                  <a:gd name="T53" fmla="*/ 65 h 363"/>
                  <a:gd name="T54" fmla="*/ 191 w 237"/>
                  <a:gd name="T55" fmla="*/ 174 h 363"/>
                  <a:gd name="T56" fmla="*/ 189 w 237"/>
                  <a:gd name="T57" fmla="*/ 262 h 363"/>
                  <a:gd name="T58" fmla="*/ 199 w 237"/>
                  <a:gd name="T59" fmla="*/ 350 h 363"/>
                  <a:gd name="T60" fmla="*/ 221 w 237"/>
                  <a:gd name="T61" fmla="*/ 330 h 363"/>
                  <a:gd name="T62" fmla="*/ 212 w 237"/>
                  <a:gd name="T63" fmla="*/ 296 h 363"/>
                  <a:gd name="T64" fmla="*/ 208 w 237"/>
                  <a:gd name="T65" fmla="*/ 128 h 363"/>
                  <a:gd name="T66" fmla="*/ 217 w 237"/>
                  <a:gd name="T67" fmla="*/ 68 h 363"/>
                  <a:gd name="T68" fmla="*/ 234 w 237"/>
                  <a:gd name="T69" fmla="*/ 32 h 363"/>
                  <a:gd name="T70" fmla="*/ 209 w 237"/>
                  <a:gd name="T71" fmla="*/ 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237" h="363">
                    <a:moveTo>
                      <a:pt x="35" y="87"/>
                    </a:moveTo>
                    <a:cubicBezTo>
                      <a:pt x="23" y="88"/>
                      <a:pt x="16" y="93"/>
                      <a:pt x="18" y="113"/>
                    </a:cubicBezTo>
                    <a:cubicBezTo>
                      <a:pt x="21" y="132"/>
                      <a:pt x="33" y="134"/>
                      <a:pt x="29" y="166"/>
                    </a:cubicBezTo>
                    <a:cubicBezTo>
                      <a:pt x="25" y="197"/>
                      <a:pt x="18" y="262"/>
                      <a:pt x="18" y="273"/>
                    </a:cubicBezTo>
                    <a:cubicBezTo>
                      <a:pt x="18" y="283"/>
                      <a:pt x="9" y="299"/>
                      <a:pt x="7" y="306"/>
                    </a:cubicBezTo>
                    <a:cubicBezTo>
                      <a:pt x="4" y="313"/>
                      <a:pt x="0" y="335"/>
                      <a:pt x="16" y="338"/>
                    </a:cubicBezTo>
                    <a:cubicBezTo>
                      <a:pt x="32" y="341"/>
                      <a:pt x="33" y="320"/>
                      <a:pt x="35" y="311"/>
                    </a:cubicBezTo>
                    <a:cubicBezTo>
                      <a:pt x="38" y="301"/>
                      <a:pt x="48" y="218"/>
                      <a:pt x="48" y="205"/>
                    </a:cubicBezTo>
                    <a:cubicBezTo>
                      <a:pt x="47" y="192"/>
                      <a:pt x="49" y="160"/>
                      <a:pt x="52" y="149"/>
                    </a:cubicBezTo>
                    <a:cubicBezTo>
                      <a:pt x="55" y="138"/>
                      <a:pt x="59" y="128"/>
                      <a:pt x="54" y="114"/>
                    </a:cubicBezTo>
                    <a:cubicBezTo>
                      <a:pt x="49" y="101"/>
                      <a:pt x="47" y="86"/>
                      <a:pt x="35" y="87"/>
                    </a:cubicBezTo>
                    <a:cubicBezTo>
                      <a:pt x="35" y="87"/>
                      <a:pt x="35" y="87"/>
                      <a:pt x="35" y="87"/>
                    </a:cubicBezTo>
                    <a:close/>
                    <a:moveTo>
                      <a:pt x="112" y="102"/>
                    </a:moveTo>
                    <a:cubicBezTo>
                      <a:pt x="107" y="101"/>
                      <a:pt x="98" y="100"/>
                      <a:pt x="94" y="109"/>
                    </a:cubicBezTo>
                    <a:cubicBezTo>
                      <a:pt x="89" y="118"/>
                      <a:pt x="94" y="133"/>
                      <a:pt x="98" y="142"/>
                    </a:cubicBezTo>
                    <a:cubicBezTo>
                      <a:pt x="101" y="152"/>
                      <a:pt x="104" y="162"/>
                      <a:pt x="103" y="171"/>
                    </a:cubicBezTo>
                    <a:cubicBezTo>
                      <a:pt x="101" y="180"/>
                      <a:pt x="100" y="240"/>
                      <a:pt x="106" y="246"/>
                    </a:cubicBezTo>
                    <a:cubicBezTo>
                      <a:pt x="111" y="252"/>
                      <a:pt x="121" y="245"/>
                      <a:pt x="127" y="232"/>
                    </a:cubicBezTo>
                    <a:cubicBezTo>
                      <a:pt x="133" y="218"/>
                      <a:pt x="137" y="200"/>
                      <a:pt x="133" y="191"/>
                    </a:cubicBezTo>
                    <a:cubicBezTo>
                      <a:pt x="130" y="183"/>
                      <a:pt x="130" y="173"/>
                      <a:pt x="135" y="161"/>
                    </a:cubicBezTo>
                    <a:cubicBezTo>
                      <a:pt x="140" y="149"/>
                      <a:pt x="137" y="133"/>
                      <a:pt x="133" y="119"/>
                    </a:cubicBezTo>
                    <a:cubicBezTo>
                      <a:pt x="129" y="105"/>
                      <a:pt x="117" y="102"/>
                      <a:pt x="112" y="102"/>
                    </a:cubicBezTo>
                    <a:cubicBezTo>
                      <a:pt x="112" y="102"/>
                      <a:pt x="112" y="102"/>
                      <a:pt x="112" y="102"/>
                    </a:cubicBezTo>
                    <a:close/>
                    <a:moveTo>
                      <a:pt x="209" y="2"/>
                    </a:moveTo>
                    <a:cubicBezTo>
                      <a:pt x="203" y="1"/>
                      <a:pt x="190" y="0"/>
                      <a:pt x="186" y="5"/>
                    </a:cubicBezTo>
                    <a:cubicBezTo>
                      <a:pt x="181" y="10"/>
                      <a:pt x="179" y="21"/>
                      <a:pt x="184" y="33"/>
                    </a:cubicBezTo>
                    <a:cubicBezTo>
                      <a:pt x="190" y="46"/>
                      <a:pt x="191" y="57"/>
                      <a:pt x="190" y="65"/>
                    </a:cubicBezTo>
                    <a:cubicBezTo>
                      <a:pt x="189" y="72"/>
                      <a:pt x="191" y="153"/>
                      <a:pt x="191" y="174"/>
                    </a:cubicBezTo>
                    <a:cubicBezTo>
                      <a:pt x="191" y="195"/>
                      <a:pt x="188" y="235"/>
                      <a:pt x="189" y="262"/>
                    </a:cubicBezTo>
                    <a:cubicBezTo>
                      <a:pt x="190" y="289"/>
                      <a:pt x="189" y="337"/>
                      <a:pt x="199" y="350"/>
                    </a:cubicBezTo>
                    <a:cubicBezTo>
                      <a:pt x="210" y="363"/>
                      <a:pt x="225" y="344"/>
                      <a:pt x="221" y="330"/>
                    </a:cubicBezTo>
                    <a:cubicBezTo>
                      <a:pt x="217" y="317"/>
                      <a:pt x="216" y="321"/>
                      <a:pt x="212" y="296"/>
                    </a:cubicBezTo>
                    <a:cubicBezTo>
                      <a:pt x="209" y="270"/>
                      <a:pt x="208" y="138"/>
                      <a:pt x="208" y="128"/>
                    </a:cubicBezTo>
                    <a:cubicBezTo>
                      <a:pt x="209" y="117"/>
                      <a:pt x="212" y="79"/>
                      <a:pt x="217" y="68"/>
                    </a:cubicBezTo>
                    <a:cubicBezTo>
                      <a:pt x="221" y="57"/>
                      <a:pt x="237" y="45"/>
                      <a:pt x="234" y="32"/>
                    </a:cubicBezTo>
                    <a:cubicBezTo>
                      <a:pt x="236" y="20"/>
                      <a:pt x="215" y="4"/>
                      <a:pt x="209"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solidFill>
                    <a:srgbClr val="000000"/>
                  </a:solidFill>
                </a:endParaRPr>
              </a:p>
            </p:txBody>
          </p:sp>
          <p:sp>
            <p:nvSpPr>
              <p:cNvPr id="9" name="iśḷiḍê"/>
              <p:cNvSpPr/>
              <p:nvPr/>
            </p:nvSpPr>
            <p:spPr bwMode="auto">
              <a:xfrm>
                <a:off x="8172451" y="2600325"/>
                <a:ext cx="806450" cy="1046163"/>
              </a:xfrm>
              <a:custGeom>
                <a:avLst/>
                <a:gdLst>
                  <a:gd name="T0" fmla="*/ 144 w 245"/>
                  <a:gd name="T1" fmla="*/ 240 h 317"/>
                  <a:gd name="T2" fmla="*/ 216 w 245"/>
                  <a:gd name="T3" fmla="*/ 298 h 317"/>
                  <a:gd name="T4" fmla="*/ 221 w 245"/>
                  <a:gd name="T5" fmla="*/ 247 h 317"/>
                  <a:gd name="T6" fmla="*/ 155 w 245"/>
                  <a:gd name="T7" fmla="*/ 214 h 317"/>
                  <a:gd name="T8" fmla="*/ 144 w 245"/>
                  <a:gd name="T9" fmla="*/ 240 h 317"/>
                  <a:gd name="T10" fmla="*/ 144 w 245"/>
                  <a:gd name="T11" fmla="*/ 240 h 317"/>
                  <a:gd name="T12" fmla="*/ 117 w 245"/>
                  <a:gd name="T13" fmla="*/ 59 h 317"/>
                  <a:gd name="T14" fmla="*/ 114 w 245"/>
                  <a:gd name="T15" fmla="*/ 20 h 317"/>
                  <a:gd name="T16" fmla="*/ 132 w 245"/>
                  <a:gd name="T17" fmla="*/ 2 h 317"/>
                  <a:gd name="T18" fmla="*/ 151 w 245"/>
                  <a:gd name="T19" fmla="*/ 32 h 317"/>
                  <a:gd name="T20" fmla="*/ 142 w 245"/>
                  <a:gd name="T21" fmla="*/ 57 h 317"/>
                  <a:gd name="T22" fmla="*/ 136 w 245"/>
                  <a:gd name="T23" fmla="*/ 74 h 317"/>
                  <a:gd name="T24" fmla="*/ 131 w 245"/>
                  <a:gd name="T25" fmla="*/ 98 h 317"/>
                  <a:gd name="T26" fmla="*/ 151 w 245"/>
                  <a:gd name="T27" fmla="*/ 91 h 317"/>
                  <a:gd name="T28" fmla="*/ 177 w 245"/>
                  <a:gd name="T29" fmla="*/ 76 h 317"/>
                  <a:gd name="T30" fmla="*/ 208 w 245"/>
                  <a:gd name="T31" fmla="*/ 82 h 317"/>
                  <a:gd name="T32" fmla="*/ 199 w 245"/>
                  <a:gd name="T33" fmla="*/ 103 h 317"/>
                  <a:gd name="T34" fmla="*/ 172 w 245"/>
                  <a:gd name="T35" fmla="*/ 109 h 317"/>
                  <a:gd name="T36" fmla="*/ 124 w 245"/>
                  <a:gd name="T37" fmla="*/ 132 h 317"/>
                  <a:gd name="T38" fmla="*/ 107 w 245"/>
                  <a:gd name="T39" fmla="*/ 203 h 317"/>
                  <a:gd name="T40" fmla="*/ 65 w 245"/>
                  <a:gd name="T41" fmla="*/ 263 h 317"/>
                  <a:gd name="T42" fmla="*/ 32 w 245"/>
                  <a:gd name="T43" fmla="*/ 308 h 317"/>
                  <a:gd name="T44" fmla="*/ 14 w 245"/>
                  <a:gd name="T45" fmla="*/ 303 h 317"/>
                  <a:gd name="T46" fmla="*/ 8 w 245"/>
                  <a:gd name="T47" fmla="*/ 275 h 317"/>
                  <a:gd name="T48" fmla="*/ 24 w 245"/>
                  <a:gd name="T49" fmla="*/ 263 h 317"/>
                  <a:gd name="T50" fmla="*/ 36 w 245"/>
                  <a:gd name="T51" fmla="*/ 267 h 317"/>
                  <a:gd name="T52" fmla="*/ 70 w 245"/>
                  <a:gd name="T53" fmla="*/ 222 h 317"/>
                  <a:gd name="T54" fmla="*/ 93 w 245"/>
                  <a:gd name="T55" fmla="*/ 165 h 317"/>
                  <a:gd name="T56" fmla="*/ 98 w 245"/>
                  <a:gd name="T57" fmla="*/ 148 h 317"/>
                  <a:gd name="T58" fmla="*/ 79 w 245"/>
                  <a:gd name="T59" fmla="*/ 160 h 317"/>
                  <a:gd name="T60" fmla="*/ 46 w 245"/>
                  <a:gd name="T61" fmla="*/ 163 h 317"/>
                  <a:gd name="T62" fmla="*/ 20 w 245"/>
                  <a:gd name="T63" fmla="*/ 134 h 317"/>
                  <a:gd name="T64" fmla="*/ 30 w 245"/>
                  <a:gd name="T65" fmla="*/ 115 h 317"/>
                  <a:gd name="T66" fmla="*/ 64 w 245"/>
                  <a:gd name="T67" fmla="*/ 119 h 317"/>
                  <a:gd name="T68" fmla="*/ 105 w 245"/>
                  <a:gd name="T69" fmla="*/ 106 h 317"/>
                  <a:gd name="T70" fmla="*/ 106 w 245"/>
                  <a:gd name="T71" fmla="*/ 105 h 317"/>
                  <a:gd name="T72" fmla="*/ 117 w 245"/>
                  <a:gd name="T73" fmla="*/ 59 h 3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45" h="317">
                    <a:moveTo>
                      <a:pt x="144" y="240"/>
                    </a:moveTo>
                    <a:cubicBezTo>
                      <a:pt x="154" y="257"/>
                      <a:pt x="187" y="309"/>
                      <a:pt x="216" y="298"/>
                    </a:cubicBezTo>
                    <a:cubicBezTo>
                      <a:pt x="245" y="288"/>
                      <a:pt x="233" y="255"/>
                      <a:pt x="221" y="247"/>
                    </a:cubicBezTo>
                    <a:cubicBezTo>
                      <a:pt x="210" y="239"/>
                      <a:pt x="155" y="214"/>
                      <a:pt x="155" y="214"/>
                    </a:cubicBezTo>
                    <a:cubicBezTo>
                      <a:pt x="132" y="204"/>
                      <a:pt x="138" y="230"/>
                      <a:pt x="144" y="240"/>
                    </a:cubicBezTo>
                    <a:cubicBezTo>
                      <a:pt x="144" y="240"/>
                      <a:pt x="144" y="240"/>
                      <a:pt x="144" y="240"/>
                    </a:cubicBezTo>
                    <a:close/>
                    <a:moveTo>
                      <a:pt x="117" y="59"/>
                    </a:moveTo>
                    <a:cubicBezTo>
                      <a:pt x="120" y="57"/>
                      <a:pt x="113" y="32"/>
                      <a:pt x="114" y="20"/>
                    </a:cubicBezTo>
                    <a:cubicBezTo>
                      <a:pt x="115" y="8"/>
                      <a:pt x="124" y="0"/>
                      <a:pt x="132" y="2"/>
                    </a:cubicBezTo>
                    <a:cubicBezTo>
                      <a:pt x="140" y="4"/>
                      <a:pt x="152" y="23"/>
                      <a:pt x="151" y="32"/>
                    </a:cubicBezTo>
                    <a:cubicBezTo>
                      <a:pt x="150" y="42"/>
                      <a:pt x="145" y="53"/>
                      <a:pt x="142" y="57"/>
                    </a:cubicBezTo>
                    <a:cubicBezTo>
                      <a:pt x="139" y="60"/>
                      <a:pt x="137" y="64"/>
                      <a:pt x="136" y="74"/>
                    </a:cubicBezTo>
                    <a:cubicBezTo>
                      <a:pt x="135" y="80"/>
                      <a:pt x="133" y="89"/>
                      <a:pt x="131" y="98"/>
                    </a:cubicBezTo>
                    <a:cubicBezTo>
                      <a:pt x="140" y="95"/>
                      <a:pt x="148" y="93"/>
                      <a:pt x="151" y="91"/>
                    </a:cubicBezTo>
                    <a:cubicBezTo>
                      <a:pt x="157" y="87"/>
                      <a:pt x="168" y="83"/>
                      <a:pt x="177" y="76"/>
                    </a:cubicBezTo>
                    <a:cubicBezTo>
                      <a:pt x="187" y="68"/>
                      <a:pt x="197" y="76"/>
                      <a:pt x="208" y="82"/>
                    </a:cubicBezTo>
                    <a:cubicBezTo>
                      <a:pt x="218" y="88"/>
                      <a:pt x="209" y="98"/>
                      <a:pt x="199" y="103"/>
                    </a:cubicBezTo>
                    <a:cubicBezTo>
                      <a:pt x="188" y="109"/>
                      <a:pt x="179" y="106"/>
                      <a:pt x="172" y="109"/>
                    </a:cubicBezTo>
                    <a:cubicBezTo>
                      <a:pt x="166" y="112"/>
                      <a:pt x="138" y="124"/>
                      <a:pt x="124" y="132"/>
                    </a:cubicBezTo>
                    <a:cubicBezTo>
                      <a:pt x="121" y="152"/>
                      <a:pt x="113" y="188"/>
                      <a:pt x="107" y="203"/>
                    </a:cubicBezTo>
                    <a:cubicBezTo>
                      <a:pt x="101" y="221"/>
                      <a:pt x="77" y="248"/>
                      <a:pt x="65" y="263"/>
                    </a:cubicBezTo>
                    <a:cubicBezTo>
                      <a:pt x="52" y="279"/>
                      <a:pt x="45" y="300"/>
                      <a:pt x="32" y="308"/>
                    </a:cubicBezTo>
                    <a:cubicBezTo>
                      <a:pt x="19" y="317"/>
                      <a:pt x="16" y="311"/>
                      <a:pt x="14" y="303"/>
                    </a:cubicBezTo>
                    <a:cubicBezTo>
                      <a:pt x="12" y="295"/>
                      <a:pt x="0" y="285"/>
                      <a:pt x="8" y="275"/>
                    </a:cubicBezTo>
                    <a:cubicBezTo>
                      <a:pt x="16" y="264"/>
                      <a:pt x="18" y="252"/>
                      <a:pt x="24" y="263"/>
                    </a:cubicBezTo>
                    <a:cubicBezTo>
                      <a:pt x="29" y="273"/>
                      <a:pt x="38" y="267"/>
                      <a:pt x="36" y="267"/>
                    </a:cubicBezTo>
                    <a:cubicBezTo>
                      <a:pt x="34" y="266"/>
                      <a:pt x="62" y="236"/>
                      <a:pt x="70" y="222"/>
                    </a:cubicBezTo>
                    <a:cubicBezTo>
                      <a:pt x="79" y="207"/>
                      <a:pt x="89" y="173"/>
                      <a:pt x="93" y="165"/>
                    </a:cubicBezTo>
                    <a:cubicBezTo>
                      <a:pt x="94" y="163"/>
                      <a:pt x="96" y="157"/>
                      <a:pt x="98" y="148"/>
                    </a:cubicBezTo>
                    <a:cubicBezTo>
                      <a:pt x="91" y="152"/>
                      <a:pt x="84" y="156"/>
                      <a:pt x="79" y="160"/>
                    </a:cubicBezTo>
                    <a:cubicBezTo>
                      <a:pt x="68" y="168"/>
                      <a:pt x="66" y="171"/>
                      <a:pt x="46" y="163"/>
                    </a:cubicBezTo>
                    <a:cubicBezTo>
                      <a:pt x="26" y="154"/>
                      <a:pt x="21" y="145"/>
                      <a:pt x="20" y="134"/>
                    </a:cubicBezTo>
                    <a:cubicBezTo>
                      <a:pt x="18" y="123"/>
                      <a:pt x="24" y="116"/>
                      <a:pt x="30" y="115"/>
                    </a:cubicBezTo>
                    <a:cubicBezTo>
                      <a:pt x="37" y="113"/>
                      <a:pt x="53" y="117"/>
                      <a:pt x="64" y="119"/>
                    </a:cubicBezTo>
                    <a:cubicBezTo>
                      <a:pt x="76" y="121"/>
                      <a:pt x="99" y="108"/>
                      <a:pt x="105" y="106"/>
                    </a:cubicBezTo>
                    <a:cubicBezTo>
                      <a:pt x="105" y="106"/>
                      <a:pt x="106" y="105"/>
                      <a:pt x="106" y="105"/>
                    </a:cubicBezTo>
                    <a:cubicBezTo>
                      <a:pt x="111" y="82"/>
                      <a:pt x="115" y="60"/>
                      <a:pt x="117" y="5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solidFill>
                    <a:srgbClr val="000000"/>
                  </a:solidFill>
                </a:endParaRPr>
              </a:p>
            </p:txBody>
          </p:sp>
          <p:sp>
            <p:nvSpPr>
              <p:cNvPr id="10" name="iṧľíḑe"/>
              <p:cNvSpPr/>
              <p:nvPr/>
            </p:nvSpPr>
            <p:spPr bwMode="auto">
              <a:xfrm>
                <a:off x="9385301" y="2428875"/>
                <a:ext cx="784225" cy="1284288"/>
              </a:xfrm>
              <a:custGeom>
                <a:avLst/>
                <a:gdLst>
                  <a:gd name="T0" fmla="*/ 62 w 238"/>
                  <a:gd name="T1" fmla="*/ 102 h 389"/>
                  <a:gd name="T2" fmla="*/ 70 w 238"/>
                  <a:gd name="T3" fmla="*/ 150 h 389"/>
                  <a:gd name="T4" fmla="*/ 80 w 238"/>
                  <a:gd name="T5" fmla="*/ 191 h 389"/>
                  <a:gd name="T6" fmla="*/ 98 w 238"/>
                  <a:gd name="T7" fmla="*/ 182 h 389"/>
                  <a:gd name="T8" fmla="*/ 98 w 238"/>
                  <a:gd name="T9" fmla="*/ 198 h 389"/>
                  <a:gd name="T10" fmla="*/ 16 w 238"/>
                  <a:gd name="T11" fmla="*/ 237 h 389"/>
                  <a:gd name="T12" fmla="*/ 7 w 238"/>
                  <a:gd name="T13" fmla="*/ 265 h 389"/>
                  <a:gd name="T14" fmla="*/ 70 w 238"/>
                  <a:gd name="T15" fmla="*/ 235 h 389"/>
                  <a:gd name="T16" fmla="*/ 183 w 238"/>
                  <a:gd name="T17" fmla="*/ 180 h 389"/>
                  <a:gd name="T18" fmla="*/ 183 w 238"/>
                  <a:gd name="T19" fmla="*/ 205 h 389"/>
                  <a:gd name="T20" fmla="*/ 199 w 238"/>
                  <a:gd name="T21" fmla="*/ 209 h 389"/>
                  <a:gd name="T22" fmla="*/ 212 w 238"/>
                  <a:gd name="T23" fmla="*/ 164 h 389"/>
                  <a:gd name="T24" fmla="*/ 163 w 238"/>
                  <a:gd name="T25" fmla="*/ 161 h 389"/>
                  <a:gd name="T26" fmla="*/ 188 w 238"/>
                  <a:gd name="T27" fmla="*/ 110 h 389"/>
                  <a:gd name="T28" fmla="*/ 183 w 238"/>
                  <a:gd name="T29" fmla="*/ 77 h 389"/>
                  <a:gd name="T30" fmla="*/ 179 w 238"/>
                  <a:gd name="T31" fmla="*/ 43 h 389"/>
                  <a:gd name="T32" fmla="*/ 189 w 238"/>
                  <a:gd name="T33" fmla="*/ 22 h 389"/>
                  <a:gd name="T34" fmla="*/ 163 w 238"/>
                  <a:gd name="T35" fmla="*/ 5 h 389"/>
                  <a:gd name="T36" fmla="*/ 163 w 238"/>
                  <a:gd name="T37" fmla="*/ 42 h 389"/>
                  <a:gd name="T38" fmla="*/ 159 w 238"/>
                  <a:gd name="T39" fmla="*/ 65 h 389"/>
                  <a:gd name="T40" fmla="*/ 145 w 238"/>
                  <a:gd name="T41" fmla="*/ 96 h 389"/>
                  <a:gd name="T42" fmla="*/ 139 w 238"/>
                  <a:gd name="T43" fmla="*/ 145 h 389"/>
                  <a:gd name="T44" fmla="*/ 147 w 238"/>
                  <a:gd name="T45" fmla="*/ 172 h 389"/>
                  <a:gd name="T46" fmla="*/ 120 w 238"/>
                  <a:gd name="T47" fmla="*/ 172 h 389"/>
                  <a:gd name="T48" fmla="*/ 125 w 238"/>
                  <a:gd name="T49" fmla="*/ 127 h 389"/>
                  <a:gd name="T50" fmla="*/ 110 w 238"/>
                  <a:gd name="T51" fmla="*/ 117 h 389"/>
                  <a:gd name="T52" fmla="*/ 115 w 238"/>
                  <a:gd name="T53" fmla="*/ 39 h 389"/>
                  <a:gd name="T54" fmla="*/ 104 w 238"/>
                  <a:gd name="T55" fmla="*/ 73 h 389"/>
                  <a:gd name="T56" fmla="*/ 101 w 238"/>
                  <a:gd name="T57" fmla="*/ 134 h 389"/>
                  <a:gd name="T58" fmla="*/ 86 w 238"/>
                  <a:gd name="T59" fmla="*/ 96 h 389"/>
                  <a:gd name="T60" fmla="*/ 54 w 238"/>
                  <a:gd name="T61" fmla="*/ 88 h 389"/>
                  <a:gd name="T62" fmla="*/ 93 w 238"/>
                  <a:gd name="T63" fmla="*/ 244 h 389"/>
                  <a:gd name="T64" fmla="*/ 151 w 238"/>
                  <a:gd name="T65" fmla="*/ 216 h 389"/>
                  <a:gd name="T66" fmla="*/ 146 w 238"/>
                  <a:gd name="T67" fmla="*/ 262 h 389"/>
                  <a:gd name="T68" fmla="*/ 194 w 238"/>
                  <a:gd name="T69" fmla="*/ 265 h 389"/>
                  <a:gd name="T70" fmla="*/ 168 w 238"/>
                  <a:gd name="T71" fmla="*/ 297 h 389"/>
                  <a:gd name="T72" fmla="*/ 158 w 238"/>
                  <a:gd name="T73" fmla="*/ 349 h 389"/>
                  <a:gd name="T74" fmla="*/ 102 w 238"/>
                  <a:gd name="T75" fmla="*/ 372 h 389"/>
                  <a:gd name="T76" fmla="*/ 112 w 238"/>
                  <a:gd name="T77" fmla="*/ 355 h 389"/>
                  <a:gd name="T78" fmla="*/ 151 w 238"/>
                  <a:gd name="T79" fmla="*/ 319 h 389"/>
                  <a:gd name="T80" fmla="*/ 114 w 238"/>
                  <a:gd name="T81" fmla="*/ 312 h 389"/>
                  <a:gd name="T82" fmla="*/ 62 w 238"/>
                  <a:gd name="T83" fmla="*/ 309 h 389"/>
                  <a:gd name="T84" fmla="*/ 133 w 238"/>
                  <a:gd name="T85" fmla="*/ 280 h 389"/>
                  <a:gd name="T86" fmla="*/ 106 w 238"/>
                  <a:gd name="T87" fmla="*/ 259 h 3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238" h="389">
                    <a:moveTo>
                      <a:pt x="54" y="88"/>
                    </a:moveTo>
                    <a:cubicBezTo>
                      <a:pt x="55" y="91"/>
                      <a:pt x="59" y="99"/>
                      <a:pt x="62" y="102"/>
                    </a:cubicBezTo>
                    <a:cubicBezTo>
                      <a:pt x="66" y="106"/>
                      <a:pt x="73" y="113"/>
                      <a:pt x="72" y="116"/>
                    </a:cubicBezTo>
                    <a:cubicBezTo>
                      <a:pt x="72" y="120"/>
                      <a:pt x="70" y="144"/>
                      <a:pt x="70" y="150"/>
                    </a:cubicBezTo>
                    <a:cubicBezTo>
                      <a:pt x="70" y="156"/>
                      <a:pt x="67" y="172"/>
                      <a:pt x="71" y="176"/>
                    </a:cubicBezTo>
                    <a:cubicBezTo>
                      <a:pt x="74" y="180"/>
                      <a:pt x="80" y="191"/>
                      <a:pt x="80" y="191"/>
                    </a:cubicBezTo>
                    <a:cubicBezTo>
                      <a:pt x="80" y="191"/>
                      <a:pt x="88" y="193"/>
                      <a:pt x="90" y="187"/>
                    </a:cubicBezTo>
                    <a:cubicBezTo>
                      <a:pt x="92" y="180"/>
                      <a:pt x="98" y="182"/>
                      <a:pt x="98" y="182"/>
                    </a:cubicBezTo>
                    <a:cubicBezTo>
                      <a:pt x="98" y="182"/>
                      <a:pt x="110" y="187"/>
                      <a:pt x="107" y="190"/>
                    </a:cubicBezTo>
                    <a:cubicBezTo>
                      <a:pt x="104" y="193"/>
                      <a:pt x="105" y="194"/>
                      <a:pt x="98" y="198"/>
                    </a:cubicBezTo>
                    <a:cubicBezTo>
                      <a:pt x="92" y="202"/>
                      <a:pt x="39" y="231"/>
                      <a:pt x="39" y="231"/>
                    </a:cubicBezTo>
                    <a:cubicBezTo>
                      <a:pt x="39" y="231"/>
                      <a:pt x="21" y="236"/>
                      <a:pt x="16" y="237"/>
                    </a:cubicBezTo>
                    <a:cubicBezTo>
                      <a:pt x="11" y="238"/>
                      <a:pt x="4" y="236"/>
                      <a:pt x="2" y="243"/>
                    </a:cubicBezTo>
                    <a:cubicBezTo>
                      <a:pt x="0" y="250"/>
                      <a:pt x="2" y="260"/>
                      <a:pt x="7" y="265"/>
                    </a:cubicBezTo>
                    <a:cubicBezTo>
                      <a:pt x="10" y="266"/>
                      <a:pt x="22" y="271"/>
                      <a:pt x="33" y="266"/>
                    </a:cubicBezTo>
                    <a:cubicBezTo>
                      <a:pt x="47" y="260"/>
                      <a:pt x="60" y="244"/>
                      <a:pt x="70" y="235"/>
                    </a:cubicBezTo>
                    <a:cubicBezTo>
                      <a:pt x="88" y="221"/>
                      <a:pt x="104" y="211"/>
                      <a:pt x="119" y="204"/>
                    </a:cubicBezTo>
                    <a:cubicBezTo>
                      <a:pt x="134" y="198"/>
                      <a:pt x="167" y="182"/>
                      <a:pt x="183" y="180"/>
                    </a:cubicBezTo>
                    <a:cubicBezTo>
                      <a:pt x="199" y="178"/>
                      <a:pt x="202" y="186"/>
                      <a:pt x="199" y="190"/>
                    </a:cubicBezTo>
                    <a:cubicBezTo>
                      <a:pt x="197" y="195"/>
                      <a:pt x="188" y="203"/>
                      <a:pt x="183" y="205"/>
                    </a:cubicBezTo>
                    <a:cubicBezTo>
                      <a:pt x="179" y="208"/>
                      <a:pt x="181" y="213"/>
                      <a:pt x="181" y="213"/>
                    </a:cubicBezTo>
                    <a:cubicBezTo>
                      <a:pt x="181" y="213"/>
                      <a:pt x="185" y="213"/>
                      <a:pt x="199" y="209"/>
                    </a:cubicBezTo>
                    <a:cubicBezTo>
                      <a:pt x="214" y="205"/>
                      <a:pt x="234" y="205"/>
                      <a:pt x="236" y="200"/>
                    </a:cubicBezTo>
                    <a:cubicBezTo>
                      <a:pt x="238" y="196"/>
                      <a:pt x="230" y="165"/>
                      <a:pt x="212" y="164"/>
                    </a:cubicBezTo>
                    <a:cubicBezTo>
                      <a:pt x="193" y="163"/>
                      <a:pt x="172" y="168"/>
                      <a:pt x="167" y="170"/>
                    </a:cubicBezTo>
                    <a:cubicBezTo>
                      <a:pt x="162" y="171"/>
                      <a:pt x="157" y="167"/>
                      <a:pt x="163" y="161"/>
                    </a:cubicBezTo>
                    <a:cubicBezTo>
                      <a:pt x="169" y="154"/>
                      <a:pt x="178" y="146"/>
                      <a:pt x="182" y="133"/>
                    </a:cubicBezTo>
                    <a:cubicBezTo>
                      <a:pt x="186" y="119"/>
                      <a:pt x="192" y="116"/>
                      <a:pt x="188" y="110"/>
                    </a:cubicBezTo>
                    <a:cubicBezTo>
                      <a:pt x="183" y="104"/>
                      <a:pt x="176" y="92"/>
                      <a:pt x="173" y="90"/>
                    </a:cubicBezTo>
                    <a:cubicBezTo>
                      <a:pt x="170" y="88"/>
                      <a:pt x="173" y="81"/>
                      <a:pt x="183" y="77"/>
                    </a:cubicBezTo>
                    <a:cubicBezTo>
                      <a:pt x="193" y="72"/>
                      <a:pt x="204" y="61"/>
                      <a:pt x="198" y="54"/>
                    </a:cubicBezTo>
                    <a:cubicBezTo>
                      <a:pt x="192" y="46"/>
                      <a:pt x="180" y="50"/>
                      <a:pt x="179" y="43"/>
                    </a:cubicBezTo>
                    <a:cubicBezTo>
                      <a:pt x="179" y="35"/>
                      <a:pt x="173" y="31"/>
                      <a:pt x="179" y="29"/>
                    </a:cubicBezTo>
                    <a:cubicBezTo>
                      <a:pt x="185" y="27"/>
                      <a:pt x="191" y="25"/>
                      <a:pt x="189" y="22"/>
                    </a:cubicBezTo>
                    <a:cubicBezTo>
                      <a:pt x="187" y="18"/>
                      <a:pt x="184" y="12"/>
                      <a:pt x="180" y="6"/>
                    </a:cubicBezTo>
                    <a:cubicBezTo>
                      <a:pt x="175" y="1"/>
                      <a:pt x="164" y="0"/>
                      <a:pt x="163" y="5"/>
                    </a:cubicBezTo>
                    <a:cubicBezTo>
                      <a:pt x="161" y="11"/>
                      <a:pt x="161" y="21"/>
                      <a:pt x="161" y="26"/>
                    </a:cubicBezTo>
                    <a:cubicBezTo>
                      <a:pt x="161" y="31"/>
                      <a:pt x="160" y="38"/>
                      <a:pt x="163" y="42"/>
                    </a:cubicBezTo>
                    <a:cubicBezTo>
                      <a:pt x="167" y="46"/>
                      <a:pt x="168" y="48"/>
                      <a:pt x="167" y="52"/>
                    </a:cubicBezTo>
                    <a:cubicBezTo>
                      <a:pt x="166" y="55"/>
                      <a:pt x="166" y="61"/>
                      <a:pt x="159" y="65"/>
                    </a:cubicBezTo>
                    <a:cubicBezTo>
                      <a:pt x="151" y="69"/>
                      <a:pt x="147" y="69"/>
                      <a:pt x="145" y="74"/>
                    </a:cubicBezTo>
                    <a:cubicBezTo>
                      <a:pt x="142" y="80"/>
                      <a:pt x="142" y="94"/>
                      <a:pt x="145" y="96"/>
                    </a:cubicBezTo>
                    <a:cubicBezTo>
                      <a:pt x="147" y="97"/>
                      <a:pt x="155" y="95"/>
                      <a:pt x="153" y="105"/>
                    </a:cubicBezTo>
                    <a:cubicBezTo>
                      <a:pt x="150" y="116"/>
                      <a:pt x="138" y="141"/>
                      <a:pt x="139" y="145"/>
                    </a:cubicBezTo>
                    <a:cubicBezTo>
                      <a:pt x="140" y="150"/>
                      <a:pt x="148" y="148"/>
                      <a:pt x="148" y="153"/>
                    </a:cubicBezTo>
                    <a:cubicBezTo>
                      <a:pt x="148" y="159"/>
                      <a:pt x="151" y="169"/>
                      <a:pt x="147" y="172"/>
                    </a:cubicBezTo>
                    <a:cubicBezTo>
                      <a:pt x="143" y="176"/>
                      <a:pt x="130" y="180"/>
                      <a:pt x="130" y="180"/>
                    </a:cubicBezTo>
                    <a:cubicBezTo>
                      <a:pt x="130" y="180"/>
                      <a:pt x="116" y="184"/>
                      <a:pt x="120" y="172"/>
                    </a:cubicBezTo>
                    <a:cubicBezTo>
                      <a:pt x="123" y="160"/>
                      <a:pt x="126" y="141"/>
                      <a:pt x="127" y="137"/>
                    </a:cubicBezTo>
                    <a:cubicBezTo>
                      <a:pt x="127" y="133"/>
                      <a:pt x="131" y="128"/>
                      <a:pt x="125" y="127"/>
                    </a:cubicBezTo>
                    <a:cubicBezTo>
                      <a:pt x="120" y="127"/>
                      <a:pt x="126" y="117"/>
                      <a:pt x="119" y="120"/>
                    </a:cubicBezTo>
                    <a:cubicBezTo>
                      <a:pt x="113" y="122"/>
                      <a:pt x="108" y="125"/>
                      <a:pt x="110" y="117"/>
                    </a:cubicBezTo>
                    <a:cubicBezTo>
                      <a:pt x="111" y="108"/>
                      <a:pt x="121" y="80"/>
                      <a:pt x="124" y="63"/>
                    </a:cubicBezTo>
                    <a:cubicBezTo>
                      <a:pt x="126" y="46"/>
                      <a:pt x="120" y="43"/>
                      <a:pt x="115" y="39"/>
                    </a:cubicBezTo>
                    <a:cubicBezTo>
                      <a:pt x="110" y="36"/>
                      <a:pt x="95" y="44"/>
                      <a:pt x="95" y="50"/>
                    </a:cubicBezTo>
                    <a:cubicBezTo>
                      <a:pt x="95" y="56"/>
                      <a:pt x="103" y="65"/>
                      <a:pt x="104" y="73"/>
                    </a:cubicBezTo>
                    <a:cubicBezTo>
                      <a:pt x="105" y="81"/>
                      <a:pt x="103" y="107"/>
                      <a:pt x="104" y="110"/>
                    </a:cubicBezTo>
                    <a:cubicBezTo>
                      <a:pt x="104" y="113"/>
                      <a:pt x="102" y="130"/>
                      <a:pt x="101" y="134"/>
                    </a:cubicBezTo>
                    <a:cubicBezTo>
                      <a:pt x="100" y="137"/>
                      <a:pt x="83" y="150"/>
                      <a:pt x="85" y="136"/>
                    </a:cubicBezTo>
                    <a:cubicBezTo>
                      <a:pt x="88" y="122"/>
                      <a:pt x="89" y="105"/>
                      <a:pt x="86" y="96"/>
                    </a:cubicBezTo>
                    <a:cubicBezTo>
                      <a:pt x="82" y="87"/>
                      <a:pt x="67" y="75"/>
                      <a:pt x="62" y="74"/>
                    </a:cubicBezTo>
                    <a:cubicBezTo>
                      <a:pt x="58" y="74"/>
                      <a:pt x="54" y="84"/>
                      <a:pt x="54" y="88"/>
                    </a:cubicBezTo>
                    <a:cubicBezTo>
                      <a:pt x="54" y="88"/>
                      <a:pt x="54" y="88"/>
                      <a:pt x="54" y="88"/>
                    </a:cubicBezTo>
                    <a:close/>
                    <a:moveTo>
                      <a:pt x="93" y="244"/>
                    </a:moveTo>
                    <a:cubicBezTo>
                      <a:pt x="93" y="236"/>
                      <a:pt x="103" y="232"/>
                      <a:pt x="110" y="230"/>
                    </a:cubicBezTo>
                    <a:cubicBezTo>
                      <a:pt x="116" y="229"/>
                      <a:pt x="140" y="217"/>
                      <a:pt x="151" y="216"/>
                    </a:cubicBezTo>
                    <a:cubicBezTo>
                      <a:pt x="162" y="216"/>
                      <a:pt x="162" y="232"/>
                      <a:pt x="159" y="239"/>
                    </a:cubicBezTo>
                    <a:cubicBezTo>
                      <a:pt x="156" y="246"/>
                      <a:pt x="150" y="257"/>
                      <a:pt x="146" y="262"/>
                    </a:cubicBezTo>
                    <a:cubicBezTo>
                      <a:pt x="143" y="267"/>
                      <a:pt x="159" y="270"/>
                      <a:pt x="159" y="270"/>
                    </a:cubicBezTo>
                    <a:cubicBezTo>
                      <a:pt x="159" y="270"/>
                      <a:pt x="184" y="264"/>
                      <a:pt x="194" y="265"/>
                    </a:cubicBezTo>
                    <a:cubicBezTo>
                      <a:pt x="203" y="266"/>
                      <a:pt x="205" y="280"/>
                      <a:pt x="203" y="291"/>
                    </a:cubicBezTo>
                    <a:cubicBezTo>
                      <a:pt x="201" y="302"/>
                      <a:pt x="174" y="298"/>
                      <a:pt x="168" y="297"/>
                    </a:cubicBezTo>
                    <a:cubicBezTo>
                      <a:pt x="162" y="296"/>
                      <a:pt x="166" y="307"/>
                      <a:pt x="164" y="313"/>
                    </a:cubicBezTo>
                    <a:cubicBezTo>
                      <a:pt x="163" y="319"/>
                      <a:pt x="163" y="329"/>
                      <a:pt x="158" y="349"/>
                    </a:cubicBezTo>
                    <a:cubicBezTo>
                      <a:pt x="153" y="368"/>
                      <a:pt x="139" y="381"/>
                      <a:pt x="131" y="385"/>
                    </a:cubicBezTo>
                    <a:cubicBezTo>
                      <a:pt x="122" y="389"/>
                      <a:pt x="106" y="379"/>
                      <a:pt x="102" y="372"/>
                    </a:cubicBezTo>
                    <a:cubicBezTo>
                      <a:pt x="99" y="365"/>
                      <a:pt x="92" y="366"/>
                      <a:pt x="89" y="355"/>
                    </a:cubicBezTo>
                    <a:cubicBezTo>
                      <a:pt x="85" y="344"/>
                      <a:pt x="104" y="351"/>
                      <a:pt x="112" y="355"/>
                    </a:cubicBezTo>
                    <a:cubicBezTo>
                      <a:pt x="119" y="358"/>
                      <a:pt x="132" y="358"/>
                      <a:pt x="139" y="356"/>
                    </a:cubicBezTo>
                    <a:cubicBezTo>
                      <a:pt x="146" y="353"/>
                      <a:pt x="151" y="328"/>
                      <a:pt x="151" y="319"/>
                    </a:cubicBezTo>
                    <a:cubicBezTo>
                      <a:pt x="152" y="309"/>
                      <a:pt x="145" y="302"/>
                      <a:pt x="142" y="301"/>
                    </a:cubicBezTo>
                    <a:cubicBezTo>
                      <a:pt x="139" y="300"/>
                      <a:pt x="126" y="306"/>
                      <a:pt x="114" y="312"/>
                    </a:cubicBezTo>
                    <a:cubicBezTo>
                      <a:pt x="103" y="318"/>
                      <a:pt x="95" y="325"/>
                      <a:pt x="86" y="327"/>
                    </a:cubicBezTo>
                    <a:cubicBezTo>
                      <a:pt x="76" y="329"/>
                      <a:pt x="64" y="319"/>
                      <a:pt x="62" y="309"/>
                    </a:cubicBezTo>
                    <a:cubicBezTo>
                      <a:pt x="60" y="299"/>
                      <a:pt x="88" y="298"/>
                      <a:pt x="93" y="297"/>
                    </a:cubicBezTo>
                    <a:cubicBezTo>
                      <a:pt x="99" y="296"/>
                      <a:pt x="133" y="280"/>
                      <a:pt x="133" y="280"/>
                    </a:cubicBezTo>
                    <a:cubicBezTo>
                      <a:pt x="135" y="272"/>
                      <a:pt x="139" y="251"/>
                      <a:pt x="126" y="249"/>
                    </a:cubicBezTo>
                    <a:cubicBezTo>
                      <a:pt x="118" y="248"/>
                      <a:pt x="113" y="259"/>
                      <a:pt x="106" y="259"/>
                    </a:cubicBezTo>
                    <a:cubicBezTo>
                      <a:pt x="99" y="259"/>
                      <a:pt x="94" y="252"/>
                      <a:pt x="93" y="24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solidFill>
                    <a:srgbClr val="000000"/>
                  </a:solidFill>
                </a:endParaRPr>
              </a:p>
            </p:txBody>
          </p:sp>
        </p:grpSp>
      </p:grpSp>
      <p:pic>
        <p:nvPicPr>
          <p:cNvPr id="25" name="图片 24"/>
          <p:cNvPicPr>
            <a:picLocks noChangeAspect="1"/>
          </p:cNvPicPr>
          <p:nvPr userDrawn="1"/>
        </p:nvPicPr>
        <p:blipFill rotWithShape="1">
          <a:blip r:embed="rId2" cstate="email"/>
          <a:srcRect/>
          <a:stretch>
            <a:fillRect/>
          </a:stretch>
        </p:blipFill>
        <p:spPr>
          <a:xfrm>
            <a:off x="-1" y="-111239"/>
            <a:ext cx="1520613" cy="1143934"/>
          </a:xfrm>
          <a:prstGeom prst="rect">
            <a:avLst/>
          </a:prstGeom>
        </p:spPr>
      </p:pic>
      <p:sp>
        <p:nvSpPr>
          <p:cNvPr id="26" name="文本占位符 32"/>
          <p:cNvSpPr>
            <a:spLocks noGrp="1"/>
          </p:cNvSpPr>
          <p:nvPr userDrawn="1">
            <p:ph type="body" sz="quarter" idx="11" hasCustomPrompt="1"/>
          </p:nvPr>
        </p:nvSpPr>
        <p:spPr>
          <a:xfrm>
            <a:off x="1587196" y="340254"/>
            <a:ext cx="3748209" cy="530225"/>
          </a:xfrm>
        </p:spPr>
        <p:txBody>
          <a:bodyPr lIns="0" rIns="0">
            <a:noAutofit/>
          </a:bodyPr>
          <a:lstStyle>
            <a:lvl1pPr marL="0" indent="0">
              <a:buNone/>
              <a:defRPr sz="3600" b="1">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请输入你的标题</a:t>
            </a:r>
          </a:p>
        </p:txBody>
      </p:sp>
      <p:cxnSp>
        <p:nvCxnSpPr>
          <p:cNvPr id="27" name="直接连接符 26"/>
          <p:cNvCxnSpPr/>
          <p:nvPr userDrawn="1"/>
        </p:nvCxnSpPr>
        <p:spPr>
          <a:xfrm>
            <a:off x="1083902" y="1028700"/>
            <a:ext cx="11108098" cy="0"/>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_仅标题">
    <p:spTree>
      <p:nvGrpSpPr>
        <p:cNvPr id="1" name=""/>
        <p:cNvGrpSpPr/>
        <p:nvPr/>
      </p:nvGrpSpPr>
      <p:grpSpPr>
        <a:xfrm>
          <a:off x="0" y="0"/>
          <a:ext cx="0" cy="0"/>
          <a:chOff x="0" y="0"/>
          <a:chExt cx="0" cy="0"/>
        </a:xfrm>
      </p:grpSpPr>
      <p:grpSp>
        <p:nvGrpSpPr>
          <p:cNvPr id="2" name="组合 1"/>
          <p:cNvGrpSpPr/>
          <p:nvPr userDrawn="1"/>
        </p:nvGrpSpPr>
        <p:grpSpPr>
          <a:xfrm>
            <a:off x="9778483" y="337454"/>
            <a:ext cx="1740417" cy="533025"/>
            <a:chOff x="9778483" y="337454"/>
            <a:chExt cx="1740417" cy="533025"/>
          </a:xfrm>
        </p:grpSpPr>
        <p:grpSp>
          <p:nvGrpSpPr>
            <p:cNvPr id="4" name="íślïdé"/>
            <p:cNvGrpSpPr/>
            <p:nvPr/>
          </p:nvGrpSpPr>
          <p:grpSpPr>
            <a:xfrm>
              <a:off x="9778483" y="337454"/>
              <a:ext cx="532392" cy="533025"/>
              <a:chOff x="1735138" y="2095500"/>
              <a:chExt cx="2667000" cy="2670175"/>
            </a:xfrm>
            <a:solidFill>
              <a:schemeClr val="accent1"/>
            </a:solidFill>
          </p:grpSpPr>
          <p:sp>
            <p:nvSpPr>
              <p:cNvPr id="11" name="ïṡḻïḍê"/>
              <p:cNvSpPr/>
              <p:nvPr/>
            </p:nvSpPr>
            <p:spPr bwMode="auto">
              <a:xfrm>
                <a:off x="2913063" y="3238500"/>
                <a:ext cx="319088" cy="762000"/>
              </a:xfrm>
              <a:custGeom>
                <a:avLst/>
                <a:gdLst>
                  <a:gd name="T0" fmla="*/ 56 w 97"/>
                  <a:gd name="T1" fmla="*/ 193 h 231"/>
                  <a:gd name="T2" fmla="*/ 41 w 97"/>
                  <a:gd name="T3" fmla="*/ 193 h 231"/>
                  <a:gd name="T4" fmla="*/ 41 w 97"/>
                  <a:gd name="T5" fmla="*/ 22 h 231"/>
                  <a:gd name="T6" fmla="*/ 23 w 97"/>
                  <a:gd name="T7" fmla="*/ 0 h 231"/>
                  <a:gd name="T8" fmla="*/ 4 w 97"/>
                  <a:gd name="T9" fmla="*/ 22 h 231"/>
                  <a:gd name="T10" fmla="*/ 1 w 97"/>
                  <a:gd name="T11" fmla="*/ 175 h 231"/>
                  <a:gd name="T12" fmla="*/ 48 w 97"/>
                  <a:gd name="T13" fmla="*/ 231 h 231"/>
                  <a:gd name="T14" fmla="*/ 96 w 97"/>
                  <a:gd name="T15" fmla="*/ 175 h 231"/>
                  <a:gd name="T16" fmla="*/ 92 w 97"/>
                  <a:gd name="T17" fmla="*/ 22 h 231"/>
                  <a:gd name="T18" fmla="*/ 73 w 97"/>
                  <a:gd name="T19" fmla="*/ 0 h 231"/>
                  <a:gd name="T20" fmla="*/ 56 w 97"/>
                  <a:gd name="T21" fmla="*/ 22 h 231"/>
                  <a:gd name="T22" fmla="*/ 56 w 97"/>
                  <a:gd name="T23" fmla="*/ 193 h 2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97" h="231">
                    <a:moveTo>
                      <a:pt x="56" y="193"/>
                    </a:moveTo>
                    <a:cubicBezTo>
                      <a:pt x="41" y="193"/>
                      <a:pt x="41" y="193"/>
                      <a:pt x="41" y="193"/>
                    </a:cubicBezTo>
                    <a:cubicBezTo>
                      <a:pt x="41" y="136"/>
                      <a:pt x="41" y="79"/>
                      <a:pt x="41" y="22"/>
                    </a:cubicBezTo>
                    <a:cubicBezTo>
                      <a:pt x="40" y="11"/>
                      <a:pt x="38" y="1"/>
                      <a:pt x="23" y="0"/>
                    </a:cubicBezTo>
                    <a:cubicBezTo>
                      <a:pt x="13" y="0"/>
                      <a:pt x="4" y="7"/>
                      <a:pt x="4" y="22"/>
                    </a:cubicBezTo>
                    <a:cubicBezTo>
                      <a:pt x="3" y="73"/>
                      <a:pt x="2" y="124"/>
                      <a:pt x="1" y="175"/>
                    </a:cubicBezTo>
                    <a:cubicBezTo>
                      <a:pt x="0" y="206"/>
                      <a:pt x="15" y="231"/>
                      <a:pt x="48" y="231"/>
                    </a:cubicBezTo>
                    <a:cubicBezTo>
                      <a:pt x="82" y="231"/>
                      <a:pt x="97" y="206"/>
                      <a:pt x="96" y="175"/>
                    </a:cubicBezTo>
                    <a:cubicBezTo>
                      <a:pt x="95" y="124"/>
                      <a:pt x="94" y="73"/>
                      <a:pt x="92" y="22"/>
                    </a:cubicBezTo>
                    <a:cubicBezTo>
                      <a:pt x="92" y="7"/>
                      <a:pt x="84" y="0"/>
                      <a:pt x="73" y="0"/>
                    </a:cubicBezTo>
                    <a:cubicBezTo>
                      <a:pt x="58" y="1"/>
                      <a:pt x="56" y="11"/>
                      <a:pt x="56" y="22"/>
                    </a:cubicBezTo>
                    <a:cubicBezTo>
                      <a:pt x="56" y="79"/>
                      <a:pt x="56" y="136"/>
                      <a:pt x="56" y="19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solidFill>
                    <a:srgbClr val="000000"/>
                  </a:solidFill>
                </a:endParaRPr>
              </a:p>
            </p:txBody>
          </p:sp>
          <p:sp>
            <p:nvSpPr>
              <p:cNvPr id="12" name="ï$lîḍè"/>
              <p:cNvSpPr/>
              <p:nvPr/>
            </p:nvSpPr>
            <p:spPr bwMode="auto">
              <a:xfrm>
                <a:off x="2008188" y="2713038"/>
                <a:ext cx="257175" cy="342900"/>
              </a:xfrm>
              <a:custGeom>
                <a:avLst/>
                <a:gdLst>
                  <a:gd name="T0" fmla="*/ 13 w 78"/>
                  <a:gd name="T1" fmla="*/ 80 h 104"/>
                  <a:gd name="T2" fmla="*/ 6 w 78"/>
                  <a:gd name="T3" fmla="*/ 80 h 104"/>
                  <a:gd name="T4" fmla="*/ 1 w 78"/>
                  <a:gd name="T5" fmla="*/ 85 h 104"/>
                  <a:gd name="T6" fmla="*/ 7 w 78"/>
                  <a:gd name="T7" fmla="*/ 96 h 104"/>
                  <a:gd name="T8" fmla="*/ 36 w 78"/>
                  <a:gd name="T9" fmla="*/ 103 h 104"/>
                  <a:gd name="T10" fmla="*/ 40 w 78"/>
                  <a:gd name="T11" fmla="*/ 94 h 104"/>
                  <a:gd name="T12" fmla="*/ 26 w 78"/>
                  <a:gd name="T13" fmla="*/ 87 h 104"/>
                  <a:gd name="T14" fmla="*/ 20 w 78"/>
                  <a:gd name="T15" fmla="*/ 62 h 104"/>
                  <a:gd name="T16" fmla="*/ 27 w 78"/>
                  <a:gd name="T17" fmla="*/ 38 h 104"/>
                  <a:gd name="T18" fmla="*/ 32 w 78"/>
                  <a:gd name="T19" fmla="*/ 40 h 104"/>
                  <a:gd name="T20" fmla="*/ 38 w 78"/>
                  <a:gd name="T21" fmla="*/ 54 h 104"/>
                  <a:gd name="T22" fmla="*/ 35 w 78"/>
                  <a:gd name="T23" fmla="*/ 56 h 104"/>
                  <a:gd name="T24" fmla="*/ 28 w 78"/>
                  <a:gd name="T25" fmla="*/ 56 h 104"/>
                  <a:gd name="T26" fmla="*/ 26 w 78"/>
                  <a:gd name="T27" fmla="*/ 63 h 104"/>
                  <a:gd name="T28" fmla="*/ 34 w 78"/>
                  <a:gd name="T29" fmla="*/ 65 h 104"/>
                  <a:gd name="T30" fmla="*/ 38 w 78"/>
                  <a:gd name="T31" fmla="*/ 65 h 104"/>
                  <a:gd name="T32" fmla="*/ 37 w 78"/>
                  <a:gd name="T33" fmla="*/ 74 h 104"/>
                  <a:gd name="T34" fmla="*/ 37 w 78"/>
                  <a:gd name="T35" fmla="*/ 80 h 104"/>
                  <a:gd name="T36" fmla="*/ 45 w 78"/>
                  <a:gd name="T37" fmla="*/ 80 h 104"/>
                  <a:gd name="T38" fmla="*/ 45 w 78"/>
                  <a:gd name="T39" fmla="*/ 68 h 104"/>
                  <a:gd name="T40" fmla="*/ 49 w 78"/>
                  <a:gd name="T41" fmla="*/ 57 h 104"/>
                  <a:gd name="T42" fmla="*/ 58 w 78"/>
                  <a:gd name="T43" fmla="*/ 55 h 104"/>
                  <a:gd name="T44" fmla="*/ 66 w 78"/>
                  <a:gd name="T45" fmla="*/ 42 h 104"/>
                  <a:gd name="T46" fmla="*/ 71 w 78"/>
                  <a:gd name="T47" fmla="*/ 17 h 104"/>
                  <a:gd name="T48" fmla="*/ 73 w 78"/>
                  <a:gd name="T49" fmla="*/ 7 h 104"/>
                  <a:gd name="T50" fmla="*/ 38 w 78"/>
                  <a:gd name="T51" fmla="*/ 8 h 104"/>
                  <a:gd name="T52" fmla="*/ 16 w 78"/>
                  <a:gd name="T53" fmla="*/ 40 h 104"/>
                  <a:gd name="T54" fmla="*/ 12 w 78"/>
                  <a:gd name="T55" fmla="*/ 69 h 104"/>
                  <a:gd name="T56" fmla="*/ 13 w 78"/>
                  <a:gd name="T57" fmla="*/ 80 h 104"/>
                  <a:gd name="T58" fmla="*/ 13 w 78"/>
                  <a:gd name="T59" fmla="*/ 80 h 104"/>
                  <a:gd name="T60" fmla="*/ 44 w 78"/>
                  <a:gd name="T61" fmla="*/ 54 h 104"/>
                  <a:gd name="T62" fmla="*/ 42 w 78"/>
                  <a:gd name="T63" fmla="*/ 56 h 104"/>
                  <a:gd name="T64" fmla="*/ 42 w 78"/>
                  <a:gd name="T65" fmla="*/ 39 h 104"/>
                  <a:gd name="T66" fmla="*/ 35 w 78"/>
                  <a:gd name="T67" fmla="*/ 35 h 104"/>
                  <a:gd name="T68" fmla="*/ 29 w 78"/>
                  <a:gd name="T69" fmla="*/ 35 h 104"/>
                  <a:gd name="T70" fmla="*/ 36 w 78"/>
                  <a:gd name="T71" fmla="*/ 23 h 104"/>
                  <a:gd name="T72" fmla="*/ 54 w 78"/>
                  <a:gd name="T73" fmla="*/ 11 h 104"/>
                  <a:gd name="T74" fmla="*/ 55 w 78"/>
                  <a:gd name="T75" fmla="*/ 28 h 104"/>
                  <a:gd name="T76" fmla="*/ 54 w 78"/>
                  <a:gd name="T77" fmla="*/ 45 h 104"/>
                  <a:gd name="T78" fmla="*/ 48 w 78"/>
                  <a:gd name="T79" fmla="*/ 48 h 104"/>
                  <a:gd name="T80" fmla="*/ 44 w 78"/>
                  <a:gd name="T81" fmla="*/ 54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78" h="104">
                    <a:moveTo>
                      <a:pt x="13" y="80"/>
                    </a:moveTo>
                    <a:cubicBezTo>
                      <a:pt x="12" y="81"/>
                      <a:pt x="9" y="79"/>
                      <a:pt x="6" y="80"/>
                    </a:cubicBezTo>
                    <a:cubicBezTo>
                      <a:pt x="3" y="82"/>
                      <a:pt x="2" y="84"/>
                      <a:pt x="1" y="85"/>
                    </a:cubicBezTo>
                    <a:cubicBezTo>
                      <a:pt x="0" y="87"/>
                      <a:pt x="1" y="92"/>
                      <a:pt x="7" y="96"/>
                    </a:cubicBezTo>
                    <a:cubicBezTo>
                      <a:pt x="12" y="100"/>
                      <a:pt x="32" y="104"/>
                      <a:pt x="36" y="103"/>
                    </a:cubicBezTo>
                    <a:cubicBezTo>
                      <a:pt x="40" y="102"/>
                      <a:pt x="43" y="94"/>
                      <a:pt x="40" y="94"/>
                    </a:cubicBezTo>
                    <a:cubicBezTo>
                      <a:pt x="36" y="93"/>
                      <a:pt x="28" y="91"/>
                      <a:pt x="26" y="87"/>
                    </a:cubicBezTo>
                    <a:cubicBezTo>
                      <a:pt x="23" y="83"/>
                      <a:pt x="19" y="76"/>
                      <a:pt x="20" y="62"/>
                    </a:cubicBezTo>
                    <a:cubicBezTo>
                      <a:pt x="20" y="48"/>
                      <a:pt x="25" y="40"/>
                      <a:pt x="27" y="38"/>
                    </a:cubicBezTo>
                    <a:cubicBezTo>
                      <a:pt x="29" y="37"/>
                      <a:pt x="32" y="39"/>
                      <a:pt x="32" y="40"/>
                    </a:cubicBezTo>
                    <a:cubicBezTo>
                      <a:pt x="33" y="41"/>
                      <a:pt x="37" y="53"/>
                      <a:pt x="38" y="54"/>
                    </a:cubicBezTo>
                    <a:cubicBezTo>
                      <a:pt x="38" y="54"/>
                      <a:pt x="38" y="58"/>
                      <a:pt x="35" y="56"/>
                    </a:cubicBezTo>
                    <a:cubicBezTo>
                      <a:pt x="33" y="55"/>
                      <a:pt x="30" y="54"/>
                      <a:pt x="28" y="56"/>
                    </a:cubicBezTo>
                    <a:cubicBezTo>
                      <a:pt x="25" y="57"/>
                      <a:pt x="23" y="60"/>
                      <a:pt x="26" y="63"/>
                    </a:cubicBezTo>
                    <a:cubicBezTo>
                      <a:pt x="29" y="66"/>
                      <a:pt x="32" y="65"/>
                      <a:pt x="34" y="65"/>
                    </a:cubicBezTo>
                    <a:cubicBezTo>
                      <a:pt x="35" y="64"/>
                      <a:pt x="39" y="63"/>
                      <a:pt x="38" y="65"/>
                    </a:cubicBezTo>
                    <a:cubicBezTo>
                      <a:pt x="37" y="67"/>
                      <a:pt x="37" y="74"/>
                      <a:pt x="37" y="74"/>
                    </a:cubicBezTo>
                    <a:cubicBezTo>
                      <a:pt x="37" y="74"/>
                      <a:pt x="34" y="78"/>
                      <a:pt x="37" y="80"/>
                    </a:cubicBezTo>
                    <a:cubicBezTo>
                      <a:pt x="40" y="82"/>
                      <a:pt x="45" y="82"/>
                      <a:pt x="45" y="80"/>
                    </a:cubicBezTo>
                    <a:cubicBezTo>
                      <a:pt x="45" y="78"/>
                      <a:pt x="45" y="72"/>
                      <a:pt x="45" y="68"/>
                    </a:cubicBezTo>
                    <a:cubicBezTo>
                      <a:pt x="46" y="65"/>
                      <a:pt x="47" y="59"/>
                      <a:pt x="49" y="57"/>
                    </a:cubicBezTo>
                    <a:cubicBezTo>
                      <a:pt x="52" y="56"/>
                      <a:pt x="54" y="57"/>
                      <a:pt x="58" y="55"/>
                    </a:cubicBezTo>
                    <a:cubicBezTo>
                      <a:pt x="61" y="52"/>
                      <a:pt x="66" y="46"/>
                      <a:pt x="66" y="42"/>
                    </a:cubicBezTo>
                    <a:cubicBezTo>
                      <a:pt x="66" y="39"/>
                      <a:pt x="69" y="20"/>
                      <a:pt x="71" y="17"/>
                    </a:cubicBezTo>
                    <a:cubicBezTo>
                      <a:pt x="73" y="14"/>
                      <a:pt x="78" y="12"/>
                      <a:pt x="73" y="7"/>
                    </a:cubicBezTo>
                    <a:cubicBezTo>
                      <a:pt x="68" y="2"/>
                      <a:pt x="48" y="0"/>
                      <a:pt x="38" y="8"/>
                    </a:cubicBezTo>
                    <a:cubicBezTo>
                      <a:pt x="29" y="15"/>
                      <a:pt x="21" y="26"/>
                      <a:pt x="16" y="40"/>
                    </a:cubicBezTo>
                    <a:cubicBezTo>
                      <a:pt x="11" y="54"/>
                      <a:pt x="10" y="62"/>
                      <a:pt x="12" y="69"/>
                    </a:cubicBezTo>
                    <a:cubicBezTo>
                      <a:pt x="14" y="77"/>
                      <a:pt x="15" y="79"/>
                      <a:pt x="13" y="80"/>
                    </a:cubicBezTo>
                    <a:cubicBezTo>
                      <a:pt x="13" y="80"/>
                      <a:pt x="13" y="80"/>
                      <a:pt x="13" y="80"/>
                    </a:cubicBezTo>
                    <a:close/>
                    <a:moveTo>
                      <a:pt x="44" y="54"/>
                    </a:moveTo>
                    <a:cubicBezTo>
                      <a:pt x="44" y="54"/>
                      <a:pt x="43" y="54"/>
                      <a:pt x="42" y="56"/>
                    </a:cubicBezTo>
                    <a:cubicBezTo>
                      <a:pt x="42" y="57"/>
                      <a:pt x="42" y="44"/>
                      <a:pt x="42" y="39"/>
                    </a:cubicBezTo>
                    <a:cubicBezTo>
                      <a:pt x="42" y="34"/>
                      <a:pt x="38" y="34"/>
                      <a:pt x="35" y="35"/>
                    </a:cubicBezTo>
                    <a:cubicBezTo>
                      <a:pt x="31" y="35"/>
                      <a:pt x="31" y="35"/>
                      <a:pt x="29" y="35"/>
                    </a:cubicBezTo>
                    <a:cubicBezTo>
                      <a:pt x="31" y="31"/>
                      <a:pt x="33" y="28"/>
                      <a:pt x="36" y="23"/>
                    </a:cubicBezTo>
                    <a:cubicBezTo>
                      <a:pt x="40" y="17"/>
                      <a:pt x="46" y="11"/>
                      <a:pt x="54" y="11"/>
                    </a:cubicBezTo>
                    <a:cubicBezTo>
                      <a:pt x="58" y="10"/>
                      <a:pt x="56" y="24"/>
                      <a:pt x="55" y="28"/>
                    </a:cubicBezTo>
                    <a:cubicBezTo>
                      <a:pt x="55" y="31"/>
                      <a:pt x="55" y="43"/>
                      <a:pt x="54" y="45"/>
                    </a:cubicBezTo>
                    <a:cubicBezTo>
                      <a:pt x="54" y="48"/>
                      <a:pt x="52" y="47"/>
                      <a:pt x="48" y="48"/>
                    </a:cubicBezTo>
                    <a:cubicBezTo>
                      <a:pt x="45" y="49"/>
                      <a:pt x="44" y="54"/>
                      <a:pt x="44" y="5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solidFill>
                    <a:srgbClr val="000000"/>
                  </a:solidFill>
                </a:endParaRPr>
              </a:p>
            </p:txBody>
          </p:sp>
          <p:sp>
            <p:nvSpPr>
              <p:cNvPr id="13" name="îSļiḋé"/>
              <p:cNvSpPr/>
              <p:nvPr/>
            </p:nvSpPr>
            <p:spPr bwMode="auto">
              <a:xfrm>
                <a:off x="2540001" y="2389188"/>
                <a:ext cx="98425" cy="225425"/>
              </a:xfrm>
              <a:custGeom>
                <a:avLst/>
                <a:gdLst>
                  <a:gd name="T0" fmla="*/ 4 w 30"/>
                  <a:gd name="T1" fmla="*/ 2 h 68"/>
                  <a:gd name="T2" fmla="*/ 2 w 30"/>
                  <a:gd name="T3" fmla="*/ 10 h 68"/>
                  <a:gd name="T4" fmla="*/ 10 w 30"/>
                  <a:gd name="T5" fmla="*/ 22 h 68"/>
                  <a:gd name="T6" fmla="*/ 19 w 30"/>
                  <a:gd name="T7" fmla="*/ 50 h 68"/>
                  <a:gd name="T8" fmla="*/ 20 w 30"/>
                  <a:gd name="T9" fmla="*/ 60 h 68"/>
                  <a:gd name="T10" fmla="*/ 25 w 30"/>
                  <a:gd name="T11" fmla="*/ 67 h 68"/>
                  <a:gd name="T12" fmla="*/ 27 w 30"/>
                  <a:gd name="T13" fmla="*/ 58 h 68"/>
                  <a:gd name="T14" fmla="*/ 19 w 30"/>
                  <a:gd name="T15" fmla="*/ 30 h 68"/>
                  <a:gd name="T16" fmla="*/ 14 w 30"/>
                  <a:gd name="T17" fmla="*/ 15 h 68"/>
                  <a:gd name="T18" fmla="*/ 11 w 30"/>
                  <a:gd name="T19" fmla="*/ 6 h 68"/>
                  <a:gd name="T20" fmla="*/ 4 w 30"/>
                  <a:gd name="T21" fmla="*/ 2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0" h="68">
                    <a:moveTo>
                      <a:pt x="4" y="2"/>
                    </a:moveTo>
                    <a:cubicBezTo>
                      <a:pt x="1" y="3"/>
                      <a:pt x="0" y="5"/>
                      <a:pt x="2" y="10"/>
                    </a:cubicBezTo>
                    <a:cubicBezTo>
                      <a:pt x="5" y="14"/>
                      <a:pt x="8" y="13"/>
                      <a:pt x="10" y="22"/>
                    </a:cubicBezTo>
                    <a:cubicBezTo>
                      <a:pt x="13" y="30"/>
                      <a:pt x="18" y="47"/>
                      <a:pt x="19" y="50"/>
                    </a:cubicBezTo>
                    <a:cubicBezTo>
                      <a:pt x="20" y="53"/>
                      <a:pt x="20" y="58"/>
                      <a:pt x="20" y="60"/>
                    </a:cubicBezTo>
                    <a:cubicBezTo>
                      <a:pt x="20" y="62"/>
                      <a:pt x="21" y="68"/>
                      <a:pt x="25" y="67"/>
                    </a:cubicBezTo>
                    <a:cubicBezTo>
                      <a:pt x="30" y="66"/>
                      <a:pt x="28" y="61"/>
                      <a:pt x="27" y="58"/>
                    </a:cubicBezTo>
                    <a:cubicBezTo>
                      <a:pt x="27" y="55"/>
                      <a:pt x="21" y="33"/>
                      <a:pt x="19" y="30"/>
                    </a:cubicBezTo>
                    <a:cubicBezTo>
                      <a:pt x="18" y="27"/>
                      <a:pt x="15" y="18"/>
                      <a:pt x="14" y="15"/>
                    </a:cubicBezTo>
                    <a:cubicBezTo>
                      <a:pt x="14" y="12"/>
                      <a:pt x="14" y="9"/>
                      <a:pt x="11" y="6"/>
                    </a:cubicBezTo>
                    <a:cubicBezTo>
                      <a:pt x="9" y="4"/>
                      <a:pt x="7" y="0"/>
                      <a:pt x="4"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solidFill>
                    <a:srgbClr val="000000"/>
                  </a:solidFill>
                </a:endParaRPr>
              </a:p>
            </p:txBody>
          </p:sp>
          <p:sp>
            <p:nvSpPr>
              <p:cNvPr id="14" name="îŝļîḍé"/>
              <p:cNvSpPr/>
              <p:nvPr/>
            </p:nvSpPr>
            <p:spPr bwMode="auto">
              <a:xfrm>
                <a:off x="2608263" y="2376488"/>
                <a:ext cx="69850" cy="128588"/>
              </a:xfrm>
              <a:custGeom>
                <a:avLst/>
                <a:gdLst>
                  <a:gd name="T0" fmla="*/ 4 w 21"/>
                  <a:gd name="T1" fmla="*/ 1 h 39"/>
                  <a:gd name="T2" fmla="*/ 0 w 21"/>
                  <a:gd name="T3" fmla="*/ 5 h 39"/>
                  <a:gd name="T4" fmla="*/ 4 w 21"/>
                  <a:gd name="T5" fmla="*/ 13 h 39"/>
                  <a:gd name="T6" fmla="*/ 9 w 21"/>
                  <a:gd name="T7" fmla="*/ 19 h 39"/>
                  <a:gd name="T8" fmla="*/ 17 w 21"/>
                  <a:gd name="T9" fmla="*/ 38 h 39"/>
                  <a:gd name="T10" fmla="*/ 21 w 21"/>
                  <a:gd name="T11" fmla="*/ 32 h 39"/>
                  <a:gd name="T12" fmla="*/ 19 w 21"/>
                  <a:gd name="T13" fmla="*/ 21 h 39"/>
                  <a:gd name="T14" fmla="*/ 16 w 21"/>
                  <a:gd name="T15" fmla="*/ 14 h 39"/>
                  <a:gd name="T16" fmla="*/ 11 w 21"/>
                  <a:gd name="T17" fmla="*/ 3 h 39"/>
                  <a:gd name="T18" fmla="*/ 4 w 21"/>
                  <a:gd name="T19" fmla="*/ 1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1" h="39">
                    <a:moveTo>
                      <a:pt x="4" y="1"/>
                    </a:moveTo>
                    <a:cubicBezTo>
                      <a:pt x="2" y="2"/>
                      <a:pt x="0" y="2"/>
                      <a:pt x="0" y="5"/>
                    </a:cubicBezTo>
                    <a:cubicBezTo>
                      <a:pt x="0" y="8"/>
                      <a:pt x="3" y="11"/>
                      <a:pt x="4" y="13"/>
                    </a:cubicBezTo>
                    <a:cubicBezTo>
                      <a:pt x="6" y="15"/>
                      <a:pt x="8" y="17"/>
                      <a:pt x="9" y="19"/>
                    </a:cubicBezTo>
                    <a:cubicBezTo>
                      <a:pt x="9" y="22"/>
                      <a:pt x="15" y="37"/>
                      <a:pt x="17" y="38"/>
                    </a:cubicBezTo>
                    <a:cubicBezTo>
                      <a:pt x="19" y="39"/>
                      <a:pt x="21" y="36"/>
                      <a:pt x="21" y="32"/>
                    </a:cubicBezTo>
                    <a:cubicBezTo>
                      <a:pt x="21" y="28"/>
                      <a:pt x="20" y="23"/>
                      <a:pt x="19" y="21"/>
                    </a:cubicBezTo>
                    <a:cubicBezTo>
                      <a:pt x="17" y="20"/>
                      <a:pt x="16" y="17"/>
                      <a:pt x="16" y="14"/>
                    </a:cubicBezTo>
                    <a:cubicBezTo>
                      <a:pt x="16" y="10"/>
                      <a:pt x="13" y="6"/>
                      <a:pt x="11" y="3"/>
                    </a:cubicBezTo>
                    <a:cubicBezTo>
                      <a:pt x="8" y="0"/>
                      <a:pt x="5" y="1"/>
                      <a:pt x="4"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solidFill>
                    <a:srgbClr val="000000"/>
                  </a:solidFill>
                </a:endParaRPr>
              </a:p>
            </p:txBody>
          </p:sp>
          <p:sp>
            <p:nvSpPr>
              <p:cNvPr id="15" name="ïṩḻiďé"/>
              <p:cNvSpPr/>
              <p:nvPr/>
            </p:nvSpPr>
            <p:spPr bwMode="auto">
              <a:xfrm>
                <a:off x="2644776" y="2263775"/>
                <a:ext cx="155575" cy="300038"/>
              </a:xfrm>
              <a:custGeom>
                <a:avLst/>
                <a:gdLst>
                  <a:gd name="T0" fmla="*/ 7 w 47"/>
                  <a:gd name="T1" fmla="*/ 0 h 91"/>
                  <a:gd name="T2" fmla="*/ 1 w 47"/>
                  <a:gd name="T3" fmla="*/ 3 h 91"/>
                  <a:gd name="T4" fmla="*/ 4 w 47"/>
                  <a:gd name="T5" fmla="*/ 10 h 91"/>
                  <a:gd name="T6" fmla="*/ 8 w 47"/>
                  <a:gd name="T7" fmla="*/ 18 h 91"/>
                  <a:gd name="T8" fmla="*/ 20 w 47"/>
                  <a:gd name="T9" fmla="*/ 45 h 91"/>
                  <a:gd name="T10" fmla="*/ 29 w 47"/>
                  <a:gd name="T11" fmla="*/ 67 h 91"/>
                  <a:gd name="T12" fmla="*/ 41 w 47"/>
                  <a:gd name="T13" fmla="*/ 89 h 91"/>
                  <a:gd name="T14" fmla="*/ 44 w 47"/>
                  <a:gd name="T15" fmla="*/ 81 h 91"/>
                  <a:gd name="T16" fmla="*/ 38 w 47"/>
                  <a:gd name="T17" fmla="*/ 73 h 91"/>
                  <a:gd name="T18" fmla="*/ 20 w 47"/>
                  <a:gd name="T19" fmla="*/ 32 h 91"/>
                  <a:gd name="T20" fmla="*/ 16 w 47"/>
                  <a:gd name="T21" fmla="*/ 16 h 91"/>
                  <a:gd name="T22" fmla="*/ 16 w 47"/>
                  <a:gd name="T23" fmla="*/ 5 h 91"/>
                  <a:gd name="T24" fmla="*/ 7 w 47"/>
                  <a:gd name="T25" fmla="*/ 0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7" h="91">
                    <a:moveTo>
                      <a:pt x="7" y="0"/>
                    </a:moveTo>
                    <a:cubicBezTo>
                      <a:pt x="5" y="0"/>
                      <a:pt x="2" y="1"/>
                      <a:pt x="1" y="3"/>
                    </a:cubicBezTo>
                    <a:cubicBezTo>
                      <a:pt x="0" y="5"/>
                      <a:pt x="1" y="8"/>
                      <a:pt x="4" y="10"/>
                    </a:cubicBezTo>
                    <a:cubicBezTo>
                      <a:pt x="6" y="13"/>
                      <a:pt x="8" y="16"/>
                      <a:pt x="8" y="18"/>
                    </a:cubicBezTo>
                    <a:cubicBezTo>
                      <a:pt x="9" y="20"/>
                      <a:pt x="18" y="40"/>
                      <a:pt x="20" y="45"/>
                    </a:cubicBezTo>
                    <a:cubicBezTo>
                      <a:pt x="22" y="50"/>
                      <a:pt x="26" y="61"/>
                      <a:pt x="29" y="67"/>
                    </a:cubicBezTo>
                    <a:cubicBezTo>
                      <a:pt x="32" y="74"/>
                      <a:pt x="37" y="86"/>
                      <a:pt x="41" y="89"/>
                    </a:cubicBezTo>
                    <a:cubicBezTo>
                      <a:pt x="45" y="91"/>
                      <a:pt x="47" y="84"/>
                      <a:pt x="44" y="81"/>
                    </a:cubicBezTo>
                    <a:cubicBezTo>
                      <a:pt x="42" y="78"/>
                      <a:pt x="42" y="79"/>
                      <a:pt x="38" y="73"/>
                    </a:cubicBezTo>
                    <a:cubicBezTo>
                      <a:pt x="35" y="67"/>
                      <a:pt x="21" y="34"/>
                      <a:pt x="20" y="32"/>
                    </a:cubicBezTo>
                    <a:cubicBezTo>
                      <a:pt x="19" y="29"/>
                      <a:pt x="16" y="19"/>
                      <a:pt x="16" y="16"/>
                    </a:cubicBezTo>
                    <a:cubicBezTo>
                      <a:pt x="16" y="12"/>
                      <a:pt x="18" y="8"/>
                      <a:pt x="16" y="5"/>
                    </a:cubicBezTo>
                    <a:cubicBezTo>
                      <a:pt x="15" y="2"/>
                      <a:pt x="8" y="0"/>
                      <a:pt x="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solidFill>
                    <a:srgbClr val="000000"/>
                  </a:solidFill>
                </a:endParaRPr>
              </a:p>
            </p:txBody>
          </p:sp>
          <p:sp>
            <p:nvSpPr>
              <p:cNvPr id="16" name="ïṣ1ïḓè"/>
              <p:cNvSpPr/>
              <p:nvPr/>
            </p:nvSpPr>
            <p:spPr bwMode="auto">
              <a:xfrm>
                <a:off x="3508376" y="2495550"/>
                <a:ext cx="69850" cy="111125"/>
              </a:xfrm>
              <a:custGeom>
                <a:avLst/>
                <a:gdLst>
                  <a:gd name="T0" fmla="*/ 0 w 21"/>
                  <a:gd name="T1" fmla="*/ 11 h 34"/>
                  <a:gd name="T2" fmla="*/ 12 w 21"/>
                  <a:gd name="T3" fmla="*/ 33 h 34"/>
                  <a:gd name="T4" fmla="*/ 19 w 21"/>
                  <a:gd name="T5" fmla="*/ 21 h 34"/>
                  <a:gd name="T6" fmla="*/ 6 w 21"/>
                  <a:gd name="T7" fmla="*/ 5 h 34"/>
                  <a:gd name="T8" fmla="*/ 0 w 21"/>
                  <a:gd name="T9" fmla="*/ 11 h 34"/>
                </a:gdLst>
                <a:ahLst/>
                <a:cxnLst>
                  <a:cxn ang="0">
                    <a:pos x="T0" y="T1"/>
                  </a:cxn>
                  <a:cxn ang="0">
                    <a:pos x="T2" y="T3"/>
                  </a:cxn>
                  <a:cxn ang="0">
                    <a:pos x="T4" y="T5"/>
                  </a:cxn>
                  <a:cxn ang="0">
                    <a:pos x="T6" y="T7"/>
                  </a:cxn>
                  <a:cxn ang="0">
                    <a:pos x="T8" y="T9"/>
                  </a:cxn>
                </a:cxnLst>
                <a:rect l="0" t="0" r="r" b="b"/>
                <a:pathLst>
                  <a:path w="21" h="34">
                    <a:moveTo>
                      <a:pt x="0" y="11"/>
                    </a:moveTo>
                    <a:cubicBezTo>
                      <a:pt x="1" y="16"/>
                      <a:pt x="3" y="32"/>
                      <a:pt x="12" y="33"/>
                    </a:cubicBezTo>
                    <a:cubicBezTo>
                      <a:pt x="20" y="34"/>
                      <a:pt x="21" y="24"/>
                      <a:pt x="19" y="21"/>
                    </a:cubicBezTo>
                    <a:cubicBezTo>
                      <a:pt x="17" y="17"/>
                      <a:pt x="6" y="5"/>
                      <a:pt x="6" y="5"/>
                    </a:cubicBezTo>
                    <a:cubicBezTo>
                      <a:pt x="1" y="0"/>
                      <a:pt x="0" y="7"/>
                      <a:pt x="0" y="1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solidFill>
                    <a:srgbClr val="000000"/>
                  </a:solidFill>
                </a:endParaRPr>
              </a:p>
            </p:txBody>
          </p:sp>
          <p:sp>
            <p:nvSpPr>
              <p:cNvPr id="17" name="îsḻíḓê"/>
              <p:cNvSpPr/>
              <p:nvPr/>
            </p:nvSpPr>
            <p:spPr bwMode="auto">
              <a:xfrm>
                <a:off x="3967163" y="2887663"/>
                <a:ext cx="274638" cy="192088"/>
              </a:xfrm>
              <a:custGeom>
                <a:avLst/>
                <a:gdLst>
                  <a:gd name="T0" fmla="*/ 50 w 83"/>
                  <a:gd name="T1" fmla="*/ 1 h 58"/>
                  <a:gd name="T2" fmla="*/ 47 w 83"/>
                  <a:gd name="T3" fmla="*/ 4 h 58"/>
                  <a:gd name="T4" fmla="*/ 44 w 83"/>
                  <a:gd name="T5" fmla="*/ 8 h 58"/>
                  <a:gd name="T6" fmla="*/ 35 w 83"/>
                  <a:gd name="T7" fmla="*/ 10 h 58"/>
                  <a:gd name="T8" fmla="*/ 29 w 83"/>
                  <a:gd name="T9" fmla="*/ 12 h 58"/>
                  <a:gd name="T10" fmla="*/ 25 w 83"/>
                  <a:gd name="T11" fmla="*/ 16 h 58"/>
                  <a:gd name="T12" fmla="*/ 27 w 83"/>
                  <a:gd name="T13" fmla="*/ 18 h 58"/>
                  <a:gd name="T14" fmla="*/ 29 w 83"/>
                  <a:gd name="T15" fmla="*/ 20 h 58"/>
                  <a:gd name="T16" fmla="*/ 28 w 83"/>
                  <a:gd name="T17" fmla="*/ 23 h 58"/>
                  <a:gd name="T18" fmla="*/ 25 w 83"/>
                  <a:gd name="T19" fmla="*/ 21 h 58"/>
                  <a:gd name="T20" fmla="*/ 12 w 83"/>
                  <a:gd name="T21" fmla="*/ 8 h 58"/>
                  <a:gd name="T22" fmla="*/ 8 w 83"/>
                  <a:gd name="T23" fmla="*/ 3 h 58"/>
                  <a:gd name="T24" fmla="*/ 5 w 83"/>
                  <a:gd name="T25" fmla="*/ 0 h 58"/>
                  <a:gd name="T26" fmla="*/ 0 w 83"/>
                  <a:gd name="T27" fmla="*/ 3 h 58"/>
                  <a:gd name="T28" fmla="*/ 2 w 83"/>
                  <a:gd name="T29" fmla="*/ 10 h 58"/>
                  <a:gd name="T30" fmla="*/ 13 w 83"/>
                  <a:gd name="T31" fmla="*/ 17 h 58"/>
                  <a:gd name="T32" fmla="*/ 25 w 83"/>
                  <a:gd name="T33" fmla="*/ 27 h 58"/>
                  <a:gd name="T34" fmla="*/ 37 w 83"/>
                  <a:gd name="T35" fmla="*/ 42 h 58"/>
                  <a:gd name="T36" fmla="*/ 35 w 83"/>
                  <a:gd name="T37" fmla="*/ 47 h 58"/>
                  <a:gd name="T38" fmla="*/ 30 w 83"/>
                  <a:gd name="T39" fmla="*/ 44 h 58"/>
                  <a:gd name="T40" fmla="*/ 28 w 83"/>
                  <a:gd name="T41" fmla="*/ 44 h 58"/>
                  <a:gd name="T42" fmla="*/ 31 w 83"/>
                  <a:gd name="T43" fmla="*/ 49 h 58"/>
                  <a:gd name="T44" fmla="*/ 36 w 83"/>
                  <a:gd name="T45" fmla="*/ 58 h 58"/>
                  <a:gd name="T46" fmla="*/ 43 w 83"/>
                  <a:gd name="T47" fmla="*/ 48 h 58"/>
                  <a:gd name="T48" fmla="*/ 38 w 83"/>
                  <a:gd name="T49" fmla="*/ 37 h 58"/>
                  <a:gd name="T50" fmla="*/ 40 w 83"/>
                  <a:gd name="T51" fmla="*/ 35 h 58"/>
                  <a:gd name="T52" fmla="*/ 49 w 83"/>
                  <a:gd name="T53" fmla="*/ 38 h 58"/>
                  <a:gd name="T54" fmla="*/ 55 w 83"/>
                  <a:gd name="T55" fmla="*/ 38 h 58"/>
                  <a:gd name="T56" fmla="*/ 59 w 83"/>
                  <a:gd name="T57" fmla="*/ 32 h 58"/>
                  <a:gd name="T58" fmla="*/ 64 w 83"/>
                  <a:gd name="T59" fmla="*/ 33 h 58"/>
                  <a:gd name="T60" fmla="*/ 71 w 83"/>
                  <a:gd name="T61" fmla="*/ 36 h 58"/>
                  <a:gd name="T62" fmla="*/ 72 w 83"/>
                  <a:gd name="T63" fmla="*/ 30 h 58"/>
                  <a:gd name="T64" fmla="*/ 76 w 83"/>
                  <a:gd name="T65" fmla="*/ 29 h 58"/>
                  <a:gd name="T66" fmla="*/ 79 w 83"/>
                  <a:gd name="T67" fmla="*/ 31 h 58"/>
                  <a:gd name="T68" fmla="*/ 82 w 83"/>
                  <a:gd name="T69" fmla="*/ 27 h 58"/>
                  <a:gd name="T70" fmla="*/ 81 w 83"/>
                  <a:gd name="T71" fmla="*/ 22 h 58"/>
                  <a:gd name="T72" fmla="*/ 75 w 83"/>
                  <a:gd name="T73" fmla="*/ 24 h 58"/>
                  <a:gd name="T74" fmla="*/ 71 w 83"/>
                  <a:gd name="T75" fmla="*/ 26 h 58"/>
                  <a:gd name="T76" fmla="*/ 69 w 83"/>
                  <a:gd name="T77" fmla="*/ 27 h 58"/>
                  <a:gd name="T78" fmla="*/ 65 w 83"/>
                  <a:gd name="T79" fmla="*/ 26 h 58"/>
                  <a:gd name="T80" fmla="*/ 61 w 83"/>
                  <a:gd name="T81" fmla="*/ 23 h 58"/>
                  <a:gd name="T82" fmla="*/ 56 w 83"/>
                  <a:gd name="T83" fmla="*/ 25 h 58"/>
                  <a:gd name="T84" fmla="*/ 54 w 83"/>
                  <a:gd name="T85" fmla="*/ 28 h 58"/>
                  <a:gd name="T86" fmla="*/ 42 w 83"/>
                  <a:gd name="T87" fmla="*/ 28 h 58"/>
                  <a:gd name="T88" fmla="*/ 41 w 83"/>
                  <a:gd name="T89" fmla="*/ 31 h 58"/>
                  <a:gd name="T90" fmla="*/ 36 w 83"/>
                  <a:gd name="T91" fmla="*/ 32 h 58"/>
                  <a:gd name="T92" fmla="*/ 32 w 83"/>
                  <a:gd name="T93" fmla="*/ 28 h 58"/>
                  <a:gd name="T94" fmla="*/ 34 w 83"/>
                  <a:gd name="T95" fmla="*/ 25 h 58"/>
                  <a:gd name="T96" fmla="*/ 43 w 83"/>
                  <a:gd name="T97" fmla="*/ 24 h 58"/>
                  <a:gd name="T98" fmla="*/ 46 w 83"/>
                  <a:gd name="T99" fmla="*/ 23 h 58"/>
                  <a:gd name="T100" fmla="*/ 47 w 83"/>
                  <a:gd name="T101" fmla="*/ 20 h 58"/>
                  <a:gd name="T102" fmla="*/ 47 w 83"/>
                  <a:gd name="T103" fmla="*/ 18 h 58"/>
                  <a:gd name="T104" fmla="*/ 63 w 83"/>
                  <a:gd name="T105" fmla="*/ 17 h 58"/>
                  <a:gd name="T106" fmla="*/ 68 w 83"/>
                  <a:gd name="T107" fmla="*/ 13 h 58"/>
                  <a:gd name="T108" fmla="*/ 63 w 83"/>
                  <a:gd name="T109" fmla="*/ 8 h 58"/>
                  <a:gd name="T110" fmla="*/ 58 w 83"/>
                  <a:gd name="T111" fmla="*/ 13 h 58"/>
                  <a:gd name="T112" fmla="*/ 49 w 83"/>
                  <a:gd name="T113" fmla="*/ 16 h 58"/>
                  <a:gd name="T114" fmla="*/ 42 w 83"/>
                  <a:gd name="T115" fmla="*/ 17 h 58"/>
                  <a:gd name="T116" fmla="*/ 40 w 83"/>
                  <a:gd name="T117" fmla="*/ 13 h 58"/>
                  <a:gd name="T118" fmla="*/ 51 w 83"/>
                  <a:gd name="T119" fmla="*/ 10 h 58"/>
                  <a:gd name="T120" fmla="*/ 54 w 83"/>
                  <a:gd name="T121" fmla="*/ 2 h 58"/>
                  <a:gd name="T122" fmla="*/ 50 w 83"/>
                  <a:gd name="T123" fmla="*/ 1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83" h="58">
                    <a:moveTo>
                      <a:pt x="50" y="1"/>
                    </a:moveTo>
                    <a:cubicBezTo>
                      <a:pt x="50" y="1"/>
                      <a:pt x="48" y="3"/>
                      <a:pt x="47" y="4"/>
                    </a:cubicBezTo>
                    <a:cubicBezTo>
                      <a:pt x="47" y="5"/>
                      <a:pt x="45" y="8"/>
                      <a:pt x="44" y="8"/>
                    </a:cubicBezTo>
                    <a:cubicBezTo>
                      <a:pt x="43" y="8"/>
                      <a:pt x="37" y="10"/>
                      <a:pt x="35" y="10"/>
                    </a:cubicBezTo>
                    <a:cubicBezTo>
                      <a:pt x="34" y="10"/>
                      <a:pt x="29" y="11"/>
                      <a:pt x="29" y="12"/>
                    </a:cubicBezTo>
                    <a:cubicBezTo>
                      <a:pt x="28" y="14"/>
                      <a:pt x="25" y="16"/>
                      <a:pt x="25" y="16"/>
                    </a:cubicBezTo>
                    <a:cubicBezTo>
                      <a:pt x="25" y="16"/>
                      <a:pt x="25" y="18"/>
                      <a:pt x="27" y="18"/>
                    </a:cubicBezTo>
                    <a:cubicBezTo>
                      <a:pt x="29" y="18"/>
                      <a:pt x="29" y="20"/>
                      <a:pt x="29" y="20"/>
                    </a:cubicBezTo>
                    <a:cubicBezTo>
                      <a:pt x="29" y="20"/>
                      <a:pt x="29" y="24"/>
                      <a:pt x="28" y="23"/>
                    </a:cubicBezTo>
                    <a:cubicBezTo>
                      <a:pt x="27" y="22"/>
                      <a:pt x="27" y="23"/>
                      <a:pt x="25" y="21"/>
                    </a:cubicBezTo>
                    <a:cubicBezTo>
                      <a:pt x="24" y="20"/>
                      <a:pt x="12" y="8"/>
                      <a:pt x="12" y="8"/>
                    </a:cubicBezTo>
                    <a:cubicBezTo>
                      <a:pt x="12" y="8"/>
                      <a:pt x="9" y="4"/>
                      <a:pt x="8" y="3"/>
                    </a:cubicBezTo>
                    <a:cubicBezTo>
                      <a:pt x="8" y="2"/>
                      <a:pt x="7" y="0"/>
                      <a:pt x="5" y="0"/>
                    </a:cubicBezTo>
                    <a:cubicBezTo>
                      <a:pt x="3" y="0"/>
                      <a:pt x="1" y="1"/>
                      <a:pt x="0" y="3"/>
                    </a:cubicBezTo>
                    <a:cubicBezTo>
                      <a:pt x="0" y="4"/>
                      <a:pt x="0" y="7"/>
                      <a:pt x="2" y="10"/>
                    </a:cubicBezTo>
                    <a:cubicBezTo>
                      <a:pt x="5" y="13"/>
                      <a:pt x="10" y="15"/>
                      <a:pt x="13" y="17"/>
                    </a:cubicBezTo>
                    <a:cubicBezTo>
                      <a:pt x="18" y="20"/>
                      <a:pt x="22" y="24"/>
                      <a:pt x="25" y="27"/>
                    </a:cubicBezTo>
                    <a:cubicBezTo>
                      <a:pt x="28" y="31"/>
                      <a:pt x="35" y="38"/>
                      <a:pt x="37" y="42"/>
                    </a:cubicBezTo>
                    <a:cubicBezTo>
                      <a:pt x="38" y="46"/>
                      <a:pt x="37" y="47"/>
                      <a:pt x="35" y="47"/>
                    </a:cubicBezTo>
                    <a:cubicBezTo>
                      <a:pt x="34" y="47"/>
                      <a:pt x="31" y="45"/>
                      <a:pt x="30" y="44"/>
                    </a:cubicBezTo>
                    <a:cubicBezTo>
                      <a:pt x="29" y="43"/>
                      <a:pt x="28" y="44"/>
                      <a:pt x="28" y="44"/>
                    </a:cubicBezTo>
                    <a:cubicBezTo>
                      <a:pt x="28" y="44"/>
                      <a:pt x="28" y="45"/>
                      <a:pt x="31" y="49"/>
                    </a:cubicBezTo>
                    <a:cubicBezTo>
                      <a:pt x="33" y="52"/>
                      <a:pt x="34" y="57"/>
                      <a:pt x="36" y="58"/>
                    </a:cubicBezTo>
                    <a:cubicBezTo>
                      <a:pt x="37" y="58"/>
                      <a:pt x="45" y="53"/>
                      <a:pt x="43" y="48"/>
                    </a:cubicBezTo>
                    <a:cubicBezTo>
                      <a:pt x="42" y="43"/>
                      <a:pt x="39" y="38"/>
                      <a:pt x="38" y="37"/>
                    </a:cubicBezTo>
                    <a:cubicBezTo>
                      <a:pt x="37" y="36"/>
                      <a:pt x="38" y="34"/>
                      <a:pt x="40" y="35"/>
                    </a:cubicBezTo>
                    <a:cubicBezTo>
                      <a:pt x="42" y="36"/>
                      <a:pt x="45" y="38"/>
                      <a:pt x="49" y="38"/>
                    </a:cubicBezTo>
                    <a:cubicBezTo>
                      <a:pt x="53" y="38"/>
                      <a:pt x="54" y="39"/>
                      <a:pt x="55" y="38"/>
                    </a:cubicBezTo>
                    <a:cubicBezTo>
                      <a:pt x="57" y="36"/>
                      <a:pt x="59" y="33"/>
                      <a:pt x="59" y="32"/>
                    </a:cubicBezTo>
                    <a:cubicBezTo>
                      <a:pt x="60" y="31"/>
                      <a:pt x="62" y="31"/>
                      <a:pt x="64" y="33"/>
                    </a:cubicBezTo>
                    <a:cubicBezTo>
                      <a:pt x="66" y="36"/>
                      <a:pt x="69" y="38"/>
                      <a:pt x="71" y="36"/>
                    </a:cubicBezTo>
                    <a:cubicBezTo>
                      <a:pt x="72" y="33"/>
                      <a:pt x="70" y="30"/>
                      <a:pt x="72" y="30"/>
                    </a:cubicBezTo>
                    <a:cubicBezTo>
                      <a:pt x="74" y="29"/>
                      <a:pt x="75" y="27"/>
                      <a:pt x="76" y="29"/>
                    </a:cubicBezTo>
                    <a:cubicBezTo>
                      <a:pt x="77" y="30"/>
                      <a:pt x="78" y="32"/>
                      <a:pt x="79" y="31"/>
                    </a:cubicBezTo>
                    <a:cubicBezTo>
                      <a:pt x="79" y="30"/>
                      <a:pt x="81" y="29"/>
                      <a:pt x="82" y="27"/>
                    </a:cubicBezTo>
                    <a:cubicBezTo>
                      <a:pt x="83" y="25"/>
                      <a:pt x="82" y="22"/>
                      <a:pt x="81" y="22"/>
                    </a:cubicBezTo>
                    <a:cubicBezTo>
                      <a:pt x="79" y="23"/>
                      <a:pt x="76" y="23"/>
                      <a:pt x="75" y="24"/>
                    </a:cubicBezTo>
                    <a:cubicBezTo>
                      <a:pt x="74" y="24"/>
                      <a:pt x="72" y="24"/>
                      <a:pt x="71" y="26"/>
                    </a:cubicBezTo>
                    <a:cubicBezTo>
                      <a:pt x="70" y="27"/>
                      <a:pt x="70" y="27"/>
                      <a:pt x="69" y="27"/>
                    </a:cubicBezTo>
                    <a:cubicBezTo>
                      <a:pt x="68" y="27"/>
                      <a:pt x="66" y="28"/>
                      <a:pt x="65" y="26"/>
                    </a:cubicBezTo>
                    <a:cubicBezTo>
                      <a:pt x="63" y="25"/>
                      <a:pt x="63" y="23"/>
                      <a:pt x="61" y="23"/>
                    </a:cubicBezTo>
                    <a:cubicBezTo>
                      <a:pt x="60" y="23"/>
                      <a:pt x="56" y="24"/>
                      <a:pt x="56" y="25"/>
                    </a:cubicBezTo>
                    <a:cubicBezTo>
                      <a:pt x="55" y="26"/>
                      <a:pt x="57" y="28"/>
                      <a:pt x="54" y="28"/>
                    </a:cubicBezTo>
                    <a:cubicBezTo>
                      <a:pt x="51" y="28"/>
                      <a:pt x="43" y="27"/>
                      <a:pt x="42" y="28"/>
                    </a:cubicBezTo>
                    <a:cubicBezTo>
                      <a:pt x="41" y="28"/>
                      <a:pt x="42" y="30"/>
                      <a:pt x="41" y="31"/>
                    </a:cubicBezTo>
                    <a:cubicBezTo>
                      <a:pt x="39" y="31"/>
                      <a:pt x="37" y="33"/>
                      <a:pt x="36" y="32"/>
                    </a:cubicBezTo>
                    <a:cubicBezTo>
                      <a:pt x="35" y="31"/>
                      <a:pt x="32" y="28"/>
                      <a:pt x="32" y="28"/>
                    </a:cubicBezTo>
                    <a:cubicBezTo>
                      <a:pt x="32" y="28"/>
                      <a:pt x="30" y="25"/>
                      <a:pt x="34" y="25"/>
                    </a:cubicBezTo>
                    <a:cubicBezTo>
                      <a:pt x="37" y="25"/>
                      <a:pt x="42" y="24"/>
                      <a:pt x="43" y="24"/>
                    </a:cubicBezTo>
                    <a:cubicBezTo>
                      <a:pt x="44" y="24"/>
                      <a:pt x="46" y="24"/>
                      <a:pt x="46" y="23"/>
                    </a:cubicBezTo>
                    <a:cubicBezTo>
                      <a:pt x="45" y="21"/>
                      <a:pt x="48" y="22"/>
                      <a:pt x="47" y="20"/>
                    </a:cubicBezTo>
                    <a:cubicBezTo>
                      <a:pt x="46" y="19"/>
                      <a:pt x="45" y="18"/>
                      <a:pt x="47" y="18"/>
                    </a:cubicBezTo>
                    <a:cubicBezTo>
                      <a:pt x="50" y="17"/>
                      <a:pt x="58" y="18"/>
                      <a:pt x="63" y="17"/>
                    </a:cubicBezTo>
                    <a:cubicBezTo>
                      <a:pt x="67" y="16"/>
                      <a:pt x="67" y="14"/>
                      <a:pt x="68" y="13"/>
                    </a:cubicBezTo>
                    <a:cubicBezTo>
                      <a:pt x="68" y="11"/>
                      <a:pt x="65" y="8"/>
                      <a:pt x="63" y="8"/>
                    </a:cubicBezTo>
                    <a:cubicBezTo>
                      <a:pt x="62" y="9"/>
                      <a:pt x="60" y="12"/>
                      <a:pt x="58" y="13"/>
                    </a:cubicBezTo>
                    <a:cubicBezTo>
                      <a:pt x="56" y="13"/>
                      <a:pt x="49" y="15"/>
                      <a:pt x="49" y="16"/>
                    </a:cubicBezTo>
                    <a:cubicBezTo>
                      <a:pt x="48" y="16"/>
                      <a:pt x="43" y="17"/>
                      <a:pt x="42" y="17"/>
                    </a:cubicBezTo>
                    <a:cubicBezTo>
                      <a:pt x="41" y="17"/>
                      <a:pt x="36" y="13"/>
                      <a:pt x="40" y="13"/>
                    </a:cubicBezTo>
                    <a:cubicBezTo>
                      <a:pt x="44" y="12"/>
                      <a:pt x="49" y="11"/>
                      <a:pt x="51" y="10"/>
                    </a:cubicBezTo>
                    <a:cubicBezTo>
                      <a:pt x="53" y="8"/>
                      <a:pt x="55" y="3"/>
                      <a:pt x="54" y="2"/>
                    </a:cubicBezTo>
                    <a:cubicBezTo>
                      <a:pt x="54" y="1"/>
                      <a:pt x="51" y="0"/>
                      <a:pt x="5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solidFill>
                    <a:srgbClr val="000000"/>
                  </a:solidFill>
                </a:endParaRPr>
              </a:p>
            </p:txBody>
          </p:sp>
          <p:sp>
            <p:nvSpPr>
              <p:cNvPr id="18" name="ïşḷîďè"/>
              <p:cNvSpPr/>
              <p:nvPr/>
            </p:nvSpPr>
            <p:spPr bwMode="auto">
              <a:xfrm>
                <a:off x="3890963" y="2951163"/>
                <a:ext cx="161925" cy="125413"/>
              </a:xfrm>
              <a:custGeom>
                <a:avLst/>
                <a:gdLst>
                  <a:gd name="T0" fmla="*/ 36 w 49"/>
                  <a:gd name="T1" fmla="*/ 5 h 38"/>
                  <a:gd name="T2" fmla="*/ 33 w 49"/>
                  <a:gd name="T3" fmla="*/ 9 h 38"/>
                  <a:gd name="T4" fmla="*/ 37 w 49"/>
                  <a:gd name="T5" fmla="*/ 14 h 38"/>
                  <a:gd name="T6" fmla="*/ 30 w 49"/>
                  <a:gd name="T7" fmla="*/ 18 h 38"/>
                  <a:gd name="T8" fmla="*/ 22 w 49"/>
                  <a:gd name="T9" fmla="*/ 9 h 38"/>
                  <a:gd name="T10" fmla="*/ 16 w 49"/>
                  <a:gd name="T11" fmla="*/ 2 h 38"/>
                  <a:gd name="T12" fmla="*/ 13 w 49"/>
                  <a:gd name="T13" fmla="*/ 10 h 38"/>
                  <a:gd name="T14" fmla="*/ 20 w 49"/>
                  <a:gd name="T15" fmla="*/ 16 h 38"/>
                  <a:gd name="T16" fmla="*/ 25 w 49"/>
                  <a:gd name="T17" fmla="*/ 22 h 38"/>
                  <a:gd name="T18" fmla="*/ 21 w 49"/>
                  <a:gd name="T19" fmla="*/ 26 h 38"/>
                  <a:gd name="T20" fmla="*/ 10 w 49"/>
                  <a:gd name="T21" fmla="*/ 26 h 38"/>
                  <a:gd name="T22" fmla="*/ 8 w 49"/>
                  <a:gd name="T23" fmla="*/ 19 h 38"/>
                  <a:gd name="T24" fmla="*/ 6 w 49"/>
                  <a:gd name="T25" fmla="*/ 13 h 38"/>
                  <a:gd name="T26" fmla="*/ 3 w 49"/>
                  <a:gd name="T27" fmla="*/ 18 h 38"/>
                  <a:gd name="T28" fmla="*/ 2 w 49"/>
                  <a:gd name="T29" fmla="*/ 26 h 38"/>
                  <a:gd name="T30" fmla="*/ 14 w 49"/>
                  <a:gd name="T31" fmla="*/ 30 h 38"/>
                  <a:gd name="T32" fmla="*/ 23 w 49"/>
                  <a:gd name="T33" fmla="*/ 29 h 38"/>
                  <a:gd name="T34" fmla="*/ 28 w 49"/>
                  <a:gd name="T35" fmla="*/ 29 h 38"/>
                  <a:gd name="T36" fmla="*/ 32 w 49"/>
                  <a:gd name="T37" fmla="*/ 37 h 38"/>
                  <a:gd name="T38" fmla="*/ 38 w 49"/>
                  <a:gd name="T39" fmla="*/ 33 h 38"/>
                  <a:gd name="T40" fmla="*/ 34 w 49"/>
                  <a:gd name="T41" fmla="*/ 24 h 38"/>
                  <a:gd name="T42" fmla="*/ 35 w 49"/>
                  <a:gd name="T43" fmla="*/ 20 h 38"/>
                  <a:gd name="T44" fmla="*/ 42 w 49"/>
                  <a:gd name="T45" fmla="*/ 22 h 38"/>
                  <a:gd name="T46" fmla="*/ 48 w 49"/>
                  <a:gd name="T47" fmla="*/ 18 h 38"/>
                  <a:gd name="T48" fmla="*/ 41 w 49"/>
                  <a:gd name="T49" fmla="*/ 8 h 38"/>
                  <a:gd name="T50" fmla="*/ 36 w 49"/>
                  <a:gd name="T51" fmla="*/ 5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49" h="38">
                    <a:moveTo>
                      <a:pt x="36" y="5"/>
                    </a:moveTo>
                    <a:cubicBezTo>
                      <a:pt x="34" y="6"/>
                      <a:pt x="32" y="8"/>
                      <a:pt x="33" y="9"/>
                    </a:cubicBezTo>
                    <a:cubicBezTo>
                      <a:pt x="33" y="11"/>
                      <a:pt x="37" y="12"/>
                      <a:pt x="37" y="14"/>
                    </a:cubicBezTo>
                    <a:cubicBezTo>
                      <a:pt x="38" y="17"/>
                      <a:pt x="32" y="18"/>
                      <a:pt x="30" y="18"/>
                    </a:cubicBezTo>
                    <a:cubicBezTo>
                      <a:pt x="30" y="18"/>
                      <a:pt x="23" y="11"/>
                      <a:pt x="22" y="9"/>
                    </a:cubicBezTo>
                    <a:cubicBezTo>
                      <a:pt x="21" y="8"/>
                      <a:pt x="19" y="0"/>
                      <a:pt x="16" y="2"/>
                    </a:cubicBezTo>
                    <a:cubicBezTo>
                      <a:pt x="14" y="3"/>
                      <a:pt x="12" y="7"/>
                      <a:pt x="13" y="10"/>
                    </a:cubicBezTo>
                    <a:cubicBezTo>
                      <a:pt x="15" y="12"/>
                      <a:pt x="17" y="13"/>
                      <a:pt x="20" y="16"/>
                    </a:cubicBezTo>
                    <a:cubicBezTo>
                      <a:pt x="22" y="18"/>
                      <a:pt x="25" y="21"/>
                      <a:pt x="25" y="22"/>
                    </a:cubicBezTo>
                    <a:cubicBezTo>
                      <a:pt x="25" y="23"/>
                      <a:pt x="23" y="25"/>
                      <a:pt x="21" y="26"/>
                    </a:cubicBezTo>
                    <a:cubicBezTo>
                      <a:pt x="18" y="27"/>
                      <a:pt x="11" y="27"/>
                      <a:pt x="10" y="26"/>
                    </a:cubicBezTo>
                    <a:cubicBezTo>
                      <a:pt x="9" y="24"/>
                      <a:pt x="8" y="21"/>
                      <a:pt x="8" y="19"/>
                    </a:cubicBezTo>
                    <a:cubicBezTo>
                      <a:pt x="9" y="16"/>
                      <a:pt x="9" y="11"/>
                      <a:pt x="6" y="13"/>
                    </a:cubicBezTo>
                    <a:cubicBezTo>
                      <a:pt x="4" y="14"/>
                      <a:pt x="5" y="16"/>
                      <a:pt x="3" y="18"/>
                    </a:cubicBezTo>
                    <a:cubicBezTo>
                      <a:pt x="1" y="19"/>
                      <a:pt x="0" y="24"/>
                      <a:pt x="2" y="26"/>
                    </a:cubicBezTo>
                    <a:cubicBezTo>
                      <a:pt x="4" y="28"/>
                      <a:pt x="8" y="30"/>
                      <a:pt x="14" y="30"/>
                    </a:cubicBezTo>
                    <a:cubicBezTo>
                      <a:pt x="19" y="30"/>
                      <a:pt x="22" y="29"/>
                      <a:pt x="23" y="29"/>
                    </a:cubicBezTo>
                    <a:cubicBezTo>
                      <a:pt x="25" y="29"/>
                      <a:pt x="28" y="27"/>
                      <a:pt x="28" y="29"/>
                    </a:cubicBezTo>
                    <a:cubicBezTo>
                      <a:pt x="28" y="30"/>
                      <a:pt x="29" y="38"/>
                      <a:pt x="32" y="37"/>
                    </a:cubicBezTo>
                    <a:cubicBezTo>
                      <a:pt x="35" y="37"/>
                      <a:pt x="39" y="35"/>
                      <a:pt x="38" y="33"/>
                    </a:cubicBezTo>
                    <a:cubicBezTo>
                      <a:pt x="38" y="30"/>
                      <a:pt x="34" y="24"/>
                      <a:pt x="34" y="24"/>
                    </a:cubicBezTo>
                    <a:cubicBezTo>
                      <a:pt x="34" y="24"/>
                      <a:pt x="34" y="20"/>
                      <a:pt x="35" y="20"/>
                    </a:cubicBezTo>
                    <a:cubicBezTo>
                      <a:pt x="37" y="21"/>
                      <a:pt x="40" y="21"/>
                      <a:pt x="42" y="22"/>
                    </a:cubicBezTo>
                    <a:cubicBezTo>
                      <a:pt x="44" y="22"/>
                      <a:pt x="49" y="20"/>
                      <a:pt x="48" y="18"/>
                    </a:cubicBezTo>
                    <a:cubicBezTo>
                      <a:pt x="47" y="15"/>
                      <a:pt x="42" y="10"/>
                      <a:pt x="41" y="8"/>
                    </a:cubicBezTo>
                    <a:cubicBezTo>
                      <a:pt x="40" y="6"/>
                      <a:pt x="38" y="4"/>
                      <a:pt x="36"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solidFill>
                    <a:srgbClr val="000000"/>
                  </a:solidFill>
                </a:endParaRPr>
              </a:p>
            </p:txBody>
          </p:sp>
          <p:sp>
            <p:nvSpPr>
              <p:cNvPr id="19" name="îṡlïḋe"/>
              <p:cNvSpPr/>
              <p:nvPr/>
            </p:nvSpPr>
            <p:spPr bwMode="auto">
              <a:xfrm>
                <a:off x="3373438" y="2324100"/>
                <a:ext cx="254000" cy="223838"/>
              </a:xfrm>
              <a:custGeom>
                <a:avLst/>
                <a:gdLst>
                  <a:gd name="T0" fmla="*/ 54 w 77"/>
                  <a:gd name="T1" fmla="*/ 14 h 68"/>
                  <a:gd name="T2" fmla="*/ 47 w 77"/>
                  <a:gd name="T3" fmla="*/ 25 h 68"/>
                  <a:gd name="T4" fmla="*/ 46 w 77"/>
                  <a:gd name="T5" fmla="*/ 25 h 68"/>
                  <a:gd name="T6" fmla="*/ 35 w 77"/>
                  <a:gd name="T7" fmla="*/ 23 h 68"/>
                  <a:gd name="T8" fmla="*/ 27 w 77"/>
                  <a:gd name="T9" fmla="*/ 19 h 68"/>
                  <a:gd name="T10" fmla="*/ 22 w 77"/>
                  <a:gd name="T11" fmla="*/ 22 h 68"/>
                  <a:gd name="T12" fmla="*/ 25 w 77"/>
                  <a:gd name="T13" fmla="*/ 32 h 68"/>
                  <a:gd name="T14" fmla="*/ 34 w 77"/>
                  <a:gd name="T15" fmla="*/ 35 h 68"/>
                  <a:gd name="T16" fmla="*/ 40 w 77"/>
                  <a:gd name="T17" fmla="*/ 34 h 68"/>
                  <a:gd name="T18" fmla="*/ 37 w 77"/>
                  <a:gd name="T19" fmla="*/ 38 h 68"/>
                  <a:gd name="T20" fmla="*/ 25 w 77"/>
                  <a:gd name="T21" fmla="*/ 50 h 68"/>
                  <a:gd name="T22" fmla="*/ 11 w 77"/>
                  <a:gd name="T23" fmla="*/ 57 h 68"/>
                  <a:gd name="T24" fmla="*/ 9 w 77"/>
                  <a:gd name="T25" fmla="*/ 55 h 68"/>
                  <a:gd name="T26" fmla="*/ 3 w 77"/>
                  <a:gd name="T27" fmla="*/ 56 h 68"/>
                  <a:gd name="T28" fmla="*/ 2 w 77"/>
                  <a:gd name="T29" fmla="*/ 64 h 68"/>
                  <a:gd name="T30" fmla="*/ 6 w 77"/>
                  <a:gd name="T31" fmla="*/ 67 h 68"/>
                  <a:gd name="T32" fmla="*/ 19 w 77"/>
                  <a:gd name="T33" fmla="*/ 59 h 68"/>
                  <a:gd name="T34" fmla="*/ 36 w 77"/>
                  <a:gd name="T35" fmla="*/ 49 h 68"/>
                  <a:gd name="T36" fmla="*/ 48 w 77"/>
                  <a:gd name="T37" fmla="*/ 33 h 68"/>
                  <a:gd name="T38" fmla="*/ 63 w 77"/>
                  <a:gd name="T39" fmla="*/ 33 h 68"/>
                  <a:gd name="T40" fmla="*/ 70 w 77"/>
                  <a:gd name="T41" fmla="*/ 34 h 68"/>
                  <a:gd name="T42" fmla="*/ 75 w 77"/>
                  <a:gd name="T43" fmla="*/ 30 h 68"/>
                  <a:gd name="T44" fmla="*/ 68 w 77"/>
                  <a:gd name="T45" fmla="*/ 25 h 68"/>
                  <a:gd name="T46" fmla="*/ 59 w 77"/>
                  <a:gd name="T47" fmla="*/ 26 h 68"/>
                  <a:gd name="T48" fmla="*/ 54 w 77"/>
                  <a:gd name="T49" fmla="*/ 25 h 68"/>
                  <a:gd name="T50" fmla="*/ 57 w 77"/>
                  <a:gd name="T51" fmla="*/ 20 h 68"/>
                  <a:gd name="T52" fmla="*/ 61 w 77"/>
                  <a:gd name="T53" fmla="*/ 16 h 68"/>
                  <a:gd name="T54" fmla="*/ 66 w 77"/>
                  <a:gd name="T55" fmla="*/ 11 h 68"/>
                  <a:gd name="T56" fmla="*/ 65 w 77"/>
                  <a:gd name="T57" fmla="*/ 2 h 68"/>
                  <a:gd name="T58" fmla="*/ 58 w 77"/>
                  <a:gd name="T59" fmla="*/ 4 h 68"/>
                  <a:gd name="T60" fmla="*/ 54 w 77"/>
                  <a:gd name="T61" fmla="*/ 14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68">
                    <a:moveTo>
                      <a:pt x="54" y="14"/>
                    </a:moveTo>
                    <a:cubicBezTo>
                      <a:pt x="54" y="14"/>
                      <a:pt x="50" y="19"/>
                      <a:pt x="47" y="25"/>
                    </a:cubicBezTo>
                    <a:cubicBezTo>
                      <a:pt x="46" y="25"/>
                      <a:pt x="46" y="25"/>
                      <a:pt x="46" y="25"/>
                    </a:cubicBezTo>
                    <a:cubicBezTo>
                      <a:pt x="44" y="25"/>
                      <a:pt x="37" y="25"/>
                      <a:pt x="35" y="23"/>
                    </a:cubicBezTo>
                    <a:cubicBezTo>
                      <a:pt x="32" y="22"/>
                      <a:pt x="28" y="19"/>
                      <a:pt x="27" y="19"/>
                    </a:cubicBezTo>
                    <a:cubicBezTo>
                      <a:pt x="25" y="18"/>
                      <a:pt x="23" y="19"/>
                      <a:pt x="22" y="22"/>
                    </a:cubicBezTo>
                    <a:cubicBezTo>
                      <a:pt x="21" y="25"/>
                      <a:pt x="21" y="28"/>
                      <a:pt x="25" y="32"/>
                    </a:cubicBezTo>
                    <a:cubicBezTo>
                      <a:pt x="29" y="37"/>
                      <a:pt x="30" y="36"/>
                      <a:pt x="34" y="35"/>
                    </a:cubicBezTo>
                    <a:cubicBezTo>
                      <a:pt x="36" y="35"/>
                      <a:pt x="38" y="34"/>
                      <a:pt x="40" y="34"/>
                    </a:cubicBezTo>
                    <a:cubicBezTo>
                      <a:pt x="38" y="36"/>
                      <a:pt x="37" y="38"/>
                      <a:pt x="37" y="38"/>
                    </a:cubicBezTo>
                    <a:cubicBezTo>
                      <a:pt x="35" y="40"/>
                      <a:pt x="29" y="47"/>
                      <a:pt x="25" y="50"/>
                    </a:cubicBezTo>
                    <a:cubicBezTo>
                      <a:pt x="21" y="52"/>
                      <a:pt x="11" y="57"/>
                      <a:pt x="11" y="57"/>
                    </a:cubicBezTo>
                    <a:cubicBezTo>
                      <a:pt x="12" y="58"/>
                      <a:pt x="9" y="58"/>
                      <a:pt x="9" y="55"/>
                    </a:cubicBezTo>
                    <a:cubicBezTo>
                      <a:pt x="8" y="52"/>
                      <a:pt x="6" y="54"/>
                      <a:pt x="3" y="56"/>
                    </a:cubicBezTo>
                    <a:cubicBezTo>
                      <a:pt x="0" y="58"/>
                      <a:pt x="2" y="62"/>
                      <a:pt x="2" y="64"/>
                    </a:cubicBezTo>
                    <a:cubicBezTo>
                      <a:pt x="1" y="66"/>
                      <a:pt x="1" y="68"/>
                      <a:pt x="6" y="67"/>
                    </a:cubicBezTo>
                    <a:cubicBezTo>
                      <a:pt x="10" y="66"/>
                      <a:pt x="14" y="62"/>
                      <a:pt x="19" y="59"/>
                    </a:cubicBezTo>
                    <a:cubicBezTo>
                      <a:pt x="24" y="57"/>
                      <a:pt x="32" y="53"/>
                      <a:pt x="36" y="49"/>
                    </a:cubicBezTo>
                    <a:cubicBezTo>
                      <a:pt x="39" y="46"/>
                      <a:pt x="45" y="38"/>
                      <a:pt x="48" y="33"/>
                    </a:cubicBezTo>
                    <a:cubicBezTo>
                      <a:pt x="53" y="33"/>
                      <a:pt x="61" y="33"/>
                      <a:pt x="63" y="33"/>
                    </a:cubicBezTo>
                    <a:cubicBezTo>
                      <a:pt x="65" y="33"/>
                      <a:pt x="67" y="35"/>
                      <a:pt x="70" y="34"/>
                    </a:cubicBezTo>
                    <a:cubicBezTo>
                      <a:pt x="73" y="34"/>
                      <a:pt x="77" y="33"/>
                      <a:pt x="75" y="30"/>
                    </a:cubicBezTo>
                    <a:cubicBezTo>
                      <a:pt x="73" y="27"/>
                      <a:pt x="71" y="24"/>
                      <a:pt x="68" y="25"/>
                    </a:cubicBezTo>
                    <a:cubicBezTo>
                      <a:pt x="65" y="26"/>
                      <a:pt x="61" y="26"/>
                      <a:pt x="59" y="26"/>
                    </a:cubicBezTo>
                    <a:cubicBezTo>
                      <a:pt x="59" y="26"/>
                      <a:pt x="56" y="26"/>
                      <a:pt x="54" y="25"/>
                    </a:cubicBezTo>
                    <a:cubicBezTo>
                      <a:pt x="55" y="23"/>
                      <a:pt x="57" y="21"/>
                      <a:pt x="57" y="20"/>
                    </a:cubicBezTo>
                    <a:cubicBezTo>
                      <a:pt x="59" y="18"/>
                      <a:pt x="60" y="17"/>
                      <a:pt x="61" y="16"/>
                    </a:cubicBezTo>
                    <a:cubicBezTo>
                      <a:pt x="62" y="16"/>
                      <a:pt x="65" y="14"/>
                      <a:pt x="66" y="11"/>
                    </a:cubicBezTo>
                    <a:cubicBezTo>
                      <a:pt x="67" y="9"/>
                      <a:pt x="66" y="3"/>
                      <a:pt x="65" y="2"/>
                    </a:cubicBezTo>
                    <a:cubicBezTo>
                      <a:pt x="63" y="0"/>
                      <a:pt x="59" y="1"/>
                      <a:pt x="58" y="4"/>
                    </a:cubicBezTo>
                    <a:cubicBezTo>
                      <a:pt x="56" y="7"/>
                      <a:pt x="55" y="14"/>
                      <a:pt x="54" y="1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solidFill>
                    <a:srgbClr val="000000"/>
                  </a:solidFill>
                </a:endParaRPr>
              </a:p>
            </p:txBody>
          </p:sp>
          <p:sp>
            <p:nvSpPr>
              <p:cNvPr id="20" name="í$ḻíde"/>
              <p:cNvSpPr/>
              <p:nvPr/>
            </p:nvSpPr>
            <p:spPr bwMode="auto">
              <a:xfrm>
                <a:off x="2625726" y="2725738"/>
                <a:ext cx="890588" cy="1277938"/>
              </a:xfrm>
              <a:custGeom>
                <a:avLst/>
                <a:gdLst>
                  <a:gd name="T0" fmla="*/ 135 w 270"/>
                  <a:gd name="T1" fmla="*/ 22 h 387"/>
                  <a:gd name="T2" fmla="*/ 131 w 270"/>
                  <a:gd name="T3" fmla="*/ 22 h 387"/>
                  <a:gd name="T4" fmla="*/ 117 w 270"/>
                  <a:gd name="T5" fmla="*/ 6 h 387"/>
                  <a:gd name="T6" fmla="*/ 99 w 270"/>
                  <a:gd name="T7" fmla="*/ 6 h 387"/>
                  <a:gd name="T8" fmla="*/ 85 w 270"/>
                  <a:gd name="T9" fmla="*/ 0 h 387"/>
                  <a:gd name="T10" fmla="*/ 100 w 270"/>
                  <a:gd name="T11" fmla="*/ 20 h 387"/>
                  <a:gd name="T12" fmla="*/ 113 w 270"/>
                  <a:gd name="T13" fmla="*/ 20 h 387"/>
                  <a:gd name="T14" fmla="*/ 126 w 270"/>
                  <a:gd name="T15" fmla="*/ 23 h 387"/>
                  <a:gd name="T16" fmla="*/ 88 w 270"/>
                  <a:gd name="T17" fmla="*/ 45 h 387"/>
                  <a:gd name="T18" fmla="*/ 82 w 270"/>
                  <a:gd name="T19" fmla="*/ 108 h 387"/>
                  <a:gd name="T20" fmla="*/ 60 w 270"/>
                  <a:gd name="T21" fmla="*/ 108 h 387"/>
                  <a:gd name="T22" fmla="*/ 35 w 270"/>
                  <a:gd name="T23" fmla="*/ 142 h 387"/>
                  <a:gd name="T24" fmla="*/ 25 w 270"/>
                  <a:gd name="T25" fmla="*/ 309 h 387"/>
                  <a:gd name="T26" fmla="*/ 0 w 270"/>
                  <a:gd name="T27" fmla="*/ 387 h 387"/>
                  <a:gd name="T28" fmla="*/ 30 w 270"/>
                  <a:gd name="T29" fmla="*/ 387 h 387"/>
                  <a:gd name="T30" fmla="*/ 45 w 270"/>
                  <a:gd name="T31" fmla="*/ 367 h 387"/>
                  <a:gd name="T32" fmla="*/ 37 w 270"/>
                  <a:gd name="T33" fmla="*/ 387 h 387"/>
                  <a:gd name="T34" fmla="*/ 63 w 270"/>
                  <a:gd name="T35" fmla="*/ 387 h 387"/>
                  <a:gd name="T36" fmla="*/ 70 w 270"/>
                  <a:gd name="T37" fmla="*/ 353 h 387"/>
                  <a:gd name="T38" fmla="*/ 78 w 270"/>
                  <a:gd name="T39" fmla="*/ 167 h 387"/>
                  <a:gd name="T40" fmla="*/ 90 w 270"/>
                  <a:gd name="T41" fmla="*/ 151 h 387"/>
                  <a:gd name="T42" fmla="*/ 130 w 270"/>
                  <a:gd name="T43" fmla="*/ 151 h 387"/>
                  <a:gd name="T44" fmla="*/ 130 w 270"/>
                  <a:gd name="T45" fmla="*/ 69 h 387"/>
                  <a:gd name="T46" fmla="*/ 113 w 270"/>
                  <a:gd name="T47" fmla="*/ 48 h 387"/>
                  <a:gd name="T48" fmla="*/ 135 w 270"/>
                  <a:gd name="T49" fmla="*/ 27 h 387"/>
                  <a:gd name="T50" fmla="*/ 156 w 270"/>
                  <a:gd name="T51" fmla="*/ 48 h 387"/>
                  <a:gd name="T52" fmla="*/ 139 w 270"/>
                  <a:gd name="T53" fmla="*/ 69 h 387"/>
                  <a:gd name="T54" fmla="*/ 139 w 270"/>
                  <a:gd name="T55" fmla="*/ 151 h 387"/>
                  <a:gd name="T56" fmla="*/ 180 w 270"/>
                  <a:gd name="T57" fmla="*/ 151 h 387"/>
                  <a:gd name="T58" fmla="*/ 191 w 270"/>
                  <a:gd name="T59" fmla="*/ 167 h 387"/>
                  <a:gd name="T60" fmla="*/ 200 w 270"/>
                  <a:gd name="T61" fmla="*/ 353 h 387"/>
                  <a:gd name="T62" fmla="*/ 207 w 270"/>
                  <a:gd name="T63" fmla="*/ 387 h 387"/>
                  <a:gd name="T64" fmla="*/ 233 w 270"/>
                  <a:gd name="T65" fmla="*/ 387 h 387"/>
                  <a:gd name="T66" fmla="*/ 224 w 270"/>
                  <a:gd name="T67" fmla="*/ 367 h 387"/>
                  <a:gd name="T68" fmla="*/ 239 w 270"/>
                  <a:gd name="T69" fmla="*/ 387 h 387"/>
                  <a:gd name="T70" fmla="*/ 270 w 270"/>
                  <a:gd name="T71" fmla="*/ 387 h 387"/>
                  <a:gd name="T72" fmla="*/ 244 w 270"/>
                  <a:gd name="T73" fmla="*/ 309 h 387"/>
                  <a:gd name="T74" fmla="*/ 235 w 270"/>
                  <a:gd name="T75" fmla="*/ 142 h 387"/>
                  <a:gd name="T76" fmla="*/ 209 w 270"/>
                  <a:gd name="T77" fmla="*/ 108 h 387"/>
                  <a:gd name="T78" fmla="*/ 188 w 270"/>
                  <a:gd name="T79" fmla="*/ 108 h 387"/>
                  <a:gd name="T80" fmla="*/ 182 w 270"/>
                  <a:gd name="T81" fmla="*/ 45 h 387"/>
                  <a:gd name="T82" fmla="*/ 144 w 270"/>
                  <a:gd name="T83" fmla="*/ 23 h 387"/>
                  <a:gd name="T84" fmla="*/ 157 w 270"/>
                  <a:gd name="T85" fmla="*/ 20 h 387"/>
                  <a:gd name="T86" fmla="*/ 170 w 270"/>
                  <a:gd name="T87" fmla="*/ 20 h 387"/>
                  <a:gd name="T88" fmla="*/ 184 w 270"/>
                  <a:gd name="T89" fmla="*/ 0 h 387"/>
                  <a:gd name="T90" fmla="*/ 170 w 270"/>
                  <a:gd name="T91" fmla="*/ 6 h 387"/>
                  <a:gd name="T92" fmla="*/ 153 w 270"/>
                  <a:gd name="T93" fmla="*/ 6 h 387"/>
                  <a:gd name="T94" fmla="*/ 139 w 270"/>
                  <a:gd name="T95" fmla="*/ 22 h 387"/>
                  <a:gd name="T96" fmla="*/ 135 w 270"/>
                  <a:gd name="T97" fmla="*/ 22 h 3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70" h="387">
                    <a:moveTo>
                      <a:pt x="135" y="22"/>
                    </a:moveTo>
                    <a:cubicBezTo>
                      <a:pt x="133" y="22"/>
                      <a:pt x="132" y="22"/>
                      <a:pt x="131" y="22"/>
                    </a:cubicBezTo>
                    <a:cubicBezTo>
                      <a:pt x="130" y="15"/>
                      <a:pt x="126" y="6"/>
                      <a:pt x="117" y="6"/>
                    </a:cubicBezTo>
                    <a:cubicBezTo>
                      <a:pt x="110" y="6"/>
                      <a:pt x="106" y="6"/>
                      <a:pt x="99" y="6"/>
                    </a:cubicBezTo>
                    <a:cubicBezTo>
                      <a:pt x="93" y="6"/>
                      <a:pt x="88" y="4"/>
                      <a:pt x="85" y="0"/>
                    </a:cubicBezTo>
                    <a:cubicBezTo>
                      <a:pt x="87" y="9"/>
                      <a:pt x="90" y="18"/>
                      <a:pt x="100" y="20"/>
                    </a:cubicBezTo>
                    <a:cubicBezTo>
                      <a:pt x="104" y="20"/>
                      <a:pt x="109" y="20"/>
                      <a:pt x="113" y="20"/>
                    </a:cubicBezTo>
                    <a:cubicBezTo>
                      <a:pt x="120" y="20"/>
                      <a:pt x="123" y="21"/>
                      <a:pt x="126" y="23"/>
                    </a:cubicBezTo>
                    <a:cubicBezTo>
                      <a:pt x="109" y="24"/>
                      <a:pt x="93" y="30"/>
                      <a:pt x="88" y="45"/>
                    </a:cubicBezTo>
                    <a:cubicBezTo>
                      <a:pt x="83" y="59"/>
                      <a:pt x="85" y="92"/>
                      <a:pt x="82" y="108"/>
                    </a:cubicBezTo>
                    <a:cubicBezTo>
                      <a:pt x="75" y="108"/>
                      <a:pt x="67" y="108"/>
                      <a:pt x="60" y="108"/>
                    </a:cubicBezTo>
                    <a:cubicBezTo>
                      <a:pt x="42" y="107"/>
                      <a:pt x="36" y="123"/>
                      <a:pt x="35" y="142"/>
                    </a:cubicBezTo>
                    <a:cubicBezTo>
                      <a:pt x="32" y="198"/>
                      <a:pt x="28" y="253"/>
                      <a:pt x="25" y="309"/>
                    </a:cubicBezTo>
                    <a:cubicBezTo>
                      <a:pt x="23" y="352"/>
                      <a:pt x="14" y="372"/>
                      <a:pt x="0" y="387"/>
                    </a:cubicBezTo>
                    <a:cubicBezTo>
                      <a:pt x="10" y="387"/>
                      <a:pt x="20" y="387"/>
                      <a:pt x="30" y="387"/>
                    </a:cubicBezTo>
                    <a:cubicBezTo>
                      <a:pt x="35" y="383"/>
                      <a:pt x="38" y="378"/>
                      <a:pt x="45" y="367"/>
                    </a:cubicBezTo>
                    <a:cubicBezTo>
                      <a:pt x="42" y="377"/>
                      <a:pt x="40" y="382"/>
                      <a:pt x="37" y="387"/>
                    </a:cubicBezTo>
                    <a:cubicBezTo>
                      <a:pt x="46" y="387"/>
                      <a:pt x="54" y="387"/>
                      <a:pt x="63" y="387"/>
                    </a:cubicBezTo>
                    <a:cubicBezTo>
                      <a:pt x="68" y="377"/>
                      <a:pt x="70" y="365"/>
                      <a:pt x="70" y="353"/>
                    </a:cubicBezTo>
                    <a:cubicBezTo>
                      <a:pt x="73" y="291"/>
                      <a:pt x="76" y="229"/>
                      <a:pt x="78" y="167"/>
                    </a:cubicBezTo>
                    <a:cubicBezTo>
                      <a:pt x="79" y="157"/>
                      <a:pt x="82" y="151"/>
                      <a:pt x="90" y="151"/>
                    </a:cubicBezTo>
                    <a:cubicBezTo>
                      <a:pt x="103" y="151"/>
                      <a:pt x="117" y="151"/>
                      <a:pt x="130" y="151"/>
                    </a:cubicBezTo>
                    <a:cubicBezTo>
                      <a:pt x="130" y="124"/>
                      <a:pt x="130" y="96"/>
                      <a:pt x="130" y="69"/>
                    </a:cubicBezTo>
                    <a:cubicBezTo>
                      <a:pt x="121" y="67"/>
                      <a:pt x="113" y="58"/>
                      <a:pt x="113" y="48"/>
                    </a:cubicBezTo>
                    <a:cubicBezTo>
                      <a:pt x="113" y="36"/>
                      <a:pt x="123" y="27"/>
                      <a:pt x="135" y="27"/>
                    </a:cubicBezTo>
                    <a:cubicBezTo>
                      <a:pt x="147" y="27"/>
                      <a:pt x="156" y="36"/>
                      <a:pt x="156" y="48"/>
                    </a:cubicBezTo>
                    <a:cubicBezTo>
                      <a:pt x="156" y="58"/>
                      <a:pt x="149" y="67"/>
                      <a:pt x="139" y="69"/>
                    </a:cubicBezTo>
                    <a:cubicBezTo>
                      <a:pt x="139" y="96"/>
                      <a:pt x="139" y="124"/>
                      <a:pt x="139" y="151"/>
                    </a:cubicBezTo>
                    <a:cubicBezTo>
                      <a:pt x="153" y="151"/>
                      <a:pt x="166" y="151"/>
                      <a:pt x="180" y="151"/>
                    </a:cubicBezTo>
                    <a:cubicBezTo>
                      <a:pt x="188" y="151"/>
                      <a:pt x="191" y="157"/>
                      <a:pt x="191" y="167"/>
                    </a:cubicBezTo>
                    <a:cubicBezTo>
                      <a:pt x="194" y="229"/>
                      <a:pt x="197" y="291"/>
                      <a:pt x="200" y="353"/>
                    </a:cubicBezTo>
                    <a:cubicBezTo>
                      <a:pt x="200" y="365"/>
                      <a:pt x="202" y="377"/>
                      <a:pt x="207" y="387"/>
                    </a:cubicBezTo>
                    <a:cubicBezTo>
                      <a:pt x="215" y="387"/>
                      <a:pt x="224" y="387"/>
                      <a:pt x="233" y="387"/>
                    </a:cubicBezTo>
                    <a:cubicBezTo>
                      <a:pt x="230" y="382"/>
                      <a:pt x="227" y="377"/>
                      <a:pt x="224" y="367"/>
                    </a:cubicBezTo>
                    <a:cubicBezTo>
                      <a:pt x="232" y="378"/>
                      <a:pt x="235" y="383"/>
                      <a:pt x="239" y="387"/>
                    </a:cubicBezTo>
                    <a:cubicBezTo>
                      <a:pt x="249" y="387"/>
                      <a:pt x="260" y="387"/>
                      <a:pt x="270" y="387"/>
                    </a:cubicBezTo>
                    <a:cubicBezTo>
                      <a:pt x="256" y="372"/>
                      <a:pt x="247" y="352"/>
                      <a:pt x="244" y="309"/>
                    </a:cubicBezTo>
                    <a:cubicBezTo>
                      <a:pt x="242" y="253"/>
                      <a:pt x="238" y="198"/>
                      <a:pt x="235" y="142"/>
                    </a:cubicBezTo>
                    <a:cubicBezTo>
                      <a:pt x="234" y="123"/>
                      <a:pt x="228" y="107"/>
                      <a:pt x="209" y="108"/>
                    </a:cubicBezTo>
                    <a:cubicBezTo>
                      <a:pt x="202" y="108"/>
                      <a:pt x="195" y="108"/>
                      <a:pt x="188" y="108"/>
                    </a:cubicBezTo>
                    <a:cubicBezTo>
                      <a:pt x="185" y="92"/>
                      <a:pt x="186" y="59"/>
                      <a:pt x="182" y="45"/>
                    </a:cubicBezTo>
                    <a:cubicBezTo>
                      <a:pt x="176" y="30"/>
                      <a:pt x="161" y="24"/>
                      <a:pt x="144" y="23"/>
                    </a:cubicBezTo>
                    <a:cubicBezTo>
                      <a:pt x="146" y="21"/>
                      <a:pt x="150" y="20"/>
                      <a:pt x="157" y="20"/>
                    </a:cubicBezTo>
                    <a:cubicBezTo>
                      <a:pt x="161" y="20"/>
                      <a:pt x="166" y="20"/>
                      <a:pt x="170" y="20"/>
                    </a:cubicBezTo>
                    <a:cubicBezTo>
                      <a:pt x="180" y="18"/>
                      <a:pt x="183" y="9"/>
                      <a:pt x="184" y="0"/>
                    </a:cubicBezTo>
                    <a:cubicBezTo>
                      <a:pt x="181" y="4"/>
                      <a:pt x="177" y="6"/>
                      <a:pt x="170" y="6"/>
                    </a:cubicBezTo>
                    <a:cubicBezTo>
                      <a:pt x="164" y="6"/>
                      <a:pt x="159" y="6"/>
                      <a:pt x="153" y="6"/>
                    </a:cubicBezTo>
                    <a:cubicBezTo>
                      <a:pt x="144" y="6"/>
                      <a:pt x="140" y="15"/>
                      <a:pt x="139" y="22"/>
                    </a:cubicBezTo>
                    <a:cubicBezTo>
                      <a:pt x="138" y="22"/>
                      <a:pt x="136" y="22"/>
                      <a:pt x="135" y="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solidFill>
                    <a:srgbClr val="000000"/>
                  </a:solidFill>
                </a:endParaRPr>
              </a:p>
            </p:txBody>
          </p:sp>
          <p:sp>
            <p:nvSpPr>
              <p:cNvPr id="21" name="ïŝľîḑê"/>
              <p:cNvSpPr/>
              <p:nvPr/>
            </p:nvSpPr>
            <p:spPr bwMode="auto">
              <a:xfrm>
                <a:off x="1735138" y="2095500"/>
                <a:ext cx="2667000" cy="2670175"/>
              </a:xfrm>
              <a:custGeom>
                <a:avLst/>
                <a:gdLst>
                  <a:gd name="T0" fmla="*/ 404 w 809"/>
                  <a:gd name="T1" fmla="*/ 0 h 809"/>
                  <a:gd name="T2" fmla="*/ 809 w 809"/>
                  <a:gd name="T3" fmla="*/ 404 h 809"/>
                  <a:gd name="T4" fmla="*/ 404 w 809"/>
                  <a:gd name="T5" fmla="*/ 809 h 809"/>
                  <a:gd name="T6" fmla="*/ 0 w 809"/>
                  <a:gd name="T7" fmla="*/ 404 h 809"/>
                  <a:gd name="T8" fmla="*/ 404 w 809"/>
                  <a:gd name="T9" fmla="*/ 0 h 809"/>
                  <a:gd name="T10" fmla="*/ 404 w 809"/>
                  <a:gd name="T11" fmla="*/ 0 h 809"/>
                  <a:gd name="T12" fmla="*/ 404 w 809"/>
                  <a:gd name="T13" fmla="*/ 14 h 809"/>
                  <a:gd name="T14" fmla="*/ 14 w 809"/>
                  <a:gd name="T15" fmla="*/ 404 h 809"/>
                  <a:gd name="T16" fmla="*/ 404 w 809"/>
                  <a:gd name="T17" fmla="*/ 795 h 809"/>
                  <a:gd name="T18" fmla="*/ 795 w 809"/>
                  <a:gd name="T19" fmla="*/ 404 h 809"/>
                  <a:gd name="T20" fmla="*/ 404 w 809"/>
                  <a:gd name="T21" fmla="*/ 14 h 8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09" h="809">
                    <a:moveTo>
                      <a:pt x="404" y="0"/>
                    </a:moveTo>
                    <a:cubicBezTo>
                      <a:pt x="627" y="0"/>
                      <a:pt x="809" y="182"/>
                      <a:pt x="809" y="404"/>
                    </a:cubicBezTo>
                    <a:cubicBezTo>
                      <a:pt x="809" y="627"/>
                      <a:pt x="627" y="809"/>
                      <a:pt x="404" y="809"/>
                    </a:cubicBezTo>
                    <a:cubicBezTo>
                      <a:pt x="181" y="809"/>
                      <a:pt x="0" y="627"/>
                      <a:pt x="0" y="404"/>
                    </a:cubicBezTo>
                    <a:cubicBezTo>
                      <a:pt x="0" y="182"/>
                      <a:pt x="181" y="0"/>
                      <a:pt x="404" y="0"/>
                    </a:cubicBezTo>
                    <a:cubicBezTo>
                      <a:pt x="404" y="0"/>
                      <a:pt x="404" y="0"/>
                      <a:pt x="404" y="0"/>
                    </a:cubicBezTo>
                    <a:close/>
                    <a:moveTo>
                      <a:pt x="404" y="14"/>
                    </a:moveTo>
                    <a:cubicBezTo>
                      <a:pt x="189" y="14"/>
                      <a:pt x="14" y="189"/>
                      <a:pt x="14" y="404"/>
                    </a:cubicBezTo>
                    <a:cubicBezTo>
                      <a:pt x="14" y="619"/>
                      <a:pt x="189" y="795"/>
                      <a:pt x="404" y="795"/>
                    </a:cubicBezTo>
                    <a:cubicBezTo>
                      <a:pt x="619" y="795"/>
                      <a:pt x="795" y="619"/>
                      <a:pt x="795" y="404"/>
                    </a:cubicBezTo>
                    <a:cubicBezTo>
                      <a:pt x="795" y="189"/>
                      <a:pt x="619" y="14"/>
                      <a:pt x="404" y="1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solidFill>
                    <a:srgbClr val="000000"/>
                  </a:solidFill>
                </a:endParaRPr>
              </a:p>
            </p:txBody>
          </p:sp>
          <p:sp>
            <p:nvSpPr>
              <p:cNvPr id="22" name="išlíḑe"/>
              <p:cNvSpPr/>
              <p:nvPr/>
            </p:nvSpPr>
            <p:spPr bwMode="auto">
              <a:xfrm>
                <a:off x="1897063" y="3373438"/>
                <a:ext cx="2333625" cy="1227138"/>
              </a:xfrm>
              <a:custGeom>
                <a:avLst/>
                <a:gdLst>
                  <a:gd name="T0" fmla="*/ 21 w 708"/>
                  <a:gd name="T1" fmla="*/ 23 h 372"/>
                  <a:gd name="T2" fmla="*/ 53 w 708"/>
                  <a:gd name="T3" fmla="*/ 35 h 372"/>
                  <a:gd name="T4" fmla="*/ 51 w 708"/>
                  <a:gd name="T5" fmla="*/ 26 h 372"/>
                  <a:gd name="T6" fmla="*/ 18 w 708"/>
                  <a:gd name="T7" fmla="*/ 47 h 372"/>
                  <a:gd name="T8" fmla="*/ 18 w 708"/>
                  <a:gd name="T9" fmla="*/ 88 h 372"/>
                  <a:gd name="T10" fmla="*/ 48 w 708"/>
                  <a:gd name="T11" fmla="*/ 67 h 372"/>
                  <a:gd name="T12" fmla="*/ 18 w 708"/>
                  <a:gd name="T13" fmla="*/ 88 h 372"/>
                  <a:gd name="T14" fmla="*/ 62 w 708"/>
                  <a:gd name="T15" fmla="*/ 109 h 372"/>
                  <a:gd name="T16" fmla="*/ 64 w 708"/>
                  <a:gd name="T17" fmla="*/ 147 h 372"/>
                  <a:gd name="T18" fmla="*/ 42 w 708"/>
                  <a:gd name="T19" fmla="*/ 155 h 372"/>
                  <a:gd name="T20" fmla="*/ 57 w 708"/>
                  <a:gd name="T21" fmla="*/ 206 h 372"/>
                  <a:gd name="T22" fmla="*/ 116 w 708"/>
                  <a:gd name="T23" fmla="*/ 203 h 372"/>
                  <a:gd name="T24" fmla="*/ 93 w 708"/>
                  <a:gd name="T25" fmla="*/ 174 h 372"/>
                  <a:gd name="T26" fmla="*/ 46 w 708"/>
                  <a:gd name="T27" fmla="*/ 181 h 372"/>
                  <a:gd name="T28" fmla="*/ 129 w 708"/>
                  <a:gd name="T29" fmla="*/ 265 h 372"/>
                  <a:gd name="T30" fmla="*/ 149 w 708"/>
                  <a:gd name="T31" fmla="*/ 251 h 372"/>
                  <a:gd name="T32" fmla="*/ 121 w 708"/>
                  <a:gd name="T33" fmla="*/ 221 h 372"/>
                  <a:gd name="T34" fmla="*/ 111 w 708"/>
                  <a:gd name="T35" fmla="*/ 252 h 372"/>
                  <a:gd name="T36" fmla="*/ 164 w 708"/>
                  <a:gd name="T37" fmla="*/ 295 h 372"/>
                  <a:gd name="T38" fmla="*/ 175 w 708"/>
                  <a:gd name="T39" fmla="*/ 321 h 372"/>
                  <a:gd name="T40" fmla="*/ 132 w 708"/>
                  <a:gd name="T41" fmla="*/ 292 h 372"/>
                  <a:gd name="T42" fmla="*/ 146 w 708"/>
                  <a:gd name="T43" fmla="*/ 291 h 372"/>
                  <a:gd name="T44" fmla="*/ 211 w 708"/>
                  <a:gd name="T45" fmla="*/ 283 h 372"/>
                  <a:gd name="T46" fmla="*/ 260 w 708"/>
                  <a:gd name="T47" fmla="*/ 308 h 372"/>
                  <a:gd name="T48" fmla="*/ 205 w 708"/>
                  <a:gd name="T49" fmla="*/ 335 h 372"/>
                  <a:gd name="T50" fmla="*/ 342 w 708"/>
                  <a:gd name="T51" fmla="*/ 329 h 372"/>
                  <a:gd name="T52" fmla="*/ 344 w 708"/>
                  <a:gd name="T53" fmla="*/ 352 h 372"/>
                  <a:gd name="T54" fmla="*/ 303 w 708"/>
                  <a:gd name="T55" fmla="*/ 320 h 372"/>
                  <a:gd name="T56" fmla="*/ 320 w 708"/>
                  <a:gd name="T57" fmla="*/ 364 h 372"/>
                  <a:gd name="T58" fmla="*/ 360 w 708"/>
                  <a:gd name="T59" fmla="*/ 321 h 372"/>
                  <a:gd name="T60" fmla="*/ 416 w 708"/>
                  <a:gd name="T61" fmla="*/ 315 h 372"/>
                  <a:gd name="T62" fmla="*/ 384 w 708"/>
                  <a:gd name="T63" fmla="*/ 368 h 372"/>
                  <a:gd name="T64" fmla="*/ 464 w 708"/>
                  <a:gd name="T65" fmla="*/ 350 h 372"/>
                  <a:gd name="T66" fmla="*/ 433 w 708"/>
                  <a:gd name="T67" fmla="*/ 313 h 372"/>
                  <a:gd name="T68" fmla="*/ 508 w 708"/>
                  <a:gd name="T69" fmla="*/ 337 h 372"/>
                  <a:gd name="T70" fmla="*/ 500 w 708"/>
                  <a:gd name="T71" fmla="*/ 285 h 372"/>
                  <a:gd name="T72" fmla="*/ 483 w 708"/>
                  <a:gd name="T73" fmla="*/ 294 h 372"/>
                  <a:gd name="T74" fmla="*/ 508 w 708"/>
                  <a:gd name="T75" fmla="*/ 337 h 372"/>
                  <a:gd name="T76" fmla="*/ 515 w 708"/>
                  <a:gd name="T77" fmla="*/ 276 h 372"/>
                  <a:gd name="T78" fmla="*/ 548 w 708"/>
                  <a:gd name="T79" fmla="*/ 279 h 372"/>
                  <a:gd name="T80" fmla="*/ 550 w 708"/>
                  <a:gd name="T81" fmla="*/ 283 h 372"/>
                  <a:gd name="T82" fmla="*/ 547 w 708"/>
                  <a:gd name="T83" fmla="*/ 316 h 372"/>
                  <a:gd name="T84" fmla="*/ 609 w 708"/>
                  <a:gd name="T85" fmla="*/ 250 h 372"/>
                  <a:gd name="T86" fmla="*/ 608 w 708"/>
                  <a:gd name="T87" fmla="*/ 227 h 372"/>
                  <a:gd name="T88" fmla="*/ 573 w 708"/>
                  <a:gd name="T89" fmla="*/ 241 h 372"/>
                  <a:gd name="T90" fmla="*/ 609 w 708"/>
                  <a:gd name="T91" fmla="*/ 250 h 372"/>
                  <a:gd name="T92" fmla="*/ 656 w 708"/>
                  <a:gd name="T93" fmla="*/ 184 h 372"/>
                  <a:gd name="T94" fmla="*/ 613 w 708"/>
                  <a:gd name="T95" fmla="*/ 172 h 372"/>
                  <a:gd name="T96" fmla="*/ 625 w 708"/>
                  <a:gd name="T97" fmla="*/ 165 h 372"/>
                  <a:gd name="T98" fmla="*/ 650 w 708"/>
                  <a:gd name="T99" fmla="*/ 169 h 372"/>
                  <a:gd name="T100" fmla="*/ 651 w 708"/>
                  <a:gd name="T101" fmla="*/ 215 h 372"/>
                  <a:gd name="T102" fmla="*/ 635 w 708"/>
                  <a:gd name="T103" fmla="*/ 139 h 372"/>
                  <a:gd name="T104" fmla="*/ 683 w 708"/>
                  <a:gd name="T105" fmla="*/ 137 h 372"/>
                  <a:gd name="T106" fmla="*/ 655 w 708"/>
                  <a:gd name="T107" fmla="*/ 73 h 372"/>
                  <a:gd name="T108" fmla="*/ 690 w 708"/>
                  <a:gd name="T109" fmla="*/ 98 h 372"/>
                  <a:gd name="T110" fmla="*/ 684 w 708"/>
                  <a:gd name="T111" fmla="*/ 17 h 372"/>
                  <a:gd name="T112" fmla="*/ 698 w 708"/>
                  <a:gd name="T113" fmla="*/ 34 h 372"/>
                  <a:gd name="T114" fmla="*/ 659 w 708"/>
                  <a:gd name="T115" fmla="*/ 29 h 372"/>
                  <a:gd name="T116" fmla="*/ 659 w 708"/>
                  <a:gd name="T117" fmla="*/ 11 h 372"/>
                  <a:gd name="T118" fmla="*/ 663 w 708"/>
                  <a:gd name="T119" fmla="*/ 6 h 3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708" h="372">
                    <a:moveTo>
                      <a:pt x="0" y="6"/>
                    </a:moveTo>
                    <a:cubicBezTo>
                      <a:pt x="19" y="6"/>
                      <a:pt x="19" y="6"/>
                      <a:pt x="19" y="6"/>
                    </a:cubicBezTo>
                    <a:cubicBezTo>
                      <a:pt x="19" y="8"/>
                      <a:pt x="19" y="8"/>
                      <a:pt x="19" y="8"/>
                    </a:cubicBezTo>
                    <a:cubicBezTo>
                      <a:pt x="15" y="9"/>
                      <a:pt x="11" y="11"/>
                      <a:pt x="8" y="14"/>
                    </a:cubicBezTo>
                    <a:cubicBezTo>
                      <a:pt x="5" y="18"/>
                      <a:pt x="4" y="22"/>
                      <a:pt x="4" y="26"/>
                    </a:cubicBezTo>
                    <a:cubicBezTo>
                      <a:pt x="4" y="29"/>
                      <a:pt x="5" y="32"/>
                      <a:pt x="6" y="33"/>
                    </a:cubicBezTo>
                    <a:cubicBezTo>
                      <a:pt x="7" y="35"/>
                      <a:pt x="9" y="36"/>
                      <a:pt x="11" y="36"/>
                    </a:cubicBezTo>
                    <a:cubicBezTo>
                      <a:pt x="14" y="36"/>
                      <a:pt x="18" y="32"/>
                      <a:pt x="21" y="23"/>
                    </a:cubicBezTo>
                    <a:cubicBezTo>
                      <a:pt x="21" y="23"/>
                      <a:pt x="21" y="23"/>
                      <a:pt x="21" y="23"/>
                    </a:cubicBezTo>
                    <a:cubicBezTo>
                      <a:pt x="22" y="22"/>
                      <a:pt x="22" y="22"/>
                      <a:pt x="22" y="21"/>
                    </a:cubicBezTo>
                    <a:cubicBezTo>
                      <a:pt x="25" y="15"/>
                      <a:pt x="27" y="11"/>
                      <a:pt x="30" y="9"/>
                    </a:cubicBezTo>
                    <a:cubicBezTo>
                      <a:pt x="31" y="8"/>
                      <a:pt x="32" y="7"/>
                      <a:pt x="34" y="7"/>
                    </a:cubicBezTo>
                    <a:cubicBezTo>
                      <a:pt x="35" y="6"/>
                      <a:pt x="36" y="6"/>
                      <a:pt x="38" y="6"/>
                    </a:cubicBezTo>
                    <a:cubicBezTo>
                      <a:pt x="43" y="6"/>
                      <a:pt x="47" y="8"/>
                      <a:pt x="50" y="11"/>
                    </a:cubicBezTo>
                    <a:cubicBezTo>
                      <a:pt x="53" y="15"/>
                      <a:pt x="55" y="19"/>
                      <a:pt x="55" y="25"/>
                    </a:cubicBezTo>
                    <a:cubicBezTo>
                      <a:pt x="55" y="28"/>
                      <a:pt x="54" y="31"/>
                      <a:pt x="53" y="35"/>
                    </a:cubicBezTo>
                    <a:cubicBezTo>
                      <a:pt x="52" y="38"/>
                      <a:pt x="51" y="40"/>
                      <a:pt x="51" y="40"/>
                    </a:cubicBezTo>
                    <a:cubicBezTo>
                      <a:pt x="51" y="41"/>
                      <a:pt x="52" y="41"/>
                      <a:pt x="52" y="42"/>
                    </a:cubicBezTo>
                    <a:cubicBezTo>
                      <a:pt x="53" y="42"/>
                      <a:pt x="53" y="42"/>
                      <a:pt x="55" y="42"/>
                    </a:cubicBezTo>
                    <a:cubicBezTo>
                      <a:pt x="55" y="44"/>
                      <a:pt x="55" y="44"/>
                      <a:pt x="55" y="44"/>
                    </a:cubicBezTo>
                    <a:cubicBezTo>
                      <a:pt x="38" y="45"/>
                      <a:pt x="38" y="45"/>
                      <a:pt x="38" y="45"/>
                    </a:cubicBezTo>
                    <a:cubicBezTo>
                      <a:pt x="38" y="43"/>
                      <a:pt x="38" y="43"/>
                      <a:pt x="38" y="43"/>
                    </a:cubicBezTo>
                    <a:cubicBezTo>
                      <a:pt x="42" y="42"/>
                      <a:pt x="45" y="40"/>
                      <a:pt x="48" y="37"/>
                    </a:cubicBezTo>
                    <a:cubicBezTo>
                      <a:pt x="50" y="34"/>
                      <a:pt x="51" y="30"/>
                      <a:pt x="51" y="26"/>
                    </a:cubicBezTo>
                    <a:cubicBezTo>
                      <a:pt x="51" y="24"/>
                      <a:pt x="51" y="22"/>
                      <a:pt x="49" y="20"/>
                    </a:cubicBezTo>
                    <a:cubicBezTo>
                      <a:pt x="48" y="19"/>
                      <a:pt x="47" y="18"/>
                      <a:pt x="45" y="18"/>
                    </a:cubicBezTo>
                    <a:cubicBezTo>
                      <a:pt x="42" y="18"/>
                      <a:pt x="39" y="21"/>
                      <a:pt x="37" y="28"/>
                    </a:cubicBezTo>
                    <a:cubicBezTo>
                      <a:pt x="36" y="29"/>
                      <a:pt x="36" y="29"/>
                      <a:pt x="36" y="29"/>
                    </a:cubicBezTo>
                    <a:cubicBezTo>
                      <a:pt x="34" y="33"/>
                      <a:pt x="33" y="37"/>
                      <a:pt x="32" y="39"/>
                    </a:cubicBezTo>
                    <a:cubicBezTo>
                      <a:pt x="31" y="40"/>
                      <a:pt x="30" y="42"/>
                      <a:pt x="29" y="43"/>
                    </a:cubicBezTo>
                    <a:cubicBezTo>
                      <a:pt x="27" y="44"/>
                      <a:pt x="26" y="45"/>
                      <a:pt x="24" y="46"/>
                    </a:cubicBezTo>
                    <a:cubicBezTo>
                      <a:pt x="22" y="47"/>
                      <a:pt x="20" y="47"/>
                      <a:pt x="18" y="47"/>
                    </a:cubicBezTo>
                    <a:cubicBezTo>
                      <a:pt x="13" y="47"/>
                      <a:pt x="9" y="46"/>
                      <a:pt x="6" y="42"/>
                    </a:cubicBezTo>
                    <a:cubicBezTo>
                      <a:pt x="2" y="38"/>
                      <a:pt x="1" y="34"/>
                      <a:pt x="1" y="28"/>
                    </a:cubicBezTo>
                    <a:cubicBezTo>
                      <a:pt x="1" y="25"/>
                      <a:pt x="1" y="21"/>
                      <a:pt x="2" y="17"/>
                    </a:cubicBezTo>
                    <a:cubicBezTo>
                      <a:pt x="3" y="14"/>
                      <a:pt x="4" y="12"/>
                      <a:pt x="4" y="12"/>
                    </a:cubicBezTo>
                    <a:cubicBezTo>
                      <a:pt x="4" y="11"/>
                      <a:pt x="3" y="10"/>
                      <a:pt x="3" y="9"/>
                    </a:cubicBezTo>
                    <a:cubicBezTo>
                      <a:pt x="2" y="9"/>
                      <a:pt x="1" y="9"/>
                      <a:pt x="0" y="9"/>
                    </a:cubicBezTo>
                    <a:cubicBezTo>
                      <a:pt x="0" y="6"/>
                      <a:pt x="0" y="6"/>
                      <a:pt x="0" y="6"/>
                    </a:cubicBezTo>
                    <a:close/>
                    <a:moveTo>
                      <a:pt x="18" y="88"/>
                    </a:moveTo>
                    <a:cubicBezTo>
                      <a:pt x="16" y="89"/>
                      <a:pt x="14" y="90"/>
                      <a:pt x="13" y="91"/>
                    </a:cubicBezTo>
                    <a:cubicBezTo>
                      <a:pt x="12" y="92"/>
                      <a:pt x="12" y="94"/>
                      <a:pt x="12" y="96"/>
                    </a:cubicBezTo>
                    <a:cubicBezTo>
                      <a:pt x="10" y="96"/>
                      <a:pt x="10" y="96"/>
                      <a:pt x="10" y="96"/>
                    </a:cubicBezTo>
                    <a:cubicBezTo>
                      <a:pt x="5" y="68"/>
                      <a:pt x="5" y="68"/>
                      <a:pt x="5" y="68"/>
                    </a:cubicBezTo>
                    <a:cubicBezTo>
                      <a:pt x="7" y="67"/>
                      <a:pt x="7" y="67"/>
                      <a:pt x="7" y="67"/>
                    </a:cubicBezTo>
                    <a:cubicBezTo>
                      <a:pt x="8" y="70"/>
                      <a:pt x="8" y="71"/>
                      <a:pt x="10" y="72"/>
                    </a:cubicBezTo>
                    <a:cubicBezTo>
                      <a:pt x="11" y="73"/>
                      <a:pt x="13" y="73"/>
                      <a:pt x="16" y="73"/>
                    </a:cubicBezTo>
                    <a:cubicBezTo>
                      <a:pt x="48" y="67"/>
                      <a:pt x="48" y="67"/>
                      <a:pt x="48" y="67"/>
                    </a:cubicBezTo>
                    <a:cubicBezTo>
                      <a:pt x="50" y="66"/>
                      <a:pt x="52" y="66"/>
                      <a:pt x="53" y="64"/>
                    </a:cubicBezTo>
                    <a:cubicBezTo>
                      <a:pt x="54" y="63"/>
                      <a:pt x="54" y="61"/>
                      <a:pt x="54" y="59"/>
                    </a:cubicBezTo>
                    <a:cubicBezTo>
                      <a:pt x="56" y="59"/>
                      <a:pt x="56" y="59"/>
                      <a:pt x="56" y="59"/>
                    </a:cubicBezTo>
                    <a:cubicBezTo>
                      <a:pt x="61" y="88"/>
                      <a:pt x="61" y="88"/>
                      <a:pt x="61" y="88"/>
                    </a:cubicBezTo>
                    <a:cubicBezTo>
                      <a:pt x="59" y="88"/>
                      <a:pt x="59" y="88"/>
                      <a:pt x="59" y="88"/>
                    </a:cubicBezTo>
                    <a:cubicBezTo>
                      <a:pt x="59" y="85"/>
                      <a:pt x="58" y="84"/>
                      <a:pt x="56" y="83"/>
                    </a:cubicBezTo>
                    <a:cubicBezTo>
                      <a:pt x="55" y="82"/>
                      <a:pt x="53" y="82"/>
                      <a:pt x="51" y="83"/>
                    </a:cubicBezTo>
                    <a:cubicBezTo>
                      <a:pt x="18" y="88"/>
                      <a:pt x="18" y="88"/>
                      <a:pt x="18" y="88"/>
                    </a:cubicBezTo>
                    <a:close/>
                    <a:moveTo>
                      <a:pt x="41" y="158"/>
                    </a:moveTo>
                    <a:cubicBezTo>
                      <a:pt x="37" y="157"/>
                      <a:pt x="33" y="155"/>
                      <a:pt x="30" y="152"/>
                    </a:cubicBezTo>
                    <a:cubicBezTo>
                      <a:pt x="27" y="149"/>
                      <a:pt x="24" y="145"/>
                      <a:pt x="23" y="141"/>
                    </a:cubicBezTo>
                    <a:cubicBezTo>
                      <a:pt x="22" y="137"/>
                      <a:pt x="21" y="134"/>
                      <a:pt x="22" y="131"/>
                    </a:cubicBezTo>
                    <a:cubicBezTo>
                      <a:pt x="22" y="128"/>
                      <a:pt x="23" y="125"/>
                      <a:pt x="24" y="122"/>
                    </a:cubicBezTo>
                    <a:cubicBezTo>
                      <a:pt x="26" y="118"/>
                      <a:pt x="28" y="116"/>
                      <a:pt x="31" y="113"/>
                    </a:cubicBezTo>
                    <a:cubicBezTo>
                      <a:pt x="34" y="111"/>
                      <a:pt x="37" y="109"/>
                      <a:pt x="41" y="108"/>
                    </a:cubicBezTo>
                    <a:cubicBezTo>
                      <a:pt x="49" y="105"/>
                      <a:pt x="55" y="106"/>
                      <a:pt x="62" y="109"/>
                    </a:cubicBezTo>
                    <a:cubicBezTo>
                      <a:pt x="68" y="112"/>
                      <a:pt x="72" y="117"/>
                      <a:pt x="75" y="125"/>
                    </a:cubicBezTo>
                    <a:cubicBezTo>
                      <a:pt x="76" y="128"/>
                      <a:pt x="76" y="131"/>
                      <a:pt x="76" y="135"/>
                    </a:cubicBezTo>
                    <a:cubicBezTo>
                      <a:pt x="76" y="138"/>
                      <a:pt x="76" y="140"/>
                      <a:pt x="76" y="140"/>
                    </a:cubicBezTo>
                    <a:cubicBezTo>
                      <a:pt x="76" y="141"/>
                      <a:pt x="77" y="141"/>
                      <a:pt x="77" y="141"/>
                    </a:cubicBezTo>
                    <a:cubicBezTo>
                      <a:pt x="78" y="142"/>
                      <a:pt x="79" y="142"/>
                      <a:pt x="80" y="142"/>
                    </a:cubicBezTo>
                    <a:cubicBezTo>
                      <a:pt x="80" y="144"/>
                      <a:pt x="80" y="144"/>
                      <a:pt x="80" y="144"/>
                    </a:cubicBezTo>
                    <a:cubicBezTo>
                      <a:pt x="65" y="149"/>
                      <a:pt x="65" y="149"/>
                      <a:pt x="65" y="149"/>
                    </a:cubicBezTo>
                    <a:cubicBezTo>
                      <a:pt x="64" y="147"/>
                      <a:pt x="64" y="147"/>
                      <a:pt x="64" y="147"/>
                    </a:cubicBezTo>
                    <a:cubicBezTo>
                      <a:pt x="68" y="145"/>
                      <a:pt x="70" y="142"/>
                      <a:pt x="72" y="139"/>
                    </a:cubicBezTo>
                    <a:cubicBezTo>
                      <a:pt x="73" y="137"/>
                      <a:pt x="73" y="133"/>
                      <a:pt x="72" y="130"/>
                    </a:cubicBezTo>
                    <a:cubicBezTo>
                      <a:pt x="71" y="126"/>
                      <a:pt x="68" y="123"/>
                      <a:pt x="64" y="122"/>
                    </a:cubicBezTo>
                    <a:cubicBezTo>
                      <a:pt x="59" y="121"/>
                      <a:pt x="54" y="122"/>
                      <a:pt x="47" y="124"/>
                    </a:cubicBezTo>
                    <a:cubicBezTo>
                      <a:pt x="40" y="126"/>
                      <a:pt x="34" y="129"/>
                      <a:pt x="31" y="132"/>
                    </a:cubicBezTo>
                    <a:cubicBezTo>
                      <a:pt x="28" y="136"/>
                      <a:pt x="27" y="140"/>
                      <a:pt x="29" y="144"/>
                    </a:cubicBezTo>
                    <a:cubicBezTo>
                      <a:pt x="30" y="146"/>
                      <a:pt x="31" y="149"/>
                      <a:pt x="34" y="151"/>
                    </a:cubicBezTo>
                    <a:cubicBezTo>
                      <a:pt x="36" y="153"/>
                      <a:pt x="39" y="154"/>
                      <a:pt x="42" y="155"/>
                    </a:cubicBezTo>
                    <a:cubicBezTo>
                      <a:pt x="41" y="158"/>
                      <a:pt x="41" y="158"/>
                      <a:pt x="41" y="158"/>
                    </a:cubicBezTo>
                    <a:close/>
                    <a:moveTo>
                      <a:pt x="60" y="193"/>
                    </a:moveTo>
                    <a:cubicBezTo>
                      <a:pt x="73" y="185"/>
                      <a:pt x="73" y="185"/>
                      <a:pt x="73" y="185"/>
                    </a:cubicBezTo>
                    <a:cubicBezTo>
                      <a:pt x="81" y="198"/>
                      <a:pt x="81" y="198"/>
                      <a:pt x="81" y="198"/>
                    </a:cubicBezTo>
                    <a:cubicBezTo>
                      <a:pt x="68" y="207"/>
                      <a:pt x="68" y="207"/>
                      <a:pt x="68" y="207"/>
                    </a:cubicBezTo>
                    <a:cubicBezTo>
                      <a:pt x="66" y="208"/>
                      <a:pt x="64" y="208"/>
                      <a:pt x="63" y="208"/>
                    </a:cubicBezTo>
                    <a:cubicBezTo>
                      <a:pt x="61" y="208"/>
                      <a:pt x="60" y="207"/>
                      <a:pt x="59" y="205"/>
                    </a:cubicBezTo>
                    <a:cubicBezTo>
                      <a:pt x="57" y="206"/>
                      <a:pt x="57" y="206"/>
                      <a:pt x="57" y="206"/>
                    </a:cubicBezTo>
                    <a:cubicBezTo>
                      <a:pt x="72" y="231"/>
                      <a:pt x="72" y="231"/>
                      <a:pt x="72" y="231"/>
                    </a:cubicBezTo>
                    <a:cubicBezTo>
                      <a:pt x="74" y="230"/>
                      <a:pt x="74" y="230"/>
                      <a:pt x="74" y="230"/>
                    </a:cubicBezTo>
                    <a:cubicBezTo>
                      <a:pt x="73" y="228"/>
                      <a:pt x="72" y="226"/>
                      <a:pt x="73" y="224"/>
                    </a:cubicBezTo>
                    <a:cubicBezTo>
                      <a:pt x="73" y="223"/>
                      <a:pt x="75" y="222"/>
                      <a:pt x="77" y="220"/>
                    </a:cubicBezTo>
                    <a:cubicBezTo>
                      <a:pt x="105" y="203"/>
                      <a:pt x="105" y="203"/>
                      <a:pt x="105" y="203"/>
                    </a:cubicBezTo>
                    <a:cubicBezTo>
                      <a:pt x="107" y="201"/>
                      <a:pt x="109" y="201"/>
                      <a:pt x="110" y="201"/>
                    </a:cubicBezTo>
                    <a:cubicBezTo>
                      <a:pt x="112" y="201"/>
                      <a:pt x="113" y="202"/>
                      <a:pt x="114" y="204"/>
                    </a:cubicBezTo>
                    <a:cubicBezTo>
                      <a:pt x="116" y="203"/>
                      <a:pt x="116" y="203"/>
                      <a:pt x="116" y="203"/>
                    </a:cubicBezTo>
                    <a:cubicBezTo>
                      <a:pt x="101" y="179"/>
                      <a:pt x="101" y="179"/>
                      <a:pt x="101" y="179"/>
                    </a:cubicBezTo>
                    <a:cubicBezTo>
                      <a:pt x="99" y="180"/>
                      <a:pt x="99" y="180"/>
                      <a:pt x="99" y="180"/>
                    </a:cubicBezTo>
                    <a:cubicBezTo>
                      <a:pt x="100" y="182"/>
                      <a:pt x="101" y="183"/>
                      <a:pt x="100" y="185"/>
                    </a:cubicBezTo>
                    <a:cubicBezTo>
                      <a:pt x="100" y="186"/>
                      <a:pt x="98" y="188"/>
                      <a:pt x="96" y="189"/>
                    </a:cubicBezTo>
                    <a:cubicBezTo>
                      <a:pt x="85" y="196"/>
                      <a:pt x="85" y="196"/>
                      <a:pt x="85" y="196"/>
                    </a:cubicBezTo>
                    <a:cubicBezTo>
                      <a:pt x="76" y="183"/>
                      <a:pt x="76" y="183"/>
                      <a:pt x="76" y="183"/>
                    </a:cubicBezTo>
                    <a:cubicBezTo>
                      <a:pt x="88" y="176"/>
                      <a:pt x="88" y="176"/>
                      <a:pt x="88" y="176"/>
                    </a:cubicBezTo>
                    <a:cubicBezTo>
                      <a:pt x="90" y="174"/>
                      <a:pt x="92" y="174"/>
                      <a:pt x="93" y="174"/>
                    </a:cubicBezTo>
                    <a:cubicBezTo>
                      <a:pt x="95" y="174"/>
                      <a:pt x="96" y="175"/>
                      <a:pt x="98" y="177"/>
                    </a:cubicBezTo>
                    <a:cubicBezTo>
                      <a:pt x="99" y="176"/>
                      <a:pt x="99" y="176"/>
                      <a:pt x="99" y="176"/>
                    </a:cubicBezTo>
                    <a:cubicBezTo>
                      <a:pt x="84" y="152"/>
                      <a:pt x="84" y="152"/>
                      <a:pt x="84" y="152"/>
                    </a:cubicBezTo>
                    <a:cubicBezTo>
                      <a:pt x="82" y="153"/>
                      <a:pt x="82" y="153"/>
                      <a:pt x="82" y="153"/>
                    </a:cubicBezTo>
                    <a:cubicBezTo>
                      <a:pt x="83" y="155"/>
                      <a:pt x="84" y="157"/>
                      <a:pt x="83" y="158"/>
                    </a:cubicBezTo>
                    <a:cubicBezTo>
                      <a:pt x="83" y="159"/>
                      <a:pt x="82" y="161"/>
                      <a:pt x="79" y="162"/>
                    </a:cubicBezTo>
                    <a:cubicBezTo>
                      <a:pt x="52" y="180"/>
                      <a:pt x="52" y="180"/>
                      <a:pt x="52" y="180"/>
                    </a:cubicBezTo>
                    <a:cubicBezTo>
                      <a:pt x="49" y="181"/>
                      <a:pt x="47" y="182"/>
                      <a:pt x="46" y="181"/>
                    </a:cubicBezTo>
                    <a:cubicBezTo>
                      <a:pt x="44" y="181"/>
                      <a:pt x="43" y="180"/>
                      <a:pt x="42" y="178"/>
                    </a:cubicBezTo>
                    <a:cubicBezTo>
                      <a:pt x="40" y="179"/>
                      <a:pt x="40" y="179"/>
                      <a:pt x="40" y="179"/>
                    </a:cubicBezTo>
                    <a:cubicBezTo>
                      <a:pt x="56" y="204"/>
                      <a:pt x="56" y="204"/>
                      <a:pt x="56" y="204"/>
                    </a:cubicBezTo>
                    <a:cubicBezTo>
                      <a:pt x="57" y="203"/>
                      <a:pt x="57" y="203"/>
                      <a:pt x="57" y="203"/>
                    </a:cubicBezTo>
                    <a:cubicBezTo>
                      <a:pt x="56" y="201"/>
                      <a:pt x="56" y="199"/>
                      <a:pt x="56" y="197"/>
                    </a:cubicBezTo>
                    <a:cubicBezTo>
                      <a:pt x="56" y="196"/>
                      <a:pt x="58" y="195"/>
                      <a:pt x="60" y="193"/>
                    </a:cubicBezTo>
                    <a:cubicBezTo>
                      <a:pt x="60" y="193"/>
                      <a:pt x="60" y="193"/>
                      <a:pt x="60" y="193"/>
                    </a:cubicBezTo>
                    <a:close/>
                    <a:moveTo>
                      <a:pt x="129" y="265"/>
                    </a:moveTo>
                    <a:cubicBezTo>
                      <a:pt x="146" y="249"/>
                      <a:pt x="146" y="249"/>
                      <a:pt x="146" y="249"/>
                    </a:cubicBezTo>
                    <a:cubicBezTo>
                      <a:pt x="148" y="247"/>
                      <a:pt x="149" y="245"/>
                      <a:pt x="149" y="244"/>
                    </a:cubicBezTo>
                    <a:cubicBezTo>
                      <a:pt x="150" y="242"/>
                      <a:pt x="149" y="241"/>
                      <a:pt x="147" y="239"/>
                    </a:cubicBezTo>
                    <a:cubicBezTo>
                      <a:pt x="149" y="238"/>
                      <a:pt x="149" y="238"/>
                      <a:pt x="149" y="238"/>
                    </a:cubicBezTo>
                    <a:cubicBezTo>
                      <a:pt x="160" y="250"/>
                      <a:pt x="160" y="250"/>
                      <a:pt x="160" y="250"/>
                    </a:cubicBezTo>
                    <a:cubicBezTo>
                      <a:pt x="159" y="251"/>
                      <a:pt x="159" y="251"/>
                      <a:pt x="159" y="251"/>
                    </a:cubicBezTo>
                    <a:cubicBezTo>
                      <a:pt x="157" y="249"/>
                      <a:pt x="155" y="248"/>
                      <a:pt x="154" y="248"/>
                    </a:cubicBezTo>
                    <a:cubicBezTo>
                      <a:pt x="152" y="248"/>
                      <a:pt x="151" y="249"/>
                      <a:pt x="149" y="251"/>
                    </a:cubicBezTo>
                    <a:cubicBezTo>
                      <a:pt x="132" y="267"/>
                      <a:pt x="132" y="267"/>
                      <a:pt x="132" y="267"/>
                    </a:cubicBezTo>
                    <a:cubicBezTo>
                      <a:pt x="129" y="270"/>
                      <a:pt x="127" y="271"/>
                      <a:pt x="125" y="272"/>
                    </a:cubicBezTo>
                    <a:cubicBezTo>
                      <a:pt x="123" y="273"/>
                      <a:pt x="121" y="274"/>
                      <a:pt x="119" y="274"/>
                    </a:cubicBezTo>
                    <a:cubicBezTo>
                      <a:pt x="116" y="274"/>
                      <a:pt x="114" y="273"/>
                      <a:pt x="111" y="272"/>
                    </a:cubicBezTo>
                    <a:cubicBezTo>
                      <a:pt x="108" y="270"/>
                      <a:pt x="105" y="268"/>
                      <a:pt x="103" y="265"/>
                    </a:cubicBezTo>
                    <a:cubicBezTo>
                      <a:pt x="98" y="260"/>
                      <a:pt x="96" y="256"/>
                      <a:pt x="96" y="251"/>
                    </a:cubicBezTo>
                    <a:cubicBezTo>
                      <a:pt x="96" y="246"/>
                      <a:pt x="98" y="242"/>
                      <a:pt x="103" y="238"/>
                    </a:cubicBezTo>
                    <a:cubicBezTo>
                      <a:pt x="121" y="221"/>
                      <a:pt x="121" y="221"/>
                      <a:pt x="121" y="221"/>
                    </a:cubicBezTo>
                    <a:cubicBezTo>
                      <a:pt x="122" y="219"/>
                      <a:pt x="123" y="217"/>
                      <a:pt x="124" y="216"/>
                    </a:cubicBezTo>
                    <a:cubicBezTo>
                      <a:pt x="124" y="215"/>
                      <a:pt x="123" y="213"/>
                      <a:pt x="121" y="211"/>
                    </a:cubicBezTo>
                    <a:cubicBezTo>
                      <a:pt x="123" y="210"/>
                      <a:pt x="123" y="210"/>
                      <a:pt x="123" y="210"/>
                    </a:cubicBezTo>
                    <a:cubicBezTo>
                      <a:pt x="143" y="231"/>
                      <a:pt x="143" y="231"/>
                      <a:pt x="143" y="231"/>
                    </a:cubicBezTo>
                    <a:cubicBezTo>
                      <a:pt x="141" y="232"/>
                      <a:pt x="141" y="232"/>
                      <a:pt x="141" y="232"/>
                    </a:cubicBezTo>
                    <a:cubicBezTo>
                      <a:pt x="140" y="231"/>
                      <a:pt x="138" y="230"/>
                      <a:pt x="137" y="230"/>
                    </a:cubicBezTo>
                    <a:cubicBezTo>
                      <a:pt x="135" y="230"/>
                      <a:pt x="133" y="231"/>
                      <a:pt x="131" y="233"/>
                    </a:cubicBezTo>
                    <a:cubicBezTo>
                      <a:pt x="111" y="252"/>
                      <a:pt x="111" y="252"/>
                      <a:pt x="111" y="252"/>
                    </a:cubicBezTo>
                    <a:cubicBezTo>
                      <a:pt x="108" y="254"/>
                      <a:pt x="106" y="257"/>
                      <a:pt x="106" y="259"/>
                    </a:cubicBezTo>
                    <a:cubicBezTo>
                      <a:pt x="106" y="262"/>
                      <a:pt x="107" y="264"/>
                      <a:pt x="109" y="267"/>
                    </a:cubicBezTo>
                    <a:cubicBezTo>
                      <a:pt x="112" y="270"/>
                      <a:pt x="115" y="271"/>
                      <a:pt x="118" y="271"/>
                    </a:cubicBezTo>
                    <a:cubicBezTo>
                      <a:pt x="122" y="270"/>
                      <a:pt x="125" y="268"/>
                      <a:pt x="129" y="265"/>
                    </a:cubicBezTo>
                    <a:cubicBezTo>
                      <a:pt x="129" y="265"/>
                      <a:pt x="129" y="265"/>
                      <a:pt x="129" y="265"/>
                    </a:cubicBezTo>
                    <a:close/>
                    <a:moveTo>
                      <a:pt x="146" y="291"/>
                    </a:moveTo>
                    <a:cubicBezTo>
                      <a:pt x="153" y="287"/>
                      <a:pt x="153" y="287"/>
                      <a:pt x="153" y="287"/>
                    </a:cubicBezTo>
                    <a:cubicBezTo>
                      <a:pt x="164" y="295"/>
                      <a:pt x="164" y="295"/>
                      <a:pt x="164" y="295"/>
                    </a:cubicBezTo>
                    <a:cubicBezTo>
                      <a:pt x="161" y="304"/>
                      <a:pt x="161" y="304"/>
                      <a:pt x="161" y="304"/>
                    </a:cubicBezTo>
                    <a:cubicBezTo>
                      <a:pt x="161" y="305"/>
                      <a:pt x="161" y="305"/>
                      <a:pt x="160" y="305"/>
                    </a:cubicBezTo>
                    <a:cubicBezTo>
                      <a:pt x="160" y="306"/>
                      <a:pt x="160" y="306"/>
                      <a:pt x="160" y="306"/>
                    </a:cubicBezTo>
                    <a:cubicBezTo>
                      <a:pt x="159" y="307"/>
                      <a:pt x="158" y="308"/>
                      <a:pt x="158" y="308"/>
                    </a:cubicBezTo>
                    <a:cubicBezTo>
                      <a:pt x="157" y="307"/>
                      <a:pt x="155" y="307"/>
                      <a:pt x="153" y="305"/>
                    </a:cubicBezTo>
                    <a:cubicBezTo>
                      <a:pt x="152" y="307"/>
                      <a:pt x="152" y="307"/>
                      <a:pt x="152" y="307"/>
                    </a:cubicBezTo>
                    <a:cubicBezTo>
                      <a:pt x="174" y="322"/>
                      <a:pt x="174" y="322"/>
                      <a:pt x="174" y="322"/>
                    </a:cubicBezTo>
                    <a:cubicBezTo>
                      <a:pt x="175" y="321"/>
                      <a:pt x="175" y="321"/>
                      <a:pt x="175" y="321"/>
                    </a:cubicBezTo>
                    <a:cubicBezTo>
                      <a:pt x="174" y="320"/>
                      <a:pt x="174" y="320"/>
                      <a:pt x="173" y="319"/>
                    </a:cubicBezTo>
                    <a:cubicBezTo>
                      <a:pt x="173" y="318"/>
                      <a:pt x="173" y="316"/>
                      <a:pt x="174" y="315"/>
                    </a:cubicBezTo>
                    <a:cubicBezTo>
                      <a:pt x="186" y="268"/>
                      <a:pt x="186" y="268"/>
                      <a:pt x="186" y="268"/>
                    </a:cubicBezTo>
                    <a:cubicBezTo>
                      <a:pt x="181" y="264"/>
                      <a:pt x="181" y="264"/>
                      <a:pt x="181" y="264"/>
                    </a:cubicBezTo>
                    <a:cubicBezTo>
                      <a:pt x="141" y="290"/>
                      <a:pt x="141" y="290"/>
                      <a:pt x="141" y="290"/>
                    </a:cubicBezTo>
                    <a:cubicBezTo>
                      <a:pt x="139" y="291"/>
                      <a:pt x="138" y="291"/>
                      <a:pt x="137" y="292"/>
                    </a:cubicBezTo>
                    <a:cubicBezTo>
                      <a:pt x="135" y="292"/>
                      <a:pt x="134" y="291"/>
                      <a:pt x="133" y="291"/>
                    </a:cubicBezTo>
                    <a:cubicBezTo>
                      <a:pt x="132" y="292"/>
                      <a:pt x="132" y="292"/>
                      <a:pt x="132" y="292"/>
                    </a:cubicBezTo>
                    <a:cubicBezTo>
                      <a:pt x="145" y="301"/>
                      <a:pt x="145" y="301"/>
                      <a:pt x="145" y="301"/>
                    </a:cubicBezTo>
                    <a:cubicBezTo>
                      <a:pt x="146" y="300"/>
                      <a:pt x="146" y="300"/>
                      <a:pt x="146" y="300"/>
                    </a:cubicBezTo>
                    <a:cubicBezTo>
                      <a:pt x="145" y="299"/>
                      <a:pt x="145" y="299"/>
                      <a:pt x="145" y="299"/>
                    </a:cubicBezTo>
                    <a:cubicBezTo>
                      <a:pt x="144" y="298"/>
                      <a:pt x="143" y="297"/>
                      <a:pt x="143" y="296"/>
                    </a:cubicBezTo>
                    <a:cubicBezTo>
                      <a:pt x="142" y="295"/>
                      <a:pt x="143" y="294"/>
                      <a:pt x="143" y="293"/>
                    </a:cubicBezTo>
                    <a:cubicBezTo>
                      <a:pt x="144" y="293"/>
                      <a:pt x="144" y="293"/>
                      <a:pt x="144" y="292"/>
                    </a:cubicBezTo>
                    <a:cubicBezTo>
                      <a:pt x="145" y="292"/>
                      <a:pt x="145" y="292"/>
                      <a:pt x="146" y="291"/>
                    </a:cubicBezTo>
                    <a:cubicBezTo>
                      <a:pt x="146" y="291"/>
                      <a:pt x="146" y="291"/>
                      <a:pt x="146" y="291"/>
                    </a:cubicBezTo>
                    <a:close/>
                    <a:moveTo>
                      <a:pt x="156" y="285"/>
                    </a:moveTo>
                    <a:cubicBezTo>
                      <a:pt x="169" y="276"/>
                      <a:pt x="169" y="276"/>
                      <a:pt x="169" y="276"/>
                    </a:cubicBezTo>
                    <a:cubicBezTo>
                      <a:pt x="164" y="291"/>
                      <a:pt x="164" y="291"/>
                      <a:pt x="164" y="291"/>
                    </a:cubicBezTo>
                    <a:cubicBezTo>
                      <a:pt x="156" y="285"/>
                      <a:pt x="156" y="285"/>
                      <a:pt x="156" y="285"/>
                    </a:cubicBezTo>
                    <a:close/>
                    <a:moveTo>
                      <a:pt x="213" y="294"/>
                    </a:moveTo>
                    <a:cubicBezTo>
                      <a:pt x="214" y="292"/>
                      <a:pt x="214" y="290"/>
                      <a:pt x="214" y="288"/>
                    </a:cubicBezTo>
                    <a:cubicBezTo>
                      <a:pt x="213" y="287"/>
                      <a:pt x="212" y="286"/>
                      <a:pt x="210" y="285"/>
                    </a:cubicBezTo>
                    <a:cubicBezTo>
                      <a:pt x="211" y="283"/>
                      <a:pt x="211" y="283"/>
                      <a:pt x="211" y="283"/>
                    </a:cubicBezTo>
                    <a:cubicBezTo>
                      <a:pt x="230" y="292"/>
                      <a:pt x="230" y="292"/>
                      <a:pt x="230" y="292"/>
                    </a:cubicBezTo>
                    <a:cubicBezTo>
                      <a:pt x="239" y="329"/>
                      <a:pt x="239" y="329"/>
                      <a:pt x="239" y="329"/>
                    </a:cubicBezTo>
                    <a:cubicBezTo>
                      <a:pt x="248" y="311"/>
                      <a:pt x="248" y="311"/>
                      <a:pt x="248" y="311"/>
                    </a:cubicBezTo>
                    <a:cubicBezTo>
                      <a:pt x="249" y="308"/>
                      <a:pt x="250" y="306"/>
                      <a:pt x="249" y="305"/>
                    </a:cubicBezTo>
                    <a:cubicBezTo>
                      <a:pt x="249" y="304"/>
                      <a:pt x="248" y="302"/>
                      <a:pt x="245" y="301"/>
                    </a:cubicBezTo>
                    <a:cubicBezTo>
                      <a:pt x="246" y="299"/>
                      <a:pt x="246" y="299"/>
                      <a:pt x="246" y="299"/>
                    </a:cubicBezTo>
                    <a:cubicBezTo>
                      <a:pt x="261" y="306"/>
                      <a:pt x="261" y="306"/>
                      <a:pt x="261" y="306"/>
                    </a:cubicBezTo>
                    <a:cubicBezTo>
                      <a:pt x="260" y="308"/>
                      <a:pt x="260" y="308"/>
                      <a:pt x="260" y="308"/>
                    </a:cubicBezTo>
                    <a:cubicBezTo>
                      <a:pt x="258" y="307"/>
                      <a:pt x="256" y="307"/>
                      <a:pt x="255" y="308"/>
                    </a:cubicBezTo>
                    <a:cubicBezTo>
                      <a:pt x="254" y="308"/>
                      <a:pt x="252" y="310"/>
                      <a:pt x="251" y="312"/>
                    </a:cubicBezTo>
                    <a:cubicBezTo>
                      <a:pt x="234" y="350"/>
                      <a:pt x="234" y="350"/>
                      <a:pt x="234" y="350"/>
                    </a:cubicBezTo>
                    <a:cubicBezTo>
                      <a:pt x="228" y="348"/>
                      <a:pt x="228" y="348"/>
                      <a:pt x="228" y="348"/>
                    </a:cubicBezTo>
                    <a:cubicBezTo>
                      <a:pt x="215" y="297"/>
                      <a:pt x="215" y="297"/>
                      <a:pt x="215" y="297"/>
                    </a:cubicBezTo>
                    <a:cubicBezTo>
                      <a:pt x="202" y="325"/>
                      <a:pt x="202" y="325"/>
                      <a:pt x="202" y="325"/>
                    </a:cubicBezTo>
                    <a:cubicBezTo>
                      <a:pt x="201" y="328"/>
                      <a:pt x="200" y="330"/>
                      <a:pt x="201" y="331"/>
                    </a:cubicBezTo>
                    <a:cubicBezTo>
                      <a:pt x="201" y="332"/>
                      <a:pt x="203" y="334"/>
                      <a:pt x="205" y="335"/>
                    </a:cubicBezTo>
                    <a:cubicBezTo>
                      <a:pt x="204" y="337"/>
                      <a:pt x="204" y="337"/>
                      <a:pt x="204" y="337"/>
                    </a:cubicBezTo>
                    <a:cubicBezTo>
                      <a:pt x="189" y="329"/>
                      <a:pt x="189" y="329"/>
                      <a:pt x="189" y="329"/>
                    </a:cubicBezTo>
                    <a:cubicBezTo>
                      <a:pt x="190" y="328"/>
                      <a:pt x="190" y="328"/>
                      <a:pt x="190" y="328"/>
                    </a:cubicBezTo>
                    <a:cubicBezTo>
                      <a:pt x="192" y="329"/>
                      <a:pt x="194" y="329"/>
                      <a:pt x="195" y="328"/>
                    </a:cubicBezTo>
                    <a:cubicBezTo>
                      <a:pt x="196" y="328"/>
                      <a:pt x="198" y="326"/>
                      <a:pt x="199" y="324"/>
                    </a:cubicBezTo>
                    <a:cubicBezTo>
                      <a:pt x="213" y="294"/>
                      <a:pt x="213" y="294"/>
                      <a:pt x="213" y="294"/>
                    </a:cubicBezTo>
                    <a:close/>
                    <a:moveTo>
                      <a:pt x="340" y="352"/>
                    </a:moveTo>
                    <a:cubicBezTo>
                      <a:pt x="342" y="329"/>
                      <a:pt x="342" y="329"/>
                      <a:pt x="342" y="329"/>
                    </a:cubicBezTo>
                    <a:cubicBezTo>
                      <a:pt x="342" y="326"/>
                      <a:pt x="342" y="324"/>
                      <a:pt x="341" y="323"/>
                    </a:cubicBezTo>
                    <a:cubicBezTo>
                      <a:pt x="340" y="322"/>
                      <a:pt x="339" y="321"/>
                      <a:pt x="336" y="321"/>
                    </a:cubicBezTo>
                    <a:cubicBezTo>
                      <a:pt x="337" y="319"/>
                      <a:pt x="337" y="319"/>
                      <a:pt x="337" y="319"/>
                    </a:cubicBezTo>
                    <a:cubicBezTo>
                      <a:pt x="353" y="320"/>
                      <a:pt x="353" y="320"/>
                      <a:pt x="353" y="320"/>
                    </a:cubicBezTo>
                    <a:cubicBezTo>
                      <a:pt x="353" y="322"/>
                      <a:pt x="353" y="322"/>
                      <a:pt x="353" y="322"/>
                    </a:cubicBezTo>
                    <a:cubicBezTo>
                      <a:pt x="351" y="322"/>
                      <a:pt x="349" y="323"/>
                      <a:pt x="348" y="324"/>
                    </a:cubicBezTo>
                    <a:cubicBezTo>
                      <a:pt x="347" y="325"/>
                      <a:pt x="346" y="327"/>
                      <a:pt x="346" y="329"/>
                    </a:cubicBezTo>
                    <a:cubicBezTo>
                      <a:pt x="344" y="352"/>
                      <a:pt x="344" y="352"/>
                      <a:pt x="344" y="352"/>
                    </a:cubicBezTo>
                    <a:cubicBezTo>
                      <a:pt x="343" y="356"/>
                      <a:pt x="343" y="359"/>
                      <a:pt x="342" y="361"/>
                    </a:cubicBezTo>
                    <a:cubicBezTo>
                      <a:pt x="341" y="363"/>
                      <a:pt x="340" y="364"/>
                      <a:pt x="339" y="366"/>
                    </a:cubicBezTo>
                    <a:cubicBezTo>
                      <a:pt x="337" y="368"/>
                      <a:pt x="334" y="369"/>
                      <a:pt x="331" y="370"/>
                    </a:cubicBezTo>
                    <a:cubicBezTo>
                      <a:pt x="328" y="371"/>
                      <a:pt x="325" y="371"/>
                      <a:pt x="321" y="371"/>
                    </a:cubicBezTo>
                    <a:cubicBezTo>
                      <a:pt x="314" y="370"/>
                      <a:pt x="309" y="368"/>
                      <a:pt x="306" y="365"/>
                    </a:cubicBezTo>
                    <a:cubicBezTo>
                      <a:pt x="303" y="361"/>
                      <a:pt x="302" y="356"/>
                      <a:pt x="302" y="350"/>
                    </a:cubicBezTo>
                    <a:cubicBezTo>
                      <a:pt x="304" y="326"/>
                      <a:pt x="304" y="326"/>
                      <a:pt x="304" y="326"/>
                    </a:cubicBezTo>
                    <a:cubicBezTo>
                      <a:pt x="305" y="323"/>
                      <a:pt x="304" y="321"/>
                      <a:pt x="303" y="320"/>
                    </a:cubicBezTo>
                    <a:cubicBezTo>
                      <a:pt x="303" y="319"/>
                      <a:pt x="301" y="318"/>
                      <a:pt x="299" y="318"/>
                    </a:cubicBezTo>
                    <a:cubicBezTo>
                      <a:pt x="299" y="316"/>
                      <a:pt x="299" y="316"/>
                      <a:pt x="299" y="316"/>
                    </a:cubicBezTo>
                    <a:cubicBezTo>
                      <a:pt x="328" y="318"/>
                      <a:pt x="328" y="318"/>
                      <a:pt x="328" y="318"/>
                    </a:cubicBezTo>
                    <a:cubicBezTo>
                      <a:pt x="328" y="320"/>
                      <a:pt x="328" y="320"/>
                      <a:pt x="328" y="320"/>
                    </a:cubicBezTo>
                    <a:cubicBezTo>
                      <a:pt x="325" y="320"/>
                      <a:pt x="323" y="321"/>
                      <a:pt x="322" y="322"/>
                    </a:cubicBezTo>
                    <a:cubicBezTo>
                      <a:pt x="321" y="323"/>
                      <a:pt x="321" y="324"/>
                      <a:pt x="320" y="327"/>
                    </a:cubicBezTo>
                    <a:cubicBezTo>
                      <a:pt x="318" y="355"/>
                      <a:pt x="318" y="355"/>
                      <a:pt x="318" y="355"/>
                    </a:cubicBezTo>
                    <a:cubicBezTo>
                      <a:pt x="318" y="359"/>
                      <a:pt x="318" y="362"/>
                      <a:pt x="320" y="364"/>
                    </a:cubicBezTo>
                    <a:cubicBezTo>
                      <a:pt x="321" y="366"/>
                      <a:pt x="323" y="367"/>
                      <a:pt x="327" y="367"/>
                    </a:cubicBezTo>
                    <a:cubicBezTo>
                      <a:pt x="331" y="367"/>
                      <a:pt x="334" y="366"/>
                      <a:pt x="336" y="364"/>
                    </a:cubicBezTo>
                    <a:cubicBezTo>
                      <a:pt x="338" y="361"/>
                      <a:pt x="340" y="358"/>
                      <a:pt x="340" y="352"/>
                    </a:cubicBezTo>
                    <a:cubicBezTo>
                      <a:pt x="340" y="352"/>
                      <a:pt x="340" y="352"/>
                      <a:pt x="340" y="352"/>
                    </a:cubicBezTo>
                    <a:close/>
                    <a:moveTo>
                      <a:pt x="368" y="329"/>
                    </a:moveTo>
                    <a:cubicBezTo>
                      <a:pt x="368" y="327"/>
                      <a:pt x="367" y="325"/>
                      <a:pt x="366" y="324"/>
                    </a:cubicBezTo>
                    <a:cubicBezTo>
                      <a:pt x="365" y="323"/>
                      <a:pt x="363" y="323"/>
                      <a:pt x="361" y="323"/>
                    </a:cubicBezTo>
                    <a:cubicBezTo>
                      <a:pt x="360" y="321"/>
                      <a:pt x="360" y="321"/>
                      <a:pt x="360" y="321"/>
                    </a:cubicBezTo>
                    <a:cubicBezTo>
                      <a:pt x="382" y="318"/>
                      <a:pt x="382" y="318"/>
                      <a:pt x="382" y="318"/>
                    </a:cubicBezTo>
                    <a:cubicBezTo>
                      <a:pt x="410" y="344"/>
                      <a:pt x="410" y="344"/>
                      <a:pt x="410" y="344"/>
                    </a:cubicBezTo>
                    <a:cubicBezTo>
                      <a:pt x="407" y="324"/>
                      <a:pt x="407" y="324"/>
                      <a:pt x="407" y="324"/>
                    </a:cubicBezTo>
                    <a:cubicBezTo>
                      <a:pt x="407" y="321"/>
                      <a:pt x="406" y="320"/>
                      <a:pt x="405" y="319"/>
                    </a:cubicBezTo>
                    <a:cubicBezTo>
                      <a:pt x="404" y="318"/>
                      <a:pt x="402" y="317"/>
                      <a:pt x="400" y="317"/>
                    </a:cubicBezTo>
                    <a:cubicBezTo>
                      <a:pt x="399" y="316"/>
                      <a:pt x="399" y="316"/>
                      <a:pt x="399" y="316"/>
                    </a:cubicBezTo>
                    <a:cubicBezTo>
                      <a:pt x="416" y="313"/>
                      <a:pt x="416" y="313"/>
                      <a:pt x="416" y="313"/>
                    </a:cubicBezTo>
                    <a:cubicBezTo>
                      <a:pt x="416" y="315"/>
                      <a:pt x="416" y="315"/>
                      <a:pt x="416" y="315"/>
                    </a:cubicBezTo>
                    <a:cubicBezTo>
                      <a:pt x="414" y="316"/>
                      <a:pt x="412" y="316"/>
                      <a:pt x="411" y="318"/>
                    </a:cubicBezTo>
                    <a:cubicBezTo>
                      <a:pt x="410" y="319"/>
                      <a:pt x="410" y="321"/>
                      <a:pt x="411" y="323"/>
                    </a:cubicBezTo>
                    <a:cubicBezTo>
                      <a:pt x="416" y="365"/>
                      <a:pt x="416" y="365"/>
                      <a:pt x="416" y="365"/>
                    </a:cubicBezTo>
                    <a:cubicBezTo>
                      <a:pt x="411" y="366"/>
                      <a:pt x="411" y="366"/>
                      <a:pt x="411" y="366"/>
                    </a:cubicBezTo>
                    <a:cubicBezTo>
                      <a:pt x="372" y="330"/>
                      <a:pt x="372" y="330"/>
                      <a:pt x="372" y="330"/>
                    </a:cubicBezTo>
                    <a:cubicBezTo>
                      <a:pt x="376" y="361"/>
                      <a:pt x="376" y="361"/>
                      <a:pt x="376" y="361"/>
                    </a:cubicBezTo>
                    <a:cubicBezTo>
                      <a:pt x="377" y="364"/>
                      <a:pt x="377" y="366"/>
                      <a:pt x="379" y="367"/>
                    </a:cubicBezTo>
                    <a:cubicBezTo>
                      <a:pt x="380" y="368"/>
                      <a:pt x="381" y="368"/>
                      <a:pt x="384" y="368"/>
                    </a:cubicBezTo>
                    <a:cubicBezTo>
                      <a:pt x="384" y="370"/>
                      <a:pt x="384" y="370"/>
                      <a:pt x="384" y="370"/>
                    </a:cubicBezTo>
                    <a:cubicBezTo>
                      <a:pt x="368" y="372"/>
                      <a:pt x="368" y="372"/>
                      <a:pt x="368" y="372"/>
                    </a:cubicBezTo>
                    <a:cubicBezTo>
                      <a:pt x="367" y="370"/>
                      <a:pt x="367" y="370"/>
                      <a:pt x="367" y="370"/>
                    </a:cubicBezTo>
                    <a:cubicBezTo>
                      <a:pt x="370" y="370"/>
                      <a:pt x="371" y="369"/>
                      <a:pt x="372" y="368"/>
                    </a:cubicBezTo>
                    <a:cubicBezTo>
                      <a:pt x="373" y="366"/>
                      <a:pt x="373" y="364"/>
                      <a:pt x="373" y="362"/>
                    </a:cubicBezTo>
                    <a:cubicBezTo>
                      <a:pt x="368" y="329"/>
                      <a:pt x="368" y="329"/>
                      <a:pt x="368" y="329"/>
                    </a:cubicBezTo>
                    <a:close/>
                    <a:moveTo>
                      <a:pt x="461" y="345"/>
                    </a:moveTo>
                    <a:cubicBezTo>
                      <a:pt x="462" y="348"/>
                      <a:pt x="463" y="349"/>
                      <a:pt x="464" y="350"/>
                    </a:cubicBezTo>
                    <a:cubicBezTo>
                      <a:pt x="465" y="351"/>
                      <a:pt x="467" y="351"/>
                      <a:pt x="469" y="351"/>
                    </a:cubicBezTo>
                    <a:cubicBezTo>
                      <a:pt x="470" y="352"/>
                      <a:pt x="470" y="352"/>
                      <a:pt x="470" y="352"/>
                    </a:cubicBezTo>
                    <a:cubicBezTo>
                      <a:pt x="442" y="360"/>
                      <a:pt x="442" y="360"/>
                      <a:pt x="442" y="360"/>
                    </a:cubicBezTo>
                    <a:cubicBezTo>
                      <a:pt x="441" y="359"/>
                      <a:pt x="441" y="359"/>
                      <a:pt x="441" y="359"/>
                    </a:cubicBezTo>
                    <a:cubicBezTo>
                      <a:pt x="444" y="358"/>
                      <a:pt x="445" y="357"/>
                      <a:pt x="446" y="355"/>
                    </a:cubicBezTo>
                    <a:cubicBezTo>
                      <a:pt x="446" y="354"/>
                      <a:pt x="446" y="352"/>
                      <a:pt x="446" y="350"/>
                    </a:cubicBezTo>
                    <a:cubicBezTo>
                      <a:pt x="436" y="318"/>
                      <a:pt x="436" y="318"/>
                      <a:pt x="436" y="318"/>
                    </a:cubicBezTo>
                    <a:cubicBezTo>
                      <a:pt x="436" y="316"/>
                      <a:pt x="435" y="314"/>
                      <a:pt x="433" y="313"/>
                    </a:cubicBezTo>
                    <a:cubicBezTo>
                      <a:pt x="432" y="312"/>
                      <a:pt x="430" y="312"/>
                      <a:pt x="428" y="313"/>
                    </a:cubicBezTo>
                    <a:cubicBezTo>
                      <a:pt x="428" y="311"/>
                      <a:pt x="428" y="311"/>
                      <a:pt x="428" y="311"/>
                    </a:cubicBezTo>
                    <a:cubicBezTo>
                      <a:pt x="456" y="303"/>
                      <a:pt x="456" y="303"/>
                      <a:pt x="456" y="303"/>
                    </a:cubicBezTo>
                    <a:cubicBezTo>
                      <a:pt x="456" y="305"/>
                      <a:pt x="456" y="305"/>
                      <a:pt x="456" y="305"/>
                    </a:cubicBezTo>
                    <a:cubicBezTo>
                      <a:pt x="454" y="306"/>
                      <a:pt x="452" y="307"/>
                      <a:pt x="452" y="308"/>
                    </a:cubicBezTo>
                    <a:cubicBezTo>
                      <a:pt x="451" y="309"/>
                      <a:pt x="451" y="311"/>
                      <a:pt x="452" y="314"/>
                    </a:cubicBezTo>
                    <a:cubicBezTo>
                      <a:pt x="461" y="345"/>
                      <a:pt x="461" y="345"/>
                      <a:pt x="461" y="345"/>
                    </a:cubicBezTo>
                    <a:close/>
                    <a:moveTo>
                      <a:pt x="508" y="337"/>
                    </a:moveTo>
                    <a:cubicBezTo>
                      <a:pt x="511" y="336"/>
                      <a:pt x="511" y="336"/>
                      <a:pt x="511" y="336"/>
                    </a:cubicBezTo>
                    <a:cubicBezTo>
                      <a:pt x="507" y="287"/>
                      <a:pt x="507" y="287"/>
                      <a:pt x="507" y="287"/>
                    </a:cubicBezTo>
                    <a:cubicBezTo>
                      <a:pt x="507" y="285"/>
                      <a:pt x="507" y="284"/>
                      <a:pt x="507" y="282"/>
                    </a:cubicBezTo>
                    <a:cubicBezTo>
                      <a:pt x="508" y="281"/>
                      <a:pt x="509" y="280"/>
                      <a:pt x="510" y="279"/>
                    </a:cubicBezTo>
                    <a:cubicBezTo>
                      <a:pt x="509" y="277"/>
                      <a:pt x="509" y="277"/>
                      <a:pt x="509" y="277"/>
                    </a:cubicBezTo>
                    <a:cubicBezTo>
                      <a:pt x="495" y="285"/>
                      <a:pt x="495" y="285"/>
                      <a:pt x="495" y="285"/>
                    </a:cubicBezTo>
                    <a:cubicBezTo>
                      <a:pt x="496" y="286"/>
                      <a:pt x="496" y="286"/>
                      <a:pt x="496" y="286"/>
                    </a:cubicBezTo>
                    <a:cubicBezTo>
                      <a:pt x="498" y="286"/>
                      <a:pt x="499" y="285"/>
                      <a:pt x="500" y="285"/>
                    </a:cubicBezTo>
                    <a:cubicBezTo>
                      <a:pt x="501" y="285"/>
                      <a:pt x="502" y="286"/>
                      <a:pt x="503" y="287"/>
                    </a:cubicBezTo>
                    <a:cubicBezTo>
                      <a:pt x="503" y="287"/>
                      <a:pt x="503" y="287"/>
                      <a:pt x="503" y="288"/>
                    </a:cubicBezTo>
                    <a:cubicBezTo>
                      <a:pt x="503" y="288"/>
                      <a:pt x="503" y="289"/>
                      <a:pt x="503" y="290"/>
                    </a:cubicBezTo>
                    <a:cubicBezTo>
                      <a:pt x="506" y="316"/>
                      <a:pt x="506" y="316"/>
                      <a:pt x="506" y="316"/>
                    </a:cubicBezTo>
                    <a:cubicBezTo>
                      <a:pt x="485" y="298"/>
                      <a:pt x="485" y="298"/>
                      <a:pt x="485" y="298"/>
                    </a:cubicBezTo>
                    <a:cubicBezTo>
                      <a:pt x="484" y="297"/>
                      <a:pt x="484" y="297"/>
                      <a:pt x="484" y="297"/>
                    </a:cubicBezTo>
                    <a:cubicBezTo>
                      <a:pt x="484" y="297"/>
                      <a:pt x="484" y="296"/>
                      <a:pt x="483" y="296"/>
                    </a:cubicBezTo>
                    <a:cubicBezTo>
                      <a:pt x="483" y="295"/>
                      <a:pt x="483" y="295"/>
                      <a:pt x="483" y="294"/>
                    </a:cubicBezTo>
                    <a:cubicBezTo>
                      <a:pt x="484" y="293"/>
                      <a:pt x="485" y="292"/>
                      <a:pt x="486" y="292"/>
                    </a:cubicBezTo>
                    <a:cubicBezTo>
                      <a:pt x="486" y="291"/>
                      <a:pt x="486" y="291"/>
                      <a:pt x="486" y="291"/>
                    </a:cubicBezTo>
                    <a:cubicBezTo>
                      <a:pt x="486" y="290"/>
                      <a:pt x="486" y="290"/>
                      <a:pt x="486" y="290"/>
                    </a:cubicBezTo>
                    <a:cubicBezTo>
                      <a:pt x="462" y="302"/>
                      <a:pt x="462" y="302"/>
                      <a:pt x="462" y="302"/>
                    </a:cubicBezTo>
                    <a:cubicBezTo>
                      <a:pt x="463" y="304"/>
                      <a:pt x="463" y="304"/>
                      <a:pt x="463" y="304"/>
                    </a:cubicBezTo>
                    <a:cubicBezTo>
                      <a:pt x="464" y="303"/>
                      <a:pt x="465" y="303"/>
                      <a:pt x="467" y="303"/>
                    </a:cubicBezTo>
                    <a:cubicBezTo>
                      <a:pt x="468" y="304"/>
                      <a:pt x="469" y="305"/>
                      <a:pt x="471" y="306"/>
                    </a:cubicBezTo>
                    <a:cubicBezTo>
                      <a:pt x="508" y="337"/>
                      <a:pt x="508" y="337"/>
                      <a:pt x="508" y="337"/>
                    </a:cubicBezTo>
                    <a:close/>
                    <a:moveTo>
                      <a:pt x="547" y="316"/>
                    </a:moveTo>
                    <a:cubicBezTo>
                      <a:pt x="546" y="315"/>
                      <a:pt x="546" y="315"/>
                      <a:pt x="546" y="315"/>
                    </a:cubicBezTo>
                    <a:cubicBezTo>
                      <a:pt x="548" y="313"/>
                      <a:pt x="549" y="311"/>
                      <a:pt x="549" y="310"/>
                    </a:cubicBezTo>
                    <a:cubicBezTo>
                      <a:pt x="549" y="308"/>
                      <a:pt x="548" y="307"/>
                      <a:pt x="547" y="305"/>
                    </a:cubicBezTo>
                    <a:cubicBezTo>
                      <a:pt x="526" y="279"/>
                      <a:pt x="526" y="279"/>
                      <a:pt x="526" y="279"/>
                    </a:cubicBezTo>
                    <a:cubicBezTo>
                      <a:pt x="524" y="277"/>
                      <a:pt x="523" y="276"/>
                      <a:pt x="521" y="276"/>
                    </a:cubicBezTo>
                    <a:cubicBezTo>
                      <a:pt x="520" y="275"/>
                      <a:pt x="518" y="276"/>
                      <a:pt x="516" y="277"/>
                    </a:cubicBezTo>
                    <a:cubicBezTo>
                      <a:pt x="515" y="276"/>
                      <a:pt x="515" y="276"/>
                      <a:pt x="515" y="276"/>
                    </a:cubicBezTo>
                    <a:cubicBezTo>
                      <a:pt x="550" y="248"/>
                      <a:pt x="550" y="248"/>
                      <a:pt x="550" y="248"/>
                    </a:cubicBezTo>
                    <a:cubicBezTo>
                      <a:pt x="559" y="258"/>
                      <a:pt x="559" y="258"/>
                      <a:pt x="559" y="258"/>
                    </a:cubicBezTo>
                    <a:cubicBezTo>
                      <a:pt x="558" y="260"/>
                      <a:pt x="558" y="260"/>
                      <a:pt x="558" y="260"/>
                    </a:cubicBezTo>
                    <a:cubicBezTo>
                      <a:pt x="555" y="257"/>
                      <a:pt x="552" y="256"/>
                      <a:pt x="549" y="256"/>
                    </a:cubicBezTo>
                    <a:cubicBezTo>
                      <a:pt x="547" y="255"/>
                      <a:pt x="544" y="257"/>
                      <a:pt x="540" y="260"/>
                    </a:cubicBezTo>
                    <a:cubicBezTo>
                      <a:pt x="535" y="264"/>
                      <a:pt x="535" y="264"/>
                      <a:pt x="535" y="264"/>
                    </a:cubicBezTo>
                    <a:cubicBezTo>
                      <a:pt x="547" y="280"/>
                      <a:pt x="547" y="280"/>
                      <a:pt x="547" y="280"/>
                    </a:cubicBezTo>
                    <a:cubicBezTo>
                      <a:pt x="548" y="279"/>
                      <a:pt x="548" y="279"/>
                      <a:pt x="548" y="279"/>
                    </a:cubicBezTo>
                    <a:cubicBezTo>
                      <a:pt x="550" y="278"/>
                      <a:pt x="551" y="276"/>
                      <a:pt x="551" y="274"/>
                    </a:cubicBezTo>
                    <a:cubicBezTo>
                      <a:pt x="551" y="271"/>
                      <a:pt x="550" y="269"/>
                      <a:pt x="548" y="266"/>
                    </a:cubicBezTo>
                    <a:cubicBezTo>
                      <a:pt x="550" y="264"/>
                      <a:pt x="550" y="264"/>
                      <a:pt x="550" y="264"/>
                    </a:cubicBezTo>
                    <a:cubicBezTo>
                      <a:pt x="565" y="284"/>
                      <a:pt x="565" y="284"/>
                      <a:pt x="565" y="284"/>
                    </a:cubicBezTo>
                    <a:cubicBezTo>
                      <a:pt x="564" y="285"/>
                      <a:pt x="564" y="285"/>
                      <a:pt x="564" y="285"/>
                    </a:cubicBezTo>
                    <a:cubicBezTo>
                      <a:pt x="561" y="282"/>
                      <a:pt x="559" y="280"/>
                      <a:pt x="557" y="280"/>
                    </a:cubicBezTo>
                    <a:cubicBezTo>
                      <a:pt x="554" y="280"/>
                      <a:pt x="552" y="280"/>
                      <a:pt x="550" y="282"/>
                    </a:cubicBezTo>
                    <a:cubicBezTo>
                      <a:pt x="550" y="283"/>
                      <a:pt x="550" y="283"/>
                      <a:pt x="550" y="283"/>
                    </a:cubicBezTo>
                    <a:cubicBezTo>
                      <a:pt x="560" y="295"/>
                      <a:pt x="560" y="295"/>
                      <a:pt x="560" y="295"/>
                    </a:cubicBezTo>
                    <a:cubicBezTo>
                      <a:pt x="561" y="297"/>
                      <a:pt x="562" y="298"/>
                      <a:pt x="563" y="298"/>
                    </a:cubicBezTo>
                    <a:cubicBezTo>
                      <a:pt x="564" y="298"/>
                      <a:pt x="566" y="297"/>
                      <a:pt x="568" y="295"/>
                    </a:cubicBezTo>
                    <a:cubicBezTo>
                      <a:pt x="572" y="292"/>
                      <a:pt x="574" y="289"/>
                      <a:pt x="575" y="286"/>
                    </a:cubicBezTo>
                    <a:cubicBezTo>
                      <a:pt x="576" y="282"/>
                      <a:pt x="575" y="279"/>
                      <a:pt x="573" y="274"/>
                    </a:cubicBezTo>
                    <a:cubicBezTo>
                      <a:pt x="575" y="273"/>
                      <a:pt x="575" y="273"/>
                      <a:pt x="575" y="273"/>
                    </a:cubicBezTo>
                    <a:cubicBezTo>
                      <a:pt x="583" y="287"/>
                      <a:pt x="583" y="287"/>
                      <a:pt x="583" y="287"/>
                    </a:cubicBezTo>
                    <a:cubicBezTo>
                      <a:pt x="547" y="316"/>
                      <a:pt x="547" y="316"/>
                      <a:pt x="547" y="316"/>
                    </a:cubicBezTo>
                    <a:close/>
                    <a:moveTo>
                      <a:pt x="595" y="239"/>
                    </a:moveTo>
                    <a:cubicBezTo>
                      <a:pt x="596" y="238"/>
                      <a:pt x="596" y="238"/>
                      <a:pt x="596" y="238"/>
                    </a:cubicBezTo>
                    <a:cubicBezTo>
                      <a:pt x="598" y="236"/>
                      <a:pt x="599" y="233"/>
                      <a:pt x="599" y="231"/>
                    </a:cubicBezTo>
                    <a:cubicBezTo>
                      <a:pt x="598" y="229"/>
                      <a:pt x="597" y="226"/>
                      <a:pt x="594" y="224"/>
                    </a:cubicBezTo>
                    <a:cubicBezTo>
                      <a:pt x="591" y="221"/>
                      <a:pt x="588" y="220"/>
                      <a:pt x="586" y="220"/>
                    </a:cubicBezTo>
                    <a:cubicBezTo>
                      <a:pt x="583" y="220"/>
                      <a:pt x="581" y="222"/>
                      <a:pt x="579" y="225"/>
                    </a:cubicBezTo>
                    <a:cubicBezTo>
                      <a:pt x="595" y="239"/>
                      <a:pt x="595" y="239"/>
                      <a:pt x="595" y="239"/>
                    </a:cubicBezTo>
                    <a:close/>
                    <a:moveTo>
                      <a:pt x="609" y="250"/>
                    </a:moveTo>
                    <a:cubicBezTo>
                      <a:pt x="598" y="241"/>
                      <a:pt x="598" y="241"/>
                      <a:pt x="598" y="241"/>
                    </a:cubicBezTo>
                    <a:cubicBezTo>
                      <a:pt x="599" y="240"/>
                      <a:pt x="599" y="240"/>
                      <a:pt x="599" y="240"/>
                    </a:cubicBezTo>
                    <a:cubicBezTo>
                      <a:pt x="625" y="245"/>
                      <a:pt x="625" y="245"/>
                      <a:pt x="625" y="245"/>
                    </a:cubicBezTo>
                    <a:cubicBezTo>
                      <a:pt x="637" y="230"/>
                      <a:pt x="637" y="230"/>
                      <a:pt x="637" y="230"/>
                    </a:cubicBezTo>
                    <a:cubicBezTo>
                      <a:pt x="636" y="229"/>
                      <a:pt x="636" y="229"/>
                      <a:pt x="636" y="229"/>
                    </a:cubicBezTo>
                    <a:cubicBezTo>
                      <a:pt x="635" y="230"/>
                      <a:pt x="634" y="231"/>
                      <a:pt x="633" y="231"/>
                    </a:cubicBezTo>
                    <a:cubicBezTo>
                      <a:pt x="632" y="231"/>
                      <a:pt x="630" y="231"/>
                      <a:pt x="628" y="231"/>
                    </a:cubicBezTo>
                    <a:cubicBezTo>
                      <a:pt x="608" y="227"/>
                      <a:pt x="608" y="227"/>
                      <a:pt x="608" y="227"/>
                    </a:cubicBezTo>
                    <a:cubicBezTo>
                      <a:pt x="609" y="224"/>
                      <a:pt x="609" y="221"/>
                      <a:pt x="609" y="218"/>
                    </a:cubicBezTo>
                    <a:cubicBezTo>
                      <a:pt x="608" y="215"/>
                      <a:pt x="607" y="213"/>
                      <a:pt x="604" y="211"/>
                    </a:cubicBezTo>
                    <a:cubicBezTo>
                      <a:pt x="601" y="208"/>
                      <a:pt x="597" y="207"/>
                      <a:pt x="593" y="209"/>
                    </a:cubicBezTo>
                    <a:cubicBezTo>
                      <a:pt x="589" y="210"/>
                      <a:pt x="585" y="213"/>
                      <a:pt x="580" y="218"/>
                    </a:cubicBezTo>
                    <a:cubicBezTo>
                      <a:pt x="562" y="240"/>
                      <a:pt x="562" y="240"/>
                      <a:pt x="562" y="240"/>
                    </a:cubicBezTo>
                    <a:cubicBezTo>
                      <a:pt x="563" y="241"/>
                      <a:pt x="563" y="241"/>
                      <a:pt x="563" y="241"/>
                    </a:cubicBezTo>
                    <a:cubicBezTo>
                      <a:pt x="565" y="240"/>
                      <a:pt x="567" y="239"/>
                      <a:pt x="568" y="239"/>
                    </a:cubicBezTo>
                    <a:cubicBezTo>
                      <a:pt x="569" y="239"/>
                      <a:pt x="571" y="239"/>
                      <a:pt x="573" y="241"/>
                    </a:cubicBezTo>
                    <a:cubicBezTo>
                      <a:pt x="598" y="262"/>
                      <a:pt x="598" y="262"/>
                      <a:pt x="598" y="262"/>
                    </a:cubicBezTo>
                    <a:cubicBezTo>
                      <a:pt x="600" y="264"/>
                      <a:pt x="602" y="266"/>
                      <a:pt x="602" y="267"/>
                    </a:cubicBezTo>
                    <a:cubicBezTo>
                      <a:pt x="602" y="269"/>
                      <a:pt x="601" y="270"/>
                      <a:pt x="600" y="272"/>
                    </a:cubicBezTo>
                    <a:cubicBezTo>
                      <a:pt x="601" y="273"/>
                      <a:pt x="601" y="273"/>
                      <a:pt x="601" y="273"/>
                    </a:cubicBezTo>
                    <a:cubicBezTo>
                      <a:pt x="620" y="251"/>
                      <a:pt x="620" y="251"/>
                      <a:pt x="620" y="251"/>
                    </a:cubicBezTo>
                    <a:cubicBezTo>
                      <a:pt x="619" y="249"/>
                      <a:pt x="619" y="249"/>
                      <a:pt x="619" y="249"/>
                    </a:cubicBezTo>
                    <a:cubicBezTo>
                      <a:pt x="617" y="251"/>
                      <a:pt x="616" y="252"/>
                      <a:pt x="614" y="252"/>
                    </a:cubicBezTo>
                    <a:cubicBezTo>
                      <a:pt x="613" y="253"/>
                      <a:pt x="611" y="252"/>
                      <a:pt x="609" y="250"/>
                    </a:cubicBezTo>
                    <a:cubicBezTo>
                      <a:pt x="609" y="250"/>
                      <a:pt x="609" y="250"/>
                      <a:pt x="609" y="250"/>
                    </a:cubicBezTo>
                    <a:close/>
                    <a:moveTo>
                      <a:pt x="651" y="215"/>
                    </a:moveTo>
                    <a:cubicBezTo>
                      <a:pt x="634" y="206"/>
                      <a:pt x="634" y="206"/>
                      <a:pt x="634" y="206"/>
                    </a:cubicBezTo>
                    <a:cubicBezTo>
                      <a:pt x="635" y="204"/>
                      <a:pt x="635" y="204"/>
                      <a:pt x="635" y="204"/>
                    </a:cubicBezTo>
                    <a:cubicBezTo>
                      <a:pt x="639" y="206"/>
                      <a:pt x="643" y="206"/>
                      <a:pt x="648" y="205"/>
                    </a:cubicBezTo>
                    <a:cubicBezTo>
                      <a:pt x="652" y="203"/>
                      <a:pt x="655" y="200"/>
                      <a:pt x="657" y="196"/>
                    </a:cubicBezTo>
                    <a:cubicBezTo>
                      <a:pt x="659" y="194"/>
                      <a:pt x="659" y="191"/>
                      <a:pt x="659" y="189"/>
                    </a:cubicBezTo>
                    <a:cubicBezTo>
                      <a:pt x="659" y="187"/>
                      <a:pt x="658" y="185"/>
                      <a:pt x="656" y="184"/>
                    </a:cubicBezTo>
                    <a:cubicBezTo>
                      <a:pt x="653" y="183"/>
                      <a:pt x="648" y="185"/>
                      <a:pt x="641" y="190"/>
                    </a:cubicBezTo>
                    <a:cubicBezTo>
                      <a:pt x="640" y="190"/>
                      <a:pt x="640" y="190"/>
                      <a:pt x="640" y="190"/>
                    </a:cubicBezTo>
                    <a:cubicBezTo>
                      <a:pt x="640" y="191"/>
                      <a:pt x="639" y="191"/>
                      <a:pt x="638" y="192"/>
                    </a:cubicBezTo>
                    <a:cubicBezTo>
                      <a:pt x="633" y="196"/>
                      <a:pt x="629" y="198"/>
                      <a:pt x="626" y="198"/>
                    </a:cubicBezTo>
                    <a:cubicBezTo>
                      <a:pt x="625" y="199"/>
                      <a:pt x="623" y="199"/>
                      <a:pt x="622" y="198"/>
                    </a:cubicBezTo>
                    <a:cubicBezTo>
                      <a:pt x="620" y="198"/>
                      <a:pt x="619" y="198"/>
                      <a:pt x="618" y="197"/>
                    </a:cubicBezTo>
                    <a:cubicBezTo>
                      <a:pt x="614" y="195"/>
                      <a:pt x="611" y="191"/>
                      <a:pt x="610" y="186"/>
                    </a:cubicBezTo>
                    <a:cubicBezTo>
                      <a:pt x="609" y="182"/>
                      <a:pt x="610" y="177"/>
                      <a:pt x="613" y="172"/>
                    </a:cubicBezTo>
                    <a:cubicBezTo>
                      <a:pt x="614" y="169"/>
                      <a:pt x="616" y="167"/>
                      <a:pt x="619" y="165"/>
                    </a:cubicBezTo>
                    <a:cubicBezTo>
                      <a:pt x="622" y="162"/>
                      <a:pt x="623" y="161"/>
                      <a:pt x="623" y="161"/>
                    </a:cubicBezTo>
                    <a:cubicBezTo>
                      <a:pt x="624" y="160"/>
                      <a:pt x="624" y="159"/>
                      <a:pt x="623" y="159"/>
                    </a:cubicBezTo>
                    <a:cubicBezTo>
                      <a:pt x="623" y="158"/>
                      <a:pt x="622" y="158"/>
                      <a:pt x="621" y="157"/>
                    </a:cubicBezTo>
                    <a:cubicBezTo>
                      <a:pt x="622" y="155"/>
                      <a:pt x="622" y="155"/>
                      <a:pt x="622" y="155"/>
                    </a:cubicBezTo>
                    <a:cubicBezTo>
                      <a:pt x="637" y="163"/>
                      <a:pt x="637" y="163"/>
                      <a:pt x="637" y="163"/>
                    </a:cubicBezTo>
                    <a:cubicBezTo>
                      <a:pt x="636" y="165"/>
                      <a:pt x="636" y="165"/>
                      <a:pt x="636" y="165"/>
                    </a:cubicBezTo>
                    <a:cubicBezTo>
                      <a:pt x="632" y="163"/>
                      <a:pt x="628" y="163"/>
                      <a:pt x="625" y="165"/>
                    </a:cubicBezTo>
                    <a:cubicBezTo>
                      <a:pt x="621" y="166"/>
                      <a:pt x="618" y="169"/>
                      <a:pt x="616" y="173"/>
                    </a:cubicBezTo>
                    <a:cubicBezTo>
                      <a:pt x="615" y="175"/>
                      <a:pt x="615" y="177"/>
                      <a:pt x="615" y="179"/>
                    </a:cubicBezTo>
                    <a:cubicBezTo>
                      <a:pt x="615" y="181"/>
                      <a:pt x="616" y="182"/>
                      <a:pt x="618" y="183"/>
                    </a:cubicBezTo>
                    <a:cubicBezTo>
                      <a:pt x="620" y="184"/>
                      <a:pt x="624" y="183"/>
                      <a:pt x="630" y="179"/>
                    </a:cubicBezTo>
                    <a:cubicBezTo>
                      <a:pt x="630" y="178"/>
                      <a:pt x="630" y="178"/>
                      <a:pt x="630" y="178"/>
                    </a:cubicBezTo>
                    <a:cubicBezTo>
                      <a:pt x="634" y="175"/>
                      <a:pt x="637" y="173"/>
                      <a:pt x="639" y="172"/>
                    </a:cubicBezTo>
                    <a:cubicBezTo>
                      <a:pt x="641" y="170"/>
                      <a:pt x="643" y="170"/>
                      <a:pt x="644" y="169"/>
                    </a:cubicBezTo>
                    <a:cubicBezTo>
                      <a:pt x="646" y="169"/>
                      <a:pt x="648" y="169"/>
                      <a:pt x="650" y="169"/>
                    </a:cubicBezTo>
                    <a:cubicBezTo>
                      <a:pt x="652" y="169"/>
                      <a:pt x="654" y="170"/>
                      <a:pt x="656" y="171"/>
                    </a:cubicBezTo>
                    <a:cubicBezTo>
                      <a:pt x="660" y="173"/>
                      <a:pt x="663" y="177"/>
                      <a:pt x="664" y="182"/>
                    </a:cubicBezTo>
                    <a:cubicBezTo>
                      <a:pt x="665" y="186"/>
                      <a:pt x="664" y="191"/>
                      <a:pt x="661" y="197"/>
                    </a:cubicBezTo>
                    <a:cubicBezTo>
                      <a:pt x="659" y="199"/>
                      <a:pt x="657" y="202"/>
                      <a:pt x="654" y="205"/>
                    </a:cubicBezTo>
                    <a:cubicBezTo>
                      <a:pt x="652" y="207"/>
                      <a:pt x="650" y="209"/>
                      <a:pt x="650" y="209"/>
                    </a:cubicBezTo>
                    <a:cubicBezTo>
                      <a:pt x="650" y="210"/>
                      <a:pt x="650" y="211"/>
                      <a:pt x="650" y="211"/>
                    </a:cubicBezTo>
                    <a:cubicBezTo>
                      <a:pt x="650" y="212"/>
                      <a:pt x="651" y="213"/>
                      <a:pt x="652" y="213"/>
                    </a:cubicBezTo>
                    <a:cubicBezTo>
                      <a:pt x="651" y="215"/>
                      <a:pt x="651" y="215"/>
                      <a:pt x="651" y="215"/>
                    </a:cubicBezTo>
                    <a:close/>
                    <a:moveTo>
                      <a:pt x="678" y="136"/>
                    </a:moveTo>
                    <a:cubicBezTo>
                      <a:pt x="647" y="124"/>
                      <a:pt x="647" y="124"/>
                      <a:pt x="647" y="124"/>
                    </a:cubicBezTo>
                    <a:cubicBezTo>
                      <a:pt x="644" y="123"/>
                      <a:pt x="643" y="122"/>
                      <a:pt x="642" y="121"/>
                    </a:cubicBezTo>
                    <a:cubicBezTo>
                      <a:pt x="642" y="120"/>
                      <a:pt x="642" y="118"/>
                      <a:pt x="642" y="116"/>
                    </a:cubicBezTo>
                    <a:cubicBezTo>
                      <a:pt x="641" y="115"/>
                      <a:pt x="641" y="115"/>
                      <a:pt x="641" y="115"/>
                    </a:cubicBezTo>
                    <a:cubicBezTo>
                      <a:pt x="630" y="142"/>
                      <a:pt x="630" y="142"/>
                      <a:pt x="630" y="142"/>
                    </a:cubicBezTo>
                    <a:cubicBezTo>
                      <a:pt x="632" y="143"/>
                      <a:pt x="632" y="143"/>
                      <a:pt x="632" y="143"/>
                    </a:cubicBezTo>
                    <a:cubicBezTo>
                      <a:pt x="633" y="141"/>
                      <a:pt x="634" y="139"/>
                      <a:pt x="635" y="139"/>
                    </a:cubicBezTo>
                    <a:cubicBezTo>
                      <a:pt x="637" y="138"/>
                      <a:pt x="639" y="138"/>
                      <a:pt x="641" y="139"/>
                    </a:cubicBezTo>
                    <a:cubicBezTo>
                      <a:pt x="672" y="151"/>
                      <a:pt x="672" y="151"/>
                      <a:pt x="672" y="151"/>
                    </a:cubicBezTo>
                    <a:cubicBezTo>
                      <a:pt x="674" y="152"/>
                      <a:pt x="676" y="153"/>
                      <a:pt x="677" y="154"/>
                    </a:cubicBezTo>
                    <a:cubicBezTo>
                      <a:pt x="677" y="156"/>
                      <a:pt x="677" y="158"/>
                      <a:pt x="676" y="160"/>
                    </a:cubicBezTo>
                    <a:cubicBezTo>
                      <a:pt x="678" y="161"/>
                      <a:pt x="678" y="161"/>
                      <a:pt x="678" y="161"/>
                    </a:cubicBezTo>
                    <a:cubicBezTo>
                      <a:pt x="689" y="133"/>
                      <a:pt x="689" y="133"/>
                      <a:pt x="689" y="133"/>
                    </a:cubicBezTo>
                    <a:cubicBezTo>
                      <a:pt x="687" y="133"/>
                      <a:pt x="687" y="133"/>
                      <a:pt x="687" y="133"/>
                    </a:cubicBezTo>
                    <a:cubicBezTo>
                      <a:pt x="686" y="135"/>
                      <a:pt x="685" y="136"/>
                      <a:pt x="683" y="137"/>
                    </a:cubicBezTo>
                    <a:cubicBezTo>
                      <a:pt x="682" y="137"/>
                      <a:pt x="680" y="137"/>
                      <a:pt x="678" y="136"/>
                    </a:cubicBezTo>
                    <a:cubicBezTo>
                      <a:pt x="678" y="136"/>
                      <a:pt x="678" y="136"/>
                      <a:pt x="678" y="136"/>
                    </a:cubicBezTo>
                    <a:close/>
                    <a:moveTo>
                      <a:pt x="656" y="57"/>
                    </a:moveTo>
                    <a:cubicBezTo>
                      <a:pt x="669" y="60"/>
                      <a:pt x="669" y="60"/>
                      <a:pt x="669" y="60"/>
                    </a:cubicBezTo>
                    <a:cubicBezTo>
                      <a:pt x="668" y="62"/>
                      <a:pt x="668" y="62"/>
                      <a:pt x="668" y="62"/>
                    </a:cubicBezTo>
                    <a:cubicBezTo>
                      <a:pt x="665" y="62"/>
                      <a:pt x="662" y="62"/>
                      <a:pt x="660" y="63"/>
                    </a:cubicBezTo>
                    <a:cubicBezTo>
                      <a:pt x="658" y="64"/>
                      <a:pt x="657" y="67"/>
                      <a:pt x="656" y="70"/>
                    </a:cubicBezTo>
                    <a:cubicBezTo>
                      <a:pt x="655" y="73"/>
                      <a:pt x="655" y="73"/>
                      <a:pt x="655" y="73"/>
                    </a:cubicBezTo>
                    <a:cubicBezTo>
                      <a:pt x="693" y="82"/>
                      <a:pt x="693" y="82"/>
                      <a:pt x="693" y="82"/>
                    </a:cubicBezTo>
                    <a:cubicBezTo>
                      <a:pt x="696" y="83"/>
                      <a:pt x="698" y="83"/>
                      <a:pt x="699" y="82"/>
                    </a:cubicBezTo>
                    <a:cubicBezTo>
                      <a:pt x="700" y="81"/>
                      <a:pt x="701" y="80"/>
                      <a:pt x="702" y="77"/>
                    </a:cubicBezTo>
                    <a:cubicBezTo>
                      <a:pt x="704" y="78"/>
                      <a:pt x="704" y="78"/>
                      <a:pt x="704" y="78"/>
                    </a:cubicBezTo>
                    <a:cubicBezTo>
                      <a:pt x="697" y="106"/>
                      <a:pt x="697" y="106"/>
                      <a:pt x="697" y="106"/>
                    </a:cubicBezTo>
                    <a:cubicBezTo>
                      <a:pt x="695" y="106"/>
                      <a:pt x="695" y="106"/>
                      <a:pt x="695" y="106"/>
                    </a:cubicBezTo>
                    <a:cubicBezTo>
                      <a:pt x="696" y="103"/>
                      <a:pt x="696" y="102"/>
                      <a:pt x="695" y="100"/>
                    </a:cubicBezTo>
                    <a:cubicBezTo>
                      <a:pt x="694" y="99"/>
                      <a:pt x="692" y="98"/>
                      <a:pt x="690" y="98"/>
                    </a:cubicBezTo>
                    <a:cubicBezTo>
                      <a:pt x="652" y="89"/>
                      <a:pt x="652" y="89"/>
                      <a:pt x="652" y="89"/>
                    </a:cubicBezTo>
                    <a:cubicBezTo>
                      <a:pt x="651" y="92"/>
                      <a:pt x="651" y="92"/>
                      <a:pt x="651" y="92"/>
                    </a:cubicBezTo>
                    <a:cubicBezTo>
                      <a:pt x="650" y="96"/>
                      <a:pt x="651" y="98"/>
                      <a:pt x="652" y="100"/>
                    </a:cubicBezTo>
                    <a:cubicBezTo>
                      <a:pt x="653" y="102"/>
                      <a:pt x="655" y="104"/>
                      <a:pt x="658" y="105"/>
                    </a:cubicBezTo>
                    <a:cubicBezTo>
                      <a:pt x="658" y="107"/>
                      <a:pt x="658" y="107"/>
                      <a:pt x="658" y="107"/>
                    </a:cubicBezTo>
                    <a:cubicBezTo>
                      <a:pt x="645" y="104"/>
                      <a:pt x="645" y="104"/>
                      <a:pt x="645" y="104"/>
                    </a:cubicBezTo>
                    <a:cubicBezTo>
                      <a:pt x="656" y="57"/>
                      <a:pt x="656" y="57"/>
                      <a:pt x="656" y="57"/>
                    </a:cubicBezTo>
                    <a:close/>
                    <a:moveTo>
                      <a:pt x="684" y="17"/>
                    </a:moveTo>
                    <a:cubicBezTo>
                      <a:pt x="699" y="18"/>
                      <a:pt x="699" y="18"/>
                      <a:pt x="699" y="18"/>
                    </a:cubicBezTo>
                    <a:cubicBezTo>
                      <a:pt x="701" y="18"/>
                      <a:pt x="703" y="17"/>
                      <a:pt x="704" y="16"/>
                    </a:cubicBezTo>
                    <a:cubicBezTo>
                      <a:pt x="705" y="15"/>
                      <a:pt x="706" y="13"/>
                      <a:pt x="706" y="11"/>
                    </a:cubicBezTo>
                    <a:cubicBezTo>
                      <a:pt x="708" y="11"/>
                      <a:pt x="708" y="11"/>
                      <a:pt x="708" y="11"/>
                    </a:cubicBezTo>
                    <a:cubicBezTo>
                      <a:pt x="708" y="40"/>
                      <a:pt x="708" y="40"/>
                      <a:pt x="708" y="40"/>
                    </a:cubicBezTo>
                    <a:cubicBezTo>
                      <a:pt x="706" y="40"/>
                      <a:pt x="706" y="40"/>
                      <a:pt x="706" y="40"/>
                    </a:cubicBezTo>
                    <a:cubicBezTo>
                      <a:pt x="706" y="38"/>
                      <a:pt x="705" y="36"/>
                      <a:pt x="704" y="35"/>
                    </a:cubicBezTo>
                    <a:cubicBezTo>
                      <a:pt x="703" y="34"/>
                      <a:pt x="701" y="34"/>
                      <a:pt x="698" y="34"/>
                    </a:cubicBezTo>
                    <a:cubicBezTo>
                      <a:pt x="687" y="33"/>
                      <a:pt x="687" y="33"/>
                      <a:pt x="687" y="33"/>
                    </a:cubicBezTo>
                    <a:cubicBezTo>
                      <a:pt x="663" y="46"/>
                      <a:pt x="663" y="46"/>
                      <a:pt x="663" y="46"/>
                    </a:cubicBezTo>
                    <a:cubicBezTo>
                      <a:pt x="661" y="47"/>
                      <a:pt x="660" y="48"/>
                      <a:pt x="659" y="49"/>
                    </a:cubicBezTo>
                    <a:cubicBezTo>
                      <a:pt x="658" y="50"/>
                      <a:pt x="658" y="51"/>
                      <a:pt x="658" y="53"/>
                    </a:cubicBezTo>
                    <a:cubicBezTo>
                      <a:pt x="656" y="53"/>
                      <a:pt x="656" y="53"/>
                      <a:pt x="656" y="53"/>
                    </a:cubicBezTo>
                    <a:cubicBezTo>
                      <a:pt x="656" y="26"/>
                      <a:pt x="656" y="26"/>
                      <a:pt x="656" y="26"/>
                    </a:cubicBezTo>
                    <a:cubicBezTo>
                      <a:pt x="658" y="26"/>
                      <a:pt x="658" y="26"/>
                      <a:pt x="658" y="26"/>
                    </a:cubicBezTo>
                    <a:cubicBezTo>
                      <a:pt x="658" y="27"/>
                      <a:pt x="658" y="28"/>
                      <a:pt x="659" y="29"/>
                    </a:cubicBezTo>
                    <a:cubicBezTo>
                      <a:pt x="659" y="29"/>
                      <a:pt x="660" y="30"/>
                      <a:pt x="660" y="30"/>
                    </a:cubicBezTo>
                    <a:cubicBezTo>
                      <a:pt x="661" y="30"/>
                      <a:pt x="661" y="30"/>
                      <a:pt x="661" y="30"/>
                    </a:cubicBezTo>
                    <a:cubicBezTo>
                      <a:pt x="662" y="29"/>
                      <a:pt x="662" y="29"/>
                      <a:pt x="662" y="29"/>
                    </a:cubicBezTo>
                    <a:cubicBezTo>
                      <a:pt x="681" y="20"/>
                      <a:pt x="681" y="20"/>
                      <a:pt x="681" y="20"/>
                    </a:cubicBezTo>
                    <a:cubicBezTo>
                      <a:pt x="664" y="10"/>
                      <a:pt x="664" y="10"/>
                      <a:pt x="664" y="10"/>
                    </a:cubicBezTo>
                    <a:cubicBezTo>
                      <a:pt x="663" y="10"/>
                      <a:pt x="663" y="10"/>
                      <a:pt x="663" y="10"/>
                    </a:cubicBezTo>
                    <a:cubicBezTo>
                      <a:pt x="662" y="9"/>
                      <a:pt x="662" y="9"/>
                      <a:pt x="661" y="9"/>
                    </a:cubicBezTo>
                    <a:cubicBezTo>
                      <a:pt x="660" y="9"/>
                      <a:pt x="660" y="10"/>
                      <a:pt x="659" y="11"/>
                    </a:cubicBezTo>
                    <a:cubicBezTo>
                      <a:pt x="659" y="11"/>
                      <a:pt x="659" y="13"/>
                      <a:pt x="659" y="14"/>
                    </a:cubicBezTo>
                    <a:cubicBezTo>
                      <a:pt x="659" y="15"/>
                      <a:pt x="659" y="15"/>
                      <a:pt x="659" y="15"/>
                    </a:cubicBezTo>
                    <a:cubicBezTo>
                      <a:pt x="657" y="15"/>
                      <a:pt x="657" y="15"/>
                      <a:pt x="657" y="15"/>
                    </a:cubicBezTo>
                    <a:cubicBezTo>
                      <a:pt x="657" y="0"/>
                      <a:pt x="657" y="0"/>
                      <a:pt x="657" y="0"/>
                    </a:cubicBezTo>
                    <a:cubicBezTo>
                      <a:pt x="659" y="0"/>
                      <a:pt x="659" y="0"/>
                      <a:pt x="659" y="0"/>
                    </a:cubicBezTo>
                    <a:cubicBezTo>
                      <a:pt x="659" y="1"/>
                      <a:pt x="659" y="1"/>
                      <a:pt x="659" y="1"/>
                    </a:cubicBezTo>
                    <a:cubicBezTo>
                      <a:pt x="659" y="1"/>
                      <a:pt x="659" y="2"/>
                      <a:pt x="660" y="3"/>
                    </a:cubicBezTo>
                    <a:cubicBezTo>
                      <a:pt x="660" y="4"/>
                      <a:pt x="661" y="5"/>
                      <a:pt x="663" y="6"/>
                    </a:cubicBezTo>
                    <a:lnTo>
                      <a:pt x="684" y="17"/>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solidFill>
                    <a:srgbClr val="000000"/>
                  </a:solidFill>
                </a:endParaRPr>
              </a:p>
            </p:txBody>
          </p:sp>
          <p:sp>
            <p:nvSpPr>
              <p:cNvPr id="23" name="îṩḻîḓè"/>
              <p:cNvSpPr/>
              <p:nvPr/>
            </p:nvSpPr>
            <p:spPr bwMode="auto">
              <a:xfrm>
                <a:off x="2840038" y="4119563"/>
                <a:ext cx="493713" cy="128588"/>
              </a:xfrm>
              <a:custGeom>
                <a:avLst/>
                <a:gdLst>
                  <a:gd name="T0" fmla="*/ 0 w 150"/>
                  <a:gd name="T1" fmla="*/ 36 h 39"/>
                  <a:gd name="T2" fmla="*/ 9 w 150"/>
                  <a:gd name="T3" fmla="*/ 33 h 39"/>
                  <a:gd name="T4" fmla="*/ 8 w 150"/>
                  <a:gd name="T5" fmla="*/ 7 h 39"/>
                  <a:gd name="T6" fmla="*/ 3 w 150"/>
                  <a:gd name="T7" fmla="*/ 7 h 39"/>
                  <a:gd name="T8" fmla="*/ 1 w 150"/>
                  <a:gd name="T9" fmla="*/ 5 h 39"/>
                  <a:gd name="T10" fmla="*/ 17 w 150"/>
                  <a:gd name="T11" fmla="*/ 0 h 39"/>
                  <a:gd name="T12" fmla="*/ 19 w 150"/>
                  <a:gd name="T13" fmla="*/ 33 h 39"/>
                  <a:gd name="T14" fmla="*/ 28 w 150"/>
                  <a:gd name="T15" fmla="*/ 36 h 39"/>
                  <a:gd name="T16" fmla="*/ 21 w 150"/>
                  <a:gd name="T17" fmla="*/ 38 h 39"/>
                  <a:gd name="T18" fmla="*/ 6 w 150"/>
                  <a:gd name="T19" fmla="*/ 38 h 39"/>
                  <a:gd name="T20" fmla="*/ 0 w 150"/>
                  <a:gd name="T21" fmla="*/ 38 h 39"/>
                  <a:gd name="T22" fmla="*/ 46 w 150"/>
                  <a:gd name="T23" fmla="*/ 24 h 39"/>
                  <a:gd name="T24" fmla="*/ 48 w 150"/>
                  <a:gd name="T25" fmla="*/ 34 h 39"/>
                  <a:gd name="T26" fmla="*/ 61 w 150"/>
                  <a:gd name="T27" fmla="*/ 34 h 39"/>
                  <a:gd name="T28" fmla="*/ 60 w 150"/>
                  <a:gd name="T29" fmla="*/ 25 h 39"/>
                  <a:gd name="T30" fmla="*/ 51 w 150"/>
                  <a:gd name="T31" fmla="*/ 21 h 39"/>
                  <a:gd name="T32" fmla="*/ 60 w 150"/>
                  <a:gd name="T33" fmla="*/ 12 h 39"/>
                  <a:gd name="T34" fmla="*/ 59 w 150"/>
                  <a:gd name="T35" fmla="*/ 4 h 39"/>
                  <a:gd name="T36" fmla="*/ 48 w 150"/>
                  <a:gd name="T37" fmla="*/ 4 h 39"/>
                  <a:gd name="T38" fmla="*/ 49 w 150"/>
                  <a:gd name="T39" fmla="*/ 11 h 39"/>
                  <a:gd name="T40" fmla="*/ 56 w 150"/>
                  <a:gd name="T41" fmla="*/ 15 h 39"/>
                  <a:gd name="T42" fmla="*/ 41 w 150"/>
                  <a:gd name="T43" fmla="*/ 15 h 39"/>
                  <a:gd name="T44" fmla="*/ 43 w 150"/>
                  <a:gd name="T45" fmla="*/ 3 h 39"/>
                  <a:gd name="T46" fmla="*/ 65 w 150"/>
                  <a:gd name="T47" fmla="*/ 3 h 39"/>
                  <a:gd name="T48" fmla="*/ 67 w 150"/>
                  <a:gd name="T49" fmla="*/ 13 h 39"/>
                  <a:gd name="T50" fmla="*/ 68 w 150"/>
                  <a:gd name="T51" fmla="*/ 21 h 39"/>
                  <a:gd name="T52" fmla="*/ 66 w 150"/>
                  <a:gd name="T53" fmla="*/ 36 h 39"/>
                  <a:gd name="T54" fmla="*/ 41 w 150"/>
                  <a:gd name="T55" fmla="*/ 36 h 39"/>
                  <a:gd name="T56" fmla="*/ 39 w 150"/>
                  <a:gd name="T57" fmla="*/ 23 h 39"/>
                  <a:gd name="T58" fmla="*/ 47 w 150"/>
                  <a:gd name="T59" fmla="*/ 19 h 39"/>
                  <a:gd name="T60" fmla="*/ 80 w 150"/>
                  <a:gd name="T61" fmla="*/ 33 h 39"/>
                  <a:gd name="T62" fmla="*/ 87 w 150"/>
                  <a:gd name="T63" fmla="*/ 36 h 39"/>
                  <a:gd name="T64" fmla="*/ 100 w 150"/>
                  <a:gd name="T65" fmla="*/ 20 h 39"/>
                  <a:gd name="T66" fmla="*/ 95 w 150"/>
                  <a:gd name="T67" fmla="*/ 25 h 39"/>
                  <a:gd name="T68" fmla="*/ 79 w 150"/>
                  <a:gd name="T69" fmla="*/ 23 h 39"/>
                  <a:gd name="T70" fmla="*/ 81 w 150"/>
                  <a:gd name="T71" fmla="*/ 4 h 39"/>
                  <a:gd name="T72" fmla="*/ 105 w 150"/>
                  <a:gd name="T73" fmla="*/ 5 h 39"/>
                  <a:gd name="T74" fmla="*/ 108 w 150"/>
                  <a:gd name="T75" fmla="*/ 26 h 39"/>
                  <a:gd name="T76" fmla="*/ 96 w 150"/>
                  <a:gd name="T77" fmla="*/ 38 h 39"/>
                  <a:gd name="T78" fmla="*/ 81 w 150"/>
                  <a:gd name="T79" fmla="*/ 38 h 39"/>
                  <a:gd name="T80" fmla="*/ 77 w 150"/>
                  <a:gd name="T81" fmla="*/ 36 h 39"/>
                  <a:gd name="T82" fmla="*/ 98 w 150"/>
                  <a:gd name="T83" fmla="*/ 19 h 39"/>
                  <a:gd name="T84" fmla="*/ 98 w 150"/>
                  <a:gd name="T85" fmla="*/ 6 h 39"/>
                  <a:gd name="T86" fmla="*/ 87 w 150"/>
                  <a:gd name="T87" fmla="*/ 6 h 39"/>
                  <a:gd name="T88" fmla="*/ 88 w 150"/>
                  <a:gd name="T89" fmla="*/ 19 h 39"/>
                  <a:gd name="T90" fmla="*/ 93 w 150"/>
                  <a:gd name="T91" fmla="*/ 21 h 39"/>
                  <a:gd name="T92" fmla="*/ 128 w 150"/>
                  <a:gd name="T93" fmla="*/ 20 h 39"/>
                  <a:gd name="T94" fmla="*/ 129 w 150"/>
                  <a:gd name="T95" fmla="*/ 33 h 39"/>
                  <a:gd name="T96" fmla="*/ 139 w 150"/>
                  <a:gd name="T97" fmla="*/ 34 h 39"/>
                  <a:gd name="T98" fmla="*/ 139 w 150"/>
                  <a:gd name="T99" fmla="*/ 21 h 39"/>
                  <a:gd name="T100" fmla="*/ 133 w 150"/>
                  <a:gd name="T101" fmla="*/ 18 h 39"/>
                  <a:gd name="T102" fmla="*/ 146 w 150"/>
                  <a:gd name="T103" fmla="*/ 6 h 39"/>
                  <a:gd name="T104" fmla="*/ 139 w 150"/>
                  <a:gd name="T105" fmla="*/ 4 h 39"/>
                  <a:gd name="T106" fmla="*/ 126 w 150"/>
                  <a:gd name="T107" fmla="*/ 19 h 39"/>
                  <a:gd name="T108" fmla="*/ 131 w 150"/>
                  <a:gd name="T109" fmla="*/ 15 h 39"/>
                  <a:gd name="T110" fmla="*/ 147 w 150"/>
                  <a:gd name="T111" fmla="*/ 16 h 39"/>
                  <a:gd name="T112" fmla="*/ 146 w 150"/>
                  <a:gd name="T113" fmla="*/ 35 h 39"/>
                  <a:gd name="T114" fmla="*/ 121 w 150"/>
                  <a:gd name="T115" fmla="*/ 35 h 39"/>
                  <a:gd name="T116" fmla="*/ 118 w 150"/>
                  <a:gd name="T117" fmla="*/ 13 h 39"/>
                  <a:gd name="T118" fmla="*/ 130 w 150"/>
                  <a:gd name="T119" fmla="*/ 2 h 39"/>
                  <a:gd name="T120" fmla="*/ 145 w 150"/>
                  <a:gd name="T121" fmla="*/ 1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50" h="39">
                    <a:moveTo>
                      <a:pt x="0" y="38"/>
                    </a:moveTo>
                    <a:cubicBezTo>
                      <a:pt x="0" y="36"/>
                      <a:pt x="0" y="36"/>
                      <a:pt x="0" y="36"/>
                    </a:cubicBezTo>
                    <a:cubicBezTo>
                      <a:pt x="4" y="36"/>
                      <a:pt x="6" y="36"/>
                      <a:pt x="8" y="35"/>
                    </a:cubicBezTo>
                    <a:cubicBezTo>
                      <a:pt x="9" y="35"/>
                      <a:pt x="9" y="34"/>
                      <a:pt x="9" y="33"/>
                    </a:cubicBezTo>
                    <a:cubicBezTo>
                      <a:pt x="9" y="10"/>
                      <a:pt x="9" y="10"/>
                      <a:pt x="9" y="10"/>
                    </a:cubicBezTo>
                    <a:cubicBezTo>
                      <a:pt x="9" y="9"/>
                      <a:pt x="9" y="8"/>
                      <a:pt x="8" y="7"/>
                    </a:cubicBezTo>
                    <a:cubicBezTo>
                      <a:pt x="8" y="7"/>
                      <a:pt x="7" y="7"/>
                      <a:pt x="5" y="7"/>
                    </a:cubicBezTo>
                    <a:cubicBezTo>
                      <a:pt x="5" y="7"/>
                      <a:pt x="4" y="7"/>
                      <a:pt x="3" y="7"/>
                    </a:cubicBezTo>
                    <a:cubicBezTo>
                      <a:pt x="2" y="7"/>
                      <a:pt x="2" y="7"/>
                      <a:pt x="1" y="7"/>
                    </a:cubicBezTo>
                    <a:cubicBezTo>
                      <a:pt x="1" y="5"/>
                      <a:pt x="1" y="5"/>
                      <a:pt x="1" y="5"/>
                    </a:cubicBezTo>
                    <a:cubicBezTo>
                      <a:pt x="4" y="4"/>
                      <a:pt x="7" y="4"/>
                      <a:pt x="9" y="3"/>
                    </a:cubicBezTo>
                    <a:cubicBezTo>
                      <a:pt x="12" y="3"/>
                      <a:pt x="14" y="2"/>
                      <a:pt x="17" y="0"/>
                    </a:cubicBezTo>
                    <a:cubicBezTo>
                      <a:pt x="19" y="0"/>
                      <a:pt x="19" y="0"/>
                      <a:pt x="19" y="0"/>
                    </a:cubicBezTo>
                    <a:cubicBezTo>
                      <a:pt x="19" y="33"/>
                      <a:pt x="19" y="33"/>
                      <a:pt x="19" y="33"/>
                    </a:cubicBezTo>
                    <a:cubicBezTo>
                      <a:pt x="19" y="34"/>
                      <a:pt x="20" y="35"/>
                      <a:pt x="21" y="35"/>
                    </a:cubicBezTo>
                    <a:cubicBezTo>
                      <a:pt x="22" y="36"/>
                      <a:pt x="24" y="36"/>
                      <a:pt x="28" y="36"/>
                    </a:cubicBezTo>
                    <a:cubicBezTo>
                      <a:pt x="28" y="38"/>
                      <a:pt x="28" y="38"/>
                      <a:pt x="28" y="38"/>
                    </a:cubicBezTo>
                    <a:cubicBezTo>
                      <a:pt x="26" y="38"/>
                      <a:pt x="23" y="38"/>
                      <a:pt x="21" y="38"/>
                    </a:cubicBezTo>
                    <a:cubicBezTo>
                      <a:pt x="19" y="38"/>
                      <a:pt x="16" y="38"/>
                      <a:pt x="14" y="38"/>
                    </a:cubicBezTo>
                    <a:cubicBezTo>
                      <a:pt x="11" y="38"/>
                      <a:pt x="8" y="38"/>
                      <a:pt x="6" y="38"/>
                    </a:cubicBezTo>
                    <a:cubicBezTo>
                      <a:pt x="4" y="38"/>
                      <a:pt x="2" y="38"/>
                      <a:pt x="0" y="38"/>
                    </a:cubicBezTo>
                    <a:cubicBezTo>
                      <a:pt x="0" y="38"/>
                      <a:pt x="0" y="38"/>
                      <a:pt x="0" y="38"/>
                    </a:cubicBezTo>
                    <a:close/>
                    <a:moveTo>
                      <a:pt x="51" y="21"/>
                    </a:moveTo>
                    <a:cubicBezTo>
                      <a:pt x="49" y="22"/>
                      <a:pt x="48" y="23"/>
                      <a:pt x="46" y="24"/>
                    </a:cubicBezTo>
                    <a:cubicBezTo>
                      <a:pt x="45" y="26"/>
                      <a:pt x="45" y="27"/>
                      <a:pt x="45" y="28"/>
                    </a:cubicBezTo>
                    <a:cubicBezTo>
                      <a:pt x="45" y="31"/>
                      <a:pt x="46" y="32"/>
                      <a:pt x="48" y="34"/>
                    </a:cubicBezTo>
                    <a:cubicBezTo>
                      <a:pt x="50" y="35"/>
                      <a:pt x="52" y="36"/>
                      <a:pt x="55" y="36"/>
                    </a:cubicBezTo>
                    <a:cubicBezTo>
                      <a:pt x="57" y="36"/>
                      <a:pt x="59" y="36"/>
                      <a:pt x="61" y="34"/>
                    </a:cubicBezTo>
                    <a:cubicBezTo>
                      <a:pt x="62" y="33"/>
                      <a:pt x="63" y="32"/>
                      <a:pt x="63" y="30"/>
                    </a:cubicBezTo>
                    <a:cubicBezTo>
                      <a:pt x="63" y="28"/>
                      <a:pt x="62" y="27"/>
                      <a:pt x="60" y="25"/>
                    </a:cubicBezTo>
                    <a:cubicBezTo>
                      <a:pt x="58" y="24"/>
                      <a:pt x="55" y="23"/>
                      <a:pt x="51" y="21"/>
                    </a:cubicBezTo>
                    <a:cubicBezTo>
                      <a:pt x="51" y="21"/>
                      <a:pt x="51" y="21"/>
                      <a:pt x="51" y="21"/>
                    </a:cubicBezTo>
                    <a:close/>
                    <a:moveTo>
                      <a:pt x="56" y="15"/>
                    </a:moveTo>
                    <a:cubicBezTo>
                      <a:pt x="58" y="14"/>
                      <a:pt x="59" y="13"/>
                      <a:pt x="60" y="12"/>
                    </a:cubicBezTo>
                    <a:cubicBezTo>
                      <a:pt x="61" y="11"/>
                      <a:pt x="61" y="10"/>
                      <a:pt x="61" y="8"/>
                    </a:cubicBezTo>
                    <a:cubicBezTo>
                      <a:pt x="61" y="7"/>
                      <a:pt x="60" y="5"/>
                      <a:pt x="59" y="4"/>
                    </a:cubicBezTo>
                    <a:cubicBezTo>
                      <a:pt x="57" y="3"/>
                      <a:pt x="56" y="3"/>
                      <a:pt x="53" y="3"/>
                    </a:cubicBezTo>
                    <a:cubicBezTo>
                      <a:pt x="51" y="3"/>
                      <a:pt x="50" y="3"/>
                      <a:pt x="48" y="4"/>
                    </a:cubicBezTo>
                    <a:cubicBezTo>
                      <a:pt x="47" y="5"/>
                      <a:pt x="46" y="6"/>
                      <a:pt x="46" y="7"/>
                    </a:cubicBezTo>
                    <a:cubicBezTo>
                      <a:pt x="46" y="9"/>
                      <a:pt x="47" y="10"/>
                      <a:pt x="49" y="11"/>
                    </a:cubicBezTo>
                    <a:cubicBezTo>
                      <a:pt x="50" y="13"/>
                      <a:pt x="53" y="14"/>
                      <a:pt x="56" y="15"/>
                    </a:cubicBezTo>
                    <a:cubicBezTo>
                      <a:pt x="56" y="15"/>
                      <a:pt x="56" y="15"/>
                      <a:pt x="56" y="15"/>
                    </a:cubicBezTo>
                    <a:close/>
                    <a:moveTo>
                      <a:pt x="47" y="19"/>
                    </a:moveTo>
                    <a:cubicBezTo>
                      <a:pt x="44" y="18"/>
                      <a:pt x="42" y="16"/>
                      <a:pt x="41" y="15"/>
                    </a:cubicBezTo>
                    <a:cubicBezTo>
                      <a:pt x="39" y="13"/>
                      <a:pt x="39" y="12"/>
                      <a:pt x="39" y="10"/>
                    </a:cubicBezTo>
                    <a:cubicBezTo>
                      <a:pt x="39" y="7"/>
                      <a:pt x="40" y="5"/>
                      <a:pt x="43" y="3"/>
                    </a:cubicBezTo>
                    <a:cubicBezTo>
                      <a:pt x="46" y="1"/>
                      <a:pt x="50" y="0"/>
                      <a:pt x="55" y="0"/>
                    </a:cubicBezTo>
                    <a:cubicBezTo>
                      <a:pt x="59" y="0"/>
                      <a:pt x="62" y="1"/>
                      <a:pt x="65" y="3"/>
                    </a:cubicBezTo>
                    <a:cubicBezTo>
                      <a:pt x="67" y="4"/>
                      <a:pt x="69" y="6"/>
                      <a:pt x="69" y="8"/>
                    </a:cubicBezTo>
                    <a:cubicBezTo>
                      <a:pt x="69" y="10"/>
                      <a:pt x="68" y="11"/>
                      <a:pt x="67" y="13"/>
                    </a:cubicBezTo>
                    <a:cubicBezTo>
                      <a:pt x="65" y="14"/>
                      <a:pt x="63" y="15"/>
                      <a:pt x="60" y="17"/>
                    </a:cubicBezTo>
                    <a:cubicBezTo>
                      <a:pt x="64" y="18"/>
                      <a:pt x="66" y="20"/>
                      <a:pt x="68" y="21"/>
                    </a:cubicBezTo>
                    <a:cubicBezTo>
                      <a:pt x="70" y="23"/>
                      <a:pt x="71" y="25"/>
                      <a:pt x="71" y="28"/>
                    </a:cubicBezTo>
                    <a:cubicBezTo>
                      <a:pt x="71" y="31"/>
                      <a:pt x="69" y="34"/>
                      <a:pt x="66" y="36"/>
                    </a:cubicBezTo>
                    <a:cubicBezTo>
                      <a:pt x="63" y="38"/>
                      <a:pt x="59" y="39"/>
                      <a:pt x="54" y="39"/>
                    </a:cubicBezTo>
                    <a:cubicBezTo>
                      <a:pt x="48" y="39"/>
                      <a:pt x="44" y="38"/>
                      <a:pt x="41" y="36"/>
                    </a:cubicBezTo>
                    <a:cubicBezTo>
                      <a:pt x="38" y="34"/>
                      <a:pt x="36" y="32"/>
                      <a:pt x="36" y="29"/>
                    </a:cubicBezTo>
                    <a:cubicBezTo>
                      <a:pt x="36" y="27"/>
                      <a:pt x="37" y="25"/>
                      <a:pt x="39" y="23"/>
                    </a:cubicBezTo>
                    <a:cubicBezTo>
                      <a:pt x="40" y="22"/>
                      <a:pt x="43" y="20"/>
                      <a:pt x="47" y="19"/>
                    </a:cubicBezTo>
                    <a:cubicBezTo>
                      <a:pt x="47" y="19"/>
                      <a:pt x="47" y="19"/>
                      <a:pt x="47" y="19"/>
                    </a:cubicBezTo>
                    <a:close/>
                    <a:moveTo>
                      <a:pt x="77" y="36"/>
                    </a:moveTo>
                    <a:cubicBezTo>
                      <a:pt x="80" y="33"/>
                      <a:pt x="80" y="33"/>
                      <a:pt x="80" y="33"/>
                    </a:cubicBezTo>
                    <a:cubicBezTo>
                      <a:pt x="81" y="34"/>
                      <a:pt x="82" y="35"/>
                      <a:pt x="83" y="35"/>
                    </a:cubicBezTo>
                    <a:cubicBezTo>
                      <a:pt x="85" y="35"/>
                      <a:pt x="86" y="36"/>
                      <a:pt x="87" y="36"/>
                    </a:cubicBezTo>
                    <a:cubicBezTo>
                      <a:pt x="91" y="36"/>
                      <a:pt x="94" y="34"/>
                      <a:pt x="97" y="31"/>
                    </a:cubicBezTo>
                    <a:cubicBezTo>
                      <a:pt x="99" y="28"/>
                      <a:pt x="100" y="25"/>
                      <a:pt x="100" y="20"/>
                    </a:cubicBezTo>
                    <a:cubicBezTo>
                      <a:pt x="100" y="20"/>
                      <a:pt x="100" y="20"/>
                      <a:pt x="100" y="20"/>
                    </a:cubicBezTo>
                    <a:cubicBezTo>
                      <a:pt x="99" y="22"/>
                      <a:pt x="97" y="24"/>
                      <a:pt x="95" y="25"/>
                    </a:cubicBezTo>
                    <a:cubicBezTo>
                      <a:pt x="93" y="26"/>
                      <a:pt x="91" y="26"/>
                      <a:pt x="88" y="26"/>
                    </a:cubicBezTo>
                    <a:cubicBezTo>
                      <a:pt x="85" y="26"/>
                      <a:pt x="82" y="25"/>
                      <a:pt x="79" y="23"/>
                    </a:cubicBezTo>
                    <a:cubicBezTo>
                      <a:pt x="77" y="21"/>
                      <a:pt x="76" y="18"/>
                      <a:pt x="76" y="15"/>
                    </a:cubicBezTo>
                    <a:cubicBezTo>
                      <a:pt x="76" y="11"/>
                      <a:pt x="78" y="7"/>
                      <a:pt x="81" y="4"/>
                    </a:cubicBezTo>
                    <a:cubicBezTo>
                      <a:pt x="84" y="2"/>
                      <a:pt x="88" y="0"/>
                      <a:pt x="93" y="0"/>
                    </a:cubicBezTo>
                    <a:cubicBezTo>
                      <a:pt x="98" y="0"/>
                      <a:pt x="102" y="2"/>
                      <a:pt x="105" y="5"/>
                    </a:cubicBezTo>
                    <a:cubicBezTo>
                      <a:pt x="108" y="8"/>
                      <a:pt x="110" y="12"/>
                      <a:pt x="110" y="17"/>
                    </a:cubicBezTo>
                    <a:cubicBezTo>
                      <a:pt x="110" y="20"/>
                      <a:pt x="109" y="23"/>
                      <a:pt x="108" y="26"/>
                    </a:cubicBezTo>
                    <a:cubicBezTo>
                      <a:pt x="107" y="29"/>
                      <a:pt x="106" y="31"/>
                      <a:pt x="104" y="33"/>
                    </a:cubicBezTo>
                    <a:cubicBezTo>
                      <a:pt x="101" y="35"/>
                      <a:pt x="99" y="36"/>
                      <a:pt x="96" y="38"/>
                    </a:cubicBezTo>
                    <a:cubicBezTo>
                      <a:pt x="93" y="39"/>
                      <a:pt x="91" y="39"/>
                      <a:pt x="87" y="39"/>
                    </a:cubicBezTo>
                    <a:cubicBezTo>
                      <a:pt x="85" y="39"/>
                      <a:pt x="83" y="39"/>
                      <a:pt x="81" y="38"/>
                    </a:cubicBezTo>
                    <a:cubicBezTo>
                      <a:pt x="80" y="38"/>
                      <a:pt x="78" y="37"/>
                      <a:pt x="77" y="36"/>
                    </a:cubicBezTo>
                    <a:cubicBezTo>
                      <a:pt x="77" y="36"/>
                      <a:pt x="77" y="36"/>
                      <a:pt x="77" y="36"/>
                    </a:cubicBezTo>
                    <a:close/>
                    <a:moveTo>
                      <a:pt x="93" y="21"/>
                    </a:moveTo>
                    <a:cubicBezTo>
                      <a:pt x="95" y="21"/>
                      <a:pt x="97" y="21"/>
                      <a:pt x="98" y="19"/>
                    </a:cubicBezTo>
                    <a:cubicBezTo>
                      <a:pt x="99" y="18"/>
                      <a:pt x="100" y="16"/>
                      <a:pt x="100" y="14"/>
                    </a:cubicBezTo>
                    <a:cubicBezTo>
                      <a:pt x="100" y="11"/>
                      <a:pt x="99" y="8"/>
                      <a:pt x="98" y="6"/>
                    </a:cubicBezTo>
                    <a:cubicBezTo>
                      <a:pt x="96" y="4"/>
                      <a:pt x="94" y="3"/>
                      <a:pt x="92" y="3"/>
                    </a:cubicBezTo>
                    <a:cubicBezTo>
                      <a:pt x="90" y="3"/>
                      <a:pt x="88" y="4"/>
                      <a:pt x="87" y="6"/>
                    </a:cubicBezTo>
                    <a:cubicBezTo>
                      <a:pt x="86" y="7"/>
                      <a:pt x="86" y="9"/>
                      <a:pt x="86" y="12"/>
                    </a:cubicBezTo>
                    <a:cubicBezTo>
                      <a:pt x="86" y="15"/>
                      <a:pt x="87" y="17"/>
                      <a:pt x="88" y="19"/>
                    </a:cubicBezTo>
                    <a:cubicBezTo>
                      <a:pt x="89" y="21"/>
                      <a:pt x="91" y="21"/>
                      <a:pt x="93" y="21"/>
                    </a:cubicBezTo>
                    <a:cubicBezTo>
                      <a:pt x="93" y="21"/>
                      <a:pt x="93" y="21"/>
                      <a:pt x="93" y="21"/>
                    </a:cubicBezTo>
                    <a:close/>
                    <a:moveTo>
                      <a:pt x="133" y="18"/>
                    </a:moveTo>
                    <a:cubicBezTo>
                      <a:pt x="131" y="18"/>
                      <a:pt x="130" y="19"/>
                      <a:pt x="128" y="20"/>
                    </a:cubicBezTo>
                    <a:cubicBezTo>
                      <a:pt x="127" y="21"/>
                      <a:pt x="127" y="23"/>
                      <a:pt x="127" y="25"/>
                    </a:cubicBezTo>
                    <a:cubicBezTo>
                      <a:pt x="127" y="29"/>
                      <a:pt x="127" y="31"/>
                      <a:pt x="129" y="33"/>
                    </a:cubicBezTo>
                    <a:cubicBezTo>
                      <a:pt x="130" y="35"/>
                      <a:pt x="132" y="36"/>
                      <a:pt x="134" y="36"/>
                    </a:cubicBezTo>
                    <a:cubicBezTo>
                      <a:pt x="136" y="36"/>
                      <a:pt x="138" y="35"/>
                      <a:pt x="139" y="34"/>
                    </a:cubicBezTo>
                    <a:cubicBezTo>
                      <a:pt x="140" y="33"/>
                      <a:pt x="140" y="31"/>
                      <a:pt x="140" y="28"/>
                    </a:cubicBezTo>
                    <a:cubicBezTo>
                      <a:pt x="140" y="25"/>
                      <a:pt x="140" y="22"/>
                      <a:pt x="139" y="21"/>
                    </a:cubicBezTo>
                    <a:cubicBezTo>
                      <a:pt x="137" y="19"/>
                      <a:pt x="136" y="18"/>
                      <a:pt x="133" y="18"/>
                    </a:cubicBezTo>
                    <a:cubicBezTo>
                      <a:pt x="133" y="18"/>
                      <a:pt x="133" y="18"/>
                      <a:pt x="133" y="18"/>
                    </a:cubicBezTo>
                    <a:close/>
                    <a:moveTo>
                      <a:pt x="150" y="4"/>
                    </a:moveTo>
                    <a:cubicBezTo>
                      <a:pt x="146" y="6"/>
                      <a:pt x="146" y="6"/>
                      <a:pt x="146" y="6"/>
                    </a:cubicBezTo>
                    <a:cubicBezTo>
                      <a:pt x="145" y="5"/>
                      <a:pt x="144" y="5"/>
                      <a:pt x="143" y="5"/>
                    </a:cubicBezTo>
                    <a:cubicBezTo>
                      <a:pt x="142" y="4"/>
                      <a:pt x="141" y="4"/>
                      <a:pt x="139" y="4"/>
                    </a:cubicBezTo>
                    <a:cubicBezTo>
                      <a:pt x="135" y="4"/>
                      <a:pt x="132" y="5"/>
                      <a:pt x="130" y="8"/>
                    </a:cubicBezTo>
                    <a:cubicBezTo>
                      <a:pt x="127" y="11"/>
                      <a:pt x="126" y="15"/>
                      <a:pt x="126" y="19"/>
                    </a:cubicBezTo>
                    <a:cubicBezTo>
                      <a:pt x="126" y="19"/>
                      <a:pt x="126" y="19"/>
                      <a:pt x="126" y="19"/>
                    </a:cubicBezTo>
                    <a:cubicBezTo>
                      <a:pt x="127" y="17"/>
                      <a:pt x="129" y="16"/>
                      <a:pt x="131" y="15"/>
                    </a:cubicBezTo>
                    <a:cubicBezTo>
                      <a:pt x="133" y="14"/>
                      <a:pt x="135" y="13"/>
                      <a:pt x="138" y="13"/>
                    </a:cubicBezTo>
                    <a:cubicBezTo>
                      <a:pt x="142" y="13"/>
                      <a:pt x="145" y="14"/>
                      <a:pt x="147" y="16"/>
                    </a:cubicBezTo>
                    <a:cubicBezTo>
                      <a:pt x="149" y="18"/>
                      <a:pt x="150" y="21"/>
                      <a:pt x="150" y="25"/>
                    </a:cubicBezTo>
                    <a:cubicBezTo>
                      <a:pt x="150" y="29"/>
                      <a:pt x="149" y="32"/>
                      <a:pt x="146" y="35"/>
                    </a:cubicBezTo>
                    <a:cubicBezTo>
                      <a:pt x="143" y="38"/>
                      <a:pt x="139" y="39"/>
                      <a:pt x="134" y="39"/>
                    </a:cubicBezTo>
                    <a:cubicBezTo>
                      <a:pt x="128" y="39"/>
                      <a:pt x="124" y="38"/>
                      <a:pt x="121" y="35"/>
                    </a:cubicBezTo>
                    <a:cubicBezTo>
                      <a:pt x="118" y="32"/>
                      <a:pt x="116" y="27"/>
                      <a:pt x="116" y="22"/>
                    </a:cubicBezTo>
                    <a:cubicBezTo>
                      <a:pt x="116" y="19"/>
                      <a:pt x="117" y="16"/>
                      <a:pt x="118" y="13"/>
                    </a:cubicBezTo>
                    <a:cubicBezTo>
                      <a:pt x="119" y="11"/>
                      <a:pt x="121" y="9"/>
                      <a:pt x="123" y="7"/>
                    </a:cubicBezTo>
                    <a:cubicBezTo>
                      <a:pt x="125" y="5"/>
                      <a:pt x="127" y="3"/>
                      <a:pt x="130" y="2"/>
                    </a:cubicBezTo>
                    <a:cubicBezTo>
                      <a:pt x="133" y="1"/>
                      <a:pt x="136" y="0"/>
                      <a:pt x="139" y="0"/>
                    </a:cubicBezTo>
                    <a:cubicBezTo>
                      <a:pt x="141" y="0"/>
                      <a:pt x="143" y="1"/>
                      <a:pt x="145" y="1"/>
                    </a:cubicBezTo>
                    <a:cubicBezTo>
                      <a:pt x="147" y="2"/>
                      <a:pt x="148" y="3"/>
                      <a:pt x="150"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solidFill>
                    <a:srgbClr val="000000"/>
                  </a:solidFill>
                </a:endParaRPr>
              </a:p>
            </p:txBody>
          </p:sp>
          <p:sp>
            <p:nvSpPr>
              <p:cNvPr id="24" name="ïsļîḑè"/>
              <p:cNvSpPr/>
              <p:nvPr/>
            </p:nvSpPr>
            <p:spPr bwMode="auto">
              <a:xfrm>
                <a:off x="2190751" y="2551113"/>
                <a:ext cx="1754188" cy="1651000"/>
              </a:xfrm>
              <a:custGeom>
                <a:avLst/>
                <a:gdLst>
                  <a:gd name="T0" fmla="*/ 266 w 532"/>
                  <a:gd name="T1" fmla="*/ 0 h 500"/>
                  <a:gd name="T2" fmla="*/ 532 w 532"/>
                  <a:gd name="T3" fmla="*/ 266 h 500"/>
                  <a:gd name="T4" fmla="*/ 395 w 532"/>
                  <a:gd name="T5" fmla="*/ 500 h 500"/>
                  <a:gd name="T6" fmla="*/ 389 w 532"/>
                  <a:gd name="T7" fmla="*/ 489 h 500"/>
                  <a:gd name="T8" fmla="*/ 521 w 532"/>
                  <a:gd name="T9" fmla="*/ 266 h 500"/>
                  <a:gd name="T10" fmla="*/ 266 w 532"/>
                  <a:gd name="T11" fmla="*/ 12 h 500"/>
                  <a:gd name="T12" fmla="*/ 11 w 532"/>
                  <a:gd name="T13" fmla="*/ 266 h 500"/>
                  <a:gd name="T14" fmla="*/ 144 w 532"/>
                  <a:gd name="T15" fmla="*/ 490 h 500"/>
                  <a:gd name="T16" fmla="*/ 139 w 532"/>
                  <a:gd name="T17" fmla="*/ 500 h 500"/>
                  <a:gd name="T18" fmla="*/ 0 w 532"/>
                  <a:gd name="T19" fmla="*/ 266 h 500"/>
                  <a:gd name="T20" fmla="*/ 266 w 532"/>
                  <a:gd name="T21" fmla="*/ 0 h 5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32" h="500">
                    <a:moveTo>
                      <a:pt x="266" y="0"/>
                    </a:moveTo>
                    <a:cubicBezTo>
                      <a:pt x="413" y="0"/>
                      <a:pt x="532" y="120"/>
                      <a:pt x="532" y="266"/>
                    </a:cubicBezTo>
                    <a:cubicBezTo>
                      <a:pt x="532" y="367"/>
                      <a:pt x="477" y="454"/>
                      <a:pt x="395" y="500"/>
                    </a:cubicBezTo>
                    <a:cubicBezTo>
                      <a:pt x="389" y="489"/>
                      <a:pt x="389" y="489"/>
                      <a:pt x="389" y="489"/>
                    </a:cubicBezTo>
                    <a:cubicBezTo>
                      <a:pt x="468" y="446"/>
                      <a:pt x="521" y="362"/>
                      <a:pt x="521" y="266"/>
                    </a:cubicBezTo>
                    <a:cubicBezTo>
                      <a:pt x="521" y="126"/>
                      <a:pt x="407" y="12"/>
                      <a:pt x="266" y="12"/>
                    </a:cubicBezTo>
                    <a:cubicBezTo>
                      <a:pt x="126" y="12"/>
                      <a:pt x="11" y="126"/>
                      <a:pt x="11" y="266"/>
                    </a:cubicBezTo>
                    <a:cubicBezTo>
                      <a:pt x="11" y="363"/>
                      <a:pt x="65" y="447"/>
                      <a:pt x="144" y="490"/>
                    </a:cubicBezTo>
                    <a:cubicBezTo>
                      <a:pt x="139" y="500"/>
                      <a:pt x="139" y="500"/>
                      <a:pt x="139" y="500"/>
                    </a:cubicBezTo>
                    <a:cubicBezTo>
                      <a:pt x="56" y="455"/>
                      <a:pt x="0" y="367"/>
                      <a:pt x="0" y="266"/>
                    </a:cubicBezTo>
                    <a:cubicBezTo>
                      <a:pt x="0" y="120"/>
                      <a:pt x="120" y="0"/>
                      <a:pt x="266"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solidFill>
                    <a:srgbClr val="000000"/>
                  </a:solidFill>
                </a:endParaRPr>
              </a:p>
            </p:txBody>
          </p:sp>
        </p:grpSp>
        <p:sp>
          <p:nvSpPr>
            <p:cNvPr id="5" name="íšľïḋé"/>
            <p:cNvSpPr/>
            <p:nvPr/>
          </p:nvSpPr>
          <p:spPr bwMode="auto">
            <a:xfrm>
              <a:off x="10398657" y="734847"/>
              <a:ext cx="1120243" cy="66549"/>
            </a:xfrm>
            <a:custGeom>
              <a:avLst/>
              <a:gdLst>
                <a:gd name="T0" fmla="*/ 2 w 1702"/>
                <a:gd name="T1" fmla="*/ 29 h 101"/>
                <a:gd name="T2" fmla="*/ 49 w 1702"/>
                <a:gd name="T3" fmla="*/ 13 h 101"/>
                <a:gd name="T4" fmla="*/ 59 w 1702"/>
                <a:gd name="T5" fmla="*/ 92 h 101"/>
                <a:gd name="T6" fmla="*/ 87 w 1702"/>
                <a:gd name="T7" fmla="*/ 93 h 101"/>
                <a:gd name="T8" fmla="*/ 110 w 1702"/>
                <a:gd name="T9" fmla="*/ 3 h 101"/>
                <a:gd name="T10" fmla="*/ 133 w 1702"/>
                <a:gd name="T11" fmla="*/ 99 h 101"/>
                <a:gd name="T12" fmla="*/ 235 w 1702"/>
                <a:gd name="T13" fmla="*/ 34 h 101"/>
                <a:gd name="T14" fmla="*/ 240 w 1702"/>
                <a:gd name="T15" fmla="*/ 77 h 101"/>
                <a:gd name="T16" fmla="*/ 254 w 1702"/>
                <a:gd name="T17" fmla="*/ 99 h 101"/>
                <a:gd name="T18" fmla="*/ 263 w 1702"/>
                <a:gd name="T19" fmla="*/ 2 h 101"/>
                <a:gd name="T20" fmla="*/ 326 w 1702"/>
                <a:gd name="T21" fmla="*/ 9 h 101"/>
                <a:gd name="T22" fmla="*/ 354 w 1702"/>
                <a:gd name="T23" fmla="*/ 9 h 101"/>
                <a:gd name="T24" fmla="*/ 318 w 1702"/>
                <a:gd name="T25" fmla="*/ 93 h 101"/>
                <a:gd name="T26" fmla="*/ 299 w 1702"/>
                <a:gd name="T27" fmla="*/ 98 h 101"/>
                <a:gd name="T28" fmla="*/ 377 w 1702"/>
                <a:gd name="T29" fmla="*/ 2 h 101"/>
                <a:gd name="T30" fmla="*/ 415 w 1702"/>
                <a:gd name="T31" fmla="*/ 82 h 101"/>
                <a:gd name="T32" fmla="*/ 454 w 1702"/>
                <a:gd name="T33" fmla="*/ 2 h 101"/>
                <a:gd name="T34" fmla="*/ 398 w 1702"/>
                <a:gd name="T35" fmla="*/ 93 h 101"/>
                <a:gd name="T36" fmla="*/ 510 w 1702"/>
                <a:gd name="T37" fmla="*/ 93 h 101"/>
                <a:gd name="T38" fmla="*/ 528 w 1702"/>
                <a:gd name="T39" fmla="*/ 2 h 101"/>
                <a:gd name="T40" fmla="*/ 534 w 1702"/>
                <a:gd name="T41" fmla="*/ 93 h 101"/>
                <a:gd name="T42" fmla="*/ 669 w 1702"/>
                <a:gd name="T43" fmla="*/ 9 h 101"/>
                <a:gd name="T44" fmla="*/ 680 w 1702"/>
                <a:gd name="T45" fmla="*/ 17 h 101"/>
                <a:gd name="T46" fmla="*/ 598 w 1702"/>
                <a:gd name="T47" fmla="*/ 98 h 101"/>
                <a:gd name="T48" fmla="*/ 607 w 1702"/>
                <a:gd name="T49" fmla="*/ 3 h 101"/>
                <a:gd name="T50" fmla="*/ 793 w 1702"/>
                <a:gd name="T51" fmla="*/ 3 h 101"/>
                <a:gd name="T52" fmla="*/ 827 w 1702"/>
                <a:gd name="T53" fmla="*/ 89 h 101"/>
                <a:gd name="T54" fmla="*/ 860 w 1702"/>
                <a:gd name="T55" fmla="*/ 2 h 101"/>
                <a:gd name="T56" fmla="*/ 781 w 1702"/>
                <a:gd name="T57" fmla="*/ 16 h 101"/>
                <a:gd name="T58" fmla="*/ 981 w 1702"/>
                <a:gd name="T59" fmla="*/ 7 h 101"/>
                <a:gd name="T60" fmla="*/ 914 w 1702"/>
                <a:gd name="T61" fmla="*/ 99 h 101"/>
                <a:gd name="T62" fmla="*/ 882 w 1702"/>
                <a:gd name="T63" fmla="*/ 7 h 101"/>
                <a:gd name="T64" fmla="*/ 1006 w 1702"/>
                <a:gd name="T65" fmla="*/ 91 h 101"/>
                <a:gd name="T66" fmla="*/ 1042 w 1702"/>
                <a:gd name="T67" fmla="*/ 2 h 101"/>
                <a:gd name="T68" fmla="*/ 1020 w 1702"/>
                <a:gd name="T69" fmla="*/ 98 h 101"/>
                <a:gd name="T70" fmla="*/ 1054 w 1702"/>
                <a:gd name="T71" fmla="*/ 2 h 101"/>
                <a:gd name="T72" fmla="*/ 1090 w 1702"/>
                <a:gd name="T73" fmla="*/ 15 h 101"/>
                <a:gd name="T74" fmla="*/ 1137 w 1702"/>
                <a:gd name="T75" fmla="*/ 2 h 101"/>
                <a:gd name="T76" fmla="*/ 1173 w 1702"/>
                <a:gd name="T77" fmla="*/ 91 h 101"/>
                <a:gd name="T78" fmla="*/ 1224 w 1702"/>
                <a:gd name="T79" fmla="*/ 2 h 101"/>
                <a:gd name="T80" fmla="*/ 1210 w 1702"/>
                <a:gd name="T81" fmla="*/ 46 h 101"/>
                <a:gd name="T82" fmla="*/ 1211 w 1702"/>
                <a:gd name="T83" fmla="*/ 52 h 101"/>
                <a:gd name="T84" fmla="*/ 1221 w 1702"/>
                <a:gd name="T85" fmla="*/ 98 h 101"/>
                <a:gd name="T86" fmla="*/ 1267 w 1702"/>
                <a:gd name="T87" fmla="*/ 9 h 101"/>
                <a:gd name="T88" fmla="*/ 1333 w 1702"/>
                <a:gd name="T89" fmla="*/ 40 h 101"/>
                <a:gd name="T90" fmla="*/ 1324 w 1702"/>
                <a:gd name="T91" fmla="*/ 96 h 101"/>
                <a:gd name="T92" fmla="*/ 1302 w 1702"/>
                <a:gd name="T93" fmla="*/ 93 h 101"/>
                <a:gd name="T94" fmla="*/ 1318 w 1702"/>
                <a:gd name="T95" fmla="*/ 28 h 101"/>
                <a:gd name="T96" fmla="*/ 1413 w 1702"/>
                <a:gd name="T97" fmla="*/ 88 h 101"/>
                <a:gd name="T98" fmla="*/ 1431 w 1702"/>
                <a:gd name="T99" fmla="*/ 4 h 101"/>
                <a:gd name="T100" fmla="*/ 1407 w 1702"/>
                <a:gd name="T101" fmla="*/ 38 h 101"/>
                <a:gd name="T102" fmla="*/ 1370 w 1702"/>
                <a:gd name="T103" fmla="*/ 73 h 101"/>
                <a:gd name="T104" fmla="*/ 1465 w 1702"/>
                <a:gd name="T105" fmla="*/ 9 h 101"/>
                <a:gd name="T106" fmla="*/ 1491 w 1702"/>
                <a:gd name="T107" fmla="*/ 16 h 101"/>
                <a:gd name="T108" fmla="*/ 1456 w 1702"/>
                <a:gd name="T109" fmla="*/ 99 h 101"/>
                <a:gd name="T110" fmla="*/ 1517 w 1702"/>
                <a:gd name="T111" fmla="*/ 26 h 101"/>
                <a:gd name="T112" fmla="*/ 1586 w 1702"/>
                <a:gd name="T113" fmla="*/ 13 h 101"/>
                <a:gd name="T114" fmla="*/ 1545 w 1702"/>
                <a:gd name="T115" fmla="*/ 98 h 101"/>
                <a:gd name="T116" fmla="*/ 1656 w 1702"/>
                <a:gd name="T117" fmla="*/ 98 h 101"/>
                <a:gd name="T118" fmla="*/ 1610 w 1702"/>
                <a:gd name="T119" fmla="*/ 7 h 101"/>
                <a:gd name="T120" fmla="*/ 1644 w 1702"/>
                <a:gd name="T121" fmla="*/ 12 h 101"/>
                <a:gd name="T122" fmla="*/ 1688 w 1702"/>
                <a:gd name="T123" fmla="*/ 3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702" h="101">
                  <a:moveTo>
                    <a:pt x="1" y="66"/>
                  </a:moveTo>
                  <a:cubicBezTo>
                    <a:pt x="11" y="66"/>
                    <a:pt x="11" y="66"/>
                    <a:pt x="11" y="66"/>
                  </a:cubicBezTo>
                  <a:cubicBezTo>
                    <a:pt x="11" y="75"/>
                    <a:pt x="13" y="81"/>
                    <a:pt x="16" y="85"/>
                  </a:cubicBezTo>
                  <a:cubicBezTo>
                    <a:pt x="20" y="90"/>
                    <a:pt x="25" y="92"/>
                    <a:pt x="32" y="92"/>
                  </a:cubicBezTo>
                  <a:cubicBezTo>
                    <a:pt x="37" y="92"/>
                    <a:pt x="41" y="90"/>
                    <a:pt x="44" y="88"/>
                  </a:cubicBezTo>
                  <a:cubicBezTo>
                    <a:pt x="48" y="85"/>
                    <a:pt x="49" y="82"/>
                    <a:pt x="49" y="77"/>
                  </a:cubicBezTo>
                  <a:cubicBezTo>
                    <a:pt x="49" y="74"/>
                    <a:pt x="48" y="71"/>
                    <a:pt x="46" y="68"/>
                  </a:cubicBezTo>
                  <a:cubicBezTo>
                    <a:pt x="44" y="66"/>
                    <a:pt x="39" y="63"/>
                    <a:pt x="31" y="60"/>
                  </a:cubicBezTo>
                  <a:cubicBezTo>
                    <a:pt x="20" y="55"/>
                    <a:pt x="12" y="51"/>
                    <a:pt x="8" y="46"/>
                  </a:cubicBezTo>
                  <a:cubicBezTo>
                    <a:pt x="4" y="41"/>
                    <a:pt x="2" y="36"/>
                    <a:pt x="2" y="29"/>
                  </a:cubicBezTo>
                  <a:cubicBezTo>
                    <a:pt x="2" y="20"/>
                    <a:pt x="5" y="13"/>
                    <a:pt x="11" y="8"/>
                  </a:cubicBezTo>
                  <a:cubicBezTo>
                    <a:pt x="17" y="2"/>
                    <a:pt x="25" y="0"/>
                    <a:pt x="34" y="0"/>
                  </a:cubicBezTo>
                  <a:cubicBezTo>
                    <a:pt x="38" y="0"/>
                    <a:pt x="42" y="0"/>
                    <a:pt x="47" y="1"/>
                  </a:cubicBezTo>
                  <a:cubicBezTo>
                    <a:pt x="51" y="1"/>
                    <a:pt x="56" y="2"/>
                    <a:pt x="62" y="3"/>
                  </a:cubicBezTo>
                  <a:cubicBezTo>
                    <a:pt x="62" y="4"/>
                    <a:pt x="62" y="4"/>
                    <a:pt x="62" y="4"/>
                  </a:cubicBezTo>
                  <a:cubicBezTo>
                    <a:pt x="62" y="9"/>
                    <a:pt x="62" y="14"/>
                    <a:pt x="62" y="17"/>
                  </a:cubicBezTo>
                  <a:cubicBezTo>
                    <a:pt x="62" y="19"/>
                    <a:pt x="62" y="23"/>
                    <a:pt x="62" y="29"/>
                  </a:cubicBezTo>
                  <a:cubicBezTo>
                    <a:pt x="62" y="29"/>
                    <a:pt x="62" y="29"/>
                    <a:pt x="62" y="29"/>
                  </a:cubicBezTo>
                  <a:cubicBezTo>
                    <a:pt x="54" y="29"/>
                    <a:pt x="54" y="29"/>
                    <a:pt x="54" y="29"/>
                  </a:cubicBezTo>
                  <a:cubicBezTo>
                    <a:pt x="54" y="22"/>
                    <a:pt x="53" y="17"/>
                    <a:pt x="49" y="13"/>
                  </a:cubicBezTo>
                  <a:cubicBezTo>
                    <a:pt x="46" y="10"/>
                    <a:pt x="42" y="8"/>
                    <a:pt x="36" y="8"/>
                  </a:cubicBezTo>
                  <a:cubicBezTo>
                    <a:pt x="31" y="8"/>
                    <a:pt x="27" y="9"/>
                    <a:pt x="25" y="11"/>
                  </a:cubicBezTo>
                  <a:cubicBezTo>
                    <a:pt x="22" y="14"/>
                    <a:pt x="21" y="17"/>
                    <a:pt x="21" y="21"/>
                  </a:cubicBezTo>
                  <a:cubicBezTo>
                    <a:pt x="21" y="24"/>
                    <a:pt x="22" y="27"/>
                    <a:pt x="24" y="30"/>
                  </a:cubicBezTo>
                  <a:cubicBezTo>
                    <a:pt x="26" y="32"/>
                    <a:pt x="31" y="35"/>
                    <a:pt x="39" y="38"/>
                  </a:cubicBezTo>
                  <a:cubicBezTo>
                    <a:pt x="40" y="38"/>
                    <a:pt x="41" y="39"/>
                    <a:pt x="43" y="40"/>
                  </a:cubicBezTo>
                  <a:cubicBezTo>
                    <a:pt x="51" y="43"/>
                    <a:pt x="57" y="46"/>
                    <a:pt x="60" y="49"/>
                  </a:cubicBezTo>
                  <a:cubicBezTo>
                    <a:pt x="63" y="51"/>
                    <a:pt x="65" y="55"/>
                    <a:pt x="66" y="58"/>
                  </a:cubicBezTo>
                  <a:cubicBezTo>
                    <a:pt x="68" y="61"/>
                    <a:pt x="69" y="65"/>
                    <a:pt x="69" y="69"/>
                  </a:cubicBezTo>
                  <a:cubicBezTo>
                    <a:pt x="69" y="79"/>
                    <a:pt x="65" y="86"/>
                    <a:pt x="59" y="92"/>
                  </a:cubicBezTo>
                  <a:cubicBezTo>
                    <a:pt x="53" y="98"/>
                    <a:pt x="44" y="101"/>
                    <a:pt x="33" y="101"/>
                  </a:cubicBezTo>
                  <a:cubicBezTo>
                    <a:pt x="27" y="101"/>
                    <a:pt x="21" y="100"/>
                    <a:pt x="16" y="99"/>
                  </a:cubicBezTo>
                  <a:cubicBezTo>
                    <a:pt x="11" y="98"/>
                    <a:pt x="5" y="96"/>
                    <a:pt x="0" y="93"/>
                  </a:cubicBezTo>
                  <a:cubicBezTo>
                    <a:pt x="1" y="90"/>
                    <a:pt x="1" y="87"/>
                    <a:pt x="1" y="83"/>
                  </a:cubicBezTo>
                  <a:cubicBezTo>
                    <a:pt x="1" y="80"/>
                    <a:pt x="1" y="77"/>
                    <a:pt x="1" y="73"/>
                  </a:cubicBezTo>
                  <a:cubicBezTo>
                    <a:pt x="1" y="71"/>
                    <a:pt x="1" y="70"/>
                    <a:pt x="1" y="69"/>
                  </a:cubicBezTo>
                  <a:cubicBezTo>
                    <a:pt x="1" y="68"/>
                    <a:pt x="1" y="67"/>
                    <a:pt x="1" y="66"/>
                  </a:cubicBezTo>
                  <a:cubicBezTo>
                    <a:pt x="1" y="66"/>
                    <a:pt x="1" y="66"/>
                    <a:pt x="1" y="66"/>
                  </a:cubicBezTo>
                  <a:close/>
                  <a:moveTo>
                    <a:pt x="87" y="99"/>
                  </a:moveTo>
                  <a:cubicBezTo>
                    <a:pt x="87" y="93"/>
                    <a:pt x="87" y="93"/>
                    <a:pt x="87" y="93"/>
                  </a:cubicBezTo>
                  <a:cubicBezTo>
                    <a:pt x="88" y="93"/>
                    <a:pt x="88" y="93"/>
                    <a:pt x="88" y="93"/>
                  </a:cubicBezTo>
                  <a:cubicBezTo>
                    <a:pt x="93" y="93"/>
                    <a:pt x="95" y="92"/>
                    <a:pt x="97" y="91"/>
                  </a:cubicBezTo>
                  <a:cubicBezTo>
                    <a:pt x="98" y="89"/>
                    <a:pt x="99" y="86"/>
                    <a:pt x="99" y="81"/>
                  </a:cubicBezTo>
                  <a:cubicBezTo>
                    <a:pt x="99" y="16"/>
                    <a:pt x="99" y="16"/>
                    <a:pt x="99" y="16"/>
                  </a:cubicBezTo>
                  <a:cubicBezTo>
                    <a:pt x="99" y="13"/>
                    <a:pt x="98" y="11"/>
                    <a:pt x="97" y="9"/>
                  </a:cubicBezTo>
                  <a:cubicBezTo>
                    <a:pt x="95" y="8"/>
                    <a:pt x="93" y="7"/>
                    <a:pt x="89" y="7"/>
                  </a:cubicBezTo>
                  <a:cubicBezTo>
                    <a:pt x="87" y="7"/>
                    <a:pt x="87" y="7"/>
                    <a:pt x="87" y="7"/>
                  </a:cubicBezTo>
                  <a:cubicBezTo>
                    <a:pt x="87" y="2"/>
                    <a:pt x="87" y="2"/>
                    <a:pt x="87" y="2"/>
                  </a:cubicBezTo>
                  <a:cubicBezTo>
                    <a:pt x="91" y="2"/>
                    <a:pt x="95" y="2"/>
                    <a:pt x="99" y="2"/>
                  </a:cubicBezTo>
                  <a:cubicBezTo>
                    <a:pt x="103" y="3"/>
                    <a:pt x="107" y="3"/>
                    <a:pt x="110" y="3"/>
                  </a:cubicBezTo>
                  <a:cubicBezTo>
                    <a:pt x="114" y="3"/>
                    <a:pt x="118" y="3"/>
                    <a:pt x="122" y="2"/>
                  </a:cubicBezTo>
                  <a:cubicBezTo>
                    <a:pt x="126" y="2"/>
                    <a:pt x="129" y="2"/>
                    <a:pt x="133" y="2"/>
                  </a:cubicBezTo>
                  <a:cubicBezTo>
                    <a:pt x="133" y="7"/>
                    <a:pt x="133" y="7"/>
                    <a:pt x="133" y="7"/>
                  </a:cubicBezTo>
                  <a:cubicBezTo>
                    <a:pt x="129" y="7"/>
                    <a:pt x="126" y="8"/>
                    <a:pt x="125" y="9"/>
                  </a:cubicBezTo>
                  <a:cubicBezTo>
                    <a:pt x="123" y="10"/>
                    <a:pt x="122" y="12"/>
                    <a:pt x="122" y="16"/>
                  </a:cubicBezTo>
                  <a:cubicBezTo>
                    <a:pt x="122" y="81"/>
                    <a:pt x="122" y="81"/>
                    <a:pt x="122" y="81"/>
                  </a:cubicBezTo>
                  <a:cubicBezTo>
                    <a:pt x="122" y="86"/>
                    <a:pt x="123" y="89"/>
                    <a:pt x="124" y="91"/>
                  </a:cubicBezTo>
                  <a:cubicBezTo>
                    <a:pt x="126" y="92"/>
                    <a:pt x="128" y="93"/>
                    <a:pt x="133" y="93"/>
                  </a:cubicBezTo>
                  <a:cubicBezTo>
                    <a:pt x="133" y="93"/>
                    <a:pt x="133" y="93"/>
                    <a:pt x="133" y="93"/>
                  </a:cubicBezTo>
                  <a:cubicBezTo>
                    <a:pt x="133" y="99"/>
                    <a:pt x="133" y="99"/>
                    <a:pt x="133" y="99"/>
                  </a:cubicBezTo>
                  <a:cubicBezTo>
                    <a:pt x="130" y="98"/>
                    <a:pt x="126" y="98"/>
                    <a:pt x="122" y="98"/>
                  </a:cubicBezTo>
                  <a:cubicBezTo>
                    <a:pt x="118" y="98"/>
                    <a:pt x="114" y="98"/>
                    <a:pt x="110" y="98"/>
                  </a:cubicBezTo>
                  <a:cubicBezTo>
                    <a:pt x="107" y="98"/>
                    <a:pt x="104" y="98"/>
                    <a:pt x="100" y="98"/>
                  </a:cubicBezTo>
                  <a:cubicBezTo>
                    <a:pt x="96" y="98"/>
                    <a:pt x="92" y="98"/>
                    <a:pt x="87" y="99"/>
                  </a:cubicBezTo>
                  <a:cubicBezTo>
                    <a:pt x="87" y="99"/>
                    <a:pt x="87" y="99"/>
                    <a:pt x="87" y="99"/>
                  </a:cubicBezTo>
                  <a:close/>
                  <a:moveTo>
                    <a:pt x="236" y="4"/>
                  </a:moveTo>
                  <a:cubicBezTo>
                    <a:pt x="236" y="8"/>
                    <a:pt x="235" y="11"/>
                    <a:pt x="235" y="14"/>
                  </a:cubicBezTo>
                  <a:cubicBezTo>
                    <a:pt x="235" y="17"/>
                    <a:pt x="235" y="20"/>
                    <a:pt x="235" y="23"/>
                  </a:cubicBezTo>
                  <a:cubicBezTo>
                    <a:pt x="235" y="24"/>
                    <a:pt x="235" y="26"/>
                    <a:pt x="235" y="27"/>
                  </a:cubicBezTo>
                  <a:cubicBezTo>
                    <a:pt x="235" y="29"/>
                    <a:pt x="235" y="31"/>
                    <a:pt x="235" y="34"/>
                  </a:cubicBezTo>
                  <a:cubicBezTo>
                    <a:pt x="227" y="34"/>
                    <a:pt x="227" y="34"/>
                    <a:pt x="227" y="34"/>
                  </a:cubicBezTo>
                  <a:cubicBezTo>
                    <a:pt x="226" y="25"/>
                    <a:pt x="224" y="18"/>
                    <a:pt x="220" y="14"/>
                  </a:cubicBezTo>
                  <a:cubicBezTo>
                    <a:pt x="216" y="10"/>
                    <a:pt x="211" y="7"/>
                    <a:pt x="205" y="7"/>
                  </a:cubicBezTo>
                  <a:cubicBezTo>
                    <a:pt x="195" y="7"/>
                    <a:pt x="188" y="11"/>
                    <a:pt x="183" y="18"/>
                  </a:cubicBezTo>
                  <a:cubicBezTo>
                    <a:pt x="178" y="25"/>
                    <a:pt x="175" y="35"/>
                    <a:pt x="175" y="47"/>
                  </a:cubicBezTo>
                  <a:cubicBezTo>
                    <a:pt x="175" y="60"/>
                    <a:pt x="178" y="71"/>
                    <a:pt x="184" y="78"/>
                  </a:cubicBezTo>
                  <a:cubicBezTo>
                    <a:pt x="189" y="86"/>
                    <a:pt x="197" y="90"/>
                    <a:pt x="206" y="90"/>
                  </a:cubicBezTo>
                  <a:cubicBezTo>
                    <a:pt x="211" y="90"/>
                    <a:pt x="216" y="89"/>
                    <a:pt x="220" y="86"/>
                  </a:cubicBezTo>
                  <a:cubicBezTo>
                    <a:pt x="224" y="83"/>
                    <a:pt x="229" y="79"/>
                    <a:pt x="233" y="73"/>
                  </a:cubicBezTo>
                  <a:cubicBezTo>
                    <a:pt x="240" y="77"/>
                    <a:pt x="240" y="77"/>
                    <a:pt x="240" y="77"/>
                  </a:cubicBezTo>
                  <a:cubicBezTo>
                    <a:pt x="234" y="85"/>
                    <a:pt x="229" y="91"/>
                    <a:pt x="222" y="95"/>
                  </a:cubicBezTo>
                  <a:cubicBezTo>
                    <a:pt x="215" y="99"/>
                    <a:pt x="208" y="101"/>
                    <a:pt x="199" y="101"/>
                  </a:cubicBezTo>
                  <a:cubicBezTo>
                    <a:pt x="184" y="101"/>
                    <a:pt x="172" y="96"/>
                    <a:pt x="164" y="87"/>
                  </a:cubicBezTo>
                  <a:cubicBezTo>
                    <a:pt x="155" y="78"/>
                    <a:pt x="151" y="66"/>
                    <a:pt x="151" y="50"/>
                  </a:cubicBezTo>
                  <a:cubicBezTo>
                    <a:pt x="151" y="35"/>
                    <a:pt x="156" y="23"/>
                    <a:pt x="165" y="14"/>
                  </a:cubicBezTo>
                  <a:cubicBezTo>
                    <a:pt x="175" y="4"/>
                    <a:pt x="187" y="0"/>
                    <a:pt x="203" y="0"/>
                  </a:cubicBezTo>
                  <a:cubicBezTo>
                    <a:pt x="209" y="0"/>
                    <a:pt x="218" y="1"/>
                    <a:pt x="233" y="4"/>
                  </a:cubicBezTo>
                  <a:cubicBezTo>
                    <a:pt x="234" y="4"/>
                    <a:pt x="235" y="4"/>
                    <a:pt x="236" y="4"/>
                  </a:cubicBezTo>
                  <a:cubicBezTo>
                    <a:pt x="236" y="4"/>
                    <a:pt x="236" y="4"/>
                    <a:pt x="236" y="4"/>
                  </a:cubicBezTo>
                  <a:close/>
                  <a:moveTo>
                    <a:pt x="254" y="99"/>
                  </a:moveTo>
                  <a:cubicBezTo>
                    <a:pt x="254" y="93"/>
                    <a:pt x="254" y="93"/>
                    <a:pt x="254" y="93"/>
                  </a:cubicBezTo>
                  <a:cubicBezTo>
                    <a:pt x="255" y="93"/>
                    <a:pt x="255" y="93"/>
                    <a:pt x="255" y="93"/>
                  </a:cubicBezTo>
                  <a:cubicBezTo>
                    <a:pt x="259" y="93"/>
                    <a:pt x="262" y="92"/>
                    <a:pt x="263" y="91"/>
                  </a:cubicBezTo>
                  <a:cubicBezTo>
                    <a:pt x="265" y="89"/>
                    <a:pt x="265" y="86"/>
                    <a:pt x="265" y="81"/>
                  </a:cubicBezTo>
                  <a:cubicBezTo>
                    <a:pt x="265" y="16"/>
                    <a:pt x="265" y="16"/>
                    <a:pt x="265" y="16"/>
                  </a:cubicBezTo>
                  <a:cubicBezTo>
                    <a:pt x="265" y="13"/>
                    <a:pt x="265" y="11"/>
                    <a:pt x="263" y="9"/>
                  </a:cubicBezTo>
                  <a:cubicBezTo>
                    <a:pt x="262" y="8"/>
                    <a:pt x="259" y="7"/>
                    <a:pt x="256" y="7"/>
                  </a:cubicBezTo>
                  <a:cubicBezTo>
                    <a:pt x="254" y="7"/>
                    <a:pt x="254" y="7"/>
                    <a:pt x="254" y="7"/>
                  </a:cubicBezTo>
                  <a:cubicBezTo>
                    <a:pt x="254" y="2"/>
                    <a:pt x="254" y="2"/>
                    <a:pt x="254" y="2"/>
                  </a:cubicBezTo>
                  <a:cubicBezTo>
                    <a:pt x="257" y="2"/>
                    <a:pt x="260" y="2"/>
                    <a:pt x="263" y="2"/>
                  </a:cubicBezTo>
                  <a:cubicBezTo>
                    <a:pt x="267" y="3"/>
                    <a:pt x="271" y="3"/>
                    <a:pt x="277" y="3"/>
                  </a:cubicBezTo>
                  <a:cubicBezTo>
                    <a:pt x="282" y="3"/>
                    <a:pt x="286" y="3"/>
                    <a:pt x="290" y="2"/>
                  </a:cubicBezTo>
                  <a:cubicBezTo>
                    <a:pt x="294" y="2"/>
                    <a:pt x="297" y="2"/>
                    <a:pt x="299" y="2"/>
                  </a:cubicBezTo>
                  <a:cubicBezTo>
                    <a:pt x="299" y="7"/>
                    <a:pt x="299" y="7"/>
                    <a:pt x="299" y="7"/>
                  </a:cubicBezTo>
                  <a:cubicBezTo>
                    <a:pt x="295" y="7"/>
                    <a:pt x="292" y="8"/>
                    <a:pt x="291" y="9"/>
                  </a:cubicBezTo>
                  <a:cubicBezTo>
                    <a:pt x="289" y="10"/>
                    <a:pt x="288" y="12"/>
                    <a:pt x="288" y="16"/>
                  </a:cubicBezTo>
                  <a:cubicBezTo>
                    <a:pt x="288" y="43"/>
                    <a:pt x="288" y="43"/>
                    <a:pt x="288" y="43"/>
                  </a:cubicBezTo>
                  <a:cubicBezTo>
                    <a:pt x="329" y="43"/>
                    <a:pt x="329" y="43"/>
                    <a:pt x="329" y="43"/>
                  </a:cubicBezTo>
                  <a:cubicBezTo>
                    <a:pt x="329" y="16"/>
                    <a:pt x="329" y="16"/>
                    <a:pt x="329" y="16"/>
                  </a:cubicBezTo>
                  <a:cubicBezTo>
                    <a:pt x="329" y="13"/>
                    <a:pt x="328" y="10"/>
                    <a:pt x="326" y="9"/>
                  </a:cubicBezTo>
                  <a:cubicBezTo>
                    <a:pt x="325" y="8"/>
                    <a:pt x="322" y="7"/>
                    <a:pt x="318" y="7"/>
                  </a:cubicBezTo>
                  <a:cubicBezTo>
                    <a:pt x="317" y="7"/>
                    <a:pt x="317" y="7"/>
                    <a:pt x="317" y="7"/>
                  </a:cubicBezTo>
                  <a:cubicBezTo>
                    <a:pt x="317" y="2"/>
                    <a:pt x="317" y="2"/>
                    <a:pt x="317" y="2"/>
                  </a:cubicBezTo>
                  <a:cubicBezTo>
                    <a:pt x="321" y="2"/>
                    <a:pt x="324" y="2"/>
                    <a:pt x="328" y="2"/>
                  </a:cubicBezTo>
                  <a:cubicBezTo>
                    <a:pt x="331" y="3"/>
                    <a:pt x="336" y="3"/>
                    <a:pt x="340" y="3"/>
                  </a:cubicBezTo>
                  <a:cubicBezTo>
                    <a:pt x="345" y="3"/>
                    <a:pt x="349" y="3"/>
                    <a:pt x="352" y="2"/>
                  </a:cubicBezTo>
                  <a:cubicBezTo>
                    <a:pt x="356" y="2"/>
                    <a:pt x="359" y="2"/>
                    <a:pt x="362" y="2"/>
                  </a:cubicBezTo>
                  <a:cubicBezTo>
                    <a:pt x="362" y="7"/>
                    <a:pt x="362" y="7"/>
                    <a:pt x="362" y="7"/>
                  </a:cubicBezTo>
                  <a:cubicBezTo>
                    <a:pt x="361" y="7"/>
                    <a:pt x="361" y="7"/>
                    <a:pt x="361" y="7"/>
                  </a:cubicBezTo>
                  <a:cubicBezTo>
                    <a:pt x="357" y="7"/>
                    <a:pt x="355" y="8"/>
                    <a:pt x="354" y="9"/>
                  </a:cubicBezTo>
                  <a:cubicBezTo>
                    <a:pt x="352" y="11"/>
                    <a:pt x="351" y="13"/>
                    <a:pt x="351" y="16"/>
                  </a:cubicBezTo>
                  <a:cubicBezTo>
                    <a:pt x="351" y="81"/>
                    <a:pt x="351" y="81"/>
                    <a:pt x="351" y="81"/>
                  </a:cubicBezTo>
                  <a:cubicBezTo>
                    <a:pt x="351" y="86"/>
                    <a:pt x="352" y="89"/>
                    <a:pt x="354" y="90"/>
                  </a:cubicBezTo>
                  <a:cubicBezTo>
                    <a:pt x="355" y="92"/>
                    <a:pt x="358" y="93"/>
                    <a:pt x="362" y="93"/>
                  </a:cubicBezTo>
                  <a:cubicBezTo>
                    <a:pt x="362" y="99"/>
                    <a:pt x="362" y="99"/>
                    <a:pt x="362" y="99"/>
                  </a:cubicBezTo>
                  <a:cubicBezTo>
                    <a:pt x="358" y="98"/>
                    <a:pt x="354" y="98"/>
                    <a:pt x="350" y="98"/>
                  </a:cubicBezTo>
                  <a:cubicBezTo>
                    <a:pt x="346" y="98"/>
                    <a:pt x="343" y="98"/>
                    <a:pt x="340" y="98"/>
                  </a:cubicBezTo>
                  <a:cubicBezTo>
                    <a:pt x="338" y="98"/>
                    <a:pt x="336" y="98"/>
                    <a:pt x="332" y="98"/>
                  </a:cubicBezTo>
                  <a:cubicBezTo>
                    <a:pt x="328" y="98"/>
                    <a:pt x="323" y="98"/>
                    <a:pt x="318" y="99"/>
                  </a:cubicBezTo>
                  <a:cubicBezTo>
                    <a:pt x="318" y="93"/>
                    <a:pt x="318" y="93"/>
                    <a:pt x="318" y="93"/>
                  </a:cubicBezTo>
                  <a:cubicBezTo>
                    <a:pt x="318" y="93"/>
                    <a:pt x="318" y="93"/>
                    <a:pt x="318" y="93"/>
                  </a:cubicBezTo>
                  <a:cubicBezTo>
                    <a:pt x="323" y="93"/>
                    <a:pt x="325" y="92"/>
                    <a:pt x="327" y="91"/>
                  </a:cubicBezTo>
                  <a:cubicBezTo>
                    <a:pt x="328" y="89"/>
                    <a:pt x="329" y="86"/>
                    <a:pt x="329" y="81"/>
                  </a:cubicBezTo>
                  <a:cubicBezTo>
                    <a:pt x="329" y="50"/>
                    <a:pt x="329" y="50"/>
                    <a:pt x="329" y="50"/>
                  </a:cubicBezTo>
                  <a:cubicBezTo>
                    <a:pt x="288" y="50"/>
                    <a:pt x="288" y="50"/>
                    <a:pt x="288" y="50"/>
                  </a:cubicBezTo>
                  <a:cubicBezTo>
                    <a:pt x="288" y="81"/>
                    <a:pt x="288" y="81"/>
                    <a:pt x="288" y="81"/>
                  </a:cubicBezTo>
                  <a:cubicBezTo>
                    <a:pt x="288" y="86"/>
                    <a:pt x="289" y="89"/>
                    <a:pt x="290" y="91"/>
                  </a:cubicBezTo>
                  <a:cubicBezTo>
                    <a:pt x="292" y="92"/>
                    <a:pt x="294" y="93"/>
                    <a:pt x="299" y="93"/>
                  </a:cubicBezTo>
                  <a:cubicBezTo>
                    <a:pt x="299" y="93"/>
                    <a:pt x="299" y="93"/>
                    <a:pt x="299" y="93"/>
                  </a:cubicBezTo>
                  <a:cubicBezTo>
                    <a:pt x="299" y="98"/>
                    <a:pt x="299" y="98"/>
                    <a:pt x="299" y="98"/>
                  </a:cubicBezTo>
                  <a:cubicBezTo>
                    <a:pt x="294" y="98"/>
                    <a:pt x="290" y="98"/>
                    <a:pt x="286" y="98"/>
                  </a:cubicBezTo>
                  <a:cubicBezTo>
                    <a:pt x="282" y="98"/>
                    <a:pt x="279" y="98"/>
                    <a:pt x="277" y="98"/>
                  </a:cubicBezTo>
                  <a:cubicBezTo>
                    <a:pt x="273" y="98"/>
                    <a:pt x="270" y="98"/>
                    <a:pt x="266" y="98"/>
                  </a:cubicBezTo>
                  <a:cubicBezTo>
                    <a:pt x="262" y="98"/>
                    <a:pt x="258" y="98"/>
                    <a:pt x="254" y="99"/>
                  </a:cubicBezTo>
                  <a:cubicBezTo>
                    <a:pt x="254" y="99"/>
                    <a:pt x="254" y="99"/>
                    <a:pt x="254" y="99"/>
                  </a:cubicBezTo>
                  <a:close/>
                  <a:moveTo>
                    <a:pt x="388" y="16"/>
                  </a:moveTo>
                  <a:cubicBezTo>
                    <a:pt x="388" y="13"/>
                    <a:pt x="387" y="11"/>
                    <a:pt x="386" y="9"/>
                  </a:cubicBezTo>
                  <a:cubicBezTo>
                    <a:pt x="384" y="8"/>
                    <a:pt x="382" y="7"/>
                    <a:pt x="378" y="7"/>
                  </a:cubicBezTo>
                  <a:cubicBezTo>
                    <a:pt x="377" y="7"/>
                    <a:pt x="377" y="7"/>
                    <a:pt x="377" y="7"/>
                  </a:cubicBezTo>
                  <a:cubicBezTo>
                    <a:pt x="377" y="2"/>
                    <a:pt x="377" y="2"/>
                    <a:pt x="377" y="2"/>
                  </a:cubicBezTo>
                  <a:cubicBezTo>
                    <a:pt x="382" y="2"/>
                    <a:pt x="386" y="2"/>
                    <a:pt x="390" y="3"/>
                  </a:cubicBezTo>
                  <a:cubicBezTo>
                    <a:pt x="393" y="3"/>
                    <a:pt x="397" y="3"/>
                    <a:pt x="400" y="3"/>
                  </a:cubicBezTo>
                  <a:cubicBezTo>
                    <a:pt x="403" y="3"/>
                    <a:pt x="406" y="3"/>
                    <a:pt x="410" y="3"/>
                  </a:cubicBezTo>
                  <a:cubicBezTo>
                    <a:pt x="414" y="2"/>
                    <a:pt x="418" y="2"/>
                    <a:pt x="423" y="2"/>
                  </a:cubicBezTo>
                  <a:cubicBezTo>
                    <a:pt x="423" y="7"/>
                    <a:pt x="423" y="7"/>
                    <a:pt x="423" y="7"/>
                  </a:cubicBezTo>
                  <a:cubicBezTo>
                    <a:pt x="418" y="7"/>
                    <a:pt x="415" y="8"/>
                    <a:pt x="414" y="9"/>
                  </a:cubicBezTo>
                  <a:cubicBezTo>
                    <a:pt x="412" y="10"/>
                    <a:pt x="411" y="12"/>
                    <a:pt x="411" y="16"/>
                  </a:cubicBezTo>
                  <a:cubicBezTo>
                    <a:pt x="411" y="60"/>
                    <a:pt x="411" y="60"/>
                    <a:pt x="411" y="60"/>
                  </a:cubicBezTo>
                  <a:cubicBezTo>
                    <a:pt x="411" y="67"/>
                    <a:pt x="412" y="72"/>
                    <a:pt x="412" y="75"/>
                  </a:cubicBezTo>
                  <a:cubicBezTo>
                    <a:pt x="413" y="78"/>
                    <a:pt x="414" y="80"/>
                    <a:pt x="415" y="82"/>
                  </a:cubicBezTo>
                  <a:cubicBezTo>
                    <a:pt x="417" y="84"/>
                    <a:pt x="420" y="86"/>
                    <a:pt x="423" y="88"/>
                  </a:cubicBezTo>
                  <a:cubicBezTo>
                    <a:pt x="426" y="89"/>
                    <a:pt x="430" y="89"/>
                    <a:pt x="434" y="89"/>
                  </a:cubicBezTo>
                  <a:cubicBezTo>
                    <a:pt x="442" y="89"/>
                    <a:pt x="448" y="87"/>
                    <a:pt x="452" y="83"/>
                  </a:cubicBezTo>
                  <a:cubicBezTo>
                    <a:pt x="456" y="78"/>
                    <a:pt x="457" y="70"/>
                    <a:pt x="457" y="60"/>
                  </a:cubicBezTo>
                  <a:cubicBezTo>
                    <a:pt x="457" y="59"/>
                    <a:pt x="457" y="59"/>
                    <a:pt x="457" y="59"/>
                  </a:cubicBezTo>
                  <a:cubicBezTo>
                    <a:pt x="457" y="18"/>
                    <a:pt x="457" y="18"/>
                    <a:pt x="457" y="18"/>
                  </a:cubicBezTo>
                  <a:cubicBezTo>
                    <a:pt x="457" y="14"/>
                    <a:pt x="457" y="11"/>
                    <a:pt x="455" y="9"/>
                  </a:cubicBezTo>
                  <a:cubicBezTo>
                    <a:pt x="454" y="8"/>
                    <a:pt x="451" y="7"/>
                    <a:pt x="446" y="7"/>
                  </a:cubicBezTo>
                  <a:cubicBezTo>
                    <a:pt x="446" y="2"/>
                    <a:pt x="446" y="2"/>
                    <a:pt x="446" y="2"/>
                  </a:cubicBezTo>
                  <a:cubicBezTo>
                    <a:pt x="449" y="2"/>
                    <a:pt x="452" y="2"/>
                    <a:pt x="454" y="2"/>
                  </a:cubicBezTo>
                  <a:cubicBezTo>
                    <a:pt x="456" y="2"/>
                    <a:pt x="458" y="3"/>
                    <a:pt x="460" y="3"/>
                  </a:cubicBezTo>
                  <a:cubicBezTo>
                    <a:pt x="462" y="3"/>
                    <a:pt x="465" y="2"/>
                    <a:pt x="467" y="2"/>
                  </a:cubicBezTo>
                  <a:cubicBezTo>
                    <a:pt x="469" y="2"/>
                    <a:pt x="472" y="2"/>
                    <a:pt x="474" y="2"/>
                  </a:cubicBezTo>
                  <a:cubicBezTo>
                    <a:pt x="474" y="7"/>
                    <a:pt x="474" y="7"/>
                    <a:pt x="474" y="7"/>
                  </a:cubicBezTo>
                  <a:cubicBezTo>
                    <a:pt x="471" y="7"/>
                    <a:pt x="469" y="8"/>
                    <a:pt x="468" y="9"/>
                  </a:cubicBezTo>
                  <a:cubicBezTo>
                    <a:pt x="467" y="10"/>
                    <a:pt x="466" y="13"/>
                    <a:pt x="466" y="18"/>
                  </a:cubicBezTo>
                  <a:cubicBezTo>
                    <a:pt x="465" y="62"/>
                    <a:pt x="465" y="62"/>
                    <a:pt x="465" y="62"/>
                  </a:cubicBezTo>
                  <a:cubicBezTo>
                    <a:pt x="465" y="76"/>
                    <a:pt x="462" y="86"/>
                    <a:pt x="456" y="92"/>
                  </a:cubicBezTo>
                  <a:cubicBezTo>
                    <a:pt x="450" y="98"/>
                    <a:pt x="440" y="101"/>
                    <a:pt x="427" y="101"/>
                  </a:cubicBezTo>
                  <a:cubicBezTo>
                    <a:pt x="414" y="101"/>
                    <a:pt x="405" y="98"/>
                    <a:pt x="398" y="93"/>
                  </a:cubicBezTo>
                  <a:cubicBezTo>
                    <a:pt x="391" y="87"/>
                    <a:pt x="388" y="79"/>
                    <a:pt x="388" y="69"/>
                  </a:cubicBezTo>
                  <a:cubicBezTo>
                    <a:pt x="388" y="16"/>
                    <a:pt x="388" y="16"/>
                    <a:pt x="388" y="16"/>
                  </a:cubicBezTo>
                  <a:close/>
                  <a:moveTo>
                    <a:pt x="524" y="27"/>
                  </a:moveTo>
                  <a:cubicBezTo>
                    <a:pt x="511" y="60"/>
                    <a:pt x="511" y="60"/>
                    <a:pt x="511" y="60"/>
                  </a:cubicBezTo>
                  <a:cubicBezTo>
                    <a:pt x="536" y="60"/>
                    <a:pt x="536" y="60"/>
                    <a:pt x="536" y="60"/>
                  </a:cubicBezTo>
                  <a:cubicBezTo>
                    <a:pt x="524" y="27"/>
                    <a:pt x="524" y="27"/>
                    <a:pt x="524" y="27"/>
                  </a:cubicBezTo>
                  <a:close/>
                  <a:moveTo>
                    <a:pt x="501" y="84"/>
                  </a:moveTo>
                  <a:cubicBezTo>
                    <a:pt x="500" y="85"/>
                    <a:pt x="500" y="86"/>
                    <a:pt x="500" y="86"/>
                  </a:cubicBezTo>
                  <a:cubicBezTo>
                    <a:pt x="500" y="87"/>
                    <a:pt x="500" y="88"/>
                    <a:pt x="500" y="88"/>
                  </a:cubicBezTo>
                  <a:cubicBezTo>
                    <a:pt x="500" y="91"/>
                    <a:pt x="503" y="92"/>
                    <a:pt x="510" y="93"/>
                  </a:cubicBezTo>
                  <a:cubicBezTo>
                    <a:pt x="510" y="93"/>
                    <a:pt x="510" y="93"/>
                    <a:pt x="510" y="93"/>
                  </a:cubicBezTo>
                  <a:cubicBezTo>
                    <a:pt x="510" y="99"/>
                    <a:pt x="510" y="99"/>
                    <a:pt x="510" y="99"/>
                  </a:cubicBezTo>
                  <a:cubicBezTo>
                    <a:pt x="507" y="98"/>
                    <a:pt x="505" y="98"/>
                    <a:pt x="502" y="98"/>
                  </a:cubicBezTo>
                  <a:cubicBezTo>
                    <a:pt x="499" y="98"/>
                    <a:pt x="497" y="98"/>
                    <a:pt x="495" y="98"/>
                  </a:cubicBezTo>
                  <a:cubicBezTo>
                    <a:pt x="493" y="98"/>
                    <a:pt x="492" y="98"/>
                    <a:pt x="490" y="98"/>
                  </a:cubicBezTo>
                  <a:cubicBezTo>
                    <a:pt x="488" y="98"/>
                    <a:pt x="484" y="98"/>
                    <a:pt x="480" y="99"/>
                  </a:cubicBezTo>
                  <a:cubicBezTo>
                    <a:pt x="480" y="93"/>
                    <a:pt x="480" y="93"/>
                    <a:pt x="480" y="93"/>
                  </a:cubicBezTo>
                  <a:cubicBezTo>
                    <a:pt x="483" y="92"/>
                    <a:pt x="485" y="91"/>
                    <a:pt x="487" y="90"/>
                  </a:cubicBezTo>
                  <a:cubicBezTo>
                    <a:pt x="489" y="88"/>
                    <a:pt x="491" y="85"/>
                    <a:pt x="493" y="81"/>
                  </a:cubicBezTo>
                  <a:cubicBezTo>
                    <a:pt x="528" y="2"/>
                    <a:pt x="528" y="2"/>
                    <a:pt x="528" y="2"/>
                  </a:cubicBezTo>
                  <a:cubicBezTo>
                    <a:pt x="537" y="2"/>
                    <a:pt x="537" y="2"/>
                    <a:pt x="537" y="2"/>
                  </a:cubicBezTo>
                  <a:cubicBezTo>
                    <a:pt x="568" y="86"/>
                    <a:pt x="568" y="86"/>
                    <a:pt x="568" y="86"/>
                  </a:cubicBezTo>
                  <a:cubicBezTo>
                    <a:pt x="569" y="89"/>
                    <a:pt x="571" y="90"/>
                    <a:pt x="572" y="91"/>
                  </a:cubicBezTo>
                  <a:cubicBezTo>
                    <a:pt x="574" y="92"/>
                    <a:pt x="576" y="93"/>
                    <a:pt x="579" y="93"/>
                  </a:cubicBezTo>
                  <a:cubicBezTo>
                    <a:pt x="579" y="99"/>
                    <a:pt x="579" y="99"/>
                    <a:pt x="579" y="99"/>
                  </a:cubicBezTo>
                  <a:cubicBezTo>
                    <a:pt x="575" y="98"/>
                    <a:pt x="571" y="98"/>
                    <a:pt x="567" y="98"/>
                  </a:cubicBezTo>
                  <a:cubicBezTo>
                    <a:pt x="564" y="98"/>
                    <a:pt x="560" y="98"/>
                    <a:pt x="557" y="98"/>
                  </a:cubicBezTo>
                  <a:cubicBezTo>
                    <a:pt x="554" y="98"/>
                    <a:pt x="551" y="98"/>
                    <a:pt x="547" y="98"/>
                  </a:cubicBezTo>
                  <a:cubicBezTo>
                    <a:pt x="543" y="98"/>
                    <a:pt x="538" y="98"/>
                    <a:pt x="534" y="99"/>
                  </a:cubicBezTo>
                  <a:cubicBezTo>
                    <a:pt x="534" y="93"/>
                    <a:pt x="534" y="93"/>
                    <a:pt x="534" y="93"/>
                  </a:cubicBezTo>
                  <a:cubicBezTo>
                    <a:pt x="539" y="93"/>
                    <a:pt x="542" y="92"/>
                    <a:pt x="543" y="92"/>
                  </a:cubicBezTo>
                  <a:cubicBezTo>
                    <a:pt x="545" y="91"/>
                    <a:pt x="545" y="90"/>
                    <a:pt x="545" y="88"/>
                  </a:cubicBezTo>
                  <a:cubicBezTo>
                    <a:pt x="545" y="88"/>
                    <a:pt x="545" y="87"/>
                    <a:pt x="545" y="87"/>
                  </a:cubicBezTo>
                  <a:cubicBezTo>
                    <a:pt x="545" y="86"/>
                    <a:pt x="545" y="86"/>
                    <a:pt x="545" y="85"/>
                  </a:cubicBezTo>
                  <a:cubicBezTo>
                    <a:pt x="538" y="67"/>
                    <a:pt x="538" y="67"/>
                    <a:pt x="538" y="67"/>
                  </a:cubicBezTo>
                  <a:cubicBezTo>
                    <a:pt x="508" y="67"/>
                    <a:pt x="508" y="67"/>
                    <a:pt x="508" y="67"/>
                  </a:cubicBezTo>
                  <a:cubicBezTo>
                    <a:pt x="501" y="84"/>
                    <a:pt x="501" y="84"/>
                    <a:pt x="501" y="84"/>
                  </a:cubicBezTo>
                  <a:close/>
                  <a:moveTo>
                    <a:pt x="672" y="64"/>
                  </a:moveTo>
                  <a:cubicBezTo>
                    <a:pt x="672" y="17"/>
                    <a:pt x="672" y="17"/>
                    <a:pt x="672" y="17"/>
                  </a:cubicBezTo>
                  <a:cubicBezTo>
                    <a:pt x="672" y="13"/>
                    <a:pt x="671" y="10"/>
                    <a:pt x="669" y="9"/>
                  </a:cubicBezTo>
                  <a:cubicBezTo>
                    <a:pt x="668" y="8"/>
                    <a:pt x="664" y="7"/>
                    <a:pt x="659" y="7"/>
                  </a:cubicBezTo>
                  <a:cubicBezTo>
                    <a:pt x="659" y="2"/>
                    <a:pt x="659" y="2"/>
                    <a:pt x="659" y="2"/>
                  </a:cubicBezTo>
                  <a:cubicBezTo>
                    <a:pt x="661" y="2"/>
                    <a:pt x="664" y="2"/>
                    <a:pt x="666" y="2"/>
                  </a:cubicBezTo>
                  <a:cubicBezTo>
                    <a:pt x="669" y="2"/>
                    <a:pt x="672" y="2"/>
                    <a:pt x="675" y="2"/>
                  </a:cubicBezTo>
                  <a:cubicBezTo>
                    <a:pt x="678" y="2"/>
                    <a:pt x="680" y="2"/>
                    <a:pt x="683" y="2"/>
                  </a:cubicBezTo>
                  <a:cubicBezTo>
                    <a:pt x="685" y="2"/>
                    <a:pt x="688" y="2"/>
                    <a:pt x="690" y="2"/>
                  </a:cubicBezTo>
                  <a:cubicBezTo>
                    <a:pt x="690" y="7"/>
                    <a:pt x="690" y="7"/>
                    <a:pt x="690" y="7"/>
                  </a:cubicBezTo>
                  <a:cubicBezTo>
                    <a:pt x="689" y="7"/>
                    <a:pt x="689" y="7"/>
                    <a:pt x="689" y="7"/>
                  </a:cubicBezTo>
                  <a:cubicBezTo>
                    <a:pt x="686" y="7"/>
                    <a:pt x="683" y="8"/>
                    <a:pt x="682" y="9"/>
                  </a:cubicBezTo>
                  <a:cubicBezTo>
                    <a:pt x="681" y="11"/>
                    <a:pt x="680" y="13"/>
                    <a:pt x="680" y="17"/>
                  </a:cubicBezTo>
                  <a:cubicBezTo>
                    <a:pt x="680" y="99"/>
                    <a:pt x="680" y="99"/>
                    <a:pt x="680" y="99"/>
                  </a:cubicBezTo>
                  <a:cubicBezTo>
                    <a:pt x="671" y="99"/>
                    <a:pt x="671" y="99"/>
                    <a:pt x="671" y="99"/>
                  </a:cubicBezTo>
                  <a:cubicBezTo>
                    <a:pt x="610" y="20"/>
                    <a:pt x="610" y="20"/>
                    <a:pt x="610" y="20"/>
                  </a:cubicBezTo>
                  <a:cubicBezTo>
                    <a:pt x="610" y="81"/>
                    <a:pt x="610" y="81"/>
                    <a:pt x="610" y="81"/>
                  </a:cubicBezTo>
                  <a:cubicBezTo>
                    <a:pt x="610" y="86"/>
                    <a:pt x="611" y="89"/>
                    <a:pt x="612" y="91"/>
                  </a:cubicBezTo>
                  <a:cubicBezTo>
                    <a:pt x="614" y="92"/>
                    <a:pt x="617" y="93"/>
                    <a:pt x="623" y="93"/>
                  </a:cubicBezTo>
                  <a:cubicBezTo>
                    <a:pt x="623" y="99"/>
                    <a:pt x="623" y="99"/>
                    <a:pt x="623" y="99"/>
                  </a:cubicBezTo>
                  <a:cubicBezTo>
                    <a:pt x="620" y="98"/>
                    <a:pt x="617" y="98"/>
                    <a:pt x="614" y="98"/>
                  </a:cubicBezTo>
                  <a:cubicBezTo>
                    <a:pt x="611" y="98"/>
                    <a:pt x="608" y="98"/>
                    <a:pt x="605" y="98"/>
                  </a:cubicBezTo>
                  <a:cubicBezTo>
                    <a:pt x="603" y="98"/>
                    <a:pt x="600" y="98"/>
                    <a:pt x="598" y="98"/>
                  </a:cubicBezTo>
                  <a:cubicBezTo>
                    <a:pt x="595" y="98"/>
                    <a:pt x="592" y="98"/>
                    <a:pt x="590" y="99"/>
                  </a:cubicBezTo>
                  <a:cubicBezTo>
                    <a:pt x="590" y="93"/>
                    <a:pt x="590" y="93"/>
                    <a:pt x="590" y="93"/>
                  </a:cubicBezTo>
                  <a:cubicBezTo>
                    <a:pt x="595" y="93"/>
                    <a:pt x="598" y="92"/>
                    <a:pt x="599" y="91"/>
                  </a:cubicBezTo>
                  <a:cubicBezTo>
                    <a:pt x="601" y="89"/>
                    <a:pt x="602" y="86"/>
                    <a:pt x="602" y="81"/>
                  </a:cubicBezTo>
                  <a:cubicBezTo>
                    <a:pt x="602" y="17"/>
                    <a:pt x="602" y="17"/>
                    <a:pt x="602" y="17"/>
                  </a:cubicBezTo>
                  <a:cubicBezTo>
                    <a:pt x="602" y="13"/>
                    <a:pt x="601" y="11"/>
                    <a:pt x="599" y="9"/>
                  </a:cubicBezTo>
                  <a:cubicBezTo>
                    <a:pt x="598" y="8"/>
                    <a:pt x="595" y="8"/>
                    <a:pt x="591" y="7"/>
                  </a:cubicBezTo>
                  <a:cubicBezTo>
                    <a:pt x="591" y="2"/>
                    <a:pt x="591" y="2"/>
                    <a:pt x="591" y="2"/>
                  </a:cubicBezTo>
                  <a:cubicBezTo>
                    <a:pt x="595" y="2"/>
                    <a:pt x="599" y="2"/>
                    <a:pt x="601" y="2"/>
                  </a:cubicBezTo>
                  <a:cubicBezTo>
                    <a:pt x="603" y="2"/>
                    <a:pt x="605" y="3"/>
                    <a:pt x="607" y="3"/>
                  </a:cubicBezTo>
                  <a:cubicBezTo>
                    <a:pt x="609" y="3"/>
                    <a:pt x="612" y="2"/>
                    <a:pt x="614" y="2"/>
                  </a:cubicBezTo>
                  <a:cubicBezTo>
                    <a:pt x="617" y="2"/>
                    <a:pt x="620" y="2"/>
                    <a:pt x="623" y="2"/>
                  </a:cubicBezTo>
                  <a:cubicBezTo>
                    <a:pt x="672" y="64"/>
                    <a:pt x="672" y="64"/>
                    <a:pt x="672" y="64"/>
                  </a:cubicBezTo>
                  <a:close/>
                  <a:moveTo>
                    <a:pt x="781" y="16"/>
                  </a:moveTo>
                  <a:cubicBezTo>
                    <a:pt x="781" y="13"/>
                    <a:pt x="780" y="11"/>
                    <a:pt x="779" y="9"/>
                  </a:cubicBezTo>
                  <a:cubicBezTo>
                    <a:pt x="777" y="8"/>
                    <a:pt x="775" y="7"/>
                    <a:pt x="771" y="7"/>
                  </a:cubicBezTo>
                  <a:cubicBezTo>
                    <a:pt x="770" y="7"/>
                    <a:pt x="770" y="7"/>
                    <a:pt x="770" y="7"/>
                  </a:cubicBezTo>
                  <a:cubicBezTo>
                    <a:pt x="770" y="2"/>
                    <a:pt x="770" y="2"/>
                    <a:pt x="770" y="2"/>
                  </a:cubicBezTo>
                  <a:cubicBezTo>
                    <a:pt x="775" y="2"/>
                    <a:pt x="779" y="2"/>
                    <a:pt x="782" y="3"/>
                  </a:cubicBezTo>
                  <a:cubicBezTo>
                    <a:pt x="786" y="3"/>
                    <a:pt x="790" y="3"/>
                    <a:pt x="793" y="3"/>
                  </a:cubicBezTo>
                  <a:cubicBezTo>
                    <a:pt x="796" y="3"/>
                    <a:pt x="799" y="3"/>
                    <a:pt x="803" y="3"/>
                  </a:cubicBezTo>
                  <a:cubicBezTo>
                    <a:pt x="807" y="2"/>
                    <a:pt x="811" y="2"/>
                    <a:pt x="815" y="2"/>
                  </a:cubicBezTo>
                  <a:cubicBezTo>
                    <a:pt x="815" y="7"/>
                    <a:pt x="815" y="7"/>
                    <a:pt x="815" y="7"/>
                  </a:cubicBezTo>
                  <a:cubicBezTo>
                    <a:pt x="811" y="7"/>
                    <a:pt x="808" y="8"/>
                    <a:pt x="807" y="9"/>
                  </a:cubicBezTo>
                  <a:cubicBezTo>
                    <a:pt x="805" y="10"/>
                    <a:pt x="804" y="12"/>
                    <a:pt x="804" y="16"/>
                  </a:cubicBezTo>
                  <a:cubicBezTo>
                    <a:pt x="804" y="60"/>
                    <a:pt x="804" y="60"/>
                    <a:pt x="804" y="60"/>
                  </a:cubicBezTo>
                  <a:cubicBezTo>
                    <a:pt x="804" y="67"/>
                    <a:pt x="805" y="72"/>
                    <a:pt x="805" y="75"/>
                  </a:cubicBezTo>
                  <a:cubicBezTo>
                    <a:pt x="806" y="78"/>
                    <a:pt x="807" y="80"/>
                    <a:pt x="808" y="82"/>
                  </a:cubicBezTo>
                  <a:cubicBezTo>
                    <a:pt x="810" y="84"/>
                    <a:pt x="813" y="86"/>
                    <a:pt x="816" y="88"/>
                  </a:cubicBezTo>
                  <a:cubicBezTo>
                    <a:pt x="819" y="89"/>
                    <a:pt x="822" y="89"/>
                    <a:pt x="827" y="89"/>
                  </a:cubicBezTo>
                  <a:cubicBezTo>
                    <a:pt x="835" y="89"/>
                    <a:pt x="841" y="87"/>
                    <a:pt x="845" y="83"/>
                  </a:cubicBezTo>
                  <a:cubicBezTo>
                    <a:pt x="848" y="78"/>
                    <a:pt x="850" y="70"/>
                    <a:pt x="850" y="60"/>
                  </a:cubicBezTo>
                  <a:cubicBezTo>
                    <a:pt x="850" y="59"/>
                    <a:pt x="850" y="59"/>
                    <a:pt x="850" y="59"/>
                  </a:cubicBezTo>
                  <a:cubicBezTo>
                    <a:pt x="850" y="18"/>
                    <a:pt x="850" y="18"/>
                    <a:pt x="850" y="18"/>
                  </a:cubicBezTo>
                  <a:cubicBezTo>
                    <a:pt x="850" y="14"/>
                    <a:pt x="849" y="11"/>
                    <a:pt x="848" y="9"/>
                  </a:cubicBezTo>
                  <a:cubicBezTo>
                    <a:pt x="847" y="8"/>
                    <a:pt x="844" y="7"/>
                    <a:pt x="839" y="7"/>
                  </a:cubicBezTo>
                  <a:cubicBezTo>
                    <a:pt x="839" y="2"/>
                    <a:pt x="839" y="2"/>
                    <a:pt x="839" y="2"/>
                  </a:cubicBezTo>
                  <a:cubicBezTo>
                    <a:pt x="842" y="2"/>
                    <a:pt x="845" y="2"/>
                    <a:pt x="847" y="2"/>
                  </a:cubicBezTo>
                  <a:cubicBezTo>
                    <a:pt x="849" y="2"/>
                    <a:pt x="851" y="3"/>
                    <a:pt x="853" y="3"/>
                  </a:cubicBezTo>
                  <a:cubicBezTo>
                    <a:pt x="855" y="3"/>
                    <a:pt x="857" y="2"/>
                    <a:pt x="860" y="2"/>
                  </a:cubicBezTo>
                  <a:cubicBezTo>
                    <a:pt x="862" y="2"/>
                    <a:pt x="865" y="2"/>
                    <a:pt x="867" y="2"/>
                  </a:cubicBezTo>
                  <a:cubicBezTo>
                    <a:pt x="867" y="7"/>
                    <a:pt x="867" y="7"/>
                    <a:pt x="867" y="7"/>
                  </a:cubicBezTo>
                  <a:cubicBezTo>
                    <a:pt x="864" y="7"/>
                    <a:pt x="862" y="8"/>
                    <a:pt x="861" y="9"/>
                  </a:cubicBezTo>
                  <a:cubicBezTo>
                    <a:pt x="860" y="10"/>
                    <a:pt x="859" y="13"/>
                    <a:pt x="859" y="18"/>
                  </a:cubicBezTo>
                  <a:cubicBezTo>
                    <a:pt x="858" y="62"/>
                    <a:pt x="858" y="62"/>
                    <a:pt x="858" y="62"/>
                  </a:cubicBezTo>
                  <a:cubicBezTo>
                    <a:pt x="858" y="76"/>
                    <a:pt x="855" y="86"/>
                    <a:pt x="849" y="92"/>
                  </a:cubicBezTo>
                  <a:cubicBezTo>
                    <a:pt x="843" y="98"/>
                    <a:pt x="833" y="101"/>
                    <a:pt x="820" y="101"/>
                  </a:cubicBezTo>
                  <a:cubicBezTo>
                    <a:pt x="807" y="101"/>
                    <a:pt x="797" y="98"/>
                    <a:pt x="791" y="93"/>
                  </a:cubicBezTo>
                  <a:cubicBezTo>
                    <a:pt x="784" y="87"/>
                    <a:pt x="781" y="79"/>
                    <a:pt x="781" y="69"/>
                  </a:cubicBezTo>
                  <a:cubicBezTo>
                    <a:pt x="781" y="16"/>
                    <a:pt x="781" y="16"/>
                    <a:pt x="781" y="16"/>
                  </a:cubicBezTo>
                  <a:close/>
                  <a:moveTo>
                    <a:pt x="963" y="64"/>
                  </a:moveTo>
                  <a:cubicBezTo>
                    <a:pt x="963" y="17"/>
                    <a:pt x="963" y="17"/>
                    <a:pt x="963" y="17"/>
                  </a:cubicBezTo>
                  <a:cubicBezTo>
                    <a:pt x="963" y="13"/>
                    <a:pt x="962" y="10"/>
                    <a:pt x="961" y="9"/>
                  </a:cubicBezTo>
                  <a:cubicBezTo>
                    <a:pt x="959" y="8"/>
                    <a:pt x="956" y="7"/>
                    <a:pt x="950" y="7"/>
                  </a:cubicBezTo>
                  <a:cubicBezTo>
                    <a:pt x="950" y="2"/>
                    <a:pt x="950" y="2"/>
                    <a:pt x="950" y="2"/>
                  </a:cubicBezTo>
                  <a:cubicBezTo>
                    <a:pt x="953" y="2"/>
                    <a:pt x="955" y="2"/>
                    <a:pt x="958" y="2"/>
                  </a:cubicBezTo>
                  <a:cubicBezTo>
                    <a:pt x="960" y="2"/>
                    <a:pt x="963" y="2"/>
                    <a:pt x="966" y="2"/>
                  </a:cubicBezTo>
                  <a:cubicBezTo>
                    <a:pt x="969" y="2"/>
                    <a:pt x="972" y="2"/>
                    <a:pt x="974" y="2"/>
                  </a:cubicBezTo>
                  <a:cubicBezTo>
                    <a:pt x="977" y="2"/>
                    <a:pt x="979" y="2"/>
                    <a:pt x="981" y="2"/>
                  </a:cubicBezTo>
                  <a:cubicBezTo>
                    <a:pt x="981" y="7"/>
                    <a:pt x="981" y="7"/>
                    <a:pt x="981" y="7"/>
                  </a:cubicBezTo>
                  <a:cubicBezTo>
                    <a:pt x="980" y="7"/>
                    <a:pt x="980" y="7"/>
                    <a:pt x="980" y="7"/>
                  </a:cubicBezTo>
                  <a:cubicBezTo>
                    <a:pt x="977" y="7"/>
                    <a:pt x="975" y="8"/>
                    <a:pt x="973" y="9"/>
                  </a:cubicBezTo>
                  <a:cubicBezTo>
                    <a:pt x="972" y="11"/>
                    <a:pt x="971" y="13"/>
                    <a:pt x="971" y="17"/>
                  </a:cubicBezTo>
                  <a:cubicBezTo>
                    <a:pt x="971" y="99"/>
                    <a:pt x="971" y="99"/>
                    <a:pt x="971" y="99"/>
                  </a:cubicBezTo>
                  <a:cubicBezTo>
                    <a:pt x="963" y="99"/>
                    <a:pt x="963" y="99"/>
                    <a:pt x="963" y="99"/>
                  </a:cubicBezTo>
                  <a:cubicBezTo>
                    <a:pt x="901" y="20"/>
                    <a:pt x="901" y="20"/>
                    <a:pt x="901" y="20"/>
                  </a:cubicBezTo>
                  <a:cubicBezTo>
                    <a:pt x="901" y="81"/>
                    <a:pt x="901" y="81"/>
                    <a:pt x="901" y="81"/>
                  </a:cubicBezTo>
                  <a:cubicBezTo>
                    <a:pt x="901" y="86"/>
                    <a:pt x="902" y="89"/>
                    <a:pt x="904" y="91"/>
                  </a:cubicBezTo>
                  <a:cubicBezTo>
                    <a:pt x="905" y="92"/>
                    <a:pt x="909" y="93"/>
                    <a:pt x="914" y="93"/>
                  </a:cubicBezTo>
                  <a:cubicBezTo>
                    <a:pt x="914" y="99"/>
                    <a:pt x="914" y="99"/>
                    <a:pt x="914" y="99"/>
                  </a:cubicBezTo>
                  <a:cubicBezTo>
                    <a:pt x="911" y="98"/>
                    <a:pt x="908" y="98"/>
                    <a:pt x="905" y="98"/>
                  </a:cubicBezTo>
                  <a:cubicBezTo>
                    <a:pt x="902" y="98"/>
                    <a:pt x="900" y="98"/>
                    <a:pt x="897" y="98"/>
                  </a:cubicBezTo>
                  <a:cubicBezTo>
                    <a:pt x="894" y="98"/>
                    <a:pt x="892" y="98"/>
                    <a:pt x="889" y="98"/>
                  </a:cubicBezTo>
                  <a:cubicBezTo>
                    <a:pt x="886" y="98"/>
                    <a:pt x="884" y="98"/>
                    <a:pt x="881" y="99"/>
                  </a:cubicBezTo>
                  <a:cubicBezTo>
                    <a:pt x="881" y="93"/>
                    <a:pt x="881" y="93"/>
                    <a:pt x="881" y="93"/>
                  </a:cubicBezTo>
                  <a:cubicBezTo>
                    <a:pt x="886" y="93"/>
                    <a:pt x="889" y="92"/>
                    <a:pt x="891" y="91"/>
                  </a:cubicBezTo>
                  <a:cubicBezTo>
                    <a:pt x="892" y="89"/>
                    <a:pt x="893" y="86"/>
                    <a:pt x="893" y="81"/>
                  </a:cubicBezTo>
                  <a:cubicBezTo>
                    <a:pt x="893" y="17"/>
                    <a:pt x="893" y="17"/>
                    <a:pt x="893" y="17"/>
                  </a:cubicBezTo>
                  <a:cubicBezTo>
                    <a:pt x="893" y="13"/>
                    <a:pt x="892" y="11"/>
                    <a:pt x="891" y="9"/>
                  </a:cubicBezTo>
                  <a:cubicBezTo>
                    <a:pt x="889" y="8"/>
                    <a:pt x="886" y="8"/>
                    <a:pt x="882" y="7"/>
                  </a:cubicBezTo>
                  <a:cubicBezTo>
                    <a:pt x="882" y="2"/>
                    <a:pt x="882" y="2"/>
                    <a:pt x="882" y="2"/>
                  </a:cubicBezTo>
                  <a:cubicBezTo>
                    <a:pt x="887" y="2"/>
                    <a:pt x="890" y="2"/>
                    <a:pt x="892" y="2"/>
                  </a:cubicBezTo>
                  <a:cubicBezTo>
                    <a:pt x="895" y="2"/>
                    <a:pt x="897" y="3"/>
                    <a:pt x="899" y="3"/>
                  </a:cubicBezTo>
                  <a:cubicBezTo>
                    <a:pt x="901" y="3"/>
                    <a:pt x="903" y="2"/>
                    <a:pt x="906" y="2"/>
                  </a:cubicBezTo>
                  <a:cubicBezTo>
                    <a:pt x="908" y="2"/>
                    <a:pt x="911" y="2"/>
                    <a:pt x="915" y="2"/>
                  </a:cubicBezTo>
                  <a:cubicBezTo>
                    <a:pt x="963" y="64"/>
                    <a:pt x="963" y="64"/>
                    <a:pt x="963" y="64"/>
                  </a:cubicBezTo>
                  <a:close/>
                  <a:moveTo>
                    <a:pt x="997" y="99"/>
                  </a:moveTo>
                  <a:cubicBezTo>
                    <a:pt x="997" y="93"/>
                    <a:pt x="997" y="93"/>
                    <a:pt x="997" y="93"/>
                  </a:cubicBezTo>
                  <a:cubicBezTo>
                    <a:pt x="997" y="93"/>
                    <a:pt x="997" y="93"/>
                    <a:pt x="997" y="93"/>
                  </a:cubicBezTo>
                  <a:cubicBezTo>
                    <a:pt x="1002" y="93"/>
                    <a:pt x="1005" y="92"/>
                    <a:pt x="1006" y="91"/>
                  </a:cubicBezTo>
                  <a:cubicBezTo>
                    <a:pt x="1007" y="89"/>
                    <a:pt x="1008" y="86"/>
                    <a:pt x="1008" y="81"/>
                  </a:cubicBezTo>
                  <a:cubicBezTo>
                    <a:pt x="1008" y="16"/>
                    <a:pt x="1008" y="16"/>
                    <a:pt x="1008" y="16"/>
                  </a:cubicBezTo>
                  <a:cubicBezTo>
                    <a:pt x="1008" y="13"/>
                    <a:pt x="1007" y="11"/>
                    <a:pt x="1006" y="9"/>
                  </a:cubicBezTo>
                  <a:cubicBezTo>
                    <a:pt x="1004" y="8"/>
                    <a:pt x="1002" y="7"/>
                    <a:pt x="998" y="7"/>
                  </a:cubicBezTo>
                  <a:cubicBezTo>
                    <a:pt x="997" y="7"/>
                    <a:pt x="997" y="7"/>
                    <a:pt x="997" y="7"/>
                  </a:cubicBezTo>
                  <a:cubicBezTo>
                    <a:pt x="997" y="2"/>
                    <a:pt x="997" y="2"/>
                    <a:pt x="997" y="2"/>
                  </a:cubicBezTo>
                  <a:cubicBezTo>
                    <a:pt x="1001" y="2"/>
                    <a:pt x="1004" y="2"/>
                    <a:pt x="1008" y="2"/>
                  </a:cubicBezTo>
                  <a:cubicBezTo>
                    <a:pt x="1012" y="3"/>
                    <a:pt x="1016" y="3"/>
                    <a:pt x="1020" y="3"/>
                  </a:cubicBezTo>
                  <a:cubicBezTo>
                    <a:pt x="1023" y="3"/>
                    <a:pt x="1027" y="3"/>
                    <a:pt x="1031" y="2"/>
                  </a:cubicBezTo>
                  <a:cubicBezTo>
                    <a:pt x="1035" y="2"/>
                    <a:pt x="1039" y="2"/>
                    <a:pt x="1042" y="2"/>
                  </a:cubicBezTo>
                  <a:cubicBezTo>
                    <a:pt x="1042" y="7"/>
                    <a:pt x="1042" y="7"/>
                    <a:pt x="1042" y="7"/>
                  </a:cubicBezTo>
                  <a:cubicBezTo>
                    <a:pt x="1038" y="7"/>
                    <a:pt x="1035" y="8"/>
                    <a:pt x="1034" y="9"/>
                  </a:cubicBezTo>
                  <a:cubicBezTo>
                    <a:pt x="1032" y="10"/>
                    <a:pt x="1031" y="12"/>
                    <a:pt x="1031" y="16"/>
                  </a:cubicBezTo>
                  <a:cubicBezTo>
                    <a:pt x="1031" y="81"/>
                    <a:pt x="1031" y="81"/>
                    <a:pt x="1031" y="81"/>
                  </a:cubicBezTo>
                  <a:cubicBezTo>
                    <a:pt x="1031" y="86"/>
                    <a:pt x="1032" y="89"/>
                    <a:pt x="1033" y="91"/>
                  </a:cubicBezTo>
                  <a:cubicBezTo>
                    <a:pt x="1035" y="92"/>
                    <a:pt x="1038" y="93"/>
                    <a:pt x="1042" y="93"/>
                  </a:cubicBezTo>
                  <a:cubicBezTo>
                    <a:pt x="1042" y="93"/>
                    <a:pt x="1042" y="93"/>
                    <a:pt x="1042" y="93"/>
                  </a:cubicBezTo>
                  <a:cubicBezTo>
                    <a:pt x="1042" y="99"/>
                    <a:pt x="1042" y="99"/>
                    <a:pt x="1042" y="99"/>
                  </a:cubicBezTo>
                  <a:cubicBezTo>
                    <a:pt x="1039" y="98"/>
                    <a:pt x="1035" y="98"/>
                    <a:pt x="1031" y="98"/>
                  </a:cubicBezTo>
                  <a:cubicBezTo>
                    <a:pt x="1027" y="98"/>
                    <a:pt x="1024" y="98"/>
                    <a:pt x="1020" y="98"/>
                  </a:cubicBezTo>
                  <a:cubicBezTo>
                    <a:pt x="1016" y="98"/>
                    <a:pt x="1013" y="98"/>
                    <a:pt x="1009" y="98"/>
                  </a:cubicBezTo>
                  <a:cubicBezTo>
                    <a:pt x="1005" y="98"/>
                    <a:pt x="1001" y="98"/>
                    <a:pt x="997" y="99"/>
                  </a:cubicBezTo>
                  <a:cubicBezTo>
                    <a:pt x="997" y="99"/>
                    <a:pt x="997" y="99"/>
                    <a:pt x="997" y="99"/>
                  </a:cubicBezTo>
                  <a:close/>
                  <a:moveTo>
                    <a:pt x="1107" y="100"/>
                  </a:moveTo>
                  <a:cubicBezTo>
                    <a:pt x="1097" y="100"/>
                    <a:pt x="1097" y="100"/>
                    <a:pt x="1097" y="100"/>
                  </a:cubicBezTo>
                  <a:cubicBezTo>
                    <a:pt x="1066" y="16"/>
                    <a:pt x="1066" y="16"/>
                    <a:pt x="1066" y="16"/>
                  </a:cubicBezTo>
                  <a:cubicBezTo>
                    <a:pt x="1065" y="13"/>
                    <a:pt x="1064" y="11"/>
                    <a:pt x="1062" y="9"/>
                  </a:cubicBezTo>
                  <a:cubicBezTo>
                    <a:pt x="1060" y="8"/>
                    <a:pt x="1058" y="7"/>
                    <a:pt x="1055" y="7"/>
                  </a:cubicBezTo>
                  <a:cubicBezTo>
                    <a:pt x="1054" y="7"/>
                    <a:pt x="1054" y="7"/>
                    <a:pt x="1054" y="7"/>
                  </a:cubicBezTo>
                  <a:cubicBezTo>
                    <a:pt x="1054" y="2"/>
                    <a:pt x="1054" y="2"/>
                    <a:pt x="1054" y="2"/>
                  </a:cubicBezTo>
                  <a:cubicBezTo>
                    <a:pt x="1058" y="2"/>
                    <a:pt x="1062" y="2"/>
                    <a:pt x="1066" y="2"/>
                  </a:cubicBezTo>
                  <a:cubicBezTo>
                    <a:pt x="1070" y="2"/>
                    <a:pt x="1073" y="3"/>
                    <a:pt x="1076" y="3"/>
                  </a:cubicBezTo>
                  <a:cubicBezTo>
                    <a:pt x="1079" y="3"/>
                    <a:pt x="1081" y="2"/>
                    <a:pt x="1085" y="2"/>
                  </a:cubicBezTo>
                  <a:cubicBezTo>
                    <a:pt x="1088" y="2"/>
                    <a:pt x="1093" y="2"/>
                    <a:pt x="1100" y="2"/>
                  </a:cubicBezTo>
                  <a:cubicBezTo>
                    <a:pt x="1100" y="7"/>
                    <a:pt x="1100" y="7"/>
                    <a:pt x="1100" y="7"/>
                  </a:cubicBezTo>
                  <a:cubicBezTo>
                    <a:pt x="1099" y="7"/>
                    <a:pt x="1099" y="7"/>
                    <a:pt x="1099" y="7"/>
                  </a:cubicBezTo>
                  <a:cubicBezTo>
                    <a:pt x="1095" y="7"/>
                    <a:pt x="1093" y="8"/>
                    <a:pt x="1092" y="8"/>
                  </a:cubicBezTo>
                  <a:cubicBezTo>
                    <a:pt x="1090" y="9"/>
                    <a:pt x="1089" y="11"/>
                    <a:pt x="1089" y="12"/>
                  </a:cubicBezTo>
                  <a:cubicBezTo>
                    <a:pt x="1089" y="13"/>
                    <a:pt x="1089" y="13"/>
                    <a:pt x="1090" y="14"/>
                  </a:cubicBezTo>
                  <a:cubicBezTo>
                    <a:pt x="1090" y="14"/>
                    <a:pt x="1090" y="15"/>
                    <a:pt x="1090" y="15"/>
                  </a:cubicBezTo>
                  <a:cubicBezTo>
                    <a:pt x="1110" y="74"/>
                    <a:pt x="1110" y="74"/>
                    <a:pt x="1110" y="74"/>
                  </a:cubicBezTo>
                  <a:cubicBezTo>
                    <a:pt x="1133" y="16"/>
                    <a:pt x="1133" y="16"/>
                    <a:pt x="1133" y="16"/>
                  </a:cubicBezTo>
                  <a:cubicBezTo>
                    <a:pt x="1134" y="14"/>
                    <a:pt x="1134" y="14"/>
                    <a:pt x="1134" y="13"/>
                  </a:cubicBezTo>
                  <a:cubicBezTo>
                    <a:pt x="1134" y="12"/>
                    <a:pt x="1135" y="11"/>
                    <a:pt x="1135" y="11"/>
                  </a:cubicBezTo>
                  <a:cubicBezTo>
                    <a:pt x="1135" y="9"/>
                    <a:pt x="1134" y="9"/>
                    <a:pt x="1132" y="8"/>
                  </a:cubicBezTo>
                  <a:cubicBezTo>
                    <a:pt x="1131" y="7"/>
                    <a:pt x="1128" y="7"/>
                    <a:pt x="1125" y="7"/>
                  </a:cubicBezTo>
                  <a:cubicBezTo>
                    <a:pt x="1124" y="7"/>
                    <a:pt x="1124" y="7"/>
                    <a:pt x="1124" y="7"/>
                  </a:cubicBezTo>
                  <a:cubicBezTo>
                    <a:pt x="1124" y="2"/>
                    <a:pt x="1124" y="2"/>
                    <a:pt x="1124" y="2"/>
                  </a:cubicBezTo>
                  <a:cubicBezTo>
                    <a:pt x="1126" y="2"/>
                    <a:pt x="1128" y="2"/>
                    <a:pt x="1130" y="2"/>
                  </a:cubicBezTo>
                  <a:cubicBezTo>
                    <a:pt x="1132" y="2"/>
                    <a:pt x="1135" y="2"/>
                    <a:pt x="1137" y="2"/>
                  </a:cubicBezTo>
                  <a:cubicBezTo>
                    <a:pt x="1140" y="2"/>
                    <a:pt x="1143" y="2"/>
                    <a:pt x="1145" y="2"/>
                  </a:cubicBezTo>
                  <a:cubicBezTo>
                    <a:pt x="1147" y="2"/>
                    <a:pt x="1149" y="2"/>
                    <a:pt x="1151" y="2"/>
                  </a:cubicBezTo>
                  <a:cubicBezTo>
                    <a:pt x="1152" y="7"/>
                    <a:pt x="1152" y="7"/>
                    <a:pt x="1152" y="7"/>
                  </a:cubicBezTo>
                  <a:cubicBezTo>
                    <a:pt x="1149" y="7"/>
                    <a:pt x="1148" y="8"/>
                    <a:pt x="1146" y="9"/>
                  </a:cubicBezTo>
                  <a:cubicBezTo>
                    <a:pt x="1145" y="10"/>
                    <a:pt x="1144" y="12"/>
                    <a:pt x="1143" y="15"/>
                  </a:cubicBezTo>
                  <a:cubicBezTo>
                    <a:pt x="1107" y="100"/>
                    <a:pt x="1107" y="100"/>
                    <a:pt x="1107" y="100"/>
                  </a:cubicBezTo>
                  <a:close/>
                  <a:moveTo>
                    <a:pt x="1163" y="99"/>
                  </a:moveTo>
                  <a:cubicBezTo>
                    <a:pt x="1163" y="93"/>
                    <a:pt x="1163" y="93"/>
                    <a:pt x="1163" y="93"/>
                  </a:cubicBezTo>
                  <a:cubicBezTo>
                    <a:pt x="1165" y="93"/>
                    <a:pt x="1165" y="93"/>
                    <a:pt x="1165" y="93"/>
                  </a:cubicBezTo>
                  <a:cubicBezTo>
                    <a:pt x="1168" y="93"/>
                    <a:pt x="1171" y="92"/>
                    <a:pt x="1173" y="91"/>
                  </a:cubicBezTo>
                  <a:cubicBezTo>
                    <a:pt x="1174" y="89"/>
                    <a:pt x="1175" y="87"/>
                    <a:pt x="1175" y="84"/>
                  </a:cubicBezTo>
                  <a:cubicBezTo>
                    <a:pt x="1175" y="16"/>
                    <a:pt x="1175" y="16"/>
                    <a:pt x="1175" y="16"/>
                  </a:cubicBezTo>
                  <a:cubicBezTo>
                    <a:pt x="1175" y="13"/>
                    <a:pt x="1174" y="11"/>
                    <a:pt x="1173" y="10"/>
                  </a:cubicBezTo>
                  <a:cubicBezTo>
                    <a:pt x="1171" y="8"/>
                    <a:pt x="1168" y="7"/>
                    <a:pt x="1165" y="7"/>
                  </a:cubicBezTo>
                  <a:cubicBezTo>
                    <a:pt x="1163" y="7"/>
                    <a:pt x="1163" y="7"/>
                    <a:pt x="1163" y="7"/>
                  </a:cubicBezTo>
                  <a:cubicBezTo>
                    <a:pt x="1163" y="2"/>
                    <a:pt x="1163" y="2"/>
                    <a:pt x="1163" y="2"/>
                  </a:cubicBezTo>
                  <a:cubicBezTo>
                    <a:pt x="1166" y="2"/>
                    <a:pt x="1170" y="2"/>
                    <a:pt x="1174" y="2"/>
                  </a:cubicBezTo>
                  <a:cubicBezTo>
                    <a:pt x="1178" y="2"/>
                    <a:pt x="1184" y="2"/>
                    <a:pt x="1193" y="2"/>
                  </a:cubicBezTo>
                  <a:cubicBezTo>
                    <a:pt x="1207" y="2"/>
                    <a:pt x="1207" y="2"/>
                    <a:pt x="1207" y="2"/>
                  </a:cubicBezTo>
                  <a:cubicBezTo>
                    <a:pt x="1214" y="2"/>
                    <a:pt x="1219" y="2"/>
                    <a:pt x="1224" y="2"/>
                  </a:cubicBezTo>
                  <a:cubicBezTo>
                    <a:pt x="1228" y="2"/>
                    <a:pt x="1232" y="2"/>
                    <a:pt x="1236" y="2"/>
                  </a:cubicBezTo>
                  <a:cubicBezTo>
                    <a:pt x="1236" y="5"/>
                    <a:pt x="1236" y="9"/>
                    <a:pt x="1236" y="13"/>
                  </a:cubicBezTo>
                  <a:cubicBezTo>
                    <a:pt x="1236" y="16"/>
                    <a:pt x="1237" y="21"/>
                    <a:pt x="1237" y="25"/>
                  </a:cubicBezTo>
                  <a:cubicBezTo>
                    <a:pt x="1231" y="25"/>
                    <a:pt x="1231" y="25"/>
                    <a:pt x="1231" y="25"/>
                  </a:cubicBezTo>
                  <a:cubicBezTo>
                    <a:pt x="1230" y="19"/>
                    <a:pt x="1228" y="15"/>
                    <a:pt x="1225" y="12"/>
                  </a:cubicBezTo>
                  <a:cubicBezTo>
                    <a:pt x="1222" y="10"/>
                    <a:pt x="1216" y="9"/>
                    <a:pt x="1208" y="9"/>
                  </a:cubicBezTo>
                  <a:cubicBezTo>
                    <a:pt x="1204" y="9"/>
                    <a:pt x="1201" y="9"/>
                    <a:pt x="1200" y="10"/>
                  </a:cubicBezTo>
                  <a:cubicBezTo>
                    <a:pt x="1198" y="10"/>
                    <a:pt x="1198" y="12"/>
                    <a:pt x="1198" y="13"/>
                  </a:cubicBezTo>
                  <a:cubicBezTo>
                    <a:pt x="1198" y="46"/>
                    <a:pt x="1198" y="46"/>
                    <a:pt x="1198" y="46"/>
                  </a:cubicBezTo>
                  <a:cubicBezTo>
                    <a:pt x="1210" y="46"/>
                    <a:pt x="1210" y="46"/>
                    <a:pt x="1210" y="46"/>
                  </a:cubicBezTo>
                  <a:cubicBezTo>
                    <a:pt x="1214" y="46"/>
                    <a:pt x="1217" y="45"/>
                    <a:pt x="1219" y="42"/>
                  </a:cubicBezTo>
                  <a:cubicBezTo>
                    <a:pt x="1221" y="40"/>
                    <a:pt x="1222" y="37"/>
                    <a:pt x="1222" y="32"/>
                  </a:cubicBezTo>
                  <a:cubicBezTo>
                    <a:pt x="1227" y="32"/>
                    <a:pt x="1227" y="32"/>
                    <a:pt x="1227" y="32"/>
                  </a:cubicBezTo>
                  <a:cubicBezTo>
                    <a:pt x="1227" y="35"/>
                    <a:pt x="1227" y="38"/>
                    <a:pt x="1227" y="40"/>
                  </a:cubicBezTo>
                  <a:cubicBezTo>
                    <a:pt x="1227" y="43"/>
                    <a:pt x="1227" y="46"/>
                    <a:pt x="1227" y="49"/>
                  </a:cubicBezTo>
                  <a:cubicBezTo>
                    <a:pt x="1227" y="52"/>
                    <a:pt x="1227" y="54"/>
                    <a:pt x="1227" y="57"/>
                  </a:cubicBezTo>
                  <a:cubicBezTo>
                    <a:pt x="1227" y="60"/>
                    <a:pt x="1227" y="63"/>
                    <a:pt x="1227" y="65"/>
                  </a:cubicBezTo>
                  <a:cubicBezTo>
                    <a:pt x="1222" y="65"/>
                    <a:pt x="1222" y="65"/>
                    <a:pt x="1222" y="65"/>
                  </a:cubicBezTo>
                  <a:cubicBezTo>
                    <a:pt x="1222" y="60"/>
                    <a:pt x="1221" y="57"/>
                    <a:pt x="1219" y="55"/>
                  </a:cubicBezTo>
                  <a:cubicBezTo>
                    <a:pt x="1218" y="53"/>
                    <a:pt x="1215" y="52"/>
                    <a:pt x="1211" y="52"/>
                  </a:cubicBezTo>
                  <a:cubicBezTo>
                    <a:pt x="1198" y="52"/>
                    <a:pt x="1198" y="52"/>
                    <a:pt x="1198" y="52"/>
                  </a:cubicBezTo>
                  <a:cubicBezTo>
                    <a:pt x="1198" y="85"/>
                    <a:pt x="1198" y="85"/>
                    <a:pt x="1198" y="85"/>
                  </a:cubicBezTo>
                  <a:cubicBezTo>
                    <a:pt x="1198" y="87"/>
                    <a:pt x="1198" y="88"/>
                    <a:pt x="1199" y="89"/>
                  </a:cubicBezTo>
                  <a:cubicBezTo>
                    <a:pt x="1201" y="90"/>
                    <a:pt x="1202" y="90"/>
                    <a:pt x="1205" y="90"/>
                  </a:cubicBezTo>
                  <a:cubicBezTo>
                    <a:pt x="1216" y="90"/>
                    <a:pt x="1224" y="89"/>
                    <a:pt x="1229" y="86"/>
                  </a:cubicBezTo>
                  <a:cubicBezTo>
                    <a:pt x="1233" y="83"/>
                    <a:pt x="1236" y="78"/>
                    <a:pt x="1238" y="71"/>
                  </a:cubicBezTo>
                  <a:cubicBezTo>
                    <a:pt x="1244" y="71"/>
                    <a:pt x="1244" y="71"/>
                    <a:pt x="1244" y="71"/>
                  </a:cubicBezTo>
                  <a:cubicBezTo>
                    <a:pt x="1243" y="76"/>
                    <a:pt x="1242" y="80"/>
                    <a:pt x="1241" y="85"/>
                  </a:cubicBezTo>
                  <a:cubicBezTo>
                    <a:pt x="1240" y="90"/>
                    <a:pt x="1239" y="94"/>
                    <a:pt x="1239" y="99"/>
                  </a:cubicBezTo>
                  <a:cubicBezTo>
                    <a:pt x="1233" y="98"/>
                    <a:pt x="1228" y="98"/>
                    <a:pt x="1221" y="98"/>
                  </a:cubicBezTo>
                  <a:cubicBezTo>
                    <a:pt x="1215" y="98"/>
                    <a:pt x="1208" y="98"/>
                    <a:pt x="1201" y="98"/>
                  </a:cubicBezTo>
                  <a:cubicBezTo>
                    <a:pt x="1193" y="98"/>
                    <a:pt x="1186" y="98"/>
                    <a:pt x="1180" y="98"/>
                  </a:cubicBezTo>
                  <a:cubicBezTo>
                    <a:pt x="1174" y="98"/>
                    <a:pt x="1168" y="98"/>
                    <a:pt x="1163" y="99"/>
                  </a:cubicBezTo>
                  <a:cubicBezTo>
                    <a:pt x="1163" y="99"/>
                    <a:pt x="1163" y="99"/>
                    <a:pt x="1163" y="99"/>
                  </a:cubicBezTo>
                  <a:close/>
                  <a:moveTo>
                    <a:pt x="1259" y="99"/>
                  </a:moveTo>
                  <a:cubicBezTo>
                    <a:pt x="1259" y="93"/>
                    <a:pt x="1259" y="93"/>
                    <a:pt x="1259" y="93"/>
                  </a:cubicBezTo>
                  <a:cubicBezTo>
                    <a:pt x="1263" y="93"/>
                    <a:pt x="1266" y="92"/>
                    <a:pt x="1267" y="91"/>
                  </a:cubicBezTo>
                  <a:cubicBezTo>
                    <a:pt x="1269" y="89"/>
                    <a:pt x="1270" y="86"/>
                    <a:pt x="1270" y="81"/>
                  </a:cubicBezTo>
                  <a:cubicBezTo>
                    <a:pt x="1270" y="16"/>
                    <a:pt x="1270" y="16"/>
                    <a:pt x="1270" y="16"/>
                  </a:cubicBezTo>
                  <a:cubicBezTo>
                    <a:pt x="1270" y="13"/>
                    <a:pt x="1269" y="11"/>
                    <a:pt x="1267" y="9"/>
                  </a:cubicBezTo>
                  <a:cubicBezTo>
                    <a:pt x="1266" y="8"/>
                    <a:pt x="1263" y="7"/>
                    <a:pt x="1260" y="7"/>
                  </a:cubicBezTo>
                  <a:cubicBezTo>
                    <a:pt x="1259" y="7"/>
                    <a:pt x="1259" y="7"/>
                    <a:pt x="1259" y="7"/>
                  </a:cubicBezTo>
                  <a:cubicBezTo>
                    <a:pt x="1259" y="2"/>
                    <a:pt x="1259" y="2"/>
                    <a:pt x="1259" y="2"/>
                  </a:cubicBezTo>
                  <a:cubicBezTo>
                    <a:pt x="1262" y="2"/>
                    <a:pt x="1265" y="2"/>
                    <a:pt x="1268" y="2"/>
                  </a:cubicBezTo>
                  <a:cubicBezTo>
                    <a:pt x="1271" y="2"/>
                    <a:pt x="1274" y="3"/>
                    <a:pt x="1277" y="3"/>
                  </a:cubicBezTo>
                  <a:cubicBezTo>
                    <a:pt x="1281" y="3"/>
                    <a:pt x="1286" y="2"/>
                    <a:pt x="1292" y="2"/>
                  </a:cubicBezTo>
                  <a:cubicBezTo>
                    <a:pt x="1298" y="2"/>
                    <a:pt x="1302" y="2"/>
                    <a:pt x="1305" y="2"/>
                  </a:cubicBezTo>
                  <a:cubicBezTo>
                    <a:pt x="1316" y="2"/>
                    <a:pt x="1325" y="4"/>
                    <a:pt x="1330" y="7"/>
                  </a:cubicBezTo>
                  <a:cubicBezTo>
                    <a:pt x="1336" y="11"/>
                    <a:pt x="1339" y="17"/>
                    <a:pt x="1339" y="24"/>
                  </a:cubicBezTo>
                  <a:cubicBezTo>
                    <a:pt x="1339" y="30"/>
                    <a:pt x="1337" y="36"/>
                    <a:pt x="1333" y="40"/>
                  </a:cubicBezTo>
                  <a:cubicBezTo>
                    <a:pt x="1329" y="45"/>
                    <a:pt x="1323" y="49"/>
                    <a:pt x="1316" y="51"/>
                  </a:cubicBezTo>
                  <a:cubicBezTo>
                    <a:pt x="1320" y="53"/>
                    <a:pt x="1324" y="56"/>
                    <a:pt x="1328" y="61"/>
                  </a:cubicBezTo>
                  <a:cubicBezTo>
                    <a:pt x="1332" y="66"/>
                    <a:pt x="1336" y="73"/>
                    <a:pt x="1341" y="82"/>
                  </a:cubicBezTo>
                  <a:cubicBezTo>
                    <a:pt x="1341" y="83"/>
                    <a:pt x="1341" y="84"/>
                    <a:pt x="1342" y="85"/>
                  </a:cubicBezTo>
                  <a:cubicBezTo>
                    <a:pt x="1345" y="92"/>
                    <a:pt x="1348" y="95"/>
                    <a:pt x="1351" y="95"/>
                  </a:cubicBezTo>
                  <a:cubicBezTo>
                    <a:pt x="1352" y="95"/>
                    <a:pt x="1352" y="95"/>
                    <a:pt x="1352" y="95"/>
                  </a:cubicBezTo>
                  <a:cubicBezTo>
                    <a:pt x="1352" y="100"/>
                    <a:pt x="1352" y="100"/>
                    <a:pt x="1352" y="100"/>
                  </a:cubicBezTo>
                  <a:cubicBezTo>
                    <a:pt x="1347" y="99"/>
                    <a:pt x="1341" y="99"/>
                    <a:pt x="1334" y="98"/>
                  </a:cubicBezTo>
                  <a:cubicBezTo>
                    <a:pt x="1333" y="98"/>
                    <a:pt x="1333" y="98"/>
                    <a:pt x="1332" y="98"/>
                  </a:cubicBezTo>
                  <a:cubicBezTo>
                    <a:pt x="1328" y="98"/>
                    <a:pt x="1326" y="97"/>
                    <a:pt x="1324" y="96"/>
                  </a:cubicBezTo>
                  <a:cubicBezTo>
                    <a:pt x="1322" y="94"/>
                    <a:pt x="1320" y="91"/>
                    <a:pt x="1318" y="86"/>
                  </a:cubicBezTo>
                  <a:cubicBezTo>
                    <a:pt x="1317" y="83"/>
                    <a:pt x="1316" y="80"/>
                    <a:pt x="1314" y="75"/>
                  </a:cubicBezTo>
                  <a:cubicBezTo>
                    <a:pt x="1310" y="64"/>
                    <a:pt x="1307" y="58"/>
                    <a:pt x="1304" y="56"/>
                  </a:cubicBezTo>
                  <a:cubicBezTo>
                    <a:pt x="1303" y="56"/>
                    <a:pt x="1302" y="55"/>
                    <a:pt x="1301" y="55"/>
                  </a:cubicBezTo>
                  <a:cubicBezTo>
                    <a:pt x="1300" y="55"/>
                    <a:pt x="1298" y="55"/>
                    <a:pt x="1296" y="55"/>
                  </a:cubicBezTo>
                  <a:cubicBezTo>
                    <a:pt x="1296" y="55"/>
                    <a:pt x="1295" y="55"/>
                    <a:pt x="1295" y="55"/>
                  </a:cubicBezTo>
                  <a:cubicBezTo>
                    <a:pt x="1294" y="55"/>
                    <a:pt x="1293" y="55"/>
                    <a:pt x="1292" y="55"/>
                  </a:cubicBezTo>
                  <a:cubicBezTo>
                    <a:pt x="1292" y="81"/>
                    <a:pt x="1292" y="81"/>
                    <a:pt x="1292" y="81"/>
                  </a:cubicBezTo>
                  <a:cubicBezTo>
                    <a:pt x="1292" y="86"/>
                    <a:pt x="1293" y="89"/>
                    <a:pt x="1294" y="90"/>
                  </a:cubicBezTo>
                  <a:cubicBezTo>
                    <a:pt x="1295" y="92"/>
                    <a:pt x="1298" y="93"/>
                    <a:pt x="1302" y="93"/>
                  </a:cubicBezTo>
                  <a:cubicBezTo>
                    <a:pt x="1302" y="99"/>
                    <a:pt x="1302" y="99"/>
                    <a:pt x="1302" y="99"/>
                  </a:cubicBezTo>
                  <a:cubicBezTo>
                    <a:pt x="1297" y="98"/>
                    <a:pt x="1292" y="98"/>
                    <a:pt x="1289" y="98"/>
                  </a:cubicBezTo>
                  <a:cubicBezTo>
                    <a:pt x="1285" y="98"/>
                    <a:pt x="1282" y="98"/>
                    <a:pt x="1281" y="98"/>
                  </a:cubicBezTo>
                  <a:cubicBezTo>
                    <a:pt x="1277" y="98"/>
                    <a:pt x="1274" y="98"/>
                    <a:pt x="1270" y="98"/>
                  </a:cubicBezTo>
                  <a:cubicBezTo>
                    <a:pt x="1267" y="98"/>
                    <a:pt x="1263" y="98"/>
                    <a:pt x="1259" y="99"/>
                  </a:cubicBezTo>
                  <a:cubicBezTo>
                    <a:pt x="1259" y="99"/>
                    <a:pt x="1259" y="99"/>
                    <a:pt x="1259" y="99"/>
                  </a:cubicBezTo>
                  <a:close/>
                  <a:moveTo>
                    <a:pt x="1292" y="48"/>
                  </a:moveTo>
                  <a:cubicBezTo>
                    <a:pt x="1298" y="48"/>
                    <a:pt x="1298" y="48"/>
                    <a:pt x="1298" y="48"/>
                  </a:cubicBezTo>
                  <a:cubicBezTo>
                    <a:pt x="1305" y="48"/>
                    <a:pt x="1310" y="46"/>
                    <a:pt x="1313" y="43"/>
                  </a:cubicBezTo>
                  <a:cubicBezTo>
                    <a:pt x="1316" y="40"/>
                    <a:pt x="1318" y="35"/>
                    <a:pt x="1318" y="28"/>
                  </a:cubicBezTo>
                  <a:cubicBezTo>
                    <a:pt x="1318" y="21"/>
                    <a:pt x="1316" y="16"/>
                    <a:pt x="1313" y="13"/>
                  </a:cubicBezTo>
                  <a:cubicBezTo>
                    <a:pt x="1309" y="10"/>
                    <a:pt x="1304" y="8"/>
                    <a:pt x="1297" y="8"/>
                  </a:cubicBezTo>
                  <a:cubicBezTo>
                    <a:pt x="1295" y="8"/>
                    <a:pt x="1295" y="8"/>
                    <a:pt x="1294" y="8"/>
                  </a:cubicBezTo>
                  <a:cubicBezTo>
                    <a:pt x="1293" y="9"/>
                    <a:pt x="1293" y="9"/>
                    <a:pt x="1292" y="9"/>
                  </a:cubicBezTo>
                  <a:cubicBezTo>
                    <a:pt x="1292" y="48"/>
                    <a:pt x="1292" y="48"/>
                    <a:pt x="1292" y="48"/>
                  </a:cubicBezTo>
                  <a:close/>
                  <a:moveTo>
                    <a:pt x="1370" y="66"/>
                  </a:moveTo>
                  <a:cubicBezTo>
                    <a:pt x="1380" y="66"/>
                    <a:pt x="1380" y="66"/>
                    <a:pt x="1380" y="66"/>
                  </a:cubicBezTo>
                  <a:cubicBezTo>
                    <a:pt x="1380" y="75"/>
                    <a:pt x="1382" y="81"/>
                    <a:pt x="1385" y="85"/>
                  </a:cubicBezTo>
                  <a:cubicBezTo>
                    <a:pt x="1389" y="90"/>
                    <a:pt x="1394" y="92"/>
                    <a:pt x="1400" y="92"/>
                  </a:cubicBezTo>
                  <a:cubicBezTo>
                    <a:pt x="1406" y="92"/>
                    <a:pt x="1410" y="90"/>
                    <a:pt x="1413" y="88"/>
                  </a:cubicBezTo>
                  <a:cubicBezTo>
                    <a:pt x="1416" y="85"/>
                    <a:pt x="1418" y="82"/>
                    <a:pt x="1418" y="77"/>
                  </a:cubicBezTo>
                  <a:cubicBezTo>
                    <a:pt x="1418" y="74"/>
                    <a:pt x="1417" y="71"/>
                    <a:pt x="1415" y="68"/>
                  </a:cubicBezTo>
                  <a:cubicBezTo>
                    <a:pt x="1413" y="66"/>
                    <a:pt x="1408" y="63"/>
                    <a:pt x="1400" y="60"/>
                  </a:cubicBezTo>
                  <a:cubicBezTo>
                    <a:pt x="1389" y="55"/>
                    <a:pt x="1381" y="51"/>
                    <a:pt x="1377" y="46"/>
                  </a:cubicBezTo>
                  <a:cubicBezTo>
                    <a:pt x="1373" y="41"/>
                    <a:pt x="1371" y="36"/>
                    <a:pt x="1371" y="29"/>
                  </a:cubicBezTo>
                  <a:cubicBezTo>
                    <a:pt x="1371" y="20"/>
                    <a:pt x="1374" y="13"/>
                    <a:pt x="1380" y="8"/>
                  </a:cubicBezTo>
                  <a:cubicBezTo>
                    <a:pt x="1386" y="2"/>
                    <a:pt x="1393" y="0"/>
                    <a:pt x="1403" y="0"/>
                  </a:cubicBezTo>
                  <a:cubicBezTo>
                    <a:pt x="1407" y="0"/>
                    <a:pt x="1411" y="0"/>
                    <a:pt x="1415" y="1"/>
                  </a:cubicBezTo>
                  <a:cubicBezTo>
                    <a:pt x="1420" y="1"/>
                    <a:pt x="1425" y="2"/>
                    <a:pt x="1431" y="3"/>
                  </a:cubicBezTo>
                  <a:cubicBezTo>
                    <a:pt x="1431" y="4"/>
                    <a:pt x="1431" y="4"/>
                    <a:pt x="1431" y="4"/>
                  </a:cubicBezTo>
                  <a:cubicBezTo>
                    <a:pt x="1431" y="9"/>
                    <a:pt x="1431" y="14"/>
                    <a:pt x="1431" y="17"/>
                  </a:cubicBezTo>
                  <a:cubicBezTo>
                    <a:pt x="1431" y="19"/>
                    <a:pt x="1431" y="23"/>
                    <a:pt x="1431" y="29"/>
                  </a:cubicBezTo>
                  <a:cubicBezTo>
                    <a:pt x="1431" y="29"/>
                    <a:pt x="1431" y="29"/>
                    <a:pt x="1431" y="29"/>
                  </a:cubicBezTo>
                  <a:cubicBezTo>
                    <a:pt x="1423" y="29"/>
                    <a:pt x="1423" y="29"/>
                    <a:pt x="1423" y="29"/>
                  </a:cubicBezTo>
                  <a:cubicBezTo>
                    <a:pt x="1423" y="22"/>
                    <a:pt x="1421" y="17"/>
                    <a:pt x="1418" y="13"/>
                  </a:cubicBezTo>
                  <a:cubicBezTo>
                    <a:pt x="1415" y="10"/>
                    <a:pt x="1410" y="8"/>
                    <a:pt x="1404" y="8"/>
                  </a:cubicBezTo>
                  <a:cubicBezTo>
                    <a:pt x="1400" y="8"/>
                    <a:pt x="1396" y="9"/>
                    <a:pt x="1393" y="11"/>
                  </a:cubicBezTo>
                  <a:cubicBezTo>
                    <a:pt x="1391" y="14"/>
                    <a:pt x="1389" y="17"/>
                    <a:pt x="1389" y="21"/>
                  </a:cubicBezTo>
                  <a:cubicBezTo>
                    <a:pt x="1389" y="24"/>
                    <a:pt x="1390" y="27"/>
                    <a:pt x="1392" y="30"/>
                  </a:cubicBezTo>
                  <a:cubicBezTo>
                    <a:pt x="1395" y="32"/>
                    <a:pt x="1400" y="35"/>
                    <a:pt x="1407" y="38"/>
                  </a:cubicBezTo>
                  <a:cubicBezTo>
                    <a:pt x="1408" y="38"/>
                    <a:pt x="1410" y="39"/>
                    <a:pt x="1412" y="40"/>
                  </a:cubicBezTo>
                  <a:cubicBezTo>
                    <a:pt x="1420" y="43"/>
                    <a:pt x="1426" y="46"/>
                    <a:pt x="1429" y="49"/>
                  </a:cubicBezTo>
                  <a:cubicBezTo>
                    <a:pt x="1432" y="51"/>
                    <a:pt x="1434" y="55"/>
                    <a:pt x="1435" y="58"/>
                  </a:cubicBezTo>
                  <a:cubicBezTo>
                    <a:pt x="1437" y="61"/>
                    <a:pt x="1437" y="65"/>
                    <a:pt x="1437" y="69"/>
                  </a:cubicBezTo>
                  <a:cubicBezTo>
                    <a:pt x="1437" y="79"/>
                    <a:pt x="1434" y="86"/>
                    <a:pt x="1428" y="92"/>
                  </a:cubicBezTo>
                  <a:cubicBezTo>
                    <a:pt x="1421" y="98"/>
                    <a:pt x="1413" y="101"/>
                    <a:pt x="1402" y="101"/>
                  </a:cubicBezTo>
                  <a:cubicBezTo>
                    <a:pt x="1396" y="101"/>
                    <a:pt x="1390" y="100"/>
                    <a:pt x="1385" y="99"/>
                  </a:cubicBezTo>
                  <a:cubicBezTo>
                    <a:pt x="1379" y="98"/>
                    <a:pt x="1374" y="96"/>
                    <a:pt x="1369" y="93"/>
                  </a:cubicBezTo>
                  <a:cubicBezTo>
                    <a:pt x="1370" y="90"/>
                    <a:pt x="1370" y="87"/>
                    <a:pt x="1370" y="83"/>
                  </a:cubicBezTo>
                  <a:cubicBezTo>
                    <a:pt x="1370" y="80"/>
                    <a:pt x="1370" y="77"/>
                    <a:pt x="1370" y="73"/>
                  </a:cubicBezTo>
                  <a:cubicBezTo>
                    <a:pt x="1370" y="71"/>
                    <a:pt x="1370" y="70"/>
                    <a:pt x="1370" y="69"/>
                  </a:cubicBezTo>
                  <a:cubicBezTo>
                    <a:pt x="1370" y="68"/>
                    <a:pt x="1370" y="67"/>
                    <a:pt x="1370" y="66"/>
                  </a:cubicBezTo>
                  <a:cubicBezTo>
                    <a:pt x="1370" y="66"/>
                    <a:pt x="1370" y="66"/>
                    <a:pt x="1370" y="66"/>
                  </a:cubicBezTo>
                  <a:close/>
                  <a:moveTo>
                    <a:pt x="1456" y="99"/>
                  </a:moveTo>
                  <a:cubicBezTo>
                    <a:pt x="1456" y="93"/>
                    <a:pt x="1456" y="93"/>
                    <a:pt x="1456" y="93"/>
                  </a:cubicBezTo>
                  <a:cubicBezTo>
                    <a:pt x="1457" y="93"/>
                    <a:pt x="1457" y="93"/>
                    <a:pt x="1457" y="93"/>
                  </a:cubicBezTo>
                  <a:cubicBezTo>
                    <a:pt x="1461" y="93"/>
                    <a:pt x="1464" y="92"/>
                    <a:pt x="1466" y="91"/>
                  </a:cubicBezTo>
                  <a:cubicBezTo>
                    <a:pt x="1467" y="89"/>
                    <a:pt x="1468" y="86"/>
                    <a:pt x="1468" y="81"/>
                  </a:cubicBezTo>
                  <a:cubicBezTo>
                    <a:pt x="1468" y="16"/>
                    <a:pt x="1468" y="16"/>
                    <a:pt x="1468" y="16"/>
                  </a:cubicBezTo>
                  <a:cubicBezTo>
                    <a:pt x="1468" y="13"/>
                    <a:pt x="1467" y="11"/>
                    <a:pt x="1465" y="9"/>
                  </a:cubicBezTo>
                  <a:cubicBezTo>
                    <a:pt x="1464" y="8"/>
                    <a:pt x="1461" y="7"/>
                    <a:pt x="1458" y="7"/>
                  </a:cubicBezTo>
                  <a:cubicBezTo>
                    <a:pt x="1456" y="7"/>
                    <a:pt x="1456" y="7"/>
                    <a:pt x="1456" y="7"/>
                  </a:cubicBezTo>
                  <a:cubicBezTo>
                    <a:pt x="1456" y="2"/>
                    <a:pt x="1456" y="2"/>
                    <a:pt x="1456" y="2"/>
                  </a:cubicBezTo>
                  <a:cubicBezTo>
                    <a:pt x="1460" y="2"/>
                    <a:pt x="1464" y="2"/>
                    <a:pt x="1468" y="2"/>
                  </a:cubicBezTo>
                  <a:cubicBezTo>
                    <a:pt x="1472" y="3"/>
                    <a:pt x="1475" y="3"/>
                    <a:pt x="1479" y="3"/>
                  </a:cubicBezTo>
                  <a:cubicBezTo>
                    <a:pt x="1483" y="3"/>
                    <a:pt x="1487" y="3"/>
                    <a:pt x="1491" y="2"/>
                  </a:cubicBezTo>
                  <a:cubicBezTo>
                    <a:pt x="1494" y="2"/>
                    <a:pt x="1498" y="2"/>
                    <a:pt x="1502" y="2"/>
                  </a:cubicBezTo>
                  <a:cubicBezTo>
                    <a:pt x="1502" y="7"/>
                    <a:pt x="1502" y="7"/>
                    <a:pt x="1502" y="7"/>
                  </a:cubicBezTo>
                  <a:cubicBezTo>
                    <a:pt x="1498" y="7"/>
                    <a:pt x="1495" y="8"/>
                    <a:pt x="1493" y="9"/>
                  </a:cubicBezTo>
                  <a:cubicBezTo>
                    <a:pt x="1492" y="10"/>
                    <a:pt x="1491" y="12"/>
                    <a:pt x="1491" y="16"/>
                  </a:cubicBezTo>
                  <a:cubicBezTo>
                    <a:pt x="1491" y="81"/>
                    <a:pt x="1491" y="81"/>
                    <a:pt x="1491" y="81"/>
                  </a:cubicBezTo>
                  <a:cubicBezTo>
                    <a:pt x="1491" y="86"/>
                    <a:pt x="1492" y="89"/>
                    <a:pt x="1493" y="91"/>
                  </a:cubicBezTo>
                  <a:cubicBezTo>
                    <a:pt x="1494" y="92"/>
                    <a:pt x="1497" y="93"/>
                    <a:pt x="1501" y="93"/>
                  </a:cubicBezTo>
                  <a:cubicBezTo>
                    <a:pt x="1502" y="93"/>
                    <a:pt x="1502" y="93"/>
                    <a:pt x="1502" y="93"/>
                  </a:cubicBezTo>
                  <a:cubicBezTo>
                    <a:pt x="1502" y="99"/>
                    <a:pt x="1502" y="99"/>
                    <a:pt x="1502" y="99"/>
                  </a:cubicBezTo>
                  <a:cubicBezTo>
                    <a:pt x="1498" y="98"/>
                    <a:pt x="1495" y="98"/>
                    <a:pt x="1491" y="98"/>
                  </a:cubicBezTo>
                  <a:cubicBezTo>
                    <a:pt x="1487" y="98"/>
                    <a:pt x="1483" y="98"/>
                    <a:pt x="1479" y="98"/>
                  </a:cubicBezTo>
                  <a:cubicBezTo>
                    <a:pt x="1476" y="98"/>
                    <a:pt x="1472" y="98"/>
                    <a:pt x="1469" y="98"/>
                  </a:cubicBezTo>
                  <a:cubicBezTo>
                    <a:pt x="1465" y="98"/>
                    <a:pt x="1461" y="98"/>
                    <a:pt x="1456" y="99"/>
                  </a:cubicBezTo>
                  <a:cubicBezTo>
                    <a:pt x="1456" y="99"/>
                    <a:pt x="1456" y="99"/>
                    <a:pt x="1456" y="99"/>
                  </a:cubicBezTo>
                  <a:close/>
                  <a:moveTo>
                    <a:pt x="1533" y="99"/>
                  </a:moveTo>
                  <a:cubicBezTo>
                    <a:pt x="1533" y="93"/>
                    <a:pt x="1533" y="93"/>
                    <a:pt x="1533" y="93"/>
                  </a:cubicBezTo>
                  <a:cubicBezTo>
                    <a:pt x="1535" y="93"/>
                    <a:pt x="1535" y="93"/>
                    <a:pt x="1535" y="93"/>
                  </a:cubicBezTo>
                  <a:cubicBezTo>
                    <a:pt x="1539" y="93"/>
                    <a:pt x="1542" y="92"/>
                    <a:pt x="1543" y="91"/>
                  </a:cubicBezTo>
                  <a:cubicBezTo>
                    <a:pt x="1545" y="89"/>
                    <a:pt x="1546" y="87"/>
                    <a:pt x="1546" y="84"/>
                  </a:cubicBezTo>
                  <a:cubicBezTo>
                    <a:pt x="1546" y="9"/>
                    <a:pt x="1546" y="9"/>
                    <a:pt x="1546" y="9"/>
                  </a:cubicBezTo>
                  <a:cubicBezTo>
                    <a:pt x="1543" y="9"/>
                    <a:pt x="1543" y="9"/>
                    <a:pt x="1543" y="9"/>
                  </a:cubicBezTo>
                  <a:cubicBezTo>
                    <a:pt x="1537" y="9"/>
                    <a:pt x="1532" y="10"/>
                    <a:pt x="1528" y="13"/>
                  </a:cubicBezTo>
                  <a:cubicBezTo>
                    <a:pt x="1525" y="16"/>
                    <a:pt x="1523" y="20"/>
                    <a:pt x="1522" y="26"/>
                  </a:cubicBezTo>
                  <a:cubicBezTo>
                    <a:pt x="1517" y="26"/>
                    <a:pt x="1517" y="26"/>
                    <a:pt x="1517" y="26"/>
                  </a:cubicBezTo>
                  <a:cubicBezTo>
                    <a:pt x="1518" y="2"/>
                    <a:pt x="1518" y="2"/>
                    <a:pt x="1518" y="2"/>
                  </a:cubicBezTo>
                  <a:cubicBezTo>
                    <a:pt x="1520" y="2"/>
                    <a:pt x="1522" y="2"/>
                    <a:pt x="1524" y="2"/>
                  </a:cubicBezTo>
                  <a:cubicBezTo>
                    <a:pt x="1527" y="2"/>
                    <a:pt x="1531" y="2"/>
                    <a:pt x="1536" y="2"/>
                  </a:cubicBezTo>
                  <a:cubicBezTo>
                    <a:pt x="1557" y="2"/>
                    <a:pt x="1557" y="2"/>
                    <a:pt x="1557" y="2"/>
                  </a:cubicBezTo>
                  <a:cubicBezTo>
                    <a:pt x="1578" y="2"/>
                    <a:pt x="1578" y="2"/>
                    <a:pt x="1578" y="2"/>
                  </a:cubicBezTo>
                  <a:cubicBezTo>
                    <a:pt x="1584" y="2"/>
                    <a:pt x="1588" y="2"/>
                    <a:pt x="1591" y="2"/>
                  </a:cubicBezTo>
                  <a:cubicBezTo>
                    <a:pt x="1593" y="2"/>
                    <a:pt x="1595" y="2"/>
                    <a:pt x="1597" y="2"/>
                  </a:cubicBezTo>
                  <a:cubicBezTo>
                    <a:pt x="1598" y="26"/>
                    <a:pt x="1598" y="26"/>
                    <a:pt x="1598" y="26"/>
                  </a:cubicBezTo>
                  <a:cubicBezTo>
                    <a:pt x="1593" y="26"/>
                    <a:pt x="1593" y="26"/>
                    <a:pt x="1593" y="26"/>
                  </a:cubicBezTo>
                  <a:cubicBezTo>
                    <a:pt x="1592" y="20"/>
                    <a:pt x="1590" y="16"/>
                    <a:pt x="1586" y="13"/>
                  </a:cubicBezTo>
                  <a:cubicBezTo>
                    <a:pt x="1583" y="10"/>
                    <a:pt x="1578" y="9"/>
                    <a:pt x="1572" y="9"/>
                  </a:cubicBezTo>
                  <a:cubicBezTo>
                    <a:pt x="1569" y="9"/>
                    <a:pt x="1569" y="9"/>
                    <a:pt x="1569" y="9"/>
                  </a:cubicBezTo>
                  <a:cubicBezTo>
                    <a:pt x="1569" y="83"/>
                    <a:pt x="1569" y="83"/>
                    <a:pt x="1569" y="83"/>
                  </a:cubicBezTo>
                  <a:cubicBezTo>
                    <a:pt x="1569" y="87"/>
                    <a:pt x="1570" y="89"/>
                    <a:pt x="1571" y="91"/>
                  </a:cubicBezTo>
                  <a:cubicBezTo>
                    <a:pt x="1573" y="92"/>
                    <a:pt x="1576" y="93"/>
                    <a:pt x="1580" y="93"/>
                  </a:cubicBezTo>
                  <a:cubicBezTo>
                    <a:pt x="1581" y="93"/>
                    <a:pt x="1581" y="93"/>
                    <a:pt x="1581" y="93"/>
                  </a:cubicBezTo>
                  <a:cubicBezTo>
                    <a:pt x="1581" y="99"/>
                    <a:pt x="1581" y="99"/>
                    <a:pt x="1581" y="99"/>
                  </a:cubicBezTo>
                  <a:cubicBezTo>
                    <a:pt x="1576" y="98"/>
                    <a:pt x="1571" y="98"/>
                    <a:pt x="1567" y="98"/>
                  </a:cubicBezTo>
                  <a:cubicBezTo>
                    <a:pt x="1563" y="98"/>
                    <a:pt x="1560" y="98"/>
                    <a:pt x="1557" y="98"/>
                  </a:cubicBezTo>
                  <a:cubicBezTo>
                    <a:pt x="1553" y="98"/>
                    <a:pt x="1549" y="98"/>
                    <a:pt x="1545" y="98"/>
                  </a:cubicBezTo>
                  <a:cubicBezTo>
                    <a:pt x="1541" y="98"/>
                    <a:pt x="1537" y="98"/>
                    <a:pt x="1533" y="99"/>
                  </a:cubicBezTo>
                  <a:cubicBezTo>
                    <a:pt x="1533" y="99"/>
                    <a:pt x="1533" y="99"/>
                    <a:pt x="1533" y="99"/>
                  </a:cubicBezTo>
                  <a:close/>
                  <a:moveTo>
                    <a:pt x="1666" y="56"/>
                  </a:moveTo>
                  <a:cubicBezTo>
                    <a:pt x="1666" y="81"/>
                    <a:pt x="1666" y="81"/>
                    <a:pt x="1666" y="81"/>
                  </a:cubicBezTo>
                  <a:cubicBezTo>
                    <a:pt x="1666" y="86"/>
                    <a:pt x="1667" y="89"/>
                    <a:pt x="1669" y="91"/>
                  </a:cubicBezTo>
                  <a:cubicBezTo>
                    <a:pt x="1670" y="92"/>
                    <a:pt x="1673" y="93"/>
                    <a:pt x="1678" y="93"/>
                  </a:cubicBezTo>
                  <a:cubicBezTo>
                    <a:pt x="1680" y="93"/>
                    <a:pt x="1680" y="93"/>
                    <a:pt x="1680" y="93"/>
                  </a:cubicBezTo>
                  <a:cubicBezTo>
                    <a:pt x="1680" y="99"/>
                    <a:pt x="1680" y="99"/>
                    <a:pt x="1680" y="99"/>
                  </a:cubicBezTo>
                  <a:cubicBezTo>
                    <a:pt x="1675" y="98"/>
                    <a:pt x="1670" y="98"/>
                    <a:pt x="1666" y="98"/>
                  </a:cubicBezTo>
                  <a:cubicBezTo>
                    <a:pt x="1661" y="98"/>
                    <a:pt x="1658" y="98"/>
                    <a:pt x="1656" y="98"/>
                  </a:cubicBezTo>
                  <a:cubicBezTo>
                    <a:pt x="1653" y="98"/>
                    <a:pt x="1649" y="98"/>
                    <a:pt x="1645" y="98"/>
                  </a:cubicBezTo>
                  <a:cubicBezTo>
                    <a:pt x="1640" y="98"/>
                    <a:pt x="1635" y="98"/>
                    <a:pt x="1630" y="99"/>
                  </a:cubicBezTo>
                  <a:cubicBezTo>
                    <a:pt x="1630" y="93"/>
                    <a:pt x="1630" y="93"/>
                    <a:pt x="1630" y="93"/>
                  </a:cubicBezTo>
                  <a:cubicBezTo>
                    <a:pt x="1633" y="93"/>
                    <a:pt x="1633" y="93"/>
                    <a:pt x="1633" y="93"/>
                  </a:cubicBezTo>
                  <a:cubicBezTo>
                    <a:pt x="1638" y="93"/>
                    <a:pt x="1641" y="92"/>
                    <a:pt x="1642" y="91"/>
                  </a:cubicBezTo>
                  <a:cubicBezTo>
                    <a:pt x="1644" y="89"/>
                    <a:pt x="1644" y="86"/>
                    <a:pt x="1644" y="81"/>
                  </a:cubicBezTo>
                  <a:cubicBezTo>
                    <a:pt x="1644" y="56"/>
                    <a:pt x="1644" y="56"/>
                    <a:pt x="1644" y="56"/>
                  </a:cubicBezTo>
                  <a:cubicBezTo>
                    <a:pt x="1619" y="14"/>
                    <a:pt x="1619" y="14"/>
                    <a:pt x="1619" y="14"/>
                  </a:cubicBezTo>
                  <a:cubicBezTo>
                    <a:pt x="1619" y="14"/>
                    <a:pt x="1619" y="14"/>
                    <a:pt x="1619" y="14"/>
                  </a:cubicBezTo>
                  <a:cubicBezTo>
                    <a:pt x="1616" y="10"/>
                    <a:pt x="1613" y="7"/>
                    <a:pt x="1610" y="7"/>
                  </a:cubicBezTo>
                  <a:cubicBezTo>
                    <a:pt x="1608" y="7"/>
                    <a:pt x="1608" y="7"/>
                    <a:pt x="1608" y="7"/>
                  </a:cubicBezTo>
                  <a:cubicBezTo>
                    <a:pt x="1608" y="2"/>
                    <a:pt x="1608" y="2"/>
                    <a:pt x="1608" y="2"/>
                  </a:cubicBezTo>
                  <a:cubicBezTo>
                    <a:pt x="1612" y="2"/>
                    <a:pt x="1616" y="2"/>
                    <a:pt x="1620" y="2"/>
                  </a:cubicBezTo>
                  <a:cubicBezTo>
                    <a:pt x="1623" y="2"/>
                    <a:pt x="1627" y="3"/>
                    <a:pt x="1631" y="3"/>
                  </a:cubicBezTo>
                  <a:cubicBezTo>
                    <a:pt x="1636" y="3"/>
                    <a:pt x="1640" y="2"/>
                    <a:pt x="1644" y="2"/>
                  </a:cubicBezTo>
                  <a:cubicBezTo>
                    <a:pt x="1648" y="2"/>
                    <a:pt x="1651" y="2"/>
                    <a:pt x="1654" y="2"/>
                  </a:cubicBezTo>
                  <a:cubicBezTo>
                    <a:pt x="1654" y="7"/>
                    <a:pt x="1654" y="7"/>
                    <a:pt x="1654" y="7"/>
                  </a:cubicBezTo>
                  <a:cubicBezTo>
                    <a:pt x="1650" y="7"/>
                    <a:pt x="1647" y="7"/>
                    <a:pt x="1646" y="8"/>
                  </a:cubicBezTo>
                  <a:cubicBezTo>
                    <a:pt x="1644" y="9"/>
                    <a:pt x="1644" y="9"/>
                    <a:pt x="1644" y="11"/>
                  </a:cubicBezTo>
                  <a:cubicBezTo>
                    <a:pt x="1644" y="11"/>
                    <a:pt x="1644" y="11"/>
                    <a:pt x="1644" y="12"/>
                  </a:cubicBezTo>
                  <a:cubicBezTo>
                    <a:pt x="1644" y="12"/>
                    <a:pt x="1644" y="13"/>
                    <a:pt x="1644" y="13"/>
                  </a:cubicBezTo>
                  <a:cubicBezTo>
                    <a:pt x="1664" y="48"/>
                    <a:pt x="1664" y="48"/>
                    <a:pt x="1664" y="48"/>
                  </a:cubicBezTo>
                  <a:cubicBezTo>
                    <a:pt x="1683" y="13"/>
                    <a:pt x="1683" y="13"/>
                    <a:pt x="1683" y="13"/>
                  </a:cubicBezTo>
                  <a:cubicBezTo>
                    <a:pt x="1683" y="12"/>
                    <a:pt x="1683" y="12"/>
                    <a:pt x="1683" y="11"/>
                  </a:cubicBezTo>
                  <a:cubicBezTo>
                    <a:pt x="1683" y="11"/>
                    <a:pt x="1683" y="11"/>
                    <a:pt x="1683" y="10"/>
                  </a:cubicBezTo>
                  <a:cubicBezTo>
                    <a:pt x="1683" y="9"/>
                    <a:pt x="1683" y="8"/>
                    <a:pt x="1681" y="8"/>
                  </a:cubicBezTo>
                  <a:cubicBezTo>
                    <a:pt x="1679" y="7"/>
                    <a:pt x="1677" y="7"/>
                    <a:pt x="1673" y="7"/>
                  </a:cubicBezTo>
                  <a:cubicBezTo>
                    <a:pt x="1673" y="2"/>
                    <a:pt x="1673" y="2"/>
                    <a:pt x="1673" y="2"/>
                  </a:cubicBezTo>
                  <a:cubicBezTo>
                    <a:pt x="1676" y="2"/>
                    <a:pt x="1679" y="2"/>
                    <a:pt x="1682" y="2"/>
                  </a:cubicBezTo>
                  <a:cubicBezTo>
                    <a:pt x="1684" y="2"/>
                    <a:pt x="1686" y="3"/>
                    <a:pt x="1688" y="3"/>
                  </a:cubicBezTo>
                  <a:cubicBezTo>
                    <a:pt x="1691" y="3"/>
                    <a:pt x="1693" y="2"/>
                    <a:pt x="1695" y="2"/>
                  </a:cubicBezTo>
                  <a:cubicBezTo>
                    <a:pt x="1698" y="2"/>
                    <a:pt x="1700" y="2"/>
                    <a:pt x="1702" y="2"/>
                  </a:cubicBezTo>
                  <a:cubicBezTo>
                    <a:pt x="1702" y="7"/>
                    <a:pt x="1702" y="7"/>
                    <a:pt x="1702" y="7"/>
                  </a:cubicBezTo>
                  <a:cubicBezTo>
                    <a:pt x="1699" y="7"/>
                    <a:pt x="1697" y="8"/>
                    <a:pt x="1696" y="8"/>
                  </a:cubicBezTo>
                  <a:cubicBezTo>
                    <a:pt x="1695" y="9"/>
                    <a:pt x="1694" y="10"/>
                    <a:pt x="1692" y="13"/>
                  </a:cubicBezTo>
                  <a:lnTo>
                    <a:pt x="1666" y="56"/>
                  </a:lnTo>
                  <a:close/>
                </a:path>
              </a:pathLst>
            </a:custGeom>
            <a:solidFill>
              <a:srgbClr val="0A0A0A"/>
            </a:solidFill>
            <a:ln>
              <a:noFill/>
            </a:ln>
          </p:spPr>
          <p:txBody>
            <a:bodyPr anchor="ctr"/>
            <a:lstStyle/>
            <a:p>
              <a:pPr algn="ctr"/>
              <a:endParaRPr>
                <a:solidFill>
                  <a:srgbClr val="000000"/>
                </a:solidFill>
              </a:endParaRPr>
            </a:p>
          </p:txBody>
        </p:sp>
        <p:grpSp>
          <p:nvGrpSpPr>
            <p:cNvPr id="6" name="í$ļîdé"/>
            <p:cNvGrpSpPr/>
            <p:nvPr/>
          </p:nvGrpSpPr>
          <p:grpSpPr>
            <a:xfrm>
              <a:off x="10450629" y="404003"/>
              <a:ext cx="1011546" cy="270315"/>
              <a:chOff x="5102226" y="2428875"/>
              <a:chExt cx="5067300" cy="1354138"/>
            </a:xfrm>
            <a:solidFill>
              <a:srgbClr val="0A0A0A"/>
            </a:solidFill>
          </p:grpSpPr>
          <p:sp>
            <p:nvSpPr>
              <p:cNvPr id="7" name="ís1ïḋe"/>
              <p:cNvSpPr/>
              <p:nvPr/>
            </p:nvSpPr>
            <p:spPr bwMode="auto">
              <a:xfrm>
                <a:off x="5102226" y="2884488"/>
                <a:ext cx="1347788" cy="673100"/>
              </a:xfrm>
              <a:custGeom>
                <a:avLst/>
                <a:gdLst>
                  <a:gd name="T0" fmla="*/ 62 w 409"/>
                  <a:gd name="T1" fmla="*/ 79 h 204"/>
                  <a:gd name="T2" fmla="*/ 47 w 409"/>
                  <a:gd name="T3" fmla="*/ 55 h 204"/>
                  <a:gd name="T4" fmla="*/ 23 w 409"/>
                  <a:gd name="T5" fmla="*/ 49 h 204"/>
                  <a:gd name="T6" fmla="*/ 0 w 409"/>
                  <a:gd name="T7" fmla="*/ 87 h 204"/>
                  <a:gd name="T8" fmla="*/ 34 w 409"/>
                  <a:gd name="T9" fmla="*/ 193 h 204"/>
                  <a:gd name="T10" fmla="*/ 70 w 409"/>
                  <a:gd name="T11" fmla="*/ 186 h 204"/>
                  <a:gd name="T12" fmla="*/ 65 w 409"/>
                  <a:gd name="T13" fmla="*/ 129 h 204"/>
                  <a:gd name="T14" fmla="*/ 132 w 409"/>
                  <a:gd name="T15" fmla="*/ 63 h 204"/>
                  <a:gd name="T16" fmla="*/ 219 w 409"/>
                  <a:gd name="T17" fmla="*/ 42 h 204"/>
                  <a:gd name="T18" fmla="*/ 223 w 409"/>
                  <a:gd name="T19" fmla="*/ 63 h 204"/>
                  <a:gd name="T20" fmla="*/ 191 w 409"/>
                  <a:gd name="T21" fmla="*/ 105 h 204"/>
                  <a:gd name="T22" fmla="*/ 179 w 409"/>
                  <a:gd name="T23" fmla="*/ 103 h 204"/>
                  <a:gd name="T24" fmla="*/ 166 w 409"/>
                  <a:gd name="T25" fmla="*/ 77 h 204"/>
                  <a:gd name="T26" fmla="*/ 141 w 409"/>
                  <a:gd name="T27" fmla="*/ 85 h 204"/>
                  <a:gd name="T28" fmla="*/ 150 w 409"/>
                  <a:gd name="T29" fmla="*/ 113 h 204"/>
                  <a:gd name="T30" fmla="*/ 156 w 409"/>
                  <a:gd name="T31" fmla="*/ 127 h 204"/>
                  <a:gd name="T32" fmla="*/ 126 w 409"/>
                  <a:gd name="T33" fmla="*/ 142 h 204"/>
                  <a:gd name="T34" fmla="*/ 108 w 409"/>
                  <a:gd name="T35" fmla="*/ 153 h 204"/>
                  <a:gd name="T36" fmla="*/ 122 w 409"/>
                  <a:gd name="T37" fmla="*/ 177 h 204"/>
                  <a:gd name="T38" fmla="*/ 160 w 409"/>
                  <a:gd name="T39" fmla="*/ 156 h 204"/>
                  <a:gd name="T40" fmla="*/ 202 w 409"/>
                  <a:gd name="T41" fmla="*/ 149 h 204"/>
                  <a:gd name="T42" fmla="*/ 225 w 409"/>
                  <a:gd name="T43" fmla="*/ 169 h 204"/>
                  <a:gd name="T44" fmla="*/ 280 w 409"/>
                  <a:gd name="T45" fmla="*/ 173 h 204"/>
                  <a:gd name="T46" fmla="*/ 369 w 409"/>
                  <a:gd name="T47" fmla="*/ 139 h 204"/>
                  <a:gd name="T48" fmla="*/ 404 w 409"/>
                  <a:gd name="T49" fmla="*/ 129 h 204"/>
                  <a:gd name="T50" fmla="*/ 337 w 409"/>
                  <a:gd name="T51" fmla="*/ 21 h 204"/>
                  <a:gd name="T52" fmla="*/ 193 w 409"/>
                  <a:gd name="T53" fmla="*/ 12 h 204"/>
                  <a:gd name="T54" fmla="*/ 93 w 409"/>
                  <a:gd name="T55" fmla="*/ 54 h 204"/>
                  <a:gd name="T56" fmla="*/ 62 w 409"/>
                  <a:gd name="T57" fmla="*/ 79 h 204"/>
                  <a:gd name="T58" fmla="*/ 62 w 409"/>
                  <a:gd name="T59" fmla="*/ 79 h 204"/>
                  <a:gd name="T60" fmla="*/ 204 w 409"/>
                  <a:gd name="T61" fmla="*/ 125 h 204"/>
                  <a:gd name="T62" fmla="*/ 194 w 409"/>
                  <a:gd name="T63" fmla="*/ 124 h 204"/>
                  <a:gd name="T64" fmla="*/ 244 w 409"/>
                  <a:gd name="T65" fmla="*/ 90 h 204"/>
                  <a:gd name="T66" fmla="*/ 245 w 409"/>
                  <a:gd name="T67" fmla="*/ 60 h 204"/>
                  <a:gd name="T68" fmla="*/ 234 w 409"/>
                  <a:gd name="T69" fmla="*/ 45 h 204"/>
                  <a:gd name="T70" fmla="*/ 284 w 409"/>
                  <a:gd name="T71" fmla="*/ 43 h 204"/>
                  <a:gd name="T72" fmla="*/ 357 w 409"/>
                  <a:gd name="T73" fmla="*/ 75 h 204"/>
                  <a:gd name="T74" fmla="*/ 307 w 409"/>
                  <a:gd name="T75" fmla="*/ 112 h 204"/>
                  <a:gd name="T76" fmla="*/ 249 w 409"/>
                  <a:gd name="T77" fmla="*/ 142 h 204"/>
                  <a:gd name="T78" fmla="*/ 229 w 409"/>
                  <a:gd name="T79" fmla="*/ 127 h 204"/>
                  <a:gd name="T80" fmla="*/ 204 w 409"/>
                  <a:gd name="T81" fmla="*/ 125 h 2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409" h="204">
                    <a:moveTo>
                      <a:pt x="62" y="79"/>
                    </a:moveTo>
                    <a:cubicBezTo>
                      <a:pt x="56" y="77"/>
                      <a:pt x="57" y="61"/>
                      <a:pt x="47" y="55"/>
                    </a:cubicBezTo>
                    <a:cubicBezTo>
                      <a:pt x="38" y="49"/>
                      <a:pt x="30" y="49"/>
                      <a:pt x="23" y="49"/>
                    </a:cubicBezTo>
                    <a:cubicBezTo>
                      <a:pt x="16" y="50"/>
                      <a:pt x="1" y="62"/>
                      <a:pt x="0" y="87"/>
                    </a:cubicBezTo>
                    <a:cubicBezTo>
                      <a:pt x="0" y="112"/>
                      <a:pt x="25" y="181"/>
                      <a:pt x="34" y="193"/>
                    </a:cubicBezTo>
                    <a:cubicBezTo>
                      <a:pt x="43" y="204"/>
                      <a:pt x="74" y="198"/>
                      <a:pt x="70" y="186"/>
                    </a:cubicBezTo>
                    <a:cubicBezTo>
                      <a:pt x="65" y="175"/>
                      <a:pt x="57" y="144"/>
                      <a:pt x="65" y="129"/>
                    </a:cubicBezTo>
                    <a:cubicBezTo>
                      <a:pt x="73" y="115"/>
                      <a:pt x="88" y="89"/>
                      <a:pt x="132" y="63"/>
                    </a:cubicBezTo>
                    <a:cubicBezTo>
                      <a:pt x="177" y="38"/>
                      <a:pt x="211" y="39"/>
                      <a:pt x="219" y="42"/>
                    </a:cubicBezTo>
                    <a:cubicBezTo>
                      <a:pt x="227" y="45"/>
                      <a:pt x="224" y="59"/>
                      <a:pt x="223" y="63"/>
                    </a:cubicBezTo>
                    <a:cubicBezTo>
                      <a:pt x="221" y="67"/>
                      <a:pt x="191" y="102"/>
                      <a:pt x="191" y="105"/>
                    </a:cubicBezTo>
                    <a:cubicBezTo>
                      <a:pt x="190" y="108"/>
                      <a:pt x="180" y="114"/>
                      <a:pt x="179" y="103"/>
                    </a:cubicBezTo>
                    <a:cubicBezTo>
                      <a:pt x="179" y="92"/>
                      <a:pt x="177" y="81"/>
                      <a:pt x="166" y="77"/>
                    </a:cubicBezTo>
                    <a:cubicBezTo>
                      <a:pt x="156" y="73"/>
                      <a:pt x="146" y="71"/>
                      <a:pt x="141" y="85"/>
                    </a:cubicBezTo>
                    <a:cubicBezTo>
                      <a:pt x="137" y="99"/>
                      <a:pt x="144" y="109"/>
                      <a:pt x="150" y="113"/>
                    </a:cubicBezTo>
                    <a:cubicBezTo>
                      <a:pt x="155" y="118"/>
                      <a:pt x="164" y="126"/>
                      <a:pt x="156" y="127"/>
                    </a:cubicBezTo>
                    <a:cubicBezTo>
                      <a:pt x="149" y="127"/>
                      <a:pt x="126" y="142"/>
                      <a:pt x="126" y="142"/>
                    </a:cubicBezTo>
                    <a:cubicBezTo>
                      <a:pt x="126" y="142"/>
                      <a:pt x="111" y="140"/>
                      <a:pt x="108" y="153"/>
                    </a:cubicBezTo>
                    <a:cubicBezTo>
                      <a:pt x="106" y="166"/>
                      <a:pt x="115" y="181"/>
                      <a:pt x="122" y="177"/>
                    </a:cubicBezTo>
                    <a:cubicBezTo>
                      <a:pt x="128" y="173"/>
                      <a:pt x="148" y="161"/>
                      <a:pt x="160" y="156"/>
                    </a:cubicBezTo>
                    <a:cubicBezTo>
                      <a:pt x="173" y="151"/>
                      <a:pt x="194" y="144"/>
                      <a:pt x="202" y="149"/>
                    </a:cubicBezTo>
                    <a:cubicBezTo>
                      <a:pt x="210" y="154"/>
                      <a:pt x="211" y="162"/>
                      <a:pt x="225" y="169"/>
                    </a:cubicBezTo>
                    <a:cubicBezTo>
                      <a:pt x="240" y="177"/>
                      <a:pt x="268" y="178"/>
                      <a:pt x="280" y="173"/>
                    </a:cubicBezTo>
                    <a:cubicBezTo>
                      <a:pt x="292" y="167"/>
                      <a:pt x="356" y="138"/>
                      <a:pt x="369" y="139"/>
                    </a:cubicBezTo>
                    <a:cubicBezTo>
                      <a:pt x="383" y="140"/>
                      <a:pt x="398" y="154"/>
                      <a:pt x="404" y="129"/>
                    </a:cubicBezTo>
                    <a:cubicBezTo>
                      <a:pt x="409" y="104"/>
                      <a:pt x="378" y="37"/>
                      <a:pt x="337" y="21"/>
                    </a:cubicBezTo>
                    <a:cubicBezTo>
                      <a:pt x="295" y="5"/>
                      <a:pt x="248" y="0"/>
                      <a:pt x="193" y="12"/>
                    </a:cubicBezTo>
                    <a:cubicBezTo>
                      <a:pt x="139" y="23"/>
                      <a:pt x="113" y="34"/>
                      <a:pt x="93" y="54"/>
                    </a:cubicBezTo>
                    <a:cubicBezTo>
                      <a:pt x="73" y="73"/>
                      <a:pt x="68" y="82"/>
                      <a:pt x="62" y="79"/>
                    </a:cubicBezTo>
                    <a:cubicBezTo>
                      <a:pt x="62" y="79"/>
                      <a:pt x="62" y="79"/>
                      <a:pt x="62" y="79"/>
                    </a:cubicBezTo>
                    <a:close/>
                    <a:moveTo>
                      <a:pt x="204" y="125"/>
                    </a:moveTo>
                    <a:cubicBezTo>
                      <a:pt x="204" y="125"/>
                      <a:pt x="200" y="122"/>
                      <a:pt x="194" y="124"/>
                    </a:cubicBezTo>
                    <a:cubicBezTo>
                      <a:pt x="188" y="125"/>
                      <a:pt x="229" y="99"/>
                      <a:pt x="244" y="90"/>
                    </a:cubicBezTo>
                    <a:cubicBezTo>
                      <a:pt x="259" y="81"/>
                      <a:pt x="253" y="71"/>
                      <a:pt x="245" y="60"/>
                    </a:cubicBezTo>
                    <a:cubicBezTo>
                      <a:pt x="238" y="50"/>
                      <a:pt x="238" y="50"/>
                      <a:pt x="234" y="45"/>
                    </a:cubicBezTo>
                    <a:cubicBezTo>
                      <a:pt x="251" y="42"/>
                      <a:pt x="264" y="41"/>
                      <a:pt x="284" y="43"/>
                    </a:cubicBezTo>
                    <a:cubicBezTo>
                      <a:pt x="310" y="45"/>
                      <a:pt x="341" y="53"/>
                      <a:pt x="357" y="75"/>
                    </a:cubicBezTo>
                    <a:cubicBezTo>
                      <a:pt x="366" y="87"/>
                      <a:pt x="319" y="105"/>
                      <a:pt x="307" y="112"/>
                    </a:cubicBezTo>
                    <a:cubicBezTo>
                      <a:pt x="294" y="118"/>
                      <a:pt x="257" y="138"/>
                      <a:pt x="249" y="142"/>
                    </a:cubicBezTo>
                    <a:cubicBezTo>
                      <a:pt x="241" y="145"/>
                      <a:pt x="238" y="137"/>
                      <a:pt x="229" y="127"/>
                    </a:cubicBezTo>
                    <a:cubicBezTo>
                      <a:pt x="220" y="118"/>
                      <a:pt x="204" y="125"/>
                      <a:pt x="204" y="12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solidFill>
                    <a:srgbClr val="000000"/>
                  </a:solidFill>
                </a:endParaRPr>
              </a:p>
            </p:txBody>
          </p:sp>
          <p:sp>
            <p:nvSpPr>
              <p:cNvPr id="8" name="îślïḍê"/>
              <p:cNvSpPr/>
              <p:nvPr/>
            </p:nvSpPr>
            <p:spPr bwMode="auto">
              <a:xfrm>
                <a:off x="6911976" y="2584450"/>
                <a:ext cx="781050" cy="1198563"/>
              </a:xfrm>
              <a:custGeom>
                <a:avLst/>
                <a:gdLst>
                  <a:gd name="T0" fmla="*/ 35 w 237"/>
                  <a:gd name="T1" fmla="*/ 87 h 363"/>
                  <a:gd name="T2" fmla="*/ 18 w 237"/>
                  <a:gd name="T3" fmla="*/ 113 h 363"/>
                  <a:gd name="T4" fmla="*/ 29 w 237"/>
                  <a:gd name="T5" fmla="*/ 166 h 363"/>
                  <a:gd name="T6" fmla="*/ 18 w 237"/>
                  <a:gd name="T7" fmla="*/ 273 h 363"/>
                  <a:gd name="T8" fmla="*/ 7 w 237"/>
                  <a:gd name="T9" fmla="*/ 306 h 363"/>
                  <a:gd name="T10" fmla="*/ 16 w 237"/>
                  <a:gd name="T11" fmla="*/ 338 h 363"/>
                  <a:gd name="T12" fmla="*/ 35 w 237"/>
                  <a:gd name="T13" fmla="*/ 311 h 363"/>
                  <a:gd name="T14" fmla="*/ 48 w 237"/>
                  <a:gd name="T15" fmla="*/ 205 h 363"/>
                  <a:gd name="T16" fmla="*/ 52 w 237"/>
                  <a:gd name="T17" fmla="*/ 149 h 363"/>
                  <a:gd name="T18" fmla="*/ 54 w 237"/>
                  <a:gd name="T19" fmla="*/ 114 h 363"/>
                  <a:gd name="T20" fmla="*/ 35 w 237"/>
                  <a:gd name="T21" fmla="*/ 87 h 363"/>
                  <a:gd name="T22" fmla="*/ 35 w 237"/>
                  <a:gd name="T23" fmla="*/ 87 h 363"/>
                  <a:gd name="T24" fmla="*/ 112 w 237"/>
                  <a:gd name="T25" fmla="*/ 102 h 363"/>
                  <a:gd name="T26" fmla="*/ 94 w 237"/>
                  <a:gd name="T27" fmla="*/ 109 h 363"/>
                  <a:gd name="T28" fmla="*/ 98 w 237"/>
                  <a:gd name="T29" fmla="*/ 142 h 363"/>
                  <a:gd name="T30" fmla="*/ 103 w 237"/>
                  <a:gd name="T31" fmla="*/ 171 h 363"/>
                  <a:gd name="T32" fmla="*/ 106 w 237"/>
                  <a:gd name="T33" fmla="*/ 246 h 363"/>
                  <a:gd name="T34" fmla="*/ 127 w 237"/>
                  <a:gd name="T35" fmla="*/ 232 h 363"/>
                  <a:gd name="T36" fmla="*/ 133 w 237"/>
                  <a:gd name="T37" fmla="*/ 191 h 363"/>
                  <a:gd name="T38" fmla="*/ 135 w 237"/>
                  <a:gd name="T39" fmla="*/ 161 h 363"/>
                  <a:gd name="T40" fmla="*/ 133 w 237"/>
                  <a:gd name="T41" fmla="*/ 119 h 363"/>
                  <a:gd name="T42" fmla="*/ 112 w 237"/>
                  <a:gd name="T43" fmla="*/ 102 h 363"/>
                  <a:gd name="T44" fmla="*/ 112 w 237"/>
                  <a:gd name="T45" fmla="*/ 102 h 363"/>
                  <a:gd name="T46" fmla="*/ 209 w 237"/>
                  <a:gd name="T47" fmla="*/ 2 h 363"/>
                  <a:gd name="T48" fmla="*/ 186 w 237"/>
                  <a:gd name="T49" fmla="*/ 5 h 363"/>
                  <a:gd name="T50" fmla="*/ 184 w 237"/>
                  <a:gd name="T51" fmla="*/ 33 h 363"/>
                  <a:gd name="T52" fmla="*/ 190 w 237"/>
                  <a:gd name="T53" fmla="*/ 65 h 363"/>
                  <a:gd name="T54" fmla="*/ 191 w 237"/>
                  <a:gd name="T55" fmla="*/ 174 h 363"/>
                  <a:gd name="T56" fmla="*/ 189 w 237"/>
                  <a:gd name="T57" fmla="*/ 262 h 363"/>
                  <a:gd name="T58" fmla="*/ 199 w 237"/>
                  <a:gd name="T59" fmla="*/ 350 h 363"/>
                  <a:gd name="T60" fmla="*/ 221 w 237"/>
                  <a:gd name="T61" fmla="*/ 330 h 363"/>
                  <a:gd name="T62" fmla="*/ 212 w 237"/>
                  <a:gd name="T63" fmla="*/ 296 h 363"/>
                  <a:gd name="T64" fmla="*/ 208 w 237"/>
                  <a:gd name="T65" fmla="*/ 128 h 363"/>
                  <a:gd name="T66" fmla="*/ 217 w 237"/>
                  <a:gd name="T67" fmla="*/ 68 h 363"/>
                  <a:gd name="T68" fmla="*/ 234 w 237"/>
                  <a:gd name="T69" fmla="*/ 32 h 363"/>
                  <a:gd name="T70" fmla="*/ 209 w 237"/>
                  <a:gd name="T71" fmla="*/ 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237" h="363">
                    <a:moveTo>
                      <a:pt x="35" y="87"/>
                    </a:moveTo>
                    <a:cubicBezTo>
                      <a:pt x="23" y="88"/>
                      <a:pt x="16" y="93"/>
                      <a:pt x="18" y="113"/>
                    </a:cubicBezTo>
                    <a:cubicBezTo>
                      <a:pt x="21" y="132"/>
                      <a:pt x="33" y="134"/>
                      <a:pt x="29" y="166"/>
                    </a:cubicBezTo>
                    <a:cubicBezTo>
                      <a:pt x="25" y="197"/>
                      <a:pt x="18" y="262"/>
                      <a:pt x="18" y="273"/>
                    </a:cubicBezTo>
                    <a:cubicBezTo>
                      <a:pt x="18" y="283"/>
                      <a:pt x="9" y="299"/>
                      <a:pt x="7" y="306"/>
                    </a:cubicBezTo>
                    <a:cubicBezTo>
                      <a:pt x="4" y="313"/>
                      <a:pt x="0" y="335"/>
                      <a:pt x="16" y="338"/>
                    </a:cubicBezTo>
                    <a:cubicBezTo>
                      <a:pt x="32" y="341"/>
                      <a:pt x="33" y="320"/>
                      <a:pt x="35" y="311"/>
                    </a:cubicBezTo>
                    <a:cubicBezTo>
                      <a:pt x="38" y="301"/>
                      <a:pt x="48" y="218"/>
                      <a:pt x="48" y="205"/>
                    </a:cubicBezTo>
                    <a:cubicBezTo>
                      <a:pt x="47" y="192"/>
                      <a:pt x="49" y="160"/>
                      <a:pt x="52" y="149"/>
                    </a:cubicBezTo>
                    <a:cubicBezTo>
                      <a:pt x="55" y="138"/>
                      <a:pt x="59" y="128"/>
                      <a:pt x="54" y="114"/>
                    </a:cubicBezTo>
                    <a:cubicBezTo>
                      <a:pt x="49" y="101"/>
                      <a:pt x="47" y="86"/>
                      <a:pt x="35" y="87"/>
                    </a:cubicBezTo>
                    <a:cubicBezTo>
                      <a:pt x="35" y="87"/>
                      <a:pt x="35" y="87"/>
                      <a:pt x="35" y="87"/>
                    </a:cubicBezTo>
                    <a:close/>
                    <a:moveTo>
                      <a:pt x="112" y="102"/>
                    </a:moveTo>
                    <a:cubicBezTo>
                      <a:pt x="107" y="101"/>
                      <a:pt x="98" y="100"/>
                      <a:pt x="94" y="109"/>
                    </a:cubicBezTo>
                    <a:cubicBezTo>
                      <a:pt x="89" y="118"/>
                      <a:pt x="94" y="133"/>
                      <a:pt x="98" y="142"/>
                    </a:cubicBezTo>
                    <a:cubicBezTo>
                      <a:pt x="101" y="152"/>
                      <a:pt x="104" y="162"/>
                      <a:pt x="103" y="171"/>
                    </a:cubicBezTo>
                    <a:cubicBezTo>
                      <a:pt x="101" y="180"/>
                      <a:pt x="100" y="240"/>
                      <a:pt x="106" y="246"/>
                    </a:cubicBezTo>
                    <a:cubicBezTo>
                      <a:pt x="111" y="252"/>
                      <a:pt x="121" y="245"/>
                      <a:pt x="127" y="232"/>
                    </a:cubicBezTo>
                    <a:cubicBezTo>
                      <a:pt x="133" y="218"/>
                      <a:pt x="137" y="200"/>
                      <a:pt x="133" y="191"/>
                    </a:cubicBezTo>
                    <a:cubicBezTo>
                      <a:pt x="130" y="183"/>
                      <a:pt x="130" y="173"/>
                      <a:pt x="135" y="161"/>
                    </a:cubicBezTo>
                    <a:cubicBezTo>
                      <a:pt x="140" y="149"/>
                      <a:pt x="137" y="133"/>
                      <a:pt x="133" y="119"/>
                    </a:cubicBezTo>
                    <a:cubicBezTo>
                      <a:pt x="129" y="105"/>
                      <a:pt x="117" y="102"/>
                      <a:pt x="112" y="102"/>
                    </a:cubicBezTo>
                    <a:cubicBezTo>
                      <a:pt x="112" y="102"/>
                      <a:pt x="112" y="102"/>
                      <a:pt x="112" y="102"/>
                    </a:cubicBezTo>
                    <a:close/>
                    <a:moveTo>
                      <a:pt x="209" y="2"/>
                    </a:moveTo>
                    <a:cubicBezTo>
                      <a:pt x="203" y="1"/>
                      <a:pt x="190" y="0"/>
                      <a:pt x="186" y="5"/>
                    </a:cubicBezTo>
                    <a:cubicBezTo>
                      <a:pt x="181" y="10"/>
                      <a:pt x="179" y="21"/>
                      <a:pt x="184" y="33"/>
                    </a:cubicBezTo>
                    <a:cubicBezTo>
                      <a:pt x="190" y="46"/>
                      <a:pt x="191" y="57"/>
                      <a:pt x="190" y="65"/>
                    </a:cubicBezTo>
                    <a:cubicBezTo>
                      <a:pt x="189" y="72"/>
                      <a:pt x="191" y="153"/>
                      <a:pt x="191" y="174"/>
                    </a:cubicBezTo>
                    <a:cubicBezTo>
                      <a:pt x="191" y="195"/>
                      <a:pt x="188" y="235"/>
                      <a:pt x="189" y="262"/>
                    </a:cubicBezTo>
                    <a:cubicBezTo>
                      <a:pt x="190" y="289"/>
                      <a:pt x="189" y="337"/>
                      <a:pt x="199" y="350"/>
                    </a:cubicBezTo>
                    <a:cubicBezTo>
                      <a:pt x="210" y="363"/>
                      <a:pt x="225" y="344"/>
                      <a:pt x="221" y="330"/>
                    </a:cubicBezTo>
                    <a:cubicBezTo>
                      <a:pt x="217" y="317"/>
                      <a:pt x="216" y="321"/>
                      <a:pt x="212" y="296"/>
                    </a:cubicBezTo>
                    <a:cubicBezTo>
                      <a:pt x="209" y="270"/>
                      <a:pt x="208" y="138"/>
                      <a:pt x="208" y="128"/>
                    </a:cubicBezTo>
                    <a:cubicBezTo>
                      <a:pt x="209" y="117"/>
                      <a:pt x="212" y="79"/>
                      <a:pt x="217" y="68"/>
                    </a:cubicBezTo>
                    <a:cubicBezTo>
                      <a:pt x="221" y="57"/>
                      <a:pt x="237" y="45"/>
                      <a:pt x="234" y="32"/>
                    </a:cubicBezTo>
                    <a:cubicBezTo>
                      <a:pt x="236" y="20"/>
                      <a:pt x="215" y="4"/>
                      <a:pt x="209"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solidFill>
                    <a:srgbClr val="000000"/>
                  </a:solidFill>
                </a:endParaRPr>
              </a:p>
            </p:txBody>
          </p:sp>
          <p:sp>
            <p:nvSpPr>
              <p:cNvPr id="9" name="iśḷiḍê"/>
              <p:cNvSpPr/>
              <p:nvPr/>
            </p:nvSpPr>
            <p:spPr bwMode="auto">
              <a:xfrm>
                <a:off x="8172451" y="2600325"/>
                <a:ext cx="806450" cy="1046163"/>
              </a:xfrm>
              <a:custGeom>
                <a:avLst/>
                <a:gdLst>
                  <a:gd name="T0" fmla="*/ 144 w 245"/>
                  <a:gd name="T1" fmla="*/ 240 h 317"/>
                  <a:gd name="T2" fmla="*/ 216 w 245"/>
                  <a:gd name="T3" fmla="*/ 298 h 317"/>
                  <a:gd name="T4" fmla="*/ 221 w 245"/>
                  <a:gd name="T5" fmla="*/ 247 h 317"/>
                  <a:gd name="T6" fmla="*/ 155 w 245"/>
                  <a:gd name="T7" fmla="*/ 214 h 317"/>
                  <a:gd name="T8" fmla="*/ 144 w 245"/>
                  <a:gd name="T9" fmla="*/ 240 h 317"/>
                  <a:gd name="T10" fmla="*/ 144 w 245"/>
                  <a:gd name="T11" fmla="*/ 240 h 317"/>
                  <a:gd name="T12" fmla="*/ 117 w 245"/>
                  <a:gd name="T13" fmla="*/ 59 h 317"/>
                  <a:gd name="T14" fmla="*/ 114 w 245"/>
                  <a:gd name="T15" fmla="*/ 20 h 317"/>
                  <a:gd name="T16" fmla="*/ 132 w 245"/>
                  <a:gd name="T17" fmla="*/ 2 h 317"/>
                  <a:gd name="T18" fmla="*/ 151 w 245"/>
                  <a:gd name="T19" fmla="*/ 32 h 317"/>
                  <a:gd name="T20" fmla="*/ 142 w 245"/>
                  <a:gd name="T21" fmla="*/ 57 h 317"/>
                  <a:gd name="T22" fmla="*/ 136 w 245"/>
                  <a:gd name="T23" fmla="*/ 74 h 317"/>
                  <a:gd name="T24" fmla="*/ 131 w 245"/>
                  <a:gd name="T25" fmla="*/ 98 h 317"/>
                  <a:gd name="T26" fmla="*/ 151 w 245"/>
                  <a:gd name="T27" fmla="*/ 91 h 317"/>
                  <a:gd name="T28" fmla="*/ 177 w 245"/>
                  <a:gd name="T29" fmla="*/ 76 h 317"/>
                  <a:gd name="T30" fmla="*/ 208 w 245"/>
                  <a:gd name="T31" fmla="*/ 82 h 317"/>
                  <a:gd name="T32" fmla="*/ 199 w 245"/>
                  <a:gd name="T33" fmla="*/ 103 h 317"/>
                  <a:gd name="T34" fmla="*/ 172 w 245"/>
                  <a:gd name="T35" fmla="*/ 109 h 317"/>
                  <a:gd name="T36" fmla="*/ 124 w 245"/>
                  <a:gd name="T37" fmla="*/ 132 h 317"/>
                  <a:gd name="T38" fmla="*/ 107 w 245"/>
                  <a:gd name="T39" fmla="*/ 203 h 317"/>
                  <a:gd name="T40" fmla="*/ 65 w 245"/>
                  <a:gd name="T41" fmla="*/ 263 h 317"/>
                  <a:gd name="T42" fmla="*/ 32 w 245"/>
                  <a:gd name="T43" fmla="*/ 308 h 317"/>
                  <a:gd name="T44" fmla="*/ 14 w 245"/>
                  <a:gd name="T45" fmla="*/ 303 h 317"/>
                  <a:gd name="T46" fmla="*/ 8 w 245"/>
                  <a:gd name="T47" fmla="*/ 275 h 317"/>
                  <a:gd name="T48" fmla="*/ 24 w 245"/>
                  <a:gd name="T49" fmla="*/ 263 h 317"/>
                  <a:gd name="T50" fmla="*/ 36 w 245"/>
                  <a:gd name="T51" fmla="*/ 267 h 317"/>
                  <a:gd name="T52" fmla="*/ 70 w 245"/>
                  <a:gd name="T53" fmla="*/ 222 h 317"/>
                  <a:gd name="T54" fmla="*/ 93 w 245"/>
                  <a:gd name="T55" fmla="*/ 165 h 317"/>
                  <a:gd name="T56" fmla="*/ 98 w 245"/>
                  <a:gd name="T57" fmla="*/ 148 h 317"/>
                  <a:gd name="T58" fmla="*/ 79 w 245"/>
                  <a:gd name="T59" fmla="*/ 160 h 317"/>
                  <a:gd name="T60" fmla="*/ 46 w 245"/>
                  <a:gd name="T61" fmla="*/ 163 h 317"/>
                  <a:gd name="T62" fmla="*/ 20 w 245"/>
                  <a:gd name="T63" fmla="*/ 134 h 317"/>
                  <a:gd name="T64" fmla="*/ 30 w 245"/>
                  <a:gd name="T65" fmla="*/ 115 h 317"/>
                  <a:gd name="T66" fmla="*/ 64 w 245"/>
                  <a:gd name="T67" fmla="*/ 119 h 317"/>
                  <a:gd name="T68" fmla="*/ 105 w 245"/>
                  <a:gd name="T69" fmla="*/ 106 h 317"/>
                  <a:gd name="T70" fmla="*/ 106 w 245"/>
                  <a:gd name="T71" fmla="*/ 105 h 317"/>
                  <a:gd name="T72" fmla="*/ 117 w 245"/>
                  <a:gd name="T73" fmla="*/ 59 h 3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45" h="317">
                    <a:moveTo>
                      <a:pt x="144" y="240"/>
                    </a:moveTo>
                    <a:cubicBezTo>
                      <a:pt x="154" y="257"/>
                      <a:pt x="187" y="309"/>
                      <a:pt x="216" y="298"/>
                    </a:cubicBezTo>
                    <a:cubicBezTo>
                      <a:pt x="245" y="288"/>
                      <a:pt x="233" y="255"/>
                      <a:pt x="221" y="247"/>
                    </a:cubicBezTo>
                    <a:cubicBezTo>
                      <a:pt x="210" y="239"/>
                      <a:pt x="155" y="214"/>
                      <a:pt x="155" y="214"/>
                    </a:cubicBezTo>
                    <a:cubicBezTo>
                      <a:pt x="132" y="204"/>
                      <a:pt x="138" y="230"/>
                      <a:pt x="144" y="240"/>
                    </a:cubicBezTo>
                    <a:cubicBezTo>
                      <a:pt x="144" y="240"/>
                      <a:pt x="144" y="240"/>
                      <a:pt x="144" y="240"/>
                    </a:cubicBezTo>
                    <a:close/>
                    <a:moveTo>
                      <a:pt x="117" y="59"/>
                    </a:moveTo>
                    <a:cubicBezTo>
                      <a:pt x="120" y="57"/>
                      <a:pt x="113" y="32"/>
                      <a:pt x="114" y="20"/>
                    </a:cubicBezTo>
                    <a:cubicBezTo>
                      <a:pt x="115" y="8"/>
                      <a:pt x="124" y="0"/>
                      <a:pt x="132" y="2"/>
                    </a:cubicBezTo>
                    <a:cubicBezTo>
                      <a:pt x="140" y="4"/>
                      <a:pt x="152" y="23"/>
                      <a:pt x="151" y="32"/>
                    </a:cubicBezTo>
                    <a:cubicBezTo>
                      <a:pt x="150" y="42"/>
                      <a:pt x="145" y="53"/>
                      <a:pt x="142" y="57"/>
                    </a:cubicBezTo>
                    <a:cubicBezTo>
                      <a:pt x="139" y="60"/>
                      <a:pt x="137" y="64"/>
                      <a:pt x="136" y="74"/>
                    </a:cubicBezTo>
                    <a:cubicBezTo>
                      <a:pt x="135" y="80"/>
                      <a:pt x="133" y="89"/>
                      <a:pt x="131" y="98"/>
                    </a:cubicBezTo>
                    <a:cubicBezTo>
                      <a:pt x="140" y="95"/>
                      <a:pt x="148" y="93"/>
                      <a:pt x="151" y="91"/>
                    </a:cubicBezTo>
                    <a:cubicBezTo>
                      <a:pt x="157" y="87"/>
                      <a:pt x="168" y="83"/>
                      <a:pt x="177" y="76"/>
                    </a:cubicBezTo>
                    <a:cubicBezTo>
                      <a:pt x="187" y="68"/>
                      <a:pt x="197" y="76"/>
                      <a:pt x="208" y="82"/>
                    </a:cubicBezTo>
                    <a:cubicBezTo>
                      <a:pt x="218" y="88"/>
                      <a:pt x="209" y="98"/>
                      <a:pt x="199" y="103"/>
                    </a:cubicBezTo>
                    <a:cubicBezTo>
                      <a:pt x="188" y="109"/>
                      <a:pt x="179" y="106"/>
                      <a:pt x="172" y="109"/>
                    </a:cubicBezTo>
                    <a:cubicBezTo>
                      <a:pt x="166" y="112"/>
                      <a:pt x="138" y="124"/>
                      <a:pt x="124" y="132"/>
                    </a:cubicBezTo>
                    <a:cubicBezTo>
                      <a:pt x="121" y="152"/>
                      <a:pt x="113" y="188"/>
                      <a:pt x="107" y="203"/>
                    </a:cubicBezTo>
                    <a:cubicBezTo>
                      <a:pt x="101" y="221"/>
                      <a:pt x="77" y="248"/>
                      <a:pt x="65" y="263"/>
                    </a:cubicBezTo>
                    <a:cubicBezTo>
                      <a:pt x="52" y="279"/>
                      <a:pt x="45" y="300"/>
                      <a:pt x="32" y="308"/>
                    </a:cubicBezTo>
                    <a:cubicBezTo>
                      <a:pt x="19" y="317"/>
                      <a:pt x="16" y="311"/>
                      <a:pt x="14" y="303"/>
                    </a:cubicBezTo>
                    <a:cubicBezTo>
                      <a:pt x="12" y="295"/>
                      <a:pt x="0" y="285"/>
                      <a:pt x="8" y="275"/>
                    </a:cubicBezTo>
                    <a:cubicBezTo>
                      <a:pt x="16" y="264"/>
                      <a:pt x="18" y="252"/>
                      <a:pt x="24" y="263"/>
                    </a:cubicBezTo>
                    <a:cubicBezTo>
                      <a:pt x="29" y="273"/>
                      <a:pt x="38" y="267"/>
                      <a:pt x="36" y="267"/>
                    </a:cubicBezTo>
                    <a:cubicBezTo>
                      <a:pt x="34" y="266"/>
                      <a:pt x="62" y="236"/>
                      <a:pt x="70" y="222"/>
                    </a:cubicBezTo>
                    <a:cubicBezTo>
                      <a:pt x="79" y="207"/>
                      <a:pt x="89" y="173"/>
                      <a:pt x="93" y="165"/>
                    </a:cubicBezTo>
                    <a:cubicBezTo>
                      <a:pt x="94" y="163"/>
                      <a:pt x="96" y="157"/>
                      <a:pt x="98" y="148"/>
                    </a:cubicBezTo>
                    <a:cubicBezTo>
                      <a:pt x="91" y="152"/>
                      <a:pt x="84" y="156"/>
                      <a:pt x="79" y="160"/>
                    </a:cubicBezTo>
                    <a:cubicBezTo>
                      <a:pt x="68" y="168"/>
                      <a:pt x="66" y="171"/>
                      <a:pt x="46" y="163"/>
                    </a:cubicBezTo>
                    <a:cubicBezTo>
                      <a:pt x="26" y="154"/>
                      <a:pt x="21" y="145"/>
                      <a:pt x="20" y="134"/>
                    </a:cubicBezTo>
                    <a:cubicBezTo>
                      <a:pt x="18" y="123"/>
                      <a:pt x="24" y="116"/>
                      <a:pt x="30" y="115"/>
                    </a:cubicBezTo>
                    <a:cubicBezTo>
                      <a:pt x="37" y="113"/>
                      <a:pt x="53" y="117"/>
                      <a:pt x="64" y="119"/>
                    </a:cubicBezTo>
                    <a:cubicBezTo>
                      <a:pt x="76" y="121"/>
                      <a:pt x="99" y="108"/>
                      <a:pt x="105" y="106"/>
                    </a:cubicBezTo>
                    <a:cubicBezTo>
                      <a:pt x="105" y="106"/>
                      <a:pt x="106" y="105"/>
                      <a:pt x="106" y="105"/>
                    </a:cubicBezTo>
                    <a:cubicBezTo>
                      <a:pt x="111" y="82"/>
                      <a:pt x="115" y="60"/>
                      <a:pt x="117" y="5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solidFill>
                    <a:srgbClr val="000000"/>
                  </a:solidFill>
                </a:endParaRPr>
              </a:p>
            </p:txBody>
          </p:sp>
          <p:sp>
            <p:nvSpPr>
              <p:cNvPr id="10" name="iṧľíḑe"/>
              <p:cNvSpPr/>
              <p:nvPr/>
            </p:nvSpPr>
            <p:spPr bwMode="auto">
              <a:xfrm>
                <a:off x="9385301" y="2428875"/>
                <a:ext cx="784225" cy="1284288"/>
              </a:xfrm>
              <a:custGeom>
                <a:avLst/>
                <a:gdLst>
                  <a:gd name="T0" fmla="*/ 62 w 238"/>
                  <a:gd name="T1" fmla="*/ 102 h 389"/>
                  <a:gd name="T2" fmla="*/ 70 w 238"/>
                  <a:gd name="T3" fmla="*/ 150 h 389"/>
                  <a:gd name="T4" fmla="*/ 80 w 238"/>
                  <a:gd name="T5" fmla="*/ 191 h 389"/>
                  <a:gd name="T6" fmla="*/ 98 w 238"/>
                  <a:gd name="T7" fmla="*/ 182 h 389"/>
                  <a:gd name="T8" fmla="*/ 98 w 238"/>
                  <a:gd name="T9" fmla="*/ 198 h 389"/>
                  <a:gd name="T10" fmla="*/ 16 w 238"/>
                  <a:gd name="T11" fmla="*/ 237 h 389"/>
                  <a:gd name="T12" fmla="*/ 7 w 238"/>
                  <a:gd name="T13" fmla="*/ 265 h 389"/>
                  <a:gd name="T14" fmla="*/ 70 w 238"/>
                  <a:gd name="T15" fmla="*/ 235 h 389"/>
                  <a:gd name="T16" fmla="*/ 183 w 238"/>
                  <a:gd name="T17" fmla="*/ 180 h 389"/>
                  <a:gd name="T18" fmla="*/ 183 w 238"/>
                  <a:gd name="T19" fmla="*/ 205 h 389"/>
                  <a:gd name="T20" fmla="*/ 199 w 238"/>
                  <a:gd name="T21" fmla="*/ 209 h 389"/>
                  <a:gd name="T22" fmla="*/ 212 w 238"/>
                  <a:gd name="T23" fmla="*/ 164 h 389"/>
                  <a:gd name="T24" fmla="*/ 163 w 238"/>
                  <a:gd name="T25" fmla="*/ 161 h 389"/>
                  <a:gd name="T26" fmla="*/ 188 w 238"/>
                  <a:gd name="T27" fmla="*/ 110 h 389"/>
                  <a:gd name="T28" fmla="*/ 183 w 238"/>
                  <a:gd name="T29" fmla="*/ 77 h 389"/>
                  <a:gd name="T30" fmla="*/ 179 w 238"/>
                  <a:gd name="T31" fmla="*/ 43 h 389"/>
                  <a:gd name="T32" fmla="*/ 189 w 238"/>
                  <a:gd name="T33" fmla="*/ 22 h 389"/>
                  <a:gd name="T34" fmla="*/ 163 w 238"/>
                  <a:gd name="T35" fmla="*/ 5 h 389"/>
                  <a:gd name="T36" fmla="*/ 163 w 238"/>
                  <a:gd name="T37" fmla="*/ 42 h 389"/>
                  <a:gd name="T38" fmla="*/ 159 w 238"/>
                  <a:gd name="T39" fmla="*/ 65 h 389"/>
                  <a:gd name="T40" fmla="*/ 145 w 238"/>
                  <a:gd name="T41" fmla="*/ 96 h 389"/>
                  <a:gd name="T42" fmla="*/ 139 w 238"/>
                  <a:gd name="T43" fmla="*/ 145 h 389"/>
                  <a:gd name="T44" fmla="*/ 147 w 238"/>
                  <a:gd name="T45" fmla="*/ 172 h 389"/>
                  <a:gd name="T46" fmla="*/ 120 w 238"/>
                  <a:gd name="T47" fmla="*/ 172 h 389"/>
                  <a:gd name="T48" fmla="*/ 125 w 238"/>
                  <a:gd name="T49" fmla="*/ 127 h 389"/>
                  <a:gd name="T50" fmla="*/ 110 w 238"/>
                  <a:gd name="T51" fmla="*/ 117 h 389"/>
                  <a:gd name="T52" fmla="*/ 115 w 238"/>
                  <a:gd name="T53" fmla="*/ 39 h 389"/>
                  <a:gd name="T54" fmla="*/ 104 w 238"/>
                  <a:gd name="T55" fmla="*/ 73 h 389"/>
                  <a:gd name="T56" fmla="*/ 101 w 238"/>
                  <a:gd name="T57" fmla="*/ 134 h 389"/>
                  <a:gd name="T58" fmla="*/ 86 w 238"/>
                  <a:gd name="T59" fmla="*/ 96 h 389"/>
                  <a:gd name="T60" fmla="*/ 54 w 238"/>
                  <a:gd name="T61" fmla="*/ 88 h 389"/>
                  <a:gd name="T62" fmla="*/ 93 w 238"/>
                  <a:gd name="T63" fmla="*/ 244 h 389"/>
                  <a:gd name="T64" fmla="*/ 151 w 238"/>
                  <a:gd name="T65" fmla="*/ 216 h 389"/>
                  <a:gd name="T66" fmla="*/ 146 w 238"/>
                  <a:gd name="T67" fmla="*/ 262 h 389"/>
                  <a:gd name="T68" fmla="*/ 194 w 238"/>
                  <a:gd name="T69" fmla="*/ 265 h 389"/>
                  <a:gd name="T70" fmla="*/ 168 w 238"/>
                  <a:gd name="T71" fmla="*/ 297 h 389"/>
                  <a:gd name="T72" fmla="*/ 158 w 238"/>
                  <a:gd name="T73" fmla="*/ 349 h 389"/>
                  <a:gd name="T74" fmla="*/ 102 w 238"/>
                  <a:gd name="T75" fmla="*/ 372 h 389"/>
                  <a:gd name="T76" fmla="*/ 112 w 238"/>
                  <a:gd name="T77" fmla="*/ 355 h 389"/>
                  <a:gd name="T78" fmla="*/ 151 w 238"/>
                  <a:gd name="T79" fmla="*/ 319 h 389"/>
                  <a:gd name="T80" fmla="*/ 114 w 238"/>
                  <a:gd name="T81" fmla="*/ 312 h 389"/>
                  <a:gd name="T82" fmla="*/ 62 w 238"/>
                  <a:gd name="T83" fmla="*/ 309 h 389"/>
                  <a:gd name="T84" fmla="*/ 133 w 238"/>
                  <a:gd name="T85" fmla="*/ 280 h 389"/>
                  <a:gd name="T86" fmla="*/ 106 w 238"/>
                  <a:gd name="T87" fmla="*/ 259 h 3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238" h="389">
                    <a:moveTo>
                      <a:pt x="54" y="88"/>
                    </a:moveTo>
                    <a:cubicBezTo>
                      <a:pt x="55" y="91"/>
                      <a:pt x="59" y="99"/>
                      <a:pt x="62" y="102"/>
                    </a:cubicBezTo>
                    <a:cubicBezTo>
                      <a:pt x="66" y="106"/>
                      <a:pt x="73" y="113"/>
                      <a:pt x="72" y="116"/>
                    </a:cubicBezTo>
                    <a:cubicBezTo>
                      <a:pt x="72" y="120"/>
                      <a:pt x="70" y="144"/>
                      <a:pt x="70" y="150"/>
                    </a:cubicBezTo>
                    <a:cubicBezTo>
                      <a:pt x="70" y="156"/>
                      <a:pt x="67" y="172"/>
                      <a:pt x="71" y="176"/>
                    </a:cubicBezTo>
                    <a:cubicBezTo>
                      <a:pt x="74" y="180"/>
                      <a:pt x="80" y="191"/>
                      <a:pt x="80" y="191"/>
                    </a:cubicBezTo>
                    <a:cubicBezTo>
                      <a:pt x="80" y="191"/>
                      <a:pt x="88" y="193"/>
                      <a:pt x="90" y="187"/>
                    </a:cubicBezTo>
                    <a:cubicBezTo>
                      <a:pt x="92" y="180"/>
                      <a:pt x="98" y="182"/>
                      <a:pt x="98" y="182"/>
                    </a:cubicBezTo>
                    <a:cubicBezTo>
                      <a:pt x="98" y="182"/>
                      <a:pt x="110" y="187"/>
                      <a:pt x="107" y="190"/>
                    </a:cubicBezTo>
                    <a:cubicBezTo>
                      <a:pt x="104" y="193"/>
                      <a:pt x="105" y="194"/>
                      <a:pt x="98" y="198"/>
                    </a:cubicBezTo>
                    <a:cubicBezTo>
                      <a:pt x="92" y="202"/>
                      <a:pt x="39" y="231"/>
                      <a:pt x="39" y="231"/>
                    </a:cubicBezTo>
                    <a:cubicBezTo>
                      <a:pt x="39" y="231"/>
                      <a:pt x="21" y="236"/>
                      <a:pt x="16" y="237"/>
                    </a:cubicBezTo>
                    <a:cubicBezTo>
                      <a:pt x="11" y="238"/>
                      <a:pt x="4" y="236"/>
                      <a:pt x="2" y="243"/>
                    </a:cubicBezTo>
                    <a:cubicBezTo>
                      <a:pt x="0" y="250"/>
                      <a:pt x="2" y="260"/>
                      <a:pt x="7" y="265"/>
                    </a:cubicBezTo>
                    <a:cubicBezTo>
                      <a:pt x="10" y="266"/>
                      <a:pt x="22" y="271"/>
                      <a:pt x="33" y="266"/>
                    </a:cubicBezTo>
                    <a:cubicBezTo>
                      <a:pt x="47" y="260"/>
                      <a:pt x="60" y="244"/>
                      <a:pt x="70" y="235"/>
                    </a:cubicBezTo>
                    <a:cubicBezTo>
                      <a:pt x="88" y="221"/>
                      <a:pt x="104" y="211"/>
                      <a:pt x="119" y="204"/>
                    </a:cubicBezTo>
                    <a:cubicBezTo>
                      <a:pt x="134" y="198"/>
                      <a:pt x="167" y="182"/>
                      <a:pt x="183" y="180"/>
                    </a:cubicBezTo>
                    <a:cubicBezTo>
                      <a:pt x="199" y="178"/>
                      <a:pt x="202" y="186"/>
                      <a:pt x="199" y="190"/>
                    </a:cubicBezTo>
                    <a:cubicBezTo>
                      <a:pt x="197" y="195"/>
                      <a:pt x="188" y="203"/>
                      <a:pt x="183" y="205"/>
                    </a:cubicBezTo>
                    <a:cubicBezTo>
                      <a:pt x="179" y="208"/>
                      <a:pt x="181" y="213"/>
                      <a:pt x="181" y="213"/>
                    </a:cubicBezTo>
                    <a:cubicBezTo>
                      <a:pt x="181" y="213"/>
                      <a:pt x="185" y="213"/>
                      <a:pt x="199" y="209"/>
                    </a:cubicBezTo>
                    <a:cubicBezTo>
                      <a:pt x="214" y="205"/>
                      <a:pt x="234" y="205"/>
                      <a:pt x="236" y="200"/>
                    </a:cubicBezTo>
                    <a:cubicBezTo>
                      <a:pt x="238" y="196"/>
                      <a:pt x="230" y="165"/>
                      <a:pt x="212" y="164"/>
                    </a:cubicBezTo>
                    <a:cubicBezTo>
                      <a:pt x="193" y="163"/>
                      <a:pt x="172" y="168"/>
                      <a:pt x="167" y="170"/>
                    </a:cubicBezTo>
                    <a:cubicBezTo>
                      <a:pt x="162" y="171"/>
                      <a:pt x="157" y="167"/>
                      <a:pt x="163" y="161"/>
                    </a:cubicBezTo>
                    <a:cubicBezTo>
                      <a:pt x="169" y="154"/>
                      <a:pt x="178" y="146"/>
                      <a:pt x="182" y="133"/>
                    </a:cubicBezTo>
                    <a:cubicBezTo>
                      <a:pt x="186" y="119"/>
                      <a:pt x="192" y="116"/>
                      <a:pt x="188" y="110"/>
                    </a:cubicBezTo>
                    <a:cubicBezTo>
                      <a:pt x="183" y="104"/>
                      <a:pt x="176" y="92"/>
                      <a:pt x="173" y="90"/>
                    </a:cubicBezTo>
                    <a:cubicBezTo>
                      <a:pt x="170" y="88"/>
                      <a:pt x="173" y="81"/>
                      <a:pt x="183" y="77"/>
                    </a:cubicBezTo>
                    <a:cubicBezTo>
                      <a:pt x="193" y="72"/>
                      <a:pt x="204" y="61"/>
                      <a:pt x="198" y="54"/>
                    </a:cubicBezTo>
                    <a:cubicBezTo>
                      <a:pt x="192" y="46"/>
                      <a:pt x="180" y="50"/>
                      <a:pt x="179" y="43"/>
                    </a:cubicBezTo>
                    <a:cubicBezTo>
                      <a:pt x="179" y="35"/>
                      <a:pt x="173" y="31"/>
                      <a:pt x="179" y="29"/>
                    </a:cubicBezTo>
                    <a:cubicBezTo>
                      <a:pt x="185" y="27"/>
                      <a:pt x="191" y="25"/>
                      <a:pt x="189" y="22"/>
                    </a:cubicBezTo>
                    <a:cubicBezTo>
                      <a:pt x="187" y="18"/>
                      <a:pt x="184" y="12"/>
                      <a:pt x="180" y="6"/>
                    </a:cubicBezTo>
                    <a:cubicBezTo>
                      <a:pt x="175" y="1"/>
                      <a:pt x="164" y="0"/>
                      <a:pt x="163" y="5"/>
                    </a:cubicBezTo>
                    <a:cubicBezTo>
                      <a:pt x="161" y="11"/>
                      <a:pt x="161" y="21"/>
                      <a:pt x="161" y="26"/>
                    </a:cubicBezTo>
                    <a:cubicBezTo>
                      <a:pt x="161" y="31"/>
                      <a:pt x="160" y="38"/>
                      <a:pt x="163" y="42"/>
                    </a:cubicBezTo>
                    <a:cubicBezTo>
                      <a:pt x="167" y="46"/>
                      <a:pt x="168" y="48"/>
                      <a:pt x="167" y="52"/>
                    </a:cubicBezTo>
                    <a:cubicBezTo>
                      <a:pt x="166" y="55"/>
                      <a:pt x="166" y="61"/>
                      <a:pt x="159" y="65"/>
                    </a:cubicBezTo>
                    <a:cubicBezTo>
                      <a:pt x="151" y="69"/>
                      <a:pt x="147" y="69"/>
                      <a:pt x="145" y="74"/>
                    </a:cubicBezTo>
                    <a:cubicBezTo>
                      <a:pt x="142" y="80"/>
                      <a:pt x="142" y="94"/>
                      <a:pt x="145" y="96"/>
                    </a:cubicBezTo>
                    <a:cubicBezTo>
                      <a:pt x="147" y="97"/>
                      <a:pt x="155" y="95"/>
                      <a:pt x="153" y="105"/>
                    </a:cubicBezTo>
                    <a:cubicBezTo>
                      <a:pt x="150" y="116"/>
                      <a:pt x="138" y="141"/>
                      <a:pt x="139" y="145"/>
                    </a:cubicBezTo>
                    <a:cubicBezTo>
                      <a:pt x="140" y="150"/>
                      <a:pt x="148" y="148"/>
                      <a:pt x="148" y="153"/>
                    </a:cubicBezTo>
                    <a:cubicBezTo>
                      <a:pt x="148" y="159"/>
                      <a:pt x="151" y="169"/>
                      <a:pt x="147" y="172"/>
                    </a:cubicBezTo>
                    <a:cubicBezTo>
                      <a:pt x="143" y="176"/>
                      <a:pt x="130" y="180"/>
                      <a:pt x="130" y="180"/>
                    </a:cubicBezTo>
                    <a:cubicBezTo>
                      <a:pt x="130" y="180"/>
                      <a:pt x="116" y="184"/>
                      <a:pt x="120" y="172"/>
                    </a:cubicBezTo>
                    <a:cubicBezTo>
                      <a:pt x="123" y="160"/>
                      <a:pt x="126" y="141"/>
                      <a:pt x="127" y="137"/>
                    </a:cubicBezTo>
                    <a:cubicBezTo>
                      <a:pt x="127" y="133"/>
                      <a:pt x="131" y="128"/>
                      <a:pt x="125" y="127"/>
                    </a:cubicBezTo>
                    <a:cubicBezTo>
                      <a:pt x="120" y="127"/>
                      <a:pt x="126" y="117"/>
                      <a:pt x="119" y="120"/>
                    </a:cubicBezTo>
                    <a:cubicBezTo>
                      <a:pt x="113" y="122"/>
                      <a:pt x="108" y="125"/>
                      <a:pt x="110" y="117"/>
                    </a:cubicBezTo>
                    <a:cubicBezTo>
                      <a:pt x="111" y="108"/>
                      <a:pt x="121" y="80"/>
                      <a:pt x="124" y="63"/>
                    </a:cubicBezTo>
                    <a:cubicBezTo>
                      <a:pt x="126" y="46"/>
                      <a:pt x="120" y="43"/>
                      <a:pt x="115" y="39"/>
                    </a:cubicBezTo>
                    <a:cubicBezTo>
                      <a:pt x="110" y="36"/>
                      <a:pt x="95" y="44"/>
                      <a:pt x="95" y="50"/>
                    </a:cubicBezTo>
                    <a:cubicBezTo>
                      <a:pt x="95" y="56"/>
                      <a:pt x="103" y="65"/>
                      <a:pt x="104" y="73"/>
                    </a:cubicBezTo>
                    <a:cubicBezTo>
                      <a:pt x="105" y="81"/>
                      <a:pt x="103" y="107"/>
                      <a:pt x="104" y="110"/>
                    </a:cubicBezTo>
                    <a:cubicBezTo>
                      <a:pt x="104" y="113"/>
                      <a:pt x="102" y="130"/>
                      <a:pt x="101" y="134"/>
                    </a:cubicBezTo>
                    <a:cubicBezTo>
                      <a:pt x="100" y="137"/>
                      <a:pt x="83" y="150"/>
                      <a:pt x="85" y="136"/>
                    </a:cubicBezTo>
                    <a:cubicBezTo>
                      <a:pt x="88" y="122"/>
                      <a:pt x="89" y="105"/>
                      <a:pt x="86" y="96"/>
                    </a:cubicBezTo>
                    <a:cubicBezTo>
                      <a:pt x="82" y="87"/>
                      <a:pt x="67" y="75"/>
                      <a:pt x="62" y="74"/>
                    </a:cubicBezTo>
                    <a:cubicBezTo>
                      <a:pt x="58" y="74"/>
                      <a:pt x="54" y="84"/>
                      <a:pt x="54" y="88"/>
                    </a:cubicBezTo>
                    <a:cubicBezTo>
                      <a:pt x="54" y="88"/>
                      <a:pt x="54" y="88"/>
                      <a:pt x="54" y="88"/>
                    </a:cubicBezTo>
                    <a:close/>
                    <a:moveTo>
                      <a:pt x="93" y="244"/>
                    </a:moveTo>
                    <a:cubicBezTo>
                      <a:pt x="93" y="236"/>
                      <a:pt x="103" y="232"/>
                      <a:pt x="110" y="230"/>
                    </a:cubicBezTo>
                    <a:cubicBezTo>
                      <a:pt x="116" y="229"/>
                      <a:pt x="140" y="217"/>
                      <a:pt x="151" y="216"/>
                    </a:cubicBezTo>
                    <a:cubicBezTo>
                      <a:pt x="162" y="216"/>
                      <a:pt x="162" y="232"/>
                      <a:pt x="159" y="239"/>
                    </a:cubicBezTo>
                    <a:cubicBezTo>
                      <a:pt x="156" y="246"/>
                      <a:pt x="150" y="257"/>
                      <a:pt x="146" y="262"/>
                    </a:cubicBezTo>
                    <a:cubicBezTo>
                      <a:pt x="143" y="267"/>
                      <a:pt x="159" y="270"/>
                      <a:pt x="159" y="270"/>
                    </a:cubicBezTo>
                    <a:cubicBezTo>
                      <a:pt x="159" y="270"/>
                      <a:pt x="184" y="264"/>
                      <a:pt x="194" y="265"/>
                    </a:cubicBezTo>
                    <a:cubicBezTo>
                      <a:pt x="203" y="266"/>
                      <a:pt x="205" y="280"/>
                      <a:pt x="203" y="291"/>
                    </a:cubicBezTo>
                    <a:cubicBezTo>
                      <a:pt x="201" y="302"/>
                      <a:pt x="174" y="298"/>
                      <a:pt x="168" y="297"/>
                    </a:cubicBezTo>
                    <a:cubicBezTo>
                      <a:pt x="162" y="296"/>
                      <a:pt x="166" y="307"/>
                      <a:pt x="164" y="313"/>
                    </a:cubicBezTo>
                    <a:cubicBezTo>
                      <a:pt x="163" y="319"/>
                      <a:pt x="163" y="329"/>
                      <a:pt x="158" y="349"/>
                    </a:cubicBezTo>
                    <a:cubicBezTo>
                      <a:pt x="153" y="368"/>
                      <a:pt x="139" y="381"/>
                      <a:pt x="131" y="385"/>
                    </a:cubicBezTo>
                    <a:cubicBezTo>
                      <a:pt x="122" y="389"/>
                      <a:pt x="106" y="379"/>
                      <a:pt x="102" y="372"/>
                    </a:cubicBezTo>
                    <a:cubicBezTo>
                      <a:pt x="99" y="365"/>
                      <a:pt x="92" y="366"/>
                      <a:pt x="89" y="355"/>
                    </a:cubicBezTo>
                    <a:cubicBezTo>
                      <a:pt x="85" y="344"/>
                      <a:pt x="104" y="351"/>
                      <a:pt x="112" y="355"/>
                    </a:cubicBezTo>
                    <a:cubicBezTo>
                      <a:pt x="119" y="358"/>
                      <a:pt x="132" y="358"/>
                      <a:pt x="139" y="356"/>
                    </a:cubicBezTo>
                    <a:cubicBezTo>
                      <a:pt x="146" y="353"/>
                      <a:pt x="151" y="328"/>
                      <a:pt x="151" y="319"/>
                    </a:cubicBezTo>
                    <a:cubicBezTo>
                      <a:pt x="152" y="309"/>
                      <a:pt x="145" y="302"/>
                      <a:pt x="142" y="301"/>
                    </a:cubicBezTo>
                    <a:cubicBezTo>
                      <a:pt x="139" y="300"/>
                      <a:pt x="126" y="306"/>
                      <a:pt x="114" y="312"/>
                    </a:cubicBezTo>
                    <a:cubicBezTo>
                      <a:pt x="103" y="318"/>
                      <a:pt x="95" y="325"/>
                      <a:pt x="86" y="327"/>
                    </a:cubicBezTo>
                    <a:cubicBezTo>
                      <a:pt x="76" y="329"/>
                      <a:pt x="64" y="319"/>
                      <a:pt x="62" y="309"/>
                    </a:cubicBezTo>
                    <a:cubicBezTo>
                      <a:pt x="60" y="299"/>
                      <a:pt x="88" y="298"/>
                      <a:pt x="93" y="297"/>
                    </a:cubicBezTo>
                    <a:cubicBezTo>
                      <a:pt x="99" y="296"/>
                      <a:pt x="133" y="280"/>
                      <a:pt x="133" y="280"/>
                    </a:cubicBezTo>
                    <a:cubicBezTo>
                      <a:pt x="135" y="272"/>
                      <a:pt x="139" y="251"/>
                      <a:pt x="126" y="249"/>
                    </a:cubicBezTo>
                    <a:cubicBezTo>
                      <a:pt x="118" y="248"/>
                      <a:pt x="113" y="259"/>
                      <a:pt x="106" y="259"/>
                    </a:cubicBezTo>
                    <a:cubicBezTo>
                      <a:pt x="99" y="259"/>
                      <a:pt x="94" y="252"/>
                      <a:pt x="93" y="24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solidFill>
                    <a:srgbClr val="000000"/>
                  </a:solidFill>
                </a:endParaRPr>
              </a:p>
            </p:txBody>
          </p:sp>
        </p:grpSp>
      </p:grpSp>
      <p:pic>
        <p:nvPicPr>
          <p:cNvPr id="25" name="图片 24"/>
          <p:cNvPicPr>
            <a:picLocks noChangeAspect="1"/>
          </p:cNvPicPr>
          <p:nvPr userDrawn="1"/>
        </p:nvPicPr>
        <p:blipFill rotWithShape="1">
          <a:blip r:embed="rId2" cstate="email"/>
          <a:srcRect/>
          <a:stretch>
            <a:fillRect/>
          </a:stretch>
        </p:blipFill>
        <p:spPr>
          <a:xfrm>
            <a:off x="-1" y="-111239"/>
            <a:ext cx="1520613" cy="1143934"/>
          </a:xfrm>
          <a:prstGeom prst="rect">
            <a:avLst/>
          </a:prstGeom>
        </p:spPr>
      </p:pic>
      <p:sp>
        <p:nvSpPr>
          <p:cNvPr id="26" name="文本占位符 32"/>
          <p:cNvSpPr>
            <a:spLocks noGrp="1"/>
          </p:cNvSpPr>
          <p:nvPr userDrawn="1">
            <p:ph type="body" sz="quarter" idx="11" hasCustomPrompt="1"/>
          </p:nvPr>
        </p:nvSpPr>
        <p:spPr>
          <a:xfrm>
            <a:off x="1587196" y="340254"/>
            <a:ext cx="3748209" cy="530225"/>
          </a:xfrm>
        </p:spPr>
        <p:txBody>
          <a:bodyPr lIns="0" rIns="0">
            <a:noAutofit/>
          </a:bodyPr>
          <a:lstStyle>
            <a:lvl1pPr marL="0" indent="0">
              <a:buNone/>
              <a:defRPr sz="3600" b="1">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请输入你的标题</a:t>
            </a:r>
          </a:p>
        </p:txBody>
      </p:sp>
      <p:cxnSp>
        <p:nvCxnSpPr>
          <p:cNvPr id="27" name="直接连接符 26"/>
          <p:cNvCxnSpPr/>
          <p:nvPr userDrawn="1"/>
        </p:nvCxnSpPr>
        <p:spPr>
          <a:xfrm>
            <a:off x="1083902" y="1028700"/>
            <a:ext cx="11108098" cy="0"/>
          </a:xfrm>
          <a:prstGeom prst="line">
            <a:avLst/>
          </a:prstGeom>
        </p:spPr>
        <p:style>
          <a:lnRef idx="1">
            <a:schemeClr val="accent1"/>
          </a:lnRef>
          <a:fillRef idx="0">
            <a:schemeClr val="accent1"/>
          </a:fillRef>
          <a:effectRef idx="0">
            <a:schemeClr val="accent1"/>
          </a:effectRef>
          <a:fontRef idx="minor">
            <a:schemeClr val="tx1"/>
          </a:fontRef>
        </p:style>
      </p:cxnSp>
      <p:sp>
        <p:nvSpPr>
          <p:cNvPr id="3" name="图片占位符 2"/>
          <p:cNvSpPr>
            <a:spLocks noGrp="1"/>
          </p:cNvSpPr>
          <p:nvPr>
            <p:ph type="pic" sz="quarter" idx="12"/>
          </p:nvPr>
        </p:nvSpPr>
        <p:spPr>
          <a:xfrm>
            <a:off x="6151925" y="2036531"/>
            <a:ext cx="6785436" cy="3981033"/>
          </a:xfrm>
          <a:prstGeom prst="rect">
            <a:avLst/>
          </a:prstGeom>
        </p:spPr>
        <p:txBody>
          <a:bodyPr/>
          <a:lstStyle/>
          <a:p>
            <a:endParaRPr lang="zh-CN" altLang="en-US"/>
          </a:p>
        </p:txBody>
      </p:sp>
      <p:sp>
        <p:nvSpPr>
          <p:cNvPr id="28" name="图片占位符 27"/>
          <p:cNvSpPr>
            <a:spLocks noGrp="1"/>
          </p:cNvSpPr>
          <p:nvPr>
            <p:ph type="pic" sz="quarter" idx="13"/>
          </p:nvPr>
        </p:nvSpPr>
        <p:spPr>
          <a:xfrm>
            <a:off x="3378574" y="2525156"/>
            <a:ext cx="4084674" cy="1902117"/>
          </a:xfrm>
          <a:prstGeom prst="rect">
            <a:avLst/>
          </a:prstGeom>
        </p:spPr>
        <p:txBody>
          <a:bodyPr/>
          <a:lstStyle/>
          <a:p>
            <a:endParaRPr lang="zh-CN" altLang="en-US"/>
          </a:p>
        </p:txBody>
      </p:sp>
    </p:spTree>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C5A863DF-B9E4-4586-93FD-95547E6FD0DC}" type="datetimeFigureOut">
              <a:rPr lang="zh-CN" altLang="en-US" smtClean="0">
                <a:solidFill>
                  <a:srgbClr val="000000">
                    <a:tint val="75000"/>
                  </a:srgbClr>
                </a:solidFill>
              </a:rPr>
              <a:t>2025/10/31</a:t>
            </a:fld>
            <a:endParaRPr lang="zh-CN" altLang="en-US">
              <a:solidFill>
                <a:srgbClr val="000000">
                  <a:tint val="75000"/>
                </a:srgbClr>
              </a:solidFill>
            </a:endParaRPr>
          </a:p>
        </p:txBody>
      </p:sp>
      <p:sp>
        <p:nvSpPr>
          <p:cNvPr id="3" name="页脚占位符 2"/>
          <p:cNvSpPr>
            <a:spLocks noGrp="1"/>
          </p:cNvSpPr>
          <p:nvPr>
            <p:ph type="ftr" sz="quarter" idx="11"/>
          </p:nvPr>
        </p:nvSpPr>
        <p:spPr/>
        <p:txBody>
          <a:bodyPr/>
          <a:lstStyle/>
          <a:p>
            <a:endParaRPr lang="zh-CN" altLang="en-US">
              <a:solidFill>
                <a:srgbClr val="000000">
                  <a:tint val="75000"/>
                </a:srgbClr>
              </a:solidFill>
            </a:endParaRPr>
          </a:p>
        </p:txBody>
      </p:sp>
      <p:sp>
        <p:nvSpPr>
          <p:cNvPr id="4" name="灯片编号占位符 3"/>
          <p:cNvSpPr>
            <a:spLocks noGrp="1"/>
          </p:cNvSpPr>
          <p:nvPr>
            <p:ph type="sldNum" sz="quarter" idx="12"/>
          </p:nvPr>
        </p:nvSpPr>
        <p:spPr/>
        <p:txBody>
          <a:bodyPr/>
          <a:lstStyle/>
          <a:p>
            <a:fld id="{DAC6B931-9FE5-4530-B16B-DC33AD6A3370}" type="slidenum">
              <a:rPr lang="zh-CN" altLang="en-US" smtClean="0">
                <a:solidFill>
                  <a:srgbClr val="000000">
                    <a:tint val="75000"/>
                  </a:srgbClr>
                </a:solidFill>
              </a:rPr>
              <a:t>‹#›</a:t>
            </a:fld>
            <a:endParaRPr lang="zh-CN" altLang="en-US">
              <a:solidFill>
                <a:srgbClr val="000000">
                  <a:tint val="75000"/>
                </a:srgbClr>
              </a:solidFill>
            </a:endParaRPr>
          </a:p>
        </p:txBody>
      </p:sp>
      <p:sp>
        <p:nvSpPr>
          <p:cNvPr id="74" name="矩形 4"/>
          <p:cNvSpPr/>
          <p:nvPr userDrawn="1"/>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p>
        </p:txBody>
      </p:sp>
      <p:cxnSp>
        <p:nvCxnSpPr>
          <p:cNvPr id="75" name="直接连接符 74"/>
          <p:cNvCxnSpPr/>
          <p:nvPr userDrawn="1"/>
        </p:nvCxnSpPr>
        <p:spPr>
          <a:xfrm>
            <a:off x="8165257"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76" name="矩形 75"/>
          <p:cNvSpPr/>
          <p:nvPr userDrawn="1"/>
        </p:nvSpPr>
        <p:spPr>
          <a:xfrm>
            <a:off x="3231850" y="0"/>
            <a:ext cx="1666001" cy="79200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endParaRPr>
          </a:p>
        </p:txBody>
      </p:sp>
      <p:cxnSp>
        <p:nvCxnSpPr>
          <p:cNvPr id="77" name="直接连接符 76"/>
          <p:cNvCxnSpPr/>
          <p:nvPr userDrawn="1"/>
        </p:nvCxnSpPr>
        <p:spPr>
          <a:xfrm>
            <a:off x="9964337"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78" name="TextBox 6"/>
          <p:cNvSpPr txBox="1"/>
          <p:nvPr userDrawn="1"/>
        </p:nvSpPr>
        <p:spPr>
          <a:xfrm>
            <a:off x="3374949" y="215903"/>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pitchFamily="34" charset="-122"/>
                <a:ea typeface="微软雅黑" panose="020B0503020204020204" pitchFamily="34" charset="-122"/>
              </a:rPr>
              <a:t>项目简介</a:t>
            </a:r>
          </a:p>
        </p:txBody>
      </p:sp>
      <p:sp>
        <p:nvSpPr>
          <p:cNvPr id="79" name="TextBox 7"/>
          <p:cNvSpPr txBox="1"/>
          <p:nvPr userDrawn="1"/>
        </p:nvSpPr>
        <p:spPr>
          <a:xfrm>
            <a:off x="5076749" y="215904"/>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pitchFamily="34" charset="-122"/>
                <a:ea typeface="微软雅黑" panose="020B0503020204020204" pitchFamily="34" charset="-122"/>
              </a:rPr>
              <a:t>研究内容</a:t>
            </a:r>
          </a:p>
        </p:txBody>
      </p:sp>
      <p:sp>
        <p:nvSpPr>
          <p:cNvPr id="80" name="TextBox 9"/>
          <p:cNvSpPr txBox="1"/>
          <p:nvPr userDrawn="1"/>
        </p:nvSpPr>
        <p:spPr>
          <a:xfrm>
            <a:off x="6739637" y="215903"/>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pitchFamily="34" charset="-122"/>
                <a:ea typeface="微软雅黑" panose="020B0503020204020204" pitchFamily="34" charset="-122"/>
              </a:rPr>
              <a:t>技术路线</a:t>
            </a:r>
          </a:p>
        </p:txBody>
      </p:sp>
      <p:sp>
        <p:nvSpPr>
          <p:cNvPr id="81" name="TextBox 10"/>
          <p:cNvSpPr txBox="1"/>
          <p:nvPr userDrawn="1"/>
        </p:nvSpPr>
        <p:spPr>
          <a:xfrm>
            <a:off x="8314973" y="215904"/>
            <a:ext cx="15229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pitchFamily="34" charset="-122"/>
                <a:ea typeface="微软雅黑" panose="020B0503020204020204" pitchFamily="34" charset="-122"/>
              </a:rPr>
              <a:t>进度安排</a:t>
            </a:r>
          </a:p>
        </p:txBody>
      </p:sp>
      <p:sp>
        <p:nvSpPr>
          <p:cNvPr id="82" name="TextBox 11"/>
          <p:cNvSpPr txBox="1"/>
          <p:nvPr userDrawn="1"/>
        </p:nvSpPr>
        <p:spPr>
          <a:xfrm>
            <a:off x="10182150" y="215903"/>
            <a:ext cx="1598045"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pitchFamily="34" charset="-122"/>
                <a:ea typeface="微软雅黑" panose="020B0503020204020204" pitchFamily="34" charset="-122"/>
              </a:rPr>
              <a:t>预期目标</a:t>
            </a:r>
          </a:p>
        </p:txBody>
      </p:sp>
      <p:cxnSp>
        <p:nvCxnSpPr>
          <p:cNvPr id="83" name="直接连接符 82"/>
          <p:cNvCxnSpPr/>
          <p:nvPr userDrawn="1"/>
        </p:nvCxnSpPr>
        <p:spPr>
          <a:xfrm>
            <a:off x="6599649"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88" name="图片 8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518557" y="100193"/>
            <a:ext cx="2184731" cy="630736"/>
          </a:xfrm>
          <a:prstGeom prst="rect">
            <a:avLst/>
          </a:prstGeom>
        </p:spPr>
      </p:pic>
    </p:spTree>
  </p:cSld>
  <p:clrMapOvr>
    <a:masterClrMapping/>
  </p:clrMapOv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2_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C5A863DF-B9E4-4586-93FD-95547E6FD0DC}" type="datetimeFigureOut">
              <a:rPr lang="zh-CN" altLang="en-US" smtClean="0">
                <a:solidFill>
                  <a:srgbClr val="000000">
                    <a:tint val="75000"/>
                  </a:srgbClr>
                </a:solidFill>
              </a:rPr>
              <a:t>2025/10/31</a:t>
            </a:fld>
            <a:endParaRPr lang="zh-CN" altLang="en-US">
              <a:solidFill>
                <a:srgbClr val="000000">
                  <a:tint val="75000"/>
                </a:srgbClr>
              </a:solidFill>
            </a:endParaRPr>
          </a:p>
        </p:txBody>
      </p:sp>
      <p:sp>
        <p:nvSpPr>
          <p:cNvPr id="3" name="页脚占位符 2"/>
          <p:cNvSpPr>
            <a:spLocks noGrp="1"/>
          </p:cNvSpPr>
          <p:nvPr>
            <p:ph type="ftr" sz="quarter" idx="11"/>
          </p:nvPr>
        </p:nvSpPr>
        <p:spPr/>
        <p:txBody>
          <a:bodyPr/>
          <a:lstStyle/>
          <a:p>
            <a:endParaRPr lang="zh-CN" altLang="en-US">
              <a:solidFill>
                <a:srgbClr val="000000">
                  <a:tint val="75000"/>
                </a:srgbClr>
              </a:solidFill>
            </a:endParaRPr>
          </a:p>
        </p:txBody>
      </p:sp>
      <p:sp>
        <p:nvSpPr>
          <p:cNvPr id="4" name="灯片编号占位符 3"/>
          <p:cNvSpPr>
            <a:spLocks noGrp="1"/>
          </p:cNvSpPr>
          <p:nvPr>
            <p:ph type="sldNum" sz="quarter" idx="12"/>
          </p:nvPr>
        </p:nvSpPr>
        <p:spPr/>
        <p:txBody>
          <a:bodyPr/>
          <a:lstStyle/>
          <a:p>
            <a:fld id="{DAC6B931-9FE5-4530-B16B-DC33AD6A3370}" type="slidenum">
              <a:rPr lang="zh-CN" altLang="en-US" smtClean="0">
                <a:solidFill>
                  <a:srgbClr val="000000">
                    <a:tint val="75000"/>
                  </a:srgbClr>
                </a:solidFill>
              </a:rPr>
              <a:t>‹#›</a:t>
            </a:fld>
            <a:endParaRPr lang="zh-CN" altLang="en-US">
              <a:solidFill>
                <a:srgbClr val="000000">
                  <a:tint val="75000"/>
                </a:srgbClr>
              </a:solidFill>
            </a:endParaRPr>
          </a:p>
        </p:txBody>
      </p:sp>
      <p:sp>
        <p:nvSpPr>
          <p:cNvPr id="5" name="图片占位符 4"/>
          <p:cNvSpPr>
            <a:spLocks noGrp="1"/>
          </p:cNvSpPr>
          <p:nvPr>
            <p:ph type="pic" idx="13"/>
          </p:nvPr>
        </p:nvSpPr>
        <p:spPr>
          <a:xfrm>
            <a:off x="372253" y="10887"/>
            <a:ext cx="9759697" cy="6858000"/>
          </a:xfrm>
        </p:spPr>
        <p:txBody>
          <a:bodyPr/>
          <a:lstStyle/>
          <a:p>
            <a:endParaRPr lang="zh-CN" altLang="en-US"/>
          </a:p>
        </p:txBody>
      </p:sp>
    </p:spTree>
  </p:cSld>
  <p:clrMapOvr>
    <a:masterClrMapping/>
  </p:clrMapOv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reserve="1">
  <p:cSld name="1_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C5A863DF-B9E4-4586-93FD-95547E6FD0DC}" type="datetimeFigureOut">
              <a:rPr lang="zh-CN" altLang="en-US" smtClean="0">
                <a:solidFill>
                  <a:srgbClr val="000000">
                    <a:tint val="75000"/>
                  </a:srgbClr>
                </a:solidFill>
              </a:rPr>
              <a:t>2025/10/31</a:t>
            </a:fld>
            <a:endParaRPr lang="zh-CN" altLang="en-US">
              <a:solidFill>
                <a:srgbClr val="000000">
                  <a:tint val="75000"/>
                </a:srgbClr>
              </a:solidFill>
            </a:endParaRPr>
          </a:p>
        </p:txBody>
      </p:sp>
      <p:sp>
        <p:nvSpPr>
          <p:cNvPr id="3" name="页脚占位符 2"/>
          <p:cNvSpPr>
            <a:spLocks noGrp="1"/>
          </p:cNvSpPr>
          <p:nvPr>
            <p:ph type="ftr" sz="quarter" idx="11"/>
          </p:nvPr>
        </p:nvSpPr>
        <p:spPr/>
        <p:txBody>
          <a:bodyPr/>
          <a:lstStyle/>
          <a:p>
            <a:endParaRPr lang="zh-CN" altLang="en-US">
              <a:solidFill>
                <a:srgbClr val="000000">
                  <a:tint val="75000"/>
                </a:srgbClr>
              </a:solidFill>
            </a:endParaRPr>
          </a:p>
        </p:txBody>
      </p:sp>
      <p:sp>
        <p:nvSpPr>
          <p:cNvPr id="4" name="灯片编号占位符 3"/>
          <p:cNvSpPr>
            <a:spLocks noGrp="1"/>
          </p:cNvSpPr>
          <p:nvPr>
            <p:ph type="sldNum" sz="quarter" idx="12"/>
          </p:nvPr>
        </p:nvSpPr>
        <p:spPr/>
        <p:txBody>
          <a:bodyPr/>
          <a:lstStyle/>
          <a:p>
            <a:fld id="{DAC6B931-9FE5-4530-B16B-DC33AD6A3370}" type="slidenum">
              <a:rPr lang="zh-CN" altLang="en-US" smtClean="0">
                <a:solidFill>
                  <a:srgbClr val="000000">
                    <a:tint val="75000"/>
                  </a:srgbClr>
                </a:solidFill>
              </a:rPr>
              <a:t>‹#›</a:t>
            </a:fld>
            <a:endParaRPr lang="zh-CN" altLang="en-US">
              <a:solidFill>
                <a:srgbClr val="000000">
                  <a:tint val="75000"/>
                </a:srgbClr>
              </a:solidFill>
            </a:endParaRPr>
          </a:p>
        </p:txBody>
      </p:sp>
      <p:sp>
        <p:nvSpPr>
          <p:cNvPr id="5" name="图片占位符 4"/>
          <p:cNvSpPr>
            <a:spLocks noGrp="1"/>
          </p:cNvSpPr>
          <p:nvPr>
            <p:ph type="pic" idx="13"/>
          </p:nvPr>
        </p:nvSpPr>
        <p:spPr>
          <a:xfrm>
            <a:off x="838200" y="0"/>
            <a:ext cx="5098694" cy="6851507"/>
          </a:xfrm>
        </p:spPr>
        <p:txBody>
          <a:bodyPr/>
          <a:lstStyle/>
          <a:p>
            <a:endParaRPr lang="zh-CN" altLang="en-US"/>
          </a:p>
        </p:txBody>
      </p:sp>
    </p:spTree>
  </p:cSld>
  <p:clrMapOvr>
    <a:masterClrMapping/>
  </p:clrMapOv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尾页">
    <p:spTree>
      <p:nvGrpSpPr>
        <p:cNvPr id="1" name=""/>
        <p:cNvGrpSpPr/>
        <p:nvPr/>
      </p:nvGrpSpPr>
      <p:grpSpPr>
        <a:xfrm>
          <a:off x="0" y="0"/>
          <a:ext cx="0" cy="0"/>
          <a:chOff x="0" y="0"/>
          <a:chExt cx="0" cy="0"/>
        </a:xfrm>
      </p:grpSpPr>
      <p:sp>
        <p:nvSpPr>
          <p:cNvPr id="33" name="图片占位符 69"/>
          <p:cNvSpPr>
            <a:spLocks noGrp="1"/>
          </p:cNvSpPr>
          <p:nvPr>
            <p:ph type="pic" sz="quarter" idx="12"/>
          </p:nvPr>
        </p:nvSpPr>
        <p:spPr>
          <a:xfrm>
            <a:off x="5764211" y="2590167"/>
            <a:ext cx="6427787" cy="4237037"/>
          </a:xfrm>
          <a:noFill/>
        </p:spPr>
        <p:txBody>
          <a:bodyPr/>
          <a:lstStyle/>
          <a:p>
            <a:endParaRPr lang="zh-CN" altLang="en-US"/>
          </a:p>
        </p:txBody>
      </p:sp>
      <p:sp>
        <p:nvSpPr>
          <p:cNvPr id="34" name="图片占位符 23"/>
          <p:cNvSpPr>
            <a:spLocks noGrp="1"/>
          </p:cNvSpPr>
          <p:nvPr>
            <p:ph type="pic" sz="quarter" idx="11"/>
          </p:nvPr>
        </p:nvSpPr>
        <p:spPr>
          <a:xfrm>
            <a:off x="0" y="2495268"/>
            <a:ext cx="5764212" cy="4331936"/>
          </a:xfrm>
          <a:noFill/>
        </p:spPr>
        <p:txBody>
          <a:bodyPr/>
          <a:lstStyle/>
          <a:p>
            <a:endParaRPr lang="zh-CN" altLang="en-US"/>
          </a:p>
        </p:txBody>
      </p:sp>
      <p:sp>
        <p:nvSpPr>
          <p:cNvPr id="35" name="图片占位符 34"/>
          <p:cNvSpPr>
            <a:spLocks noGrp="1"/>
          </p:cNvSpPr>
          <p:nvPr>
            <p:ph type="pic" sz="quarter" idx="10"/>
          </p:nvPr>
        </p:nvSpPr>
        <p:spPr>
          <a:xfrm>
            <a:off x="-1" y="1"/>
            <a:ext cx="12191999" cy="4064780"/>
          </a:xfrm>
          <a:custGeom>
            <a:avLst/>
            <a:gdLst>
              <a:gd name="connsiteX0" fmla="*/ 0 w 12179402"/>
              <a:gd name="connsiteY0" fmla="*/ 0 h 4062881"/>
              <a:gd name="connsiteX1" fmla="*/ 12179402 w 12179402"/>
              <a:gd name="connsiteY1" fmla="*/ 0 h 4062881"/>
              <a:gd name="connsiteX2" fmla="*/ 12179402 w 12179402"/>
              <a:gd name="connsiteY2" fmla="*/ 2622353 h 4062881"/>
              <a:gd name="connsiteX3" fmla="*/ 6086489 w 12179402"/>
              <a:gd name="connsiteY3" fmla="*/ 4062881 h 4062881"/>
              <a:gd name="connsiteX4" fmla="*/ 7922 w 12179402"/>
              <a:gd name="connsiteY4" fmla="*/ 2621254 h 4062881"/>
              <a:gd name="connsiteX5" fmla="*/ 0 w 12179402"/>
              <a:gd name="connsiteY5" fmla="*/ 2621254 h 4062881"/>
              <a:gd name="connsiteX6" fmla="*/ 0 w 12179402"/>
              <a:gd name="connsiteY6" fmla="*/ 2619375 h 40628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79402" h="4062881">
                <a:moveTo>
                  <a:pt x="0" y="0"/>
                </a:moveTo>
                <a:lnTo>
                  <a:pt x="12179402" y="0"/>
                </a:lnTo>
                <a:lnTo>
                  <a:pt x="12179402" y="2622353"/>
                </a:lnTo>
                <a:lnTo>
                  <a:pt x="6086489" y="4062881"/>
                </a:lnTo>
                <a:lnTo>
                  <a:pt x="7922" y="2621254"/>
                </a:lnTo>
                <a:lnTo>
                  <a:pt x="0" y="2621254"/>
                </a:lnTo>
                <a:lnTo>
                  <a:pt x="0" y="2619375"/>
                </a:lnTo>
                <a:close/>
              </a:path>
            </a:pathLst>
          </a:custGeom>
          <a:noFill/>
        </p:spPr>
        <p:txBody>
          <a:bodyPr wrap="square">
            <a:noAutofit/>
          </a:bodyPr>
          <a:lstStyle/>
          <a:p>
            <a:endParaRPr lang="zh-CN" altLang="en-US" dirty="0"/>
          </a:p>
        </p:txBody>
      </p:sp>
    </p:spTree>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5A863DF-B9E4-4586-93FD-95547E6FD0DC}" type="datetimeFigureOut">
              <a:rPr lang="zh-CN" altLang="en-US" smtClean="0">
                <a:solidFill>
                  <a:srgbClr val="000000">
                    <a:tint val="75000"/>
                  </a:srgbClr>
                </a:solidFill>
              </a:rPr>
              <a:t>2025/10/31</a:t>
            </a:fld>
            <a:endParaRPr lang="zh-CN" altLang="en-US">
              <a:solidFill>
                <a:srgbClr val="000000">
                  <a:tint val="75000"/>
                </a:srgbClr>
              </a:solidFill>
            </a:endParaRPr>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solidFill>
                <a:srgbClr val="000000">
                  <a:tint val="75000"/>
                </a:srgbClr>
              </a:solidFill>
            </a:endParaRPr>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AC6B931-9FE5-4530-B16B-DC33AD6A3370}" type="slidenum">
              <a:rPr lang="zh-CN" altLang="en-US" smtClean="0">
                <a:solidFill>
                  <a:srgbClr val="000000">
                    <a:tint val="75000"/>
                  </a:srgbClr>
                </a:solidFill>
              </a:rPr>
              <a:t>‹#›</a:t>
            </a:fld>
            <a:endParaRPr lang="zh-CN" altLang="en-US">
              <a:solidFill>
                <a:srgbClr val="000000">
                  <a:tint val="75000"/>
                </a:srgbClr>
              </a:solidFill>
            </a:endParaRPr>
          </a:p>
        </p:txBody>
      </p:sp>
    </p:spTree>
  </p:cSld>
  <p:clrMap bg1="lt1" tx1="dk1" bg2="lt2" tx2="dk2" accent1="accent1" accent2="accent2" accent3="accent3" accent4="accent4" accent5="accent5" accent6="accent6" hlink="hlink" folHlink="folHlink"/>
  <p:sldLayoutIdLst>
    <p:sldLayoutId id="2147483654" r:id="rId1"/>
    <p:sldLayoutId id="2147483655" r:id="rId2"/>
    <p:sldLayoutId id="2147483656" r:id="rId3"/>
    <p:sldLayoutId id="2147483657" r:id="rId4"/>
    <p:sldLayoutId id="2147483658" r:id="rId5"/>
    <p:sldLayoutId id="2147483659" r:id="rId6"/>
    <p:sldLayoutId id="2147483660" r:id="rId7"/>
    <p:sldLayoutId id="2147483661" r:id="rId8"/>
    <p:sldLayoutId id="2147483662" r:id="rId9"/>
    <p:sldLayoutId id="2147483663" r:id="rId10"/>
    <p:sldLayoutId id="2147483664" r:id="rId11"/>
    <p:sldLayoutId id="2147483665" r:id="rId12"/>
    <p:sldLayoutId id="2147483666" r:id="rId13"/>
    <p:sldLayoutId id="2147483667" r:id="rId14"/>
    <p:sldLayoutId id="2147483668" r:id="rId15"/>
    <p:sldLayoutId id="2147483669" r:id="rId16"/>
    <p:sldLayoutId id="2147483670" r:id="rId17"/>
  </p:sldLayoutIdLst>
  <p:transition/>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tags" Target="../tags/tag9.xml"/><Relationship Id="rId13" Type="http://schemas.openxmlformats.org/officeDocument/2006/relationships/tags" Target="../tags/tag14.xml"/><Relationship Id="rId18" Type="http://schemas.openxmlformats.org/officeDocument/2006/relationships/tags" Target="../tags/tag19.xml"/><Relationship Id="rId3" Type="http://schemas.openxmlformats.org/officeDocument/2006/relationships/tags" Target="../tags/tag4.xml"/><Relationship Id="rId21" Type="http://schemas.openxmlformats.org/officeDocument/2006/relationships/slideLayout" Target="../slideLayouts/slideLayout16.xml"/><Relationship Id="rId7" Type="http://schemas.openxmlformats.org/officeDocument/2006/relationships/tags" Target="../tags/tag8.xml"/><Relationship Id="rId12" Type="http://schemas.openxmlformats.org/officeDocument/2006/relationships/tags" Target="../tags/tag13.xml"/><Relationship Id="rId17" Type="http://schemas.openxmlformats.org/officeDocument/2006/relationships/tags" Target="../tags/tag18.xml"/><Relationship Id="rId2" Type="http://schemas.openxmlformats.org/officeDocument/2006/relationships/tags" Target="../tags/tag3.xml"/><Relationship Id="rId16" Type="http://schemas.openxmlformats.org/officeDocument/2006/relationships/tags" Target="../tags/tag17.xml"/><Relationship Id="rId20" Type="http://schemas.openxmlformats.org/officeDocument/2006/relationships/tags" Target="../tags/tag21.xml"/><Relationship Id="rId1" Type="http://schemas.openxmlformats.org/officeDocument/2006/relationships/tags" Target="../tags/tag2.xml"/><Relationship Id="rId6" Type="http://schemas.openxmlformats.org/officeDocument/2006/relationships/tags" Target="../tags/tag7.xml"/><Relationship Id="rId11" Type="http://schemas.openxmlformats.org/officeDocument/2006/relationships/tags" Target="../tags/tag12.xml"/><Relationship Id="rId5" Type="http://schemas.openxmlformats.org/officeDocument/2006/relationships/tags" Target="../tags/tag6.xml"/><Relationship Id="rId15" Type="http://schemas.openxmlformats.org/officeDocument/2006/relationships/tags" Target="../tags/tag16.xml"/><Relationship Id="rId23" Type="http://schemas.openxmlformats.org/officeDocument/2006/relationships/image" Target="../media/image4.jpeg"/><Relationship Id="rId10" Type="http://schemas.openxmlformats.org/officeDocument/2006/relationships/tags" Target="../tags/tag11.xml"/><Relationship Id="rId19" Type="http://schemas.openxmlformats.org/officeDocument/2006/relationships/tags" Target="../tags/tag20.xml"/><Relationship Id="rId4" Type="http://schemas.openxmlformats.org/officeDocument/2006/relationships/tags" Target="../tags/tag5.xml"/><Relationship Id="rId9" Type="http://schemas.openxmlformats.org/officeDocument/2006/relationships/tags" Target="../tags/tag10.xml"/><Relationship Id="rId14" Type="http://schemas.openxmlformats.org/officeDocument/2006/relationships/tags" Target="../tags/tag15.xml"/><Relationship Id="rId2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4.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14.xml"/><Relationship Id="rId4" Type="http://schemas.openxmlformats.org/officeDocument/2006/relationships/image" Target="../media/image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1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 name="图片占位符 30"/>
          <p:cNvPicPr>
            <a:picLocks noGrp="1" noChangeAspect="1"/>
          </p:cNvPicPr>
          <p:nvPr>
            <p:ph type="pic" idx="13"/>
          </p:nvPr>
        </p:nvPicPr>
        <p:blipFill>
          <a:blip r:embed="rId23" cstate="email"/>
          <a:srcRect/>
          <a:stretch>
            <a:fillRect/>
          </a:stretch>
        </p:blipFill>
        <p:spPr>
          <a:xfrm>
            <a:off x="0" y="0"/>
            <a:ext cx="5098694" cy="6851507"/>
          </a:xfrm>
        </p:spPr>
      </p:pic>
      <p:sp>
        <p:nvSpPr>
          <p:cNvPr id="10" name="文本框 9"/>
          <p:cNvSpPr txBox="1"/>
          <p:nvPr>
            <p:custDataLst>
              <p:tags r:id="rId1"/>
            </p:custDataLst>
          </p:nvPr>
        </p:nvSpPr>
        <p:spPr>
          <a:xfrm>
            <a:off x="6785848" y="734403"/>
            <a:ext cx="3859535" cy="461665"/>
          </a:xfrm>
          <a:prstGeom prst="rect">
            <a:avLst/>
          </a:prstGeom>
          <a:noFill/>
        </p:spPr>
        <p:txBody>
          <a:bodyPr wrap="square" rtlCol="0">
            <a:spAutoFit/>
          </a:bodyPr>
          <a:lstStyle/>
          <a:p>
            <a:pPr>
              <a:defRPr/>
            </a:pPr>
            <a:r>
              <a:rPr lang="en-US" altLang="zh-CN" sz="2400" b="1" dirty="0">
                <a:latin typeface="微软雅黑" panose="020B0503020204020204" pitchFamily="34" charset="-122"/>
              </a:rPr>
              <a:t>SEA-RAFT</a:t>
            </a:r>
            <a:r>
              <a:rPr lang="zh-CN" altLang="en-US" sz="2400" b="1" dirty="0">
                <a:latin typeface="微软雅黑" panose="020B0503020204020204" pitchFamily="34" charset="-122"/>
              </a:rPr>
              <a:t>的目的</a:t>
            </a:r>
          </a:p>
        </p:txBody>
      </p:sp>
      <p:grpSp>
        <p:nvGrpSpPr>
          <p:cNvPr id="2" name="组合 1">
            <a:extLst>
              <a:ext uri="{FF2B5EF4-FFF2-40B4-BE49-F238E27FC236}">
                <a16:creationId xmlns:a16="http://schemas.microsoft.com/office/drawing/2014/main" id="{284E9D7C-1BBA-47B2-569A-A48BDED93A60}"/>
              </a:ext>
            </a:extLst>
          </p:cNvPr>
          <p:cNvGrpSpPr/>
          <p:nvPr/>
        </p:nvGrpSpPr>
        <p:grpSpPr>
          <a:xfrm>
            <a:off x="5992835" y="647383"/>
            <a:ext cx="601078" cy="569108"/>
            <a:chOff x="6320245" y="1155558"/>
            <a:chExt cx="601078" cy="569108"/>
          </a:xfrm>
        </p:grpSpPr>
        <p:sp>
          <p:nvSpPr>
            <p:cNvPr id="6" name="矩形 5"/>
            <p:cNvSpPr/>
            <p:nvPr>
              <p:custDataLst>
                <p:tags r:id="rId19"/>
              </p:custDataLst>
            </p:nvPr>
          </p:nvSpPr>
          <p:spPr>
            <a:xfrm rot="2700000">
              <a:off x="6320245" y="1155558"/>
              <a:ext cx="569108" cy="5691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a:solidFill>
                  <a:srgbClr val="FFFFFF"/>
                </a:solidFill>
              </a:endParaRPr>
            </a:p>
          </p:txBody>
        </p:sp>
        <p:sp>
          <p:nvSpPr>
            <p:cNvPr id="12" name="文本框 11"/>
            <p:cNvSpPr txBox="1"/>
            <p:nvPr>
              <p:custDataLst>
                <p:tags r:id="rId20"/>
              </p:custDataLst>
            </p:nvPr>
          </p:nvSpPr>
          <p:spPr>
            <a:xfrm>
              <a:off x="6323446" y="1168540"/>
              <a:ext cx="597877" cy="523220"/>
            </a:xfrm>
            <a:prstGeom prst="rect">
              <a:avLst/>
            </a:prstGeom>
            <a:noFill/>
          </p:spPr>
          <p:txBody>
            <a:bodyPr wrap="square" rtlCol="0">
              <a:spAutoFit/>
            </a:bodyPr>
            <a:lstStyle/>
            <a:p>
              <a:pPr>
                <a:defRPr/>
              </a:pPr>
              <a:r>
                <a:rPr lang="en-US" altLang="zh-CN" sz="2800" dirty="0">
                  <a:solidFill>
                    <a:srgbClr val="FFFFFF"/>
                  </a:solidFill>
                  <a:latin typeface="Impact" panose="020B0806030902050204" pitchFamily="34" charset="0"/>
                </a:rPr>
                <a:t>01</a:t>
              </a:r>
              <a:endParaRPr lang="zh-CN" altLang="en-US" sz="2800" dirty="0">
                <a:solidFill>
                  <a:srgbClr val="FFFFFF"/>
                </a:solidFill>
                <a:latin typeface="Impact" panose="020B0806030902050204" pitchFamily="34" charset="0"/>
              </a:endParaRPr>
            </a:p>
          </p:txBody>
        </p:sp>
      </p:grpSp>
      <p:grpSp>
        <p:nvGrpSpPr>
          <p:cNvPr id="3" name="组合 2">
            <a:extLst>
              <a:ext uri="{FF2B5EF4-FFF2-40B4-BE49-F238E27FC236}">
                <a16:creationId xmlns:a16="http://schemas.microsoft.com/office/drawing/2014/main" id="{6972B0FA-9DF4-BD0B-9D34-84A95E13E927}"/>
              </a:ext>
            </a:extLst>
          </p:cNvPr>
          <p:cNvGrpSpPr/>
          <p:nvPr/>
        </p:nvGrpSpPr>
        <p:grpSpPr>
          <a:xfrm>
            <a:off x="5992835" y="1812153"/>
            <a:ext cx="597877" cy="569108"/>
            <a:chOff x="6278672" y="2843568"/>
            <a:chExt cx="597877" cy="569108"/>
          </a:xfrm>
        </p:grpSpPr>
        <p:sp>
          <p:nvSpPr>
            <p:cNvPr id="7" name="矩形 6"/>
            <p:cNvSpPr/>
            <p:nvPr>
              <p:custDataLst>
                <p:tags r:id="rId17"/>
              </p:custDataLst>
            </p:nvPr>
          </p:nvSpPr>
          <p:spPr>
            <a:xfrm rot="2700000">
              <a:off x="6284686" y="2843568"/>
              <a:ext cx="569108" cy="5691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a:solidFill>
                  <a:srgbClr val="FFFFFF"/>
                </a:solidFill>
              </a:endParaRPr>
            </a:p>
          </p:txBody>
        </p:sp>
        <p:sp>
          <p:nvSpPr>
            <p:cNvPr id="13" name="文本框 12"/>
            <p:cNvSpPr txBox="1"/>
            <p:nvPr>
              <p:custDataLst>
                <p:tags r:id="rId18"/>
              </p:custDataLst>
            </p:nvPr>
          </p:nvSpPr>
          <p:spPr>
            <a:xfrm>
              <a:off x="6278672" y="2866512"/>
              <a:ext cx="597877" cy="523220"/>
            </a:xfrm>
            <a:prstGeom prst="rect">
              <a:avLst/>
            </a:prstGeom>
            <a:noFill/>
          </p:spPr>
          <p:txBody>
            <a:bodyPr wrap="square" rtlCol="0">
              <a:spAutoFit/>
            </a:bodyPr>
            <a:lstStyle/>
            <a:p>
              <a:pPr>
                <a:defRPr/>
              </a:pPr>
              <a:r>
                <a:rPr lang="en-US" altLang="zh-CN" sz="2800" dirty="0">
                  <a:solidFill>
                    <a:srgbClr val="FFFFFF"/>
                  </a:solidFill>
                  <a:latin typeface="Impact" panose="020B0806030902050204" pitchFamily="34" charset="0"/>
                </a:rPr>
                <a:t>02</a:t>
              </a:r>
              <a:endParaRPr lang="zh-CN" altLang="en-US" sz="2800" dirty="0">
                <a:solidFill>
                  <a:srgbClr val="FFFFFF"/>
                </a:solidFill>
                <a:latin typeface="Impact" panose="020B0806030902050204" pitchFamily="34" charset="0"/>
              </a:endParaRPr>
            </a:p>
          </p:txBody>
        </p:sp>
      </p:grpSp>
      <p:sp>
        <p:nvSpPr>
          <p:cNvPr id="16" name="文本框 15"/>
          <p:cNvSpPr txBox="1"/>
          <p:nvPr>
            <p:custDataLst>
              <p:tags r:id="rId2"/>
            </p:custDataLst>
          </p:nvPr>
        </p:nvSpPr>
        <p:spPr>
          <a:xfrm>
            <a:off x="6785848" y="1801810"/>
            <a:ext cx="3202713" cy="461665"/>
          </a:xfrm>
          <a:prstGeom prst="rect">
            <a:avLst/>
          </a:prstGeom>
          <a:noFill/>
        </p:spPr>
        <p:txBody>
          <a:bodyPr wrap="square" rtlCol="0">
            <a:spAutoFit/>
          </a:bodyPr>
          <a:lstStyle/>
          <a:p>
            <a:pPr>
              <a:defRPr/>
            </a:pPr>
            <a:r>
              <a:rPr lang="zh-CN" altLang="en-US" sz="2400" b="1" dirty="0">
                <a:solidFill>
                  <a:srgbClr val="000000">
                    <a:lumMod val="85000"/>
                    <a:lumOff val="15000"/>
                  </a:srgbClr>
                </a:solidFill>
                <a:latin typeface="微软雅黑" panose="020B0503020204020204" pitchFamily="34" charset="-122"/>
              </a:rPr>
              <a:t>采取的解决方案</a:t>
            </a:r>
          </a:p>
        </p:txBody>
      </p:sp>
      <p:cxnSp>
        <p:nvCxnSpPr>
          <p:cNvPr id="22" name="直接连接符 21"/>
          <p:cNvCxnSpPr>
            <a:cxnSpLocks/>
          </p:cNvCxnSpPr>
          <p:nvPr>
            <p:custDataLst>
              <p:tags r:id="rId3"/>
            </p:custDataLst>
          </p:nvPr>
        </p:nvCxnSpPr>
        <p:spPr>
          <a:xfrm>
            <a:off x="6876549" y="1310849"/>
            <a:ext cx="4031771" cy="0"/>
          </a:xfrm>
          <a:prstGeom prst="line">
            <a:avLst/>
          </a:prstGeom>
          <a:ln w="12700">
            <a:solidFill>
              <a:schemeClr val="accent1">
                <a:alpha val="85000"/>
              </a:schemeClr>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a:cxnSpLocks/>
          </p:cNvCxnSpPr>
          <p:nvPr>
            <p:custDataLst>
              <p:tags r:id="rId4"/>
            </p:custDataLst>
          </p:nvPr>
        </p:nvCxnSpPr>
        <p:spPr>
          <a:xfrm>
            <a:off x="6876549" y="2383871"/>
            <a:ext cx="4031771" cy="0"/>
          </a:xfrm>
          <a:prstGeom prst="line">
            <a:avLst/>
          </a:prstGeom>
          <a:ln w="12700">
            <a:solidFill>
              <a:schemeClr val="accent1">
                <a:alpha val="85000"/>
              </a:schemeClr>
            </a:solidFill>
          </a:ln>
        </p:spPr>
        <p:style>
          <a:lnRef idx="1">
            <a:schemeClr val="accent1"/>
          </a:lnRef>
          <a:fillRef idx="0">
            <a:schemeClr val="accent1"/>
          </a:fillRef>
          <a:effectRef idx="0">
            <a:schemeClr val="accent1"/>
          </a:effectRef>
          <a:fontRef idx="minor">
            <a:schemeClr val="tx1"/>
          </a:fontRef>
        </p:style>
      </p:cxnSp>
      <p:sp>
        <p:nvSpPr>
          <p:cNvPr id="27" name="矩形 26"/>
          <p:cNvSpPr/>
          <p:nvPr/>
        </p:nvSpPr>
        <p:spPr>
          <a:xfrm>
            <a:off x="-17585" y="2231934"/>
            <a:ext cx="5117123" cy="2394133"/>
          </a:xfrm>
          <a:prstGeom prst="rect">
            <a:avLst/>
          </a:prstGeom>
          <a:solidFill>
            <a:schemeClr val="accent1">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a:solidFill>
                <a:srgbClr val="FFFFFF"/>
              </a:solidFill>
            </a:endParaRPr>
          </a:p>
        </p:txBody>
      </p:sp>
      <p:sp>
        <p:nvSpPr>
          <p:cNvPr id="28" name="等腰三角形 27"/>
          <p:cNvSpPr/>
          <p:nvPr/>
        </p:nvSpPr>
        <p:spPr>
          <a:xfrm rot="5400000">
            <a:off x="5068531" y="3349374"/>
            <a:ext cx="221265" cy="159252"/>
          </a:xfrm>
          <a:prstGeom prst="triangle">
            <a:avLst/>
          </a:prstGeom>
          <a:solidFill>
            <a:schemeClr val="accent1">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a:solidFill>
                <a:srgbClr val="FFFFFF"/>
              </a:solidFill>
            </a:endParaRPr>
          </a:p>
        </p:txBody>
      </p:sp>
      <p:sp>
        <p:nvSpPr>
          <p:cNvPr id="4" name="文本框 3"/>
          <p:cNvSpPr txBox="1"/>
          <p:nvPr/>
        </p:nvSpPr>
        <p:spPr>
          <a:xfrm>
            <a:off x="1199767" y="3473520"/>
            <a:ext cx="2425189" cy="584775"/>
          </a:xfrm>
          <a:prstGeom prst="rect">
            <a:avLst/>
          </a:prstGeom>
          <a:noFill/>
        </p:spPr>
        <p:txBody>
          <a:bodyPr wrap="square" rtlCol="0">
            <a:spAutoFit/>
          </a:bodyPr>
          <a:lstStyle/>
          <a:p>
            <a:pPr>
              <a:defRPr/>
            </a:pPr>
            <a:r>
              <a:rPr lang="en-US" altLang="zh-CN" sz="3200" b="1" dirty="0">
                <a:solidFill>
                  <a:srgbClr val="FFFFFF"/>
                </a:solidFill>
                <a:ea typeface="思源黑体 CN Heavy" panose="020B0A00000000000000" pitchFamily="34" charset="-122"/>
              </a:rPr>
              <a:t>CONTENTS</a:t>
            </a:r>
            <a:endParaRPr lang="zh-CN" altLang="en-US" sz="3200" b="1" dirty="0">
              <a:solidFill>
                <a:srgbClr val="FFFFFF"/>
              </a:solidFill>
              <a:ea typeface="思源黑体 CN Heavy" panose="020B0A00000000000000" pitchFamily="34" charset="-122"/>
            </a:endParaRPr>
          </a:p>
        </p:txBody>
      </p:sp>
      <p:sp>
        <p:nvSpPr>
          <p:cNvPr id="5" name="文本框 4"/>
          <p:cNvSpPr txBox="1"/>
          <p:nvPr/>
        </p:nvSpPr>
        <p:spPr>
          <a:xfrm>
            <a:off x="1344096" y="2864960"/>
            <a:ext cx="2136533" cy="707886"/>
          </a:xfrm>
          <a:prstGeom prst="rect">
            <a:avLst/>
          </a:prstGeom>
          <a:noFill/>
        </p:spPr>
        <p:txBody>
          <a:bodyPr wrap="square" rtlCol="0">
            <a:spAutoFit/>
          </a:bodyPr>
          <a:lstStyle/>
          <a:p>
            <a:pPr algn="ctr">
              <a:defRPr/>
            </a:pPr>
            <a:r>
              <a:rPr lang="zh-CN" altLang="en-US" sz="4000" b="1" dirty="0">
                <a:solidFill>
                  <a:srgbClr val="FFFFFF"/>
                </a:solidFill>
                <a:latin typeface="微软雅黑" panose="020B0503020204020204" pitchFamily="34" charset="-122"/>
              </a:rPr>
              <a:t>目录</a:t>
            </a:r>
          </a:p>
        </p:txBody>
      </p:sp>
      <p:sp>
        <p:nvSpPr>
          <p:cNvPr id="32" name="文本框 9"/>
          <p:cNvSpPr txBox="1"/>
          <p:nvPr>
            <p:custDataLst>
              <p:tags r:id="rId5"/>
            </p:custDataLst>
          </p:nvPr>
        </p:nvSpPr>
        <p:spPr>
          <a:xfrm>
            <a:off x="6785848" y="2869217"/>
            <a:ext cx="3102566" cy="461665"/>
          </a:xfrm>
          <a:prstGeom prst="rect">
            <a:avLst/>
          </a:prstGeom>
          <a:noFill/>
        </p:spPr>
        <p:txBody>
          <a:bodyPr wrap="square" rtlCol="0">
            <a:spAutoFit/>
          </a:bodyPr>
          <a:lstStyle/>
          <a:p>
            <a:pPr>
              <a:defRPr/>
            </a:pPr>
            <a:r>
              <a:rPr lang="zh-CN" altLang="en-US" sz="2400" b="1" dirty="0">
                <a:latin typeface="微软雅黑" panose="020B0503020204020204" pitchFamily="34" charset="-122"/>
              </a:rPr>
              <a:t>选择这种方法的缘由</a:t>
            </a:r>
          </a:p>
        </p:txBody>
      </p:sp>
      <p:grpSp>
        <p:nvGrpSpPr>
          <p:cNvPr id="14" name="组合 13">
            <a:extLst>
              <a:ext uri="{FF2B5EF4-FFF2-40B4-BE49-F238E27FC236}">
                <a16:creationId xmlns:a16="http://schemas.microsoft.com/office/drawing/2014/main" id="{8C64AF9F-5E2D-4A9C-FB89-4995AA13A270}"/>
              </a:ext>
            </a:extLst>
          </p:cNvPr>
          <p:cNvGrpSpPr/>
          <p:nvPr/>
        </p:nvGrpSpPr>
        <p:grpSpPr>
          <a:xfrm>
            <a:off x="5992835" y="2869627"/>
            <a:ext cx="601078" cy="569108"/>
            <a:chOff x="6284917" y="4564781"/>
            <a:chExt cx="601078" cy="569108"/>
          </a:xfrm>
        </p:grpSpPr>
        <p:sp>
          <p:nvSpPr>
            <p:cNvPr id="29" name="矩形 28"/>
            <p:cNvSpPr/>
            <p:nvPr>
              <p:custDataLst>
                <p:tags r:id="rId15"/>
              </p:custDataLst>
            </p:nvPr>
          </p:nvSpPr>
          <p:spPr>
            <a:xfrm rot="2700000">
              <a:off x="6284917" y="4564781"/>
              <a:ext cx="569108" cy="5691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a:solidFill>
                  <a:srgbClr val="FFFFFF"/>
                </a:solidFill>
              </a:endParaRPr>
            </a:p>
          </p:txBody>
        </p:sp>
        <p:sp>
          <p:nvSpPr>
            <p:cNvPr id="33" name="文本框 11"/>
            <p:cNvSpPr txBox="1"/>
            <p:nvPr>
              <p:custDataLst>
                <p:tags r:id="rId16"/>
              </p:custDataLst>
            </p:nvPr>
          </p:nvSpPr>
          <p:spPr>
            <a:xfrm>
              <a:off x="6288118" y="4577763"/>
              <a:ext cx="597877" cy="521970"/>
            </a:xfrm>
            <a:prstGeom prst="rect">
              <a:avLst/>
            </a:prstGeom>
            <a:noFill/>
          </p:spPr>
          <p:txBody>
            <a:bodyPr wrap="square" rtlCol="0">
              <a:spAutoFit/>
            </a:bodyPr>
            <a:lstStyle/>
            <a:p>
              <a:pPr>
                <a:defRPr/>
              </a:pPr>
              <a:r>
                <a:rPr lang="en-US" altLang="zh-CN" sz="2800" dirty="0">
                  <a:solidFill>
                    <a:srgbClr val="FFFFFF"/>
                  </a:solidFill>
                  <a:latin typeface="Impact" panose="020B0806030902050204" pitchFamily="34" charset="0"/>
                </a:rPr>
                <a:t>03</a:t>
              </a:r>
              <a:endParaRPr lang="zh-CN" altLang="en-US" sz="2800" dirty="0">
                <a:solidFill>
                  <a:srgbClr val="FFFFFF"/>
                </a:solidFill>
                <a:latin typeface="Impact" panose="020B0806030902050204" pitchFamily="34" charset="0"/>
              </a:endParaRPr>
            </a:p>
          </p:txBody>
        </p:sp>
      </p:grpSp>
      <p:cxnSp>
        <p:nvCxnSpPr>
          <p:cNvPr id="36" name="直接连接符 35"/>
          <p:cNvCxnSpPr>
            <a:cxnSpLocks/>
          </p:cNvCxnSpPr>
          <p:nvPr>
            <p:custDataLst>
              <p:tags r:id="rId6"/>
            </p:custDataLst>
          </p:nvPr>
        </p:nvCxnSpPr>
        <p:spPr>
          <a:xfrm>
            <a:off x="6876549" y="3456893"/>
            <a:ext cx="4031771" cy="0"/>
          </a:xfrm>
          <a:prstGeom prst="line">
            <a:avLst/>
          </a:prstGeom>
          <a:ln w="12700">
            <a:solidFill>
              <a:schemeClr val="accent1">
                <a:alpha val="85000"/>
              </a:schemeClr>
            </a:solidFill>
          </a:ln>
        </p:spPr>
        <p:style>
          <a:lnRef idx="1">
            <a:schemeClr val="accent1"/>
          </a:lnRef>
          <a:fillRef idx="0">
            <a:schemeClr val="accent1"/>
          </a:fillRef>
          <a:effectRef idx="0">
            <a:schemeClr val="accent1"/>
          </a:effectRef>
          <a:fontRef idx="minor">
            <a:schemeClr val="tx1"/>
          </a:fontRef>
        </p:style>
      </p:cxnSp>
      <p:grpSp>
        <p:nvGrpSpPr>
          <p:cNvPr id="8" name="组合 7">
            <a:extLst>
              <a:ext uri="{FF2B5EF4-FFF2-40B4-BE49-F238E27FC236}">
                <a16:creationId xmlns:a16="http://schemas.microsoft.com/office/drawing/2014/main" id="{3BC66641-0D1D-39B9-0D89-61DAE51A2C13}"/>
              </a:ext>
            </a:extLst>
          </p:cNvPr>
          <p:cNvGrpSpPr/>
          <p:nvPr/>
        </p:nvGrpSpPr>
        <p:grpSpPr>
          <a:xfrm>
            <a:off x="5992835" y="3931307"/>
            <a:ext cx="601078" cy="569108"/>
            <a:chOff x="6320245" y="1155558"/>
            <a:chExt cx="601078" cy="569108"/>
          </a:xfrm>
        </p:grpSpPr>
        <p:sp>
          <p:nvSpPr>
            <p:cNvPr id="9" name="矩形 8">
              <a:extLst>
                <a:ext uri="{FF2B5EF4-FFF2-40B4-BE49-F238E27FC236}">
                  <a16:creationId xmlns:a16="http://schemas.microsoft.com/office/drawing/2014/main" id="{94895CCF-3A0D-60DF-BE2E-8AE4743CBCC6}"/>
                </a:ext>
              </a:extLst>
            </p:cNvPr>
            <p:cNvSpPr/>
            <p:nvPr>
              <p:custDataLst>
                <p:tags r:id="rId13"/>
              </p:custDataLst>
            </p:nvPr>
          </p:nvSpPr>
          <p:spPr>
            <a:xfrm rot="2700000">
              <a:off x="6320245" y="1155558"/>
              <a:ext cx="569108" cy="5691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a:solidFill>
                  <a:srgbClr val="FFFFFF"/>
                </a:solidFill>
              </a:endParaRPr>
            </a:p>
          </p:txBody>
        </p:sp>
        <p:sp>
          <p:nvSpPr>
            <p:cNvPr id="11" name="文本框 10">
              <a:extLst>
                <a:ext uri="{FF2B5EF4-FFF2-40B4-BE49-F238E27FC236}">
                  <a16:creationId xmlns:a16="http://schemas.microsoft.com/office/drawing/2014/main" id="{26E1C1F9-1A99-3D64-EE54-84AF5950982C}"/>
                </a:ext>
              </a:extLst>
            </p:cNvPr>
            <p:cNvSpPr txBox="1"/>
            <p:nvPr>
              <p:custDataLst>
                <p:tags r:id="rId14"/>
              </p:custDataLst>
            </p:nvPr>
          </p:nvSpPr>
          <p:spPr>
            <a:xfrm>
              <a:off x="6323446" y="1168540"/>
              <a:ext cx="597877" cy="523220"/>
            </a:xfrm>
            <a:prstGeom prst="rect">
              <a:avLst/>
            </a:prstGeom>
            <a:noFill/>
          </p:spPr>
          <p:txBody>
            <a:bodyPr wrap="square" rtlCol="0">
              <a:spAutoFit/>
            </a:bodyPr>
            <a:lstStyle/>
            <a:p>
              <a:pPr>
                <a:defRPr/>
              </a:pPr>
              <a:r>
                <a:rPr lang="en-US" altLang="zh-CN" sz="2800" dirty="0">
                  <a:solidFill>
                    <a:srgbClr val="FFFFFF"/>
                  </a:solidFill>
                  <a:latin typeface="Impact" panose="020B0806030902050204" pitchFamily="34" charset="0"/>
                </a:rPr>
                <a:t>04</a:t>
              </a:r>
              <a:endParaRPr lang="zh-CN" altLang="en-US" sz="2800" dirty="0">
                <a:solidFill>
                  <a:srgbClr val="FFFFFF"/>
                </a:solidFill>
                <a:latin typeface="Impact" panose="020B0806030902050204" pitchFamily="34" charset="0"/>
              </a:endParaRPr>
            </a:p>
          </p:txBody>
        </p:sp>
      </p:grpSp>
      <p:grpSp>
        <p:nvGrpSpPr>
          <p:cNvPr id="15" name="组合 14">
            <a:extLst>
              <a:ext uri="{FF2B5EF4-FFF2-40B4-BE49-F238E27FC236}">
                <a16:creationId xmlns:a16="http://schemas.microsoft.com/office/drawing/2014/main" id="{3D13A55E-3F23-72AA-4BC6-D9C6094BAD76}"/>
              </a:ext>
            </a:extLst>
          </p:cNvPr>
          <p:cNvGrpSpPr/>
          <p:nvPr/>
        </p:nvGrpSpPr>
        <p:grpSpPr>
          <a:xfrm>
            <a:off x="5992835" y="4997027"/>
            <a:ext cx="601078" cy="569108"/>
            <a:chOff x="6320245" y="1155558"/>
            <a:chExt cx="601078" cy="569108"/>
          </a:xfrm>
        </p:grpSpPr>
        <p:sp>
          <p:nvSpPr>
            <p:cNvPr id="17" name="矩形 16">
              <a:extLst>
                <a:ext uri="{FF2B5EF4-FFF2-40B4-BE49-F238E27FC236}">
                  <a16:creationId xmlns:a16="http://schemas.microsoft.com/office/drawing/2014/main" id="{ACF09026-3C27-B7CC-766F-D15D8BD1F3C5}"/>
                </a:ext>
              </a:extLst>
            </p:cNvPr>
            <p:cNvSpPr/>
            <p:nvPr>
              <p:custDataLst>
                <p:tags r:id="rId11"/>
              </p:custDataLst>
            </p:nvPr>
          </p:nvSpPr>
          <p:spPr>
            <a:xfrm rot="2700000">
              <a:off x="6320245" y="1155558"/>
              <a:ext cx="569108" cy="5691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a:solidFill>
                  <a:srgbClr val="FFFFFF"/>
                </a:solidFill>
              </a:endParaRPr>
            </a:p>
          </p:txBody>
        </p:sp>
        <p:sp>
          <p:nvSpPr>
            <p:cNvPr id="18" name="文本框 17">
              <a:extLst>
                <a:ext uri="{FF2B5EF4-FFF2-40B4-BE49-F238E27FC236}">
                  <a16:creationId xmlns:a16="http://schemas.microsoft.com/office/drawing/2014/main" id="{C12C4AA7-CD17-A598-96CE-DA829BD31F7F}"/>
                </a:ext>
              </a:extLst>
            </p:cNvPr>
            <p:cNvSpPr txBox="1"/>
            <p:nvPr>
              <p:custDataLst>
                <p:tags r:id="rId12"/>
              </p:custDataLst>
            </p:nvPr>
          </p:nvSpPr>
          <p:spPr>
            <a:xfrm>
              <a:off x="6323446" y="1168540"/>
              <a:ext cx="597877" cy="523220"/>
            </a:xfrm>
            <a:prstGeom prst="rect">
              <a:avLst/>
            </a:prstGeom>
            <a:noFill/>
          </p:spPr>
          <p:txBody>
            <a:bodyPr wrap="square" rtlCol="0">
              <a:spAutoFit/>
            </a:bodyPr>
            <a:lstStyle/>
            <a:p>
              <a:pPr>
                <a:defRPr/>
              </a:pPr>
              <a:r>
                <a:rPr lang="en-US" altLang="zh-CN" sz="2800" dirty="0">
                  <a:solidFill>
                    <a:srgbClr val="FFFFFF"/>
                  </a:solidFill>
                  <a:latin typeface="Impact" panose="020B0806030902050204" pitchFamily="34" charset="0"/>
                </a:rPr>
                <a:t>05</a:t>
              </a:r>
              <a:endParaRPr lang="zh-CN" altLang="en-US" sz="2800" dirty="0">
                <a:solidFill>
                  <a:srgbClr val="FFFFFF"/>
                </a:solidFill>
                <a:latin typeface="Impact" panose="020B0806030902050204" pitchFamily="34" charset="0"/>
              </a:endParaRPr>
            </a:p>
          </p:txBody>
        </p:sp>
      </p:grpSp>
      <p:cxnSp>
        <p:nvCxnSpPr>
          <p:cNvPr id="19" name="直接连接符 18">
            <a:extLst>
              <a:ext uri="{FF2B5EF4-FFF2-40B4-BE49-F238E27FC236}">
                <a16:creationId xmlns:a16="http://schemas.microsoft.com/office/drawing/2014/main" id="{3FD653F3-D0FF-CB20-FA1A-126BF45D778B}"/>
              </a:ext>
            </a:extLst>
          </p:cNvPr>
          <p:cNvCxnSpPr>
            <a:cxnSpLocks/>
          </p:cNvCxnSpPr>
          <p:nvPr>
            <p:custDataLst>
              <p:tags r:id="rId7"/>
            </p:custDataLst>
          </p:nvPr>
        </p:nvCxnSpPr>
        <p:spPr>
          <a:xfrm>
            <a:off x="6876549" y="4529915"/>
            <a:ext cx="4031771" cy="0"/>
          </a:xfrm>
          <a:prstGeom prst="line">
            <a:avLst/>
          </a:prstGeom>
          <a:ln w="12700">
            <a:solidFill>
              <a:schemeClr val="accent1">
                <a:alpha val="85000"/>
              </a:schemeClr>
            </a:solidFill>
          </a:ln>
        </p:spPr>
        <p:style>
          <a:lnRef idx="1">
            <a:schemeClr val="accent1"/>
          </a:lnRef>
          <a:fillRef idx="0">
            <a:schemeClr val="accent1"/>
          </a:fillRef>
          <a:effectRef idx="0">
            <a:schemeClr val="accent1"/>
          </a:effectRef>
          <a:fontRef idx="minor">
            <a:schemeClr val="tx1"/>
          </a:fontRef>
        </p:style>
      </p:cxnSp>
      <p:cxnSp>
        <p:nvCxnSpPr>
          <p:cNvPr id="20" name="直接连接符 19">
            <a:extLst>
              <a:ext uri="{FF2B5EF4-FFF2-40B4-BE49-F238E27FC236}">
                <a16:creationId xmlns:a16="http://schemas.microsoft.com/office/drawing/2014/main" id="{6BCCAE1B-7E24-682B-2059-E862BDD14CB6}"/>
              </a:ext>
            </a:extLst>
          </p:cNvPr>
          <p:cNvCxnSpPr>
            <a:cxnSpLocks/>
          </p:cNvCxnSpPr>
          <p:nvPr>
            <p:custDataLst>
              <p:tags r:id="rId8"/>
            </p:custDataLst>
          </p:nvPr>
        </p:nvCxnSpPr>
        <p:spPr>
          <a:xfrm>
            <a:off x="6876549" y="5602936"/>
            <a:ext cx="4031771" cy="0"/>
          </a:xfrm>
          <a:prstGeom prst="line">
            <a:avLst/>
          </a:prstGeom>
          <a:ln w="12700">
            <a:solidFill>
              <a:schemeClr val="accent1">
                <a:alpha val="85000"/>
              </a:schemeClr>
            </a:solidFill>
          </a:ln>
        </p:spPr>
        <p:style>
          <a:lnRef idx="1">
            <a:schemeClr val="accent1"/>
          </a:lnRef>
          <a:fillRef idx="0">
            <a:schemeClr val="accent1"/>
          </a:fillRef>
          <a:effectRef idx="0">
            <a:schemeClr val="accent1"/>
          </a:effectRef>
          <a:fontRef idx="minor">
            <a:schemeClr val="tx1"/>
          </a:fontRef>
        </p:style>
      </p:cxnSp>
      <p:sp>
        <p:nvSpPr>
          <p:cNvPr id="21" name="文本框 9">
            <a:extLst>
              <a:ext uri="{FF2B5EF4-FFF2-40B4-BE49-F238E27FC236}">
                <a16:creationId xmlns:a16="http://schemas.microsoft.com/office/drawing/2014/main" id="{E872094E-77BC-95E1-BEA5-B4BEE8291C39}"/>
              </a:ext>
            </a:extLst>
          </p:cNvPr>
          <p:cNvSpPr txBox="1"/>
          <p:nvPr>
            <p:custDataLst>
              <p:tags r:id="rId9"/>
            </p:custDataLst>
          </p:nvPr>
        </p:nvSpPr>
        <p:spPr>
          <a:xfrm>
            <a:off x="6785848" y="3936624"/>
            <a:ext cx="3102566" cy="461665"/>
          </a:xfrm>
          <a:prstGeom prst="rect">
            <a:avLst/>
          </a:prstGeom>
          <a:noFill/>
        </p:spPr>
        <p:txBody>
          <a:bodyPr wrap="square" rtlCol="0">
            <a:spAutoFit/>
          </a:bodyPr>
          <a:lstStyle/>
          <a:p>
            <a:pPr>
              <a:defRPr/>
            </a:pPr>
            <a:r>
              <a:rPr lang="zh-CN" altLang="en-US" sz="2400" b="1" dirty="0">
                <a:latin typeface="微软雅黑" panose="020B0503020204020204" pitchFamily="34" charset="-122"/>
              </a:rPr>
              <a:t>实验验证</a:t>
            </a:r>
          </a:p>
        </p:txBody>
      </p:sp>
      <p:sp>
        <p:nvSpPr>
          <p:cNvPr id="24" name="文本框 9">
            <a:extLst>
              <a:ext uri="{FF2B5EF4-FFF2-40B4-BE49-F238E27FC236}">
                <a16:creationId xmlns:a16="http://schemas.microsoft.com/office/drawing/2014/main" id="{1CA12A54-BF74-8D74-A8B1-22BEA8B71999}"/>
              </a:ext>
            </a:extLst>
          </p:cNvPr>
          <p:cNvSpPr txBox="1"/>
          <p:nvPr>
            <p:custDataLst>
              <p:tags r:id="rId10"/>
            </p:custDataLst>
          </p:nvPr>
        </p:nvSpPr>
        <p:spPr>
          <a:xfrm>
            <a:off x="6785848" y="5004032"/>
            <a:ext cx="3102566" cy="461665"/>
          </a:xfrm>
          <a:prstGeom prst="rect">
            <a:avLst/>
          </a:prstGeom>
          <a:noFill/>
        </p:spPr>
        <p:txBody>
          <a:bodyPr wrap="square" rtlCol="0">
            <a:spAutoFit/>
          </a:bodyPr>
          <a:lstStyle/>
          <a:p>
            <a:pPr>
              <a:defRPr/>
            </a:pPr>
            <a:r>
              <a:rPr lang="zh-CN" altLang="en-US" sz="2400" b="1" dirty="0">
                <a:latin typeface="微软雅黑" panose="020B0503020204020204" pitchFamily="34" charset="-122"/>
              </a:rPr>
              <a:t>看法</a:t>
            </a: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69E5F229-020B-16C2-60E1-A0A11CF80DFA}"/>
              </a:ext>
            </a:extLst>
          </p:cNvPr>
          <p:cNvSpPr txBox="1"/>
          <p:nvPr/>
        </p:nvSpPr>
        <p:spPr>
          <a:xfrm>
            <a:off x="3228624" y="2840363"/>
            <a:ext cx="6230335" cy="707886"/>
          </a:xfrm>
          <a:prstGeom prst="rect">
            <a:avLst/>
          </a:prstGeom>
          <a:noFill/>
        </p:spPr>
        <p:txBody>
          <a:bodyPr wrap="square" rtlCol="0">
            <a:spAutoFit/>
          </a:bodyPr>
          <a:lstStyle/>
          <a:p>
            <a:pPr algn="ctr">
              <a:defRPr/>
            </a:pPr>
            <a:r>
              <a:rPr lang="en-US" altLang="zh-CN" sz="4000" b="1" dirty="0">
                <a:solidFill>
                  <a:schemeClr val="accent2"/>
                </a:solidFill>
                <a:latin typeface="微软雅黑" panose="020B0503020204020204" pitchFamily="34" charset="-122"/>
              </a:rPr>
              <a:t>SEA-RAFT</a:t>
            </a:r>
            <a:r>
              <a:rPr lang="zh-CN" altLang="en-US" sz="4000" b="1" dirty="0">
                <a:solidFill>
                  <a:schemeClr val="accent2"/>
                </a:solidFill>
                <a:latin typeface="微软雅黑" panose="020B0503020204020204" pitchFamily="34" charset="-122"/>
              </a:rPr>
              <a:t>的目的</a:t>
            </a:r>
          </a:p>
        </p:txBody>
      </p:sp>
    </p:spTree>
    <p:extLst>
      <p:ext uri="{BB962C8B-B14F-4D97-AF65-F5344CB8AC3E}">
        <p14:creationId xmlns:p14="http://schemas.microsoft.com/office/powerpoint/2010/main" val="3478185925"/>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矩形 13"/>
          <p:cNvSpPr/>
          <p:nvPr/>
        </p:nvSpPr>
        <p:spPr>
          <a:xfrm>
            <a:off x="9581515" y="1037590"/>
            <a:ext cx="509270" cy="287401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3" name="组合 22">
            <a:extLst>
              <a:ext uri="{FF2B5EF4-FFF2-40B4-BE49-F238E27FC236}">
                <a16:creationId xmlns:a16="http://schemas.microsoft.com/office/drawing/2014/main" id="{EC1503F7-1323-12CB-9DC6-AF4449548123}"/>
              </a:ext>
            </a:extLst>
          </p:cNvPr>
          <p:cNvGrpSpPr/>
          <p:nvPr/>
        </p:nvGrpSpPr>
        <p:grpSpPr>
          <a:xfrm>
            <a:off x="666750" y="1335486"/>
            <a:ext cx="10011410" cy="520700"/>
            <a:chOff x="666750" y="1335486"/>
            <a:chExt cx="10011410" cy="520700"/>
          </a:xfrm>
        </p:grpSpPr>
        <p:sp>
          <p:nvSpPr>
            <p:cNvPr id="26" name="矩形 21"/>
            <p:cNvSpPr/>
            <p:nvPr/>
          </p:nvSpPr>
          <p:spPr>
            <a:xfrm>
              <a:off x="3036168" y="1335502"/>
              <a:ext cx="7641992" cy="520684"/>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94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7" name="矩形 3"/>
            <p:cNvSpPr/>
            <p:nvPr/>
          </p:nvSpPr>
          <p:spPr>
            <a:xfrm>
              <a:off x="666750" y="1335486"/>
              <a:ext cx="4410075" cy="520700"/>
            </a:xfrm>
            <a:prstGeom prst="rect">
              <a:avLst/>
            </a:prstGeom>
            <a:solidFill>
              <a:srgbClr val="A630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94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8" name="TextBox 64"/>
            <p:cNvSpPr txBox="1"/>
            <p:nvPr/>
          </p:nvSpPr>
          <p:spPr>
            <a:xfrm>
              <a:off x="718820" y="1419860"/>
              <a:ext cx="2932430" cy="368300"/>
            </a:xfrm>
            <a:prstGeom prst="rect">
              <a:avLst/>
            </a:prstGeom>
            <a:noFill/>
          </p:spPr>
          <p:txBody>
            <a:bodyPr wrap="square" rtlCol="0">
              <a:spAutoFit/>
            </a:bodyPr>
            <a:lstStyle/>
            <a:p>
              <a:pPr algn="ctr"/>
              <a:r>
                <a:rPr lang="zh-CN" altLang="en-US" b="1" u="sng" dirty="0">
                  <a:solidFill>
                    <a:schemeClr val="bg1"/>
                  </a:solidFill>
                  <a:latin typeface="+mj-ea"/>
                  <a:ea typeface="+mj-ea"/>
                  <a:cs typeface="+mn-ea"/>
                  <a:sym typeface="Arial" panose="020B0604020202020204" pitchFamily="34" charset="0"/>
                </a:rPr>
                <a:t>基本概念</a:t>
              </a:r>
            </a:p>
          </p:txBody>
        </p:sp>
      </p:grpSp>
      <p:grpSp>
        <p:nvGrpSpPr>
          <p:cNvPr id="22" name="组合 21">
            <a:extLst>
              <a:ext uri="{FF2B5EF4-FFF2-40B4-BE49-F238E27FC236}">
                <a16:creationId xmlns:a16="http://schemas.microsoft.com/office/drawing/2014/main" id="{648E3F34-6CFA-85D5-E526-DEA248DEE627}"/>
              </a:ext>
            </a:extLst>
          </p:cNvPr>
          <p:cNvGrpSpPr/>
          <p:nvPr/>
        </p:nvGrpSpPr>
        <p:grpSpPr>
          <a:xfrm>
            <a:off x="598472" y="831554"/>
            <a:ext cx="3404568" cy="402590"/>
            <a:chOff x="598472" y="831554"/>
            <a:chExt cx="3404568" cy="402590"/>
          </a:xfrm>
        </p:grpSpPr>
        <p:cxnSp>
          <p:nvCxnSpPr>
            <p:cNvPr id="19" name="直接连接符 18"/>
            <p:cNvCxnSpPr/>
            <p:nvPr/>
          </p:nvCxnSpPr>
          <p:spPr>
            <a:xfrm flipV="1">
              <a:off x="598472" y="1195628"/>
              <a:ext cx="3043167" cy="1515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2" name="TextBox 6"/>
            <p:cNvSpPr txBox="1"/>
            <p:nvPr/>
          </p:nvSpPr>
          <p:spPr>
            <a:xfrm>
              <a:off x="813103" y="831554"/>
              <a:ext cx="3189937" cy="402590"/>
            </a:xfrm>
            <a:prstGeom prst="rect">
              <a:avLst/>
            </a:prstGeom>
            <a:noFill/>
          </p:spPr>
          <p:txBody>
            <a:bodyPr wrap="square" lIns="0" tIns="48000" rIns="0" bIns="48000" rtlCol="0">
              <a:spAutoFit/>
            </a:bodyPr>
            <a:lstStyle/>
            <a:p>
              <a:r>
                <a:rPr lang="zh-CN" altLang="en-US" sz="2000" b="1" dirty="0">
                  <a:solidFill>
                    <a:schemeClr val="tx1">
                      <a:lumMod val="65000"/>
                      <a:lumOff val="35000"/>
                    </a:schemeClr>
                  </a:solidFill>
                  <a:latin typeface="微软雅黑" panose="020B0503020204020204" pitchFamily="34" charset="-122"/>
                  <a:ea typeface="微软雅黑" panose="020B0503020204020204" pitchFamily="34" charset="-122"/>
                </a:rPr>
                <a:t>一、</a:t>
              </a:r>
              <a:r>
                <a:rPr lang="en-US" altLang="zh-CN" sz="2000" b="1" dirty="0">
                  <a:solidFill>
                    <a:schemeClr val="tx1">
                      <a:lumMod val="65000"/>
                      <a:lumOff val="35000"/>
                    </a:schemeClr>
                  </a:solidFill>
                  <a:latin typeface="微软雅黑" panose="020B0503020204020204" pitchFamily="34" charset="-122"/>
                  <a:ea typeface="微软雅黑" panose="020B0503020204020204" pitchFamily="34" charset="-122"/>
                </a:rPr>
                <a:t>SEA-RAFT</a:t>
              </a:r>
              <a:r>
                <a:rPr lang="zh-CN" altLang="en-US" sz="2000" b="1" dirty="0">
                  <a:solidFill>
                    <a:schemeClr val="tx1">
                      <a:lumMod val="65000"/>
                      <a:lumOff val="35000"/>
                    </a:schemeClr>
                  </a:solidFill>
                  <a:latin typeface="微软雅黑" panose="020B0503020204020204" pitchFamily="34" charset="-122"/>
                  <a:ea typeface="微软雅黑" panose="020B0503020204020204" pitchFamily="34" charset="-122"/>
                </a:rPr>
                <a:t>的目的</a:t>
              </a:r>
            </a:p>
          </p:txBody>
        </p:sp>
      </p:grpSp>
      <p:sp>
        <p:nvSpPr>
          <p:cNvPr id="2" name="文本框 1">
            <a:extLst>
              <a:ext uri="{FF2B5EF4-FFF2-40B4-BE49-F238E27FC236}">
                <a16:creationId xmlns:a16="http://schemas.microsoft.com/office/drawing/2014/main" id="{E0B257DD-3ACA-741F-72D7-1CC644E8FDD6}"/>
              </a:ext>
            </a:extLst>
          </p:cNvPr>
          <p:cNvSpPr txBox="1"/>
          <p:nvPr/>
        </p:nvSpPr>
        <p:spPr>
          <a:xfrm>
            <a:off x="666750" y="2240127"/>
            <a:ext cx="9135999" cy="1287532"/>
          </a:xfrm>
          <a:prstGeom prst="rect">
            <a:avLst/>
          </a:prstGeom>
          <a:noFill/>
        </p:spPr>
        <p:txBody>
          <a:bodyPr wrap="square" rtlCol="0">
            <a:spAutoFit/>
          </a:bodyPr>
          <a:lstStyle/>
          <a:p>
            <a:pPr indent="457200">
              <a:lnSpc>
                <a:spcPct val="150000"/>
              </a:lnSpc>
            </a:pPr>
            <a:r>
              <a:rPr lang="zh-CN" altLang="en-US" b="1" dirty="0">
                <a:solidFill>
                  <a:srgbClr val="000000"/>
                </a:solidFill>
                <a:latin typeface="-apple-system"/>
              </a:rPr>
              <a:t>光流</a:t>
            </a:r>
            <a:r>
              <a:rPr lang="en-US" altLang="zh-CN" b="1" dirty="0">
                <a:solidFill>
                  <a:srgbClr val="000000"/>
                </a:solidFill>
                <a:latin typeface="-apple-system"/>
              </a:rPr>
              <a:t>(Optical Flow)</a:t>
            </a:r>
            <a:r>
              <a:rPr lang="zh-CN" altLang="en-US" b="1" dirty="0">
                <a:solidFill>
                  <a:srgbClr val="000000"/>
                </a:solidFill>
                <a:latin typeface="-apple-system"/>
              </a:rPr>
              <a:t>​​ </a:t>
            </a:r>
            <a:r>
              <a:rPr lang="en-US" altLang="zh-CN" b="1" dirty="0">
                <a:solidFill>
                  <a:srgbClr val="000000"/>
                </a:solidFill>
                <a:latin typeface="-apple-system"/>
              </a:rPr>
              <a:t>:</a:t>
            </a:r>
            <a:r>
              <a:rPr lang="zh-CN" altLang="en-US" dirty="0">
                <a:solidFill>
                  <a:srgbClr val="000000"/>
                </a:solidFill>
                <a:latin typeface="-apple-system"/>
              </a:rPr>
              <a:t>是指图像序列中相邻帧之间同一像素点（或区域）的运动信息，具体表现为该像素点在连续帧间的位移方向和速度。</a:t>
            </a:r>
            <a:endParaRPr lang="zh-CN" altLang="en-US" dirty="0"/>
          </a:p>
          <a:p>
            <a:pPr indent="457200">
              <a:lnSpc>
                <a:spcPct val="150000"/>
              </a:lnSpc>
            </a:pPr>
            <a:endParaRPr lang="zh-CN" altLang="en-US" dirty="0"/>
          </a:p>
        </p:txBody>
      </p:sp>
      <p:grpSp>
        <p:nvGrpSpPr>
          <p:cNvPr id="11" name="组合 10">
            <a:extLst>
              <a:ext uri="{FF2B5EF4-FFF2-40B4-BE49-F238E27FC236}">
                <a16:creationId xmlns:a16="http://schemas.microsoft.com/office/drawing/2014/main" id="{00EA5E24-08FC-B7F6-3E47-4900C197BCDC}"/>
              </a:ext>
            </a:extLst>
          </p:cNvPr>
          <p:cNvGrpSpPr/>
          <p:nvPr/>
        </p:nvGrpSpPr>
        <p:grpSpPr>
          <a:xfrm>
            <a:off x="0" y="0"/>
            <a:ext cx="12192000" cy="792000"/>
            <a:chOff x="0" y="0"/>
            <a:chExt cx="12192000" cy="792000"/>
          </a:xfrm>
        </p:grpSpPr>
        <p:sp>
          <p:nvSpPr>
            <p:cNvPr id="74"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dirty="0"/>
            </a:p>
          </p:txBody>
        </p:sp>
        <p:cxnSp>
          <p:nvCxnSpPr>
            <p:cNvPr id="75" name="直接连接符 74"/>
            <p:cNvCxnSpPr>
              <a:cxnSpLocks/>
            </p:cNvCxnSpPr>
            <p:nvPr/>
          </p:nvCxnSpPr>
          <p:spPr>
            <a:xfrm>
              <a:off x="9464907" y="282851"/>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76" name="矩形 75"/>
            <p:cNvSpPr/>
            <p:nvPr/>
          </p:nvSpPr>
          <p:spPr>
            <a:xfrm>
              <a:off x="3231850" y="0"/>
              <a:ext cx="1809364" cy="79200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endParaRPr>
            </a:p>
          </p:txBody>
        </p:sp>
        <p:sp>
          <p:nvSpPr>
            <p:cNvPr id="78" name="TextBox 6"/>
            <p:cNvSpPr txBox="1"/>
            <p:nvPr/>
          </p:nvSpPr>
          <p:spPr>
            <a:xfrm>
              <a:off x="3294055" y="236420"/>
              <a:ext cx="1665999" cy="343159"/>
            </a:xfrm>
            <a:prstGeom prst="rect">
              <a:avLst/>
            </a:prstGeom>
            <a:noFill/>
          </p:spPr>
          <p:txBody>
            <a:bodyPr wrap="square" lIns="0" tIns="48000" rIns="0" bIns="48000" rtlCol="0">
              <a:spAutoFit/>
            </a:bodyPr>
            <a:lstStyle/>
            <a:p>
              <a:pPr algn="ctr"/>
              <a:r>
                <a:rPr lang="en-US" altLang="zh-CN" sz="1600" b="1" dirty="0">
                  <a:solidFill>
                    <a:schemeClr val="bg1"/>
                  </a:solidFill>
                  <a:latin typeface="微软雅黑" panose="020B0503020204020204" pitchFamily="34" charset="-122"/>
                  <a:ea typeface="微软雅黑" panose="020B0503020204020204" pitchFamily="34" charset="-122"/>
                </a:rPr>
                <a:t>SEA-RAFT</a:t>
              </a:r>
              <a:r>
                <a:rPr lang="zh-CN" altLang="en-US" sz="1600" b="1" dirty="0">
                  <a:solidFill>
                    <a:schemeClr val="bg1"/>
                  </a:solidFill>
                  <a:latin typeface="微软雅黑" panose="020B0503020204020204" pitchFamily="34" charset="-122"/>
                  <a:ea typeface="微软雅黑" panose="020B0503020204020204" pitchFamily="34" charset="-122"/>
                </a:rPr>
                <a:t>的目的</a:t>
              </a:r>
            </a:p>
          </p:txBody>
        </p:sp>
        <p:sp>
          <p:nvSpPr>
            <p:cNvPr id="79" name="TextBox 7"/>
            <p:cNvSpPr txBox="1"/>
            <p:nvPr/>
          </p:nvSpPr>
          <p:spPr>
            <a:xfrm>
              <a:off x="5270217" y="236420"/>
              <a:ext cx="1502091"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pitchFamily="34" charset="-122"/>
                  <a:ea typeface="微软雅黑" panose="020B0503020204020204" pitchFamily="34" charset="-122"/>
                </a:rPr>
                <a:t>采取的解决方案</a:t>
              </a:r>
            </a:p>
          </p:txBody>
        </p:sp>
        <p:sp>
          <p:nvSpPr>
            <p:cNvPr id="81" name="TextBox 10"/>
            <p:cNvSpPr txBox="1"/>
            <p:nvPr/>
          </p:nvSpPr>
          <p:spPr>
            <a:xfrm>
              <a:off x="7373388" y="236420"/>
              <a:ext cx="1893714"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pitchFamily="34" charset="-122"/>
                  <a:ea typeface="微软雅黑" panose="020B0503020204020204" pitchFamily="34" charset="-122"/>
                </a:rPr>
                <a:t>选择这种方法的缘由</a:t>
              </a:r>
            </a:p>
          </p:txBody>
        </p:sp>
        <p:cxnSp>
          <p:nvCxnSpPr>
            <p:cNvPr id="83" name="直接连接符 82"/>
            <p:cNvCxnSpPr>
              <a:cxnSpLocks/>
            </p:cNvCxnSpPr>
            <p:nvPr/>
          </p:nvCxnSpPr>
          <p:spPr>
            <a:xfrm>
              <a:off x="7171149" y="282851"/>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88" name="图片 8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8557" y="100193"/>
              <a:ext cx="2184731" cy="630736"/>
            </a:xfrm>
            <a:prstGeom prst="rect">
              <a:avLst/>
            </a:prstGeom>
          </p:spPr>
        </p:pic>
        <p:cxnSp>
          <p:nvCxnSpPr>
            <p:cNvPr id="4" name="直接连接符 3">
              <a:extLst>
                <a:ext uri="{FF2B5EF4-FFF2-40B4-BE49-F238E27FC236}">
                  <a16:creationId xmlns:a16="http://schemas.microsoft.com/office/drawing/2014/main" id="{01D7D364-FD7E-12BC-EBBC-F968D6AE08F7}"/>
                </a:ext>
              </a:extLst>
            </p:cNvPr>
            <p:cNvCxnSpPr>
              <a:cxnSpLocks/>
            </p:cNvCxnSpPr>
            <p:nvPr/>
          </p:nvCxnSpPr>
          <p:spPr>
            <a:xfrm>
              <a:off x="11761897" y="282851"/>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7" name="直接连接符 6">
              <a:extLst>
                <a:ext uri="{FF2B5EF4-FFF2-40B4-BE49-F238E27FC236}">
                  <a16:creationId xmlns:a16="http://schemas.microsoft.com/office/drawing/2014/main" id="{8EB79FCF-34D7-DBA1-067C-236056F42BD6}"/>
                </a:ext>
              </a:extLst>
            </p:cNvPr>
            <p:cNvCxnSpPr>
              <a:cxnSpLocks/>
            </p:cNvCxnSpPr>
            <p:nvPr/>
          </p:nvCxnSpPr>
          <p:spPr>
            <a:xfrm>
              <a:off x="10918888" y="282851"/>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9" name="TextBox 7">
              <a:extLst>
                <a:ext uri="{FF2B5EF4-FFF2-40B4-BE49-F238E27FC236}">
                  <a16:creationId xmlns:a16="http://schemas.microsoft.com/office/drawing/2014/main" id="{CF473A34-D003-2AFB-8562-3A83E5B54281}"/>
                </a:ext>
              </a:extLst>
            </p:cNvPr>
            <p:cNvSpPr txBox="1"/>
            <p:nvPr/>
          </p:nvSpPr>
          <p:spPr>
            <a:xfrm>
              <a:off x="9626117" y="236420"/>
              <a:ext cx="1121401"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pitchFamily="34" charset="-122"/>
                  <a:ea typeface="微软雅黑" panose="020B0503020204020204" pitchFamily="34" charset="-122"/>
                </a:rPr>
                <a:t>实验验证</a:t>
              </a:r>
            </a:p>
          </p:txBody>
        </p:sp>
        <p:sp>
          <p:nvSpPr>
            <p:cNvPr id="10" name="TextBox 7">
              <a:extLst>
                <a:ext uri="{FF2B5EF4-FFF2-40B4-BE49-F238E27FC236}">
                  <a16:creationId xmlns:a16="http://schemas.microsoft.com/office/drawing/2014/main" id="{C21DECB0-855C-766F-BDA9-79CA090C58A8}"/>
                </a:ext>
              </a:extLst>
            </p:cNvPr>
            <p:cNvSpPr txBox="1"/>
            <p:nvPr/>
          </p:nvSpPr>
          <p:spPr>
            <a:xfrm>
              <a:off x="10995166" y="236420"/>
              <a:ext cx="705374"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pitchFamily="34" charset="-122"/>
                  <a:ea typeface="微软雅黑" panose="020B0503020204020204" pitchFamily="34" charset="-122"/>
                </a:rPr>
                <a:t>看法</a:t>
              </a:r>
            </a:p>
          </p:txBody>
        </p:sp>
      </p:grpSp>
      <p:sp>
        <p:nvSpPr>
          <p:cNvPr id="17" name="文本框 16">
            <a:extLst>
              <a:ext uri="{FF2B5EF4-FFF2-40B4-BE49-F238E27FC236}">
                <a16:creationId xmlns:a16="http://schemas.microsoft.com/office/drawing/2014/main" id="{15910DCA-CF65-10A3-4226-47FA8DADBE06}"/>
              </a:ext>
            </a:extLst>
          </p:cNvPr>
          <p:cNvSpPr txBox="1"/>
          <p:nvPr/>
        </p:nvSpPr>
        <p:spPr>
          <a:xfrm>
            <a:off x="666750" y="3392534"/>
            <a:ext cx="9188069" cy="463075"/>
          </a:xfrm>
          <a:prstGeom prst="rect">
            <a:avLst/>
          </a:prstGeom>
          <a:noFill/>
        </p:spPr>
        <p:txBody>
          <a:bodyPr wrap="square" rtlCol="0">
            <a:spAutoFit/>
          </a:bodyPr>
          <a:lstStyle/>
          <a:p>
            <a:pPr indent="457200">
              <a:lnSpc>
                <a:spcPct val="150000"/>
              </a:lnSpc>
            </a:pPr>
            <a:r>
              <a:rPr lang="zh-CN" altLang="en-US" b="1" dirty="0">
                <a:solidFill>
                  <a:srgbClr val="000000"/>
                </a:solidFill>
                <a:latin typeface="-apple-system"/>
              </a:rPr>
              <a:t>相关性体积</a:t>
            </a:r>
            <a:r>
              <a:rPr lang="en-US" altLang="zh-CN" b="1" dirty="0">
                <a:solidFill>
                  <a:srgbClr val="000000"/>
                </a:solidFill>
                <a:latin typeface="-apple-system"/>
              </a:rPr>
              <a:t>:</a:t>
            </a:r>
            <a:r>
              <a:rPr lang="zh-CN" altLang="en-US" dirty="0">
                <a:solidFill>
                  <a:srgbClr val="000000"/>
                </a:solidFill>
                <a:latin typeface="-apple-system"/>
              </a:rPr>
              <a:t>是一个</a:t>
            </a:r>
            <a:r>
              <a:rPr lang="en-US" altLang="zh-CN" dirty="0">
                <a:solidFill>
                  <a:srgbClr val="000000"/>
                </a:solidFill>
                <a:latin typeface="-apple-system"/>
              </a:rPr>
              <a:t>4D</a:t>
            </a:r>
            <a:r>
              <a:rPr lang="zh-CN" altLang="en-US" dirty="0">
                <a:solidFill>
                  <a:srgbClr val="000000"/>
                </a:solidFill>
                <a:latin typeface="-apple-system"/>
              </a:rPr>
              <a:t>张量，用于量化两幅图像特征图中每个像素位置之间的相似度。</a:t>
            </a:r>
            <a:endParaRPr lang="zh-CN" altLang="en-US" dirty="0"/>
          </a:p>
        </p:txBody>
      </p:sp>
      <p:sp>
        <p:nvSpPr>
          <p:cNvPr id="20" name="文本框 19">
            <a:extLst>
              <a:ext uri="{FF2B5EF4-FFF2-40B4-BE49-F238E27FC236}">
                <a16:creationId xmlns:a16="http://schemas.microsoft.com/office/drawing/2014/main" id="{DF8CA5AA-C3C5-7567-12EB-D3EBBC65B495}"/>
              </a:ext>
            </a:extLst>
          </p:cNvPr>
          <p:cNvSpPr txBox="1"/>
          <p:nvPr/>
        </p:nvSpPr>
        <p:spPr>
          <a:xfrm>
            <a:off x="1149903" y="4079901"/>
            <a:ext cx="7160977" cy="1200329"/>
          </a:xfrm>
          <a:prstGeom prst="rect">
            <a:avLst/>
          </a:prstGeom>
          <a:noFill/>
        </p:spPr>
        <p:txBody>
          <a:bodyPr wrap="square">
            <a:spAutoFit/>
          </a:bodyPr>
          <a:lstStyle/>
          <a:p>
            <a:r>
              <a:rPr lang="zh-CN" altLang="en-US" b="1" dirty="0">
                <a:solidFill>
                  <a:srgbClr val="0F1115"/>
                </a:solidFill>
                <a:latin typeface="quote-cjk-patch"/>
              </a:rPr>
              <a:t>计算过程</a:t>
            </a:r>
            <a:r>
              <a:rPr lang="zh-CN" altLang="en-US" dirty="0">
                <a:solidFill>
                  <a:srgbClr val="0F1115"/>
                </a:solidFill>
                <a:latin typeface="quote-cjk-patch"/>
              </a:rPr>
              <a:t>：</a:t>
            </a:r>
            <a:endParaRPr lang="en-US" altLang="zh-CN" b="0" i="0" dirty="0">
              <a:solidFill>
                <a:srgbClr val="0F1115"/>
              </a:solidFill>
              <a:effectLst/>
              <a:latin typeface="quote-cjk-patch"/>
            </a:endParaRPr>
          </a:p>
          <a:p>
            <a:r>
              <a:rPr lang="en-US" altLang="zh-CN" i="0" dirty="0">
                <a:solidFill>
                  <a:srgbClr val="0F1115"/>
                </a:solidFill>
                <a:effectLst/>
                <a:latin typeface="quote-cjk-patch"/>
              </a:rPr>
              <a:t>1. </a:t>
            </a:r>
            <a:r>
              <a:rPr lang="zh-CN" altLang="en-US" i="0" dirty="0">
                <a:solidFill>
                  <a:srgbClr val="0F1115"/>
                </a:solidFill>
                <a:effectLst/>
                <a:latin typeface="quote-cjk-patch"/>
              </a:rPr>
              <a:t>特征提取得到</a:t>
            </a:r>
            <a:r>
              <a:rPr lang="en-US" altLang="zh-CN" i="0" dirty="0">
                <a:solidFill>
                  <a:srgbClr val="0F1115"/>
                </a:solidFill>
                <a:effectLst/>
                <a:latin typeface="quote-cjk-patch"/>
              </a:rPr>
              <a:t>F1</a:t>
            </a:r>
            <a:r>
              <a:rPr lang="zh-CN" altLang="en-US" i="0" dirty="0">
                <a:solidFill>
                  <a:srgbClr val="0F1115"/>
                </a:solidFill>
                <a:effectLst/>
                <a:latin typeface="quote-cjk-patch"/>
              </a:rPr>
              <a:t>和</a:t>
            </a:r>
            <a:r>
              <a:rPr lang="en-US" altLang="zh-CN" i="0" dirty="0">
                <a:solidFill>
                  <a:srgbClr val="0F1115"/>
                </a:solidFill>
                <a:effectLst/>
                <a:latin typeface="quote-cjk-patch"/>
              </a:rPr>
              <a:t>F2</a:t>
            </a:r>
            <a:r>
              <a:rPr lang="zh-CN" altLang="en-US" i="0" dirty="0">
                <a:solidFill>
                  <a:srgbClr val="0F1115"/>
                </a:solidFill>
                <a:effectLst/>
                <a:latin typeface="quote-cjk-patch"/>
              </a:rPr>
              <a:t>。</a:t>
            </a:r>
            <a:br>
              <a:rPr lang="zh-CN" altLang="en-US" dirty="0"/>
            </a:br>
            <a:r>
              <a:rPr lang="en-US" altLang="zh-CN" i="0" dirty="0">
                <a:solidFill>
                  <a:srgbClr val="0F1115"/>
                </a:solidFill>
                <a:effectLst/>
                <a:latin typeface="quote-cjk-patch"/>
              </a:rPr>
              <a:t>2. </a:t>
            </a:r>
            <a:r>
              <a:rPr lang="zh-CN" altLang="en-US" i="0" dirty="0">
                <a:solidFill>
                  <a:srgbClr val="0F1115"/>
                </a:solidFill>
                <a:effectLst/>
                <a:latin typeface="quote-cjk-patch"/>
              </a:rPr>
              <a:t>通过矩阵乘法</a:t>
            </a:r>
            <a:r>
              <a:rPr lang="zh-CN" altLang="en-US" b="0" i="0" dirty="0">
                <a:solidFill>
                  <a:srgbClr val="0F1115"/>
                </a:solidFill>
                <a:effectLst/>
                <a:latin typeface="quote-cjk-patch"/>
              </a:rPr>
              <a:t>计算所有特征向量对的点积，得到一个</a:t>
            </a:r>
            <a:r>
              <a:rPr lang="en-US" altLang="zh-CN" b="0" i="0" dirty="0">
                <a:solidFill>
                  <a:srgbClr val="0F1115"/>
                </a:solidFill>
                <a:effectLst/>
                <a:latin typeface="quote-cjk-patch"/>
              </a:rPr>
              <a:t>2D</a:t>
            </a:r>
            <a:r>
              <a:rPr lang="zh-CN" altLang="en-US" b="0" i="0" dirty="0">
                <a:solidFill>
                  <a:srgbClr val="0F1115"/>
                </a:solidFill>
                <a:effectLst/>
                <a:latin typeface="quote-cjk-patch"/>
              </a:rPr>
              <a:t>相似度矩阵。</a:t>
            </a:r>
            <a:br>
              <a:rPr lang="zh-CN" altLang="en-US" dirty="0"/>
            </a:br>
            <a:r>
              <a:rPr lang="en-US" altLang="zh-CN" i="0" dirty="0">
                <a:solidFill>
                  <a:srgbClr val="0F1115"/>
                </a:solidFill>
                <a:effectLst/>
                <a:latin typeface="quote-cjk-patch"/>
              </a:rPr>
              <a:t>3. </a:t>
            </a:r>
            <a:r>
              <a:rPr lang="zh-CN" altLang="en-US" i="0" dirty="0">
                <a:solidFill>
                  <a:srgbClr val="0F1115"/>
                </a:solidFill>
                <a:effectLst/>
                <a:latin typeface="quote-cjk-patch"/>
              </a:rPr>
              <a:t>重塑</a:t>
            </a:r>
            <a:r>
              <a:rPr lang="zh-CN" altLang="en-US" b="0" i="0" dirty="0">
                <a:solidFill>
                  <a:srgbClr val="0F1115"/>
                </a:solidFill>
                <a:effectLst/>
                <a:latin typeface="quote-cjk-patch"/>
              </a:rPr>
              <a:t>这个</a:t>
            </a:r>
            <a:r>
              <a:rPr lang="en-US" altLang="zh-CN" b="0" i="0" dirty="0">
                <a:solidFill>
                  <a:srgbClr val="0F1115"/>
                </a:solidFill>
                <a:effectLst/>
                <a:latin typeface="quote-cjk-patch"/>
              </a:rPr>
              <a:t>2D</a:t>
            </a:r>
            <a:r>
              <a:rPr lang="zh-CN" altLang="en-US" b="0" i="0" dirty="0">
                <a:solidFill>
                  <a:srgbClr val="0F1115"/>
                </a:solidFill>
                <a:effectLst/>
                <a:latin typeface="quote-cjk-patch"/>
              </a:rPr>
              <a:t>矩阵为</a:t>
            </a:r>
            <a:r>
              <a:rPr lang="en-US" altLang="zh-CN" b="0" i="0" dirty="0">
                <a:solidFill>
                  <a:srgbClr val="0F1115"/>
                </a:solidFill>
                <a:effectLst/>
                <a:latin typeface="quote-cjk-patch"/>
              </a:rPr>
              <a:t>4D</a:t>
            </a:r>
            <a:r>
              <a:rPr lang="zh-CN" altLang="en-US" b="0" i="0" dirty="0">
                <a:solidFill>
                  <a:srgbClr val="0F1115"/>
                </a:solidFill>
                <a:effectLst/>
                <a:latin typeface="quote-cjk-patch"/>
              </a:rPr>
              <a:t>张量 </a:t>
            </a:r>
            <a:r>
              <a:rPr lang="en-US" altLang="zh-CN" b="0" dirty="0">
                <a:solidFill>
                  <a:srgbClr val="0F1115"/>
                </a:solidFill>
                <a:effectLst/>
                <a:latin typeface="Menlo"/>
              </a:rPr>
              <a:t>(H1, W1, H2, W2)</a:t>
            </a:r>
            <a:endParaRPr lang="zh-CN" altLang="en-US" dirty="0"/>
          </a:p>
        </p:txBody>
      </p:sp>
      <p:sp>
        <p:nvSpPr>
          <p:cNvPr id="21" name="文本框 20">
            <a:extLst>
              <a:ext uri="{FF2B5EF4-FFF2-40B4-BE49-F238E27FC236}">
                <a16:creationId xmlns:a16="http://schemas.microsoft.com/office/drawing/2014/main" id="{15BBA414-EF23-ED26-69C0-93D085A62FC6}"/>
              </a:ext>
            </a:extLst>
          </p:cNvPr>
          <p:cNvSpPr txBox="1"/>
          <p:nvPr/>
        </p:nvSpPr>
        <p:spPr>
          <a:xfrm>
            <a:off x="8812027" y="4301849"/>
            <a:ext cx="2749580" cy="1754326"/>
          </a:xfrm>
          <a:prstGeom prst="rect">
            <a:avLst/>
          </a:prstGeom>
          <a:noFill/>
        </p:spPr>
        <p:txBody>
          <a:bodyPr wrap="square" rtlCol="0">
            <a:spAutoFit/>
          </a:bodyPr>
          <a:lstStyle/>
          <a:p>
            <a:r>
              <a:rPr lang="en-US" altLang="zh-CN" dirty="0"/>
              <a:t>F1:</a:t>
            </a:r>
            <a:r>
              <a:rPr lang="zh-CN" altLang="en-US" dirty="0"/>
              <a:t>图一的特征图</a:t>
            </a:r>
            <a:endParaRPr lang="en-US" altLang="zh-CN" dirty="0"/>
          </a:p>
          <a:p>
            <a:r>
              <a:rPr lang="en-US" altLang="zh-CN" dirty="0"/>
              <a:t>F2:</a:t>
            </a:r>
            <a:r>
              <a:rPr lang="zh-CN" altLang="en-US" dirty="0"/>
              <a:t>图二的特征图</a:t>
            </a:r>
          </a:p>
          <a:p>
            <a:r>
              <a:rPr lang="en-US" altLang="zh-CN" b="1" dirty="0"/>
              <a:t>H1</a:t>
            </a:r>
            <a:r>
              <a:rPr lang="zh-CN" altLang="en-US" b="1" dirty="0"/>
              <a:t>、</a:t>
            </a:r>
            <a:r>
              <a:rPr lang="en-US" altLang="zh-CN" b="1" dirty="0"/>
              <a:t>W1</a:t>
            </a:r>
            <a:r>
              <a:rPr lang="zh-CN" altLang="en-US" dirty="0"/>
              <a:t>： 这代表第一张图片的空间尺寸</a:t>
            </a:r>
            <a:endParaRPr lang="en-US" altLang="zh-CN" dirty="0"/>
          </a:p>
          <a:p>
            <a:r>
              <a:rPr lang="en-US" altLang="zh-CN" b="1" dirty="0"/>
              <a:t>H2</a:t>
            </a:r>
            <a:r>
              <a:rPr lang="zh-CN" altLang="en-US" b="1" dirty="0"/>
              <a:t>、</a:t>
            </a:r>
            <a:r>
              <a:rPr lang="en-US" altLang="zh-CN" b="1" dirty="0"/>
              <a:t>W2</a:t>
            </a:r>
            <a:r>
              <a:rPr lang="zh-CN" altLang="en-US" dirty="0"/>
              <a:t>： 这代表第二张图片的空间尺寸</a:t>
            </a:r>
            <a:endParaRPr lang="en-US" altLang="zh-CN" dirty="0"/>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3A3890-099A-2B2A-4C70-C35E0B9777C5}"/>
            </a:ext>
          </a:extLst>
        </p:cNvPr>
        <p:cNvGrpSpPr/>
        <p:nvPr/>
      </p:nvGrpSpPr>
      <p:grpSpPr>
        <a:xfrm>
          <a:off x="0" y="0"/>
          <a:ext cx="0" cy="0"/>
          <a:chOff x="0" y="0"/>
          <a:chExt cx="0" cy="0"/>
        </a:xfrm>
      </p:grpSpPr>
      <p:sp>
        <p:nvSpPr>
          <p:cNvPr id="74" name="矩形 4">
            <a:extLst>
              <a:ext uri="{FF2B5EF4-FFF2-40B4-BE49-F238E27FC236}">
                <a16:creationId xmlns:a16="http://schemas.microsoft.com/office/drawing/2014/main" id="{815D5F95-08F2-0870-09EA-05BB9EBCE79F}"/>
              </a:ext>
            </a:extLst>
          </p:cNvPr>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p>
        </p:txBody>
      </p:sp>
      <p:cxnSp>
        <p:nvCxnSpPr>
          <p:cNvPr id="75" name="直接连接符 74">
            <a:extLst>
              <a:ext uri="{FF2B5EF4-FFF2-40B4-BE49-F238E27FC236}">
                <a16:creationId xmlns:a16="http://schemas.microsoft.com/office/drawing/2014/main" id="{713E96CF-6E9D-211A-763F-1896368440F7}"/>
              </a:ext>
            </a:extLst>
          </p:cNvPr>
          <p:cNvCxnSpPr/>
          <p:nvPr/>
        </p:nvCxnSpPr>
        <p:spPr>
          <a:xfrm>
            <a:off x="8165257"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76" name="矩形 75">
            <a:extLst>
              <a:ext uri="{FF2B5EF4-FFF2-40B4-BE49-F238E27FC236}">
                <a16:creationId xmlns:a16="http://schemas.microsoft.com/office/drawing/2014/main" id="{01779228-6365-7CC0-6C07-7D8891FE6D13}"/>
              </a:ext>
            </a:extLst>
          </p:cNvPr>
          <p:cNvSpPr/>
          <p:nvPr/>
        </p:nvSpPr>
        <p:spPr>
          <a:xfrm>
            <a:off x="3231850" y="0"/>
            <a:ext cx="1666001" cy="79200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endParaRPr>
          </a:p>
        </p:txBody>
      </p:sp>
      <p:sp>
        <p:nvSpPr>
          <p:cNvPr id="78" name="TextBox 6">
            <a:extLst>
              <a:ext uri="{FF2B5EF4-FFF2-40B4-BE49-F238E27FC236}">
                <a16:creationId xmlns:a16="http://schemas.microsoft.com/office/drawing/2014/main" id="{D6BF466E-3F18-86CF-F08E-889C5DDD83DF}"/>
              </a:ext>
            </a:extLst>
          </p:cNvPr>
          <p:cNvSpPr txBox="1"/>
          <p:nvPr/>
        </p:nvSpPr>
        <p:spPr>
          <a:xfrm>
            <a:off x="3374949" y="215903"/>
            <a:ext cx="1344000" cy="340995"/>
          </a:xfrm>
          <a:prstGeom prst="rect">
            <a:avLst/>
          </a:prstGeom>
          <a:noFill/>
        </p:spPr>
        <p:txBody>
          <a:bodyPr wrap="square" lIns="0" tIns="48000" rIns="0" bIns="48000" rtlCol="0">
            <a:spAutoFit/>
          </a:bodyPr>
          <a:lstStyle/>
          <a:p>
            <a:pPr algn="ctr"/>
            <a:r>
              <a:rPr lang="en-US" altLang="zh-CN" sz="1600" b="1" dirty="0">
                <a:solidFill>
                  <a:schemeClr val="bg1"/>
                </a:solidFill>
                <a:latin typeface="微软雅黑" panose="020B0503020204020204" pitchFamily="34" charset="-122"/>
                <a:ea typeface="微软雅黑" panose="020B0503020204020204" pitchFamily="34" charset="-122"/>
              </a:rPr>
              <a:t>LIBS</a:t>
            </a:r>
            <a:r>
              <a:rPr lang="zh-CN" altLang="en-US" sz="1600" b="1" dirty="0">
                <a:solidFill>
                  <a:schemeClr val="bg1"/>
                </a:solidFill>
                <a:latin typeface="微软雅黑" panose="020B0503020204020204" pitchFamily="34" charset="-122"/>
                <a:ea typeface="微软雅黑" panose="020B0503020204020204" pitchFamily="34" charset="-122"/>
              </a:rPr>
              <a:t>概述</a:t>
            </a:r>
          </a:p>
        </p:txBody>
      </p:sp>
      <p:sp>
        <p:nvSpPr>
          <p:cNvPr id="79" name="TextBox 7">
            <a:extLst>
              <a:ext uri="{FF2B5EF4-FFF2-40B4-BE49-F238E27FC236}">
                <a16:creationId xmlns:a16="http://schemas.microsoft.com/office/drawing/2014/main" id="{784868C7-6506-0419-025F-106330A601F5}"/>
              </a:ext>
            </a:extLst>
          </p:cNvPr>
          <p:cNvSpPr txBox="1"/>
          <p:nvPr/>
        </p:nvSpPr>
        <p:spPr>
          <a:xfrm>
            <a:off x="5076749" y="215904"/>
            <a:ext cx="1344000" cy="343159"/>
          </a:xfrm>
          <a:prstGeom prst="rect">
            <a:avLst/>
          </a:prstGeom>
          <a:noFill/>
        </p:spPr>
        <p:txBody>
          <a:bodyPr wrap="square" lIns="0" tIns="48000" rIns="0" bIns="48000" rtlCol="0">
            <a:spAutoFit/>
          </a:bodyPr>
          <a:lstStyle/>
          <a:p>
            <a:pPr algn="ctr"/>
            <a:r>
              <a:rPr lang="en-US" altLang="zh-CN" sz="1600" b="1" dirty="0">
                <a:solidFill>
                  <a:schemeClr val="bg1">
                    <a:lumMod val="50000"/>
                  </a:schemeClr>
                </a:solidFill>
                <a:latin typeface="微软雅黑" panose="020B0503020204020204" pitchFamily="34" charset="-122"/>
                <a:ea typeface="微软雅黑" panose="020B0503020204020204" pitchFamily="34" charset="-122"/>
              </a:rPr>
              <a:t>LIBS</a:t>
            </a:r>
            <a:r>
              <a:rPr lang="zh-CN" altLang="en-US" sz="1600" b="1" dirty="0">
                <a:solidFill>
                  <a:schemeClr val="bg1">
                    <a:lumMod val="50000"/>
                  </a:schemeClr>
                </a:solidFill>
                <a:latin typeface="微软雅黑" panose="020B0503020204020204" pitchFamily="34" charset="-122"/>
                <a:ea typeface="微软雅黑" panose="020B0503020204020204" pitchFamily="34" charset="-122"/>
              </a:rPr>
              <a:t>应用领域</a:t>
            </a:r>
          </a:p>
        </p:txBody>
      </p:sp>
      <p:sp>
        <p:nvSpPr>
          <p:cNvPr id="81" name="TextBox 10">
            <a:extLst>
              <a:ext uri="{FF2B5EF4-FFF2-40B4-BE49-F238E27FC236}">
                <a16:creationId xmlns:a16="http://schemas.microsoft.com/office/drawing/2014/main" id="{FD8455B0-387B-16EF-B159-443D970BDE60}"/>
              </a:ext>
            </a:extLst>
          </p:cNvPr>
          <p:cNvSpPr txBox="1"/>
          <p:nvPr/>
        </p:nvSpPr>
        <p:spPr>
          <a:xfrm>
            <a:off x="6606823" y="217809"/>
            <a:ext cx="15229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pitchFamily="34" charset="-122"/>
                <a:ea typeface="微软雅黑" panose="020B0503020204020204" pitchFamily="34" charset="-122"/>
              </a:rPr>
              <a:t>仪器化</a:t>
            </a:r>
            <a:r>
              <a:rPr lang="en-US" altLang="zh-CN" sz="1600" b="1" dirty="0">
                <a:solidFill>
                  <a:schemeClr val="bg1">
                    <a:lumMod val="50000"/>
                  </a:schemeClr>
                </a:solidFill>
                <a:latin typeface="微软雅黑" panose="020B0503020204020204" pitchFamily="34" charset="-122"/>
                <a:ea typeface="微软雅黑" panose="020B0503020204020204" pitchFamily="34" charset="-122"/>
              </a:rPr>
              <a:t>LIBS</a:t>
            </a:r>
            <a:endParaRPr lang="zh-CN" altLang="en-US" sz="1600" b="1" dirty="0">
              <a:solidFill>
                <a:schemeClr val="bg1">
                  <a:lumMod val="50000"/>
                </a:schemeClr>
              </a:solidFill>
              <a:latin typeface="微软雅黑" panose="020B0503020204020204" pitchFamily="34" charset="-122"/>
              <a:ea typeface="微软雅黑" panose="020B0503020204020204" pitchFamily="34" charset="-122"/>
            </a:endParaRPr>
          </a:p>
        </p:txBody>
      </p:sp>
      <p:cxnSp>
        <p:nvCxnSpPr>
          <p:cNvPr id="83" name="直接连接符 82">
            <a:extLst>
              <a:ext uri="{FF2B5EF4-FFF2-40B4-BE49-F238E27FC236}">
                <a16:creationId xmlns:a16="http://schemas.microsoft.com/office/drawing/2014/main" id="{4B05246D-275C-CACE-B970-96EE031CBDFE}"/>
              </a:ext>
            </a:extLst>
          </p:cNvPr>
          <p:cNvCxnSpPr/>
          <p:nvPr/>
        </p:nvCxnSpPr>
        <p:spPr>
          <a:xfrm>
            <a:off x="6599649"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4" name="矩形 13">
            <a:extLst>
              <a:ext uri="{FF2B5EF4-FFF2-40B4-BE49-F238E27FC236}">
                <a16:creationId xmlns:a16="http://schemas.microsoft.com/office/drawing/2014/main" id="{82210FBD-4C32-27F7-7993-EDFB62A648C0}"/>
              </a:ext>
            </a:extLst>
          </p:cNvPr>
          <p:cNvSpPr/>
          <p:nvPr/>
        </p:nvSpPr>
        <p:spPr>
          <a:xfrm>
            <a:off x="9581515" y="1037590"/>
            <a:ext cx="509270" cy="287401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88" name="图片 87">
            <a:extLst>
              <a:ext uri="{FF2B5EF4-FFF2-40B4-BE49-F238E27FC236}">
                <a16:creationId xmlns:a16="http://schemas.microsoft.com/office/drawing/2014/main" id="{49CA29B7-2E53-56E9-4F78-6E22AC9013D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8557" y="100193"/>
            <a:ext cx="2184731" cy="630736"/>
          </a:xfrm>
          <a:prstGeom prst="rect">
            <a:avLst/>
          </a:prstGeom>
        </p:spPr>
      </p:pic>
      <p:sp>
        <p:nvSpPr>
          <p:cNvPr id="26" name="矩形 21">
            <a:extLst>
              <a:ext uri="{FF2B5EF4-FFF2-40B4-BE49-F238E27FC236}">
                <a16:creationId xmlns:a16="http://schemas.microsoft.com/office/drawing/2014/main" id="{642CD39F-6E4C-E252-D53E-7ABF55317ADC}"/>
              </a:ext>
            </a:extLst>
          </p:cNvPr>
          <p:cNvSpPr/>
          <p:nvPr/>
        </p:nvSpPr>
        <p:spPr>
          <a:xfrm>
            <a:off x="3036168" y="1335502"/>
            <a:ext cx="7641992" cy="520684"/>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940" dirty="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7" name="矩形 3">
            <a:extLst>
              <a:ext uri="{FF2B5EF4-FFF2-40B4-BE49-F238E27FC236}">
                <a16:creationId xmlns:a16="http://schemas.microsoft.com/office/drawing/2014/main" id="{690C96E4-4666-3A2C-455F-8FD9A878A18D}"/>
              </a:ext>
            </a:extLst>
          </p:cNvPr>
          <p:cNvSpPr/>
          <p:nvPr/>
        </p:nvSpPr>
        <p:spPr>
          <a:xfrm>
            <a:off x="666751" y="1335486"/>
            <a:ext cx="5561330" cy="520700"/>
          </a:xfrm>
          <a:prstGeom prst="rect">
            <a:avLst/>
          </a:prstGeom>
          <a:solidFill>
            <a:srgbClr val="A630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94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8" name="TextBox 64">
            <a:extLst>
              <a:ext uri="{FF2B5EF4-FFF2-40B4-BE49-F238E27FC236}">
                <a16:creationId xmlns:a16="http://schemas.microsoft.com/office/drawing/2014/main" id="{5A7A0ABE-BE87-CAAE-FE46-B8C0122C7B24}"/>
              </a:ext>
            </a:extLst>
          </p:cNvPr>
          <p:cNvSpPr txBox="1"/>
          <p:nvPr/>
        </p:nvSpPr>
        <p:spPr>
          <a:xfrm>
            <a:off x="1908734" y="1419860"/>
            <a:ext cx="2932430" cy="368300"/>
          </a:xfrm>
          <a:prstGeom prst="rect">
            <a:avLst/>
          </a:prstGeom>
          <a:noFill/>
        </p:spPr>
        <p:txBody>
          <a:bodyPr wrap="square" rtlCol="0">
            <a:spAutoFit/>
          </a:bodyPr>
          <a:lstStyle/>
          <a:p>
            <a:pPr algn="ctr"/>
            <a:r>
              <a:rPr lang="en-US" altLang="zh-CN" b="1" u="sng" dirty="0">
                <a:solidFill>
                  <a:schemeClr val="bg1"/>
                </a:solidFill>
                <a:latin typeface="+mj-ea"/>
                <a:ea typeface="+mj-ea"/>
                <a:cs typeface="+mn-ea"/>
                <a:sym typeface="Arial" panose="020B0604020202020204" pitchFamily="34" charset="0"/>
              </a:rPr>
              <a:t>RAFT</a:t>
            </a:r>
            <a:r>
              <a:rPr lang="zh-CN" altLang="en-US" b="1" u="sng" dirty="0">
                <a:solidFill>
                  <a:schemeClr val="bg1"/>
                </a:solidFill>
                <a:latin typeface="+mj-ea"/>
                <a:ea typeface="+mj-ea"/>
                <a:cs typeface="+mn-ea"/>
                <a:sym typeface="Arial" panose="020B0604020202020204" pitchFamily="34" charset="0"/>
              </a:rPr>
              <a:t>的缺陷</a:t>
            </a:r>
          </a:p>
        </p:txBody>
      </p:sp>
      <p:cxnSp>
        <p:nvCxnSpPr>
          <p:cNvPr id="19" name="直接连接符 18">
            <a:extLst>
              <a:ext uri="{FF2B5EF4-FFF2-40B4-BE49-F238E27FC236}">
                <a16:creationId xmlns:a16="http://schemas.microsoft.com/office/drawing/2014/main" id="{AB59914C-0EA9-224D-2BC7-AD4FDF4263BD}"/>
              </a:ext>
            </a:extLst>
          </p:cNvPr>
          <p:cNvCxnSpPr/>
          <p:nvPr/>
        </p:nvCxnSpPr>
        <p:spPr>
          <a:xfrm flipV="1">
            <a:off x="598472" y="1195628"/>
            <a:ext cx="3043167" cy="1515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2" name="TextBox 6">
            <a:extLst>
              <a:ext uri="{FF2B5EF4-FFF2-40B4-BE49-F238E27FC236}">
                <a16:creationId xmlns:a16="http://schemas.microsoft.com/office/drawing/2014/main" id="{54AC17E2-53F7-B261-CE3F-2378B3178648}"/>
              </a:ext>
            </a:extLst>
          </p:cNvPr>
          <p:cNvSpPr txBox="1"/>
          <p:nvPr/>
        </p:nvSpPr>
        <p:spPr>
          <a:xfrm>
            <a:off x="813103" y="831554"/>
            <a:ext cx="3189937" cy="402590"/>
          </a:xfrm>
          <a:prstGeom prst="rect">
            <a:avLst/>
          </a:prstGeom>
          <a:noFill/>
        </p:spPr>
        <p:txBody>
          <a:bodyPr wrap="square" lIns="0" tIns="48000" rIns="0" bIns="48000" rtlCol="0">
            <a:spAutoFit/>
          </a:bodyPr>
          <a:lstStyle/>
          <a:p>
            <a:r>
              <a:rPr lang="zh-CN" altLang="en-US" sz="2000" b="1" dirty="0">
                <a:solidFill>
                  <a:schemeClr val="tx1">
                    <a:lumMod val="65000"/>
                    <a:lumOff val="35000"/>
                  </a:schemeClr>
                </a:solidFill>
                <a:latin typeface="微软雅黑" panose="020B0503020204020204" pitchFamily="34" charset="-122"/>
                <a:ea typeface="微软雅黑" panose="020B0503020204020204" pitchFamily="34" charset="-122"/>
              </a:rPr>
              <a:t>一、</a:t>
            </a:r>
            <a:r>
              <a:rPr lang="en-US" altLang="zh-CN" sz="2000" b="1" dirty="0">
                <a:solidFill>
                  <a:schemeClr val="tx1">
                    <a:lumMod val="65000"/>
                    <a:lumOff val="35000"/>
                  </a:schemeClr>
                </a:solidFill>
                <a:latin typeface="微软雅黑" panose="020B0503020204020204" pitchFamily="34" charset="-122"/>
                <a:ea typeface="微软雅黑" panose="020B0503020204020204" pitchFamily="34" charset="-122"/>
              </a:rPr>
              <a:t>SEA-RAFT</a:t>
            </a:r>
            <a:r>
              <a:rPr lang="zh-CN" altLang="en-US" sz="2000" b="1" dirty="0">
                <a:solidFill>
                  <a:schemeClr val="tx1">
                    <a:lumMod val="65000"/>
                    <a:lumOff val="35000"/>
                  </a:schemeClr>
                </a:solidFill>
                <a:latin typeface="微软雅黑" panose="020B0503020204020204" pitchFamily="34" charset="-122"/>
                <a:ea typeface="微软雅黑" panose="020B0503020204020204" pitchFamily="34" charset="-122"/>
              </a:rPr>
              <a:t>的目的</a:t>
            </a:r>
          </a:p>
        </p:txBody>
      </p:sp>
      <p:grpSp>
        <p:nvGrpSpPr>
          <p:cNvPr id="7" name="组合 6">
            <a:extLst>
              <a:ext uri="{FF2B5EF4-FFF2-40B4-BE49-F238E27FC236}">
                <a16:creationId xmlns:a16="http://schemas.microsoft.com/office/drawing/2014/main" id="{61F546B0-97DD-B2CE-9730-82C0EC81ABE2}"/>
              </a:ext>
            </a:extLst>
          </p:cNvPr>
          <p:cNvGrpSpPr/>
          <p:nvPr/>
        </p:nvGrpSpPr>
        <p:grpSpPr>
          <a:xfrm>
            <a:off x="0" y="0"/>
            <a:ext cx="12192000" cy="792000"/>
            <a:chOff x="0" y="0"/>
            <a:chExt cx="12192000" cy="792000"/>
          </a:xfrm>
        </p:grpSpPr>
        <p:sp>
          <p:nvSpPr>
            <p:cNvPr id="9" name="矩形 4">
              <a:extLst>
                <a:ext uri="{FF2B5EF4-FFF2-40B4-BE49-F238E27FC236}">
                  <a16:creationId xmlns:a16="http://schemas.microsoft.com/office/drawing/2014/main" id="{41A0CBE2-AAC8-5B2A-D496-C0FC76C6D4AE}"/>
                </a:ext>
              </a:extLst>
            </p:cNvPr>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dirty="0"/>
            </a:p>
          </p:txBody>
        </p:sp>
        <p:cxnSp>
          <p:nvCxnSpPr>
            <p:cNvPr id="10" name="直接连接符 9">
              <a:extLst>
                <a:ext uri="{FF2B5EF4-FFF2-40B4-BE49-F238E27FC236}">
                  <a16:creationId xmlns:a16="http://schemas.microsoft.com/office/drawing/2014/main" id="{B0D306DA-C9D5-10F1-62DB-59FF767CD96E}"/>
                </a:ext>
              </a:extLst>
            </p:cNvPr>
            <p:cNvCxnSpPr>
              <a:cxnSpLocks/>
            </p:cNvCxnSpPr>
            <p:nvPr/>
          </p:nvCxnSpPr>
          <p:spPr>
            <a:xfrm>
              <a:off x="9464907" y="282851"/>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1" name="矩形 10">
              <a:extLst>
                <a:ext uri="{FF2B5EF4-FFF2-40B4-BE49-F238E27FC236}">
                  <a16:creationId xmlns:a16="http://schemas.microsoft.com/office/drawing/2014/main" id="{939BDA28-A81B-9CD5-F4E5-96F375A02CA8}"/>
                </a:ext>
              </a:extLst>
            </p:cNvPr>
            <p:cNvSpPr/>
            <p:nvPr/>
          </p:nvSpPr>
          <p:spPr>
            <a:xfrm>
              <a:off x="3231850" y="0"/>
              <a:ext cx="1809364" cy="79200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endParaRPr>
            </a:p>
          </p:txBody>
        </p:sp>
        <p:sp>
          <p:nvSpPr>
            <p:cNvPr id="12" name="TextBox 6">
              <a:extLst>
                <a:ext uri="{FF2B5EF4-FFF2-40B4-BE49-F238E27FC236}">
                  <a16:creationId xmlns:a16="http://schemas.microsoft.com/office/drawing/2014/main" id="{6166ACEB-8D90-5FD4-FA7E-E619BCA4A1F0}"/>
                </a:ext>
              </a:extLst>
            </p:cNvPr>
            <p:cNvSpPr txBox="1"/>
            <p:nvPr/>
          </p:nvSpPr>
          <p:spPr>
            <a:xfrm>
              <a:off x="3294055" y="236420"/>
              <a:ext cx="1665999" cy="343159"/>
            </a:xfrm>
            <a:prstGeom prst="rect">
              <a:avLst/>
            </a:prstGeom>
            <a:noFill/>
          </p:spPr>
          <p:txBody>
            <a:bodyPr wrap="square" lIns="0" tIns="48000" rIns="0" bIns="48000" rtlCol="0">
              <a:spAutoFit/>
            </a:bodyPr>
            <a:lstStyle/>
            <a:p>
              <a:pPr algn="ctr"/>
              <a:r>
                <a:rPr lang="en-US" altLang="zh-CN" sz="1600" b="1" dirty="0">
                  <a:solidFill>
                    <a:schemeClr val="bg1"/>
                  </a:solidFill>
                  <a:latin typeface="微软雅黑" panose="020B0503020204020204" pitchFamily="34" charset="-122"/>
                  <a:ea typeface="微软雅黑" panose="020B0503020204020204" pitchFamily="34" charset="-122"/>
                </a:rPr>
                <a:t>SEA-RAFT</a:t>
              </a:r>
              <a:r>
                <a:rPr lang="zh-CN" altLang="en-US" sz="1600" b="1" dirty="0">
                  <a:solidFill>
                    <a:schemeClr val="bg1"/>
                  </a:solidFill>
                  <a:latin typeface="微软雅黑" panose="020B0503020204020204" pitchFamily="34" charset="-122"/>
                  <a:ea typeface="微软雅黑" panose="020B0503020204020204" pitchFamily="34" charset="-122"/>
                </a:rPr>
                <a:t>的目的</a:t>
              </a:r>
            </a:p>
          </p:txBody>
        </p:sp>
        <p:sp>
          <p:nvSpPr>
            <p:cNvPr id="13" name="TextBox 7">
              <a:extLst>
                <a:ext uri="{FF2B5EF4-FFF2-40B4-BE49-F238E27FC236}">
                  <a16:creationId xmlns:a16="http://schemas.microsoft.com/office/drawing/2014/main" id="{B77C2F9E-9AB1-C738-7A5E-8064BC6B9F68}"/>
                </a:ext>
              </a:extLst>
            </p:cNvPr>
            <p:cNvSpPr txBox="1"/>
            <p:nvPr/>
          </p:nvSpPr>
          <p:spPr>
            <a:xfrm>
              <a:off x="5270217" y="236420"/>
              <a:ext cx="1502091"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pitchFamily="34" charset="-122"/>
                  <a:ea typeface="微软雅黑" panose="020B0503020204020204" pitchFamily="34" charset="-122"/>
                </a:rPr>
                <a:t>采取的解决方案</a:t>
              </a:r>
            </a:p>
          </p:txBody>
        </p:sp>
        <p:sp>
          <p:nvSpPr>
            <p:cNvPr id="15" name="TextBox 10">
              <a:extLst>
                <a:ext uri="{FF2B5EF4-FFF2-40B4-BE49-F238E27FC236}">
                  <a16:creationId xmlns:a16="http://schemas.microsoft.com/office/drawing/2014/main" id="{3E740B9A-9AE6-6B95-87A4-D95D29C383F3}"/>
                </a:ext>
              </a:extLst>
            </p:cNvPr>
            <p:cNvSpPr txBox="1"/>
            <p:nvPr/>
          </p:nvSpPr>
          <p:spPr>
            <a:xfrm>
              <a:off x="7373388" y="236420"/>
              <a:ext cx="1893714"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pitchFamily="34" charset="-122"/>
                  <a:ea typeface="微软雅黑" panose="020B0503020204020204" pitchFamily="34" charset="-122"/>
                </a:rPr>
                <a:t>选择这种方法的缘由</a:t>
              </a:r>
            </a:p>
          </p:txBody>
        </p:sp>
        <p:cxnSp>
          <p:nvCxnSpPr>
            <p:cNvPr id="16" name="直接连接符 15">
              <a:extLst>
                <a:ext uri="{FF2B5EF4-FFF2-40B4-BE49-F238E27FC236}">
                  <a16:creationId xmlns:a16="http://schemas.microsoft.com/office/drawing/2014/main" id="{650FBFD0-8667-3D94-2E6A-A2BD48C93C8A}"/>
                </a:ext>
              </a:extLst>
            </p:cNvPr>
            <p:cNvCxnSpPr>
              <a:cxnSpLocks/>
            </p:cNvCxnSpPr>
            <p:nvPr/>
          </p:nvCxnSpPr>
          <p:spPr>
            <a:xfrm>
              <a:off x="7171149" y="282851"/>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17" name="图片 16">
              <a:extLst>
                <a:ext uri="{FF2B5EF4-FFF2-40B4-BE49-F238E27FC236}">
                  <a16:creationId xmlns:a16="http://schemas.microsoft.com/office/drawing/2014/main" id="{3089EBC9-AA7B-82C8-639F-ACF17A1D5C9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8557" y="100193"/>
              <a:ext cx="2184731" cy="630736"/>
            </a:xfrm>
            <a:prstGeom prst="rect">
              <a:avLst/>
            </a:prstGeom>
          </p:spPr>
        </p:pic>
        <p:cxnSp>
          <p:nvCxnSpPr>
            <p:cNvPr id="18" name="直接连接符 17">
              <a:extLst>
                <a:ext uri="{FF2B5EF4-FFF2-40B4-BE49-F238E27FC236}">
                  <a16:creationId xmlns:a16="http://schemas.microsoft.com/office/drawing/2014/main" id="{5E464FE5-B1EF-13EE-DF3D-8A7513D65770}"/>
                </a:ext>
              </a:extLst>
            </p:cNvPr>
            <p:cNvCxnSpPr>
              <a:cxnSpLocks/>
            </p:cNvCxnSpPr>
            <p:nvPr/>
          </p:nvCxnSpPr>
          <p:spPr>
            <a:xfrm>
              <a:off x="11761897" y="282851"/>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0" name="直接连接符 19">
              <a:extLst>
                <a:ext uri="{FF2B5EF4-FFF2-40B4-BE49-F238E27FC236}">
                  <a16:creationId xmlns:a16="http://schemas.microsoft.com/office/drawing/2014/main" id="{EDB3D58D-55AB-89D4-F262-3D873FA546AC}"/>
                </a:ext>
              </a:extLst>
            </p:cNvPr>
            <p:cNvCxnSpPr>
              <a:cxnSpLocks/>
            </p:cNvCxnSpPr>
            <p:nvPr/>
          </p:nvCxnSpPr>
          <p:spPr>
            <a:xfrm>
              <a:off x="10918888" y="282851"/>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1" name="TextBox 7">
              <a:extLst>
                <a:ext uri="{FF2B5EF4-FFF2-40B4-BE49-F238E27FC236}">
                  <a16:creationId xmlns:a16="http://schemas.microsoft.com/office/drawing/2014/main" id="{99675926-6C0F-B452-69EE-93DBBD0EACB4}"/>
                </a:ext>
              </a:extLst>
            </p:cNvPr>
            <p:cNvSpPr txBox="1"/>
            <p:nvPr/>
          </p:nvSpPr>
          <p:spPr>
            <a:xfrm>
              <a:off x="9626117" y="236420"/>
              <a:ext cx="1121401"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pitchFamily="34" charset="-122"/>
                  <a:ea typeface="微软雅黑" panose="020B0503020204020204" pitchFamily="34" charset="-122"/>
                </a:rPr>
                <a:t>实验验证</a:t>
              </a:r>
            </a:p>
          </p:txBody>
        </p:sp>
        <p:sp>
          <p:nvSpPr>
            <p:cNvPr id="22" name="TextBox 7">
              <a:extLst>
                <a:ext uri="{FF2B5EF4-FFF2-40B4-BE49-F238E27FC236}">
                  <a16:creationId xmlns:a16="http://schemas.microsoft.com/office/drawing/2014/main" id="{CF3BC67D-C8DB-B2B4-9165-71F96A7C3FB8}"/>
                </a:ext>
              </a:extLst>
            </p:cNvPr>
            <p:cNvSpPr txBox="1"/>
            <p:nvPr/>
          </p:nvSpPr>
          <p:spPr>
            <a:xfrm>
              <a:off x="10995166" y="236420"/>
              <a:ext cx="705374"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pitchFamily="34" charset="-122"/>
                  <a:ea typeface="微软雅黑" panose="020B0503020204020204" pitchFamily="34" charset="-122"/>
                </a:rPr>
                <a:t>看法</a:t>
              </a:r>
            </a:p>
          </p:txBody>
        </p:sp>
      </p:grpSp>
      <p:sp>
        <p:nvSpPr>
          <p:cNvPr id="24" name="文本框 23">
            <a:extLst>
              <a:ext uri="{FF2B5EF4-FFF2-40B4-BE49-F238E27FC236}">
                <a16:creationId xmlns:a16="http://schemas.microsoft.com/office/drawing/2014/main" id="{D64660F6-A900-50D0-24CF-0CF4EFF87D7C}"/>
              </a:ext>
            </a:extLst>
          </p:cNvPr>
          <p:cNvSpPr txBox="1"/>
          <p:nvPr/>
        </p:nvSpPr>
        <p:spPr>
          <a:xfrm>
            <a:off x="874907" y="2333790"/>
            <a:ext cx="5210555" cy="3785652"/>
          </a:xfrm>
          <a:prstGeom prst="rect">
            <a:avLst/>
          </a:prstGeom>
          <a:noFill/>
        </p:spPr>
        <p:txBody>
          <a:bodyPr wrap="square">
            <a:spAutoFit/>
          </a:bodyPr>
          <a:lstStyle/>
          <a:p>
            <a:pPr indent="-285750" fontAlgn="base">
              <a:buFont typeface="Arial" panose="020B0604020202020204" pitchFamily="34" charset="0"/>
              <a:buChar char="•"/>
            </a:pPr>
            <a:r>
              <a:rPr lang="zh-CN" altLang="en-US" sz="2400" dirty="0">
                <a:solidFill>
                  <a:srgbClr val="000000"/>
                </a:solidFill>
                <a:latin typeface="inherit"/>
              </a:rPr>
              <a:t>架构复杂性​：</a:t>
            </a:r>
            <a:r>
              <a:rPr lang="en-US" altLang="zh-CN" sz="2400" dirty="0">
                <a:solidFill>
                  <a:srgbClr val="000000"/>
                </a:solidFill>
                <a:latin typeface="inherit"/>
              </a:rPr>
              <a:t>RAFT</a:t>
            </a:r>
            <a:r>
              <a:rPr lang="zh-CN" altLang="en-US" sz="2400" dirty="0">
                <a:solidFill>
                  <a:srgbClr val="000000"/>
                </a:solidFill>
                <a:latin typeface="inherit"/>
              </a:rPr>
              <a:t>使用自定义模块（如特征编码器和上下文编码器需不同归一化层），增加了实现难度，且难以扩展到大模型或新数据集。</a:t>
            </a:r>
            <a:endParaRPr lang="en-US" altLang="zh-CN" sz="2400" dirty="0">
              <a:solidFill>
                <a:srgbClr val="000000"/>
              </a:solidFill>
              <a:latin typeface="inherit"/>
            </a:endParaRPr>
          </a:p>
          <a:p>
            <a:pPr algn="l" fontAlgn="base" latinLnBrk="0">
              <a:buFont typeface="Arial" panose="020B0604020202020204" pitchFamily="34" charset="0"/>
              <a:buChar char="•"/>
            </a:pPr>
            <a:r>
              <a:rPr lang="en-US" altLang="zh-CN" sz="2400" b="0" i="0" dirty="0">
                <a:solidFill>
                  <a:srgbClr val="000000"/>
                </a:solidFill>
                <a:effectLst/>
                <a:latin typeface="inherit"/>
              </a:rPr>
              <a:t>RAFT</a:t>
            </a:r>
            <a:r>
              <a:rPr lang="zh-CN" altLang="en-US" sz="2400" b="0" i="0" dirty="0">
                <a:solidFill>
                  <a:srgbClr val="000000"/>
                </a:solidFill>
                <a:effectLst/>
                <a:latin typeface="inherit"/>
              </a:rPr>
              <a:t>推理时需要大量迭代（最多</a:t>
            </a:r>
            <a:r>
              <a:rPr lang="en-US" altLang="zh-CN" sz="2400" b="0" i="0" dirty="0">
                <a:solidFill>
                  <a:srgbClr val="000000"/>
                </a:solidFill>
                <a:effectLst/>
                <a:latin typeface="inherit"/>
              </a:rPr>
              <a:t>32</a:t>
            </a:r>
            <a:r>
              <a:rPr lang="zh-CN" altLang="en-US" sz="2400" b="0" i="0" dirty="0">
                <a:solidFill>
                  <a:srgbClr val="000000"/>
                </a:solidFill>
                <a:effectLst/>
                <a:latin typeface="inherit"/>
              </a:rPr>
              <a:t>次），导致延迟高。</a:t>
            </a:r>
          </a:p>
          <a:p>
            <a:pPr algn="l" fontAlgn="base" latinLnBrk="0">
              <a:buFont typeface="Arial" panose="020B0604020202020204" pitchFamily="34" charset="0"/>
              <a:buChar char="•"/>
            </a:pPr>
            <a:r>
              <a:rPr lang="zh-CN" altLang="en-US" sz="2400" b="0" i="0" dirty="0">
                <a:solidFill>
                  <a:srgbClr val="000000"/>
                </a:solidFill>
                <a:effectLst/>
                <a:latin typeface="inherit"/>
              </a:rPr>
              <a:t>训练数据中的模糊案例（如遮挡）主导损失，影响泛化。</a:t>
            </a:r>
          </a:p>
          <a:p>
            <a:pPr algn="l" fontAlgn="base" latinLnBrk="0">
              <a:buFont typeface="Arial" panose="020B0604020202020204" pitchFamily="34" charset="0"/>
              <a:buChar char="•"/>
            </a:pPr>
            <a:r>
              <a:rPr lang="zh-CN" altLang="en-US" sz="2400" b="0" i="0" dirty="0">
                <a:solidFill>
                  <a:srgbClr val="000000"/>
                </a:solidFill>
                <a:effectLst/>
                <a:latin typeface="inherit"/>
              </a:rPr>
              <a:t>现有方法在跨数据集（如</a:t>
            </a:r>
            <a:r>
              <a:rPr lang="en-US" altLang="zh-CN" sz="2400" b="0" i="0" dirty="0">
                <a:solidFill>
                  <a:srgbClr val="000000"/>
                </a:solidFill>
                <a:effectLst/>
                <a:latin typeface="inherit"/>
              </a:rPr>
              <a:t>Spring</a:t>
            </a:r>
            <a:r>
              <a:rPr lang="zh-CN" altLang="en-US" sz="2400" b="0" i="0" dirty="0">
                <a:solidFill>
                  <a:srgbClr val="000000"/>
                </a:solidFill>
                <a:effectLst/>
                <a:latin typeface="inherit"/>
              </a:rPr>
              <a:t>、</a:t>
            </a:r>
            <a:r>
              <a:rPr lang="en-US" altLang="zh-CN" sz="2400" b="0" i="0" dirty="0">
                <a:solidFill>
                  <a:srgbClr val="000000"/>
                </a:solidFill>
                <a:effectLst/>
                <a:latin typeface="inherit"/>
              </a:rPr>
              <a:t>KITTI</a:t>
            </a:r>
            <a:r>
              <a:rPr lang="zh-CN" altLang="en-US" sz="2400" b="0" i="0" dirty="0">
                <a:solidFill>
                  <a:srgbClr val="000000"/>
                </a:solidFill>
                <a:effectLst/>
                <a:latin typeface="inherit"/>
              </a:rPr>
              <a:t>）上泛化能力有限。</a:t>
            </a:r>
            <a:endParaRPr lang="en-US" altLang="zh-CN" sz="2400" b="0" i="0" dirty="0">
              <a:solidFill>
                <a:srgbClr val="000000"/>
              </a:solidFill>
              <a:effectLst/>
              <a:latin typeface="inherit"/>
            </a:endParaRPr>
          </a:p>
        </p:txBody>
      </p:sp>
      <p:sp>
        <p:nvSpPr>
          <p:cNvPr id="25" name="TextBox 64">
            <a:extLst>
              <a:ext uri="{FF2B5EF4-FFF2-40B4-BE49-F238E27FC236}">
                <a16:creationId xmlns:a16="http://schemas.microsoft.com/office/drawing/2014/main" id="{89E88C1E-3BB6-6610-4E86-6E992A43D710}"/>
              </a:ext>
            </a:extLst>
          </p:cNvPr>
          <p:cNvSpPr txBox="1"/>
          <p:nvPr/>
        </p:nvSpPr>
        <p:spPr>
          <a:xfrm>
            <a:off x="6829426" y="1451407"/>
            <a:ext cx="2932430" cy="368300"/>
          </a:xfrm>
          <a:prstGeom prst="rect">
            <a:avLst/>
          </a:prstGeom>
          <a:noFill/>
        </p:spPr>
        <p:txBody>
          <a:bodyPr wrap="square" rtlCol="0">
            <a:spAutoFit/>
          </a:bodyPr>
          <a:lstStyle/>
          <a:p>
            <a:pPr algn="ctr"/>
            <a:r>
              <a:rPr lang="en-US" altLang="zh-CN" b="1" u="sng" dirty="0">
                <a:latin typeface="+mj-ea"/>
                <a:ea typeface="+mj-ea"/>
                <a:cs typeface="+mn-ea"/>
                <a:sym typeface="Arial" panose="020B0604020202020204" pitchFamily="34" charset="0"/>
              </a:rPr>
              <a:t>SEA-RAFT</a:t>
            </a:r>
            <a:r>
              <a:rPr lang="zh-CN" altLang="en-US" b="1" u="sng" dirty="0">
                <a:latin typeface="+mj-ea"/>
                <a:ea typeface="+mj-ea"/>
                <a:cs typeface="+mn-ea"/>
                <a:sym typeface="Arial" panose="020B0604020202020204" pitchFamily="34" charset="0"/>
              </a:rPr>
              <a:t>的动机</a:t>
            </a:r>
          </a:p>
        </p:txBody>
      </p:sp>
      <p:cxnSp>
        <p:nvCxnSpPr>
          <p:cNvPr id="31" name="直接连接符 30">
            <a:extLst>
              <a:ext uri="{FF2B5EF4-FFF2-40B4-BE49-F238E27FC236}">
                <a16:creationId xmlns:a16="http://schemas.microsoft.com/office/drawing/2014/main" id="{7B30158F-9FB1-63CC-B373-123FC4214004}"/>
              </a:ext>
            </a:extLst>
          </p:cNvPr>
          <p:cNvCxnSpPr/>
          <p:nvPr/>
        </p:nvCxnSpPr>
        <p:spPr>
          <a:xfrm>
            <a:off x="6228081" y="2005445"/>
            <a:ext cx="0" cy="4779819"/>
          </a:xfrm>
          <a:prstGeom prst="line">
            <a:avLst/>
          </a:prstGeom>
        </p:spPr>
        <p:style>
          <a:lnRef idx="1">
            <a:schemeClr val="accent1"/>
          </a:lnRef>
          <a:fillRef idx="0">
            <a:schemeClr val="accent1"/>
          </a:fillRef>
          <a:effectRef idx="0">
            <a:schemeClr val="accent1"/>
          </a:effectRef>
          <a:fontRef idx="minor">
            <a:schemeClr val="tx1"/>
          </a:fontRef>
        </p:style>
      </p:cxnSp>
      <p:sp>
        <p:nvSpPr>
          <p:cNvPr id="34" name="文本框 33">
            <a:extLst>
              <a:ext uri="{FF2B5EF4-FFF2-40B4-BE49-F238E27FC236}">
                <a16:creationId xmlns:a16="http://schemas.microsoft.com/office/drawing/2014/main" id="{AA7D24D5-A419-E92D-A3CB-D5D7AF3A87B9}"/>
              </a:ext>
            </a:extLst>
          </p:cNvPr>
          <p:cNvSpPr txBox="1"/>
          <p:nvPr/>
        </p:nvSpPr>
        <p:spPr>
          <a:xfrm>
            <a:off x="6419246" y="2406204"/>
            <a:ext cx="4928607" cy="1938992"/>
          </a:xfrm>
          <a:prstGeom prst="rect">
            <a:avLst/>
          </a:prstGeom>
          <a:noFill/>
        </p:spPr>
        <p:txBody>
          <a:bodyPr wrap="square">
            <a:spAutoFit/>
          </a:bodyPr>
          <a:lstStyle/>
          <a:p>
            <a:r>
              <a:rPr lang="en-US" altLang="zh-CN" sz="2400" b="1" i="0" dirty="0">
                <a:solidFill>
                  <a:srgbClr val="000000"/>
                </a:solidFill>
                <a:effectLst/>
                <a:latin typeface="-apple-system"/>
              </a:rPr>
              <a:t>SEA-RAFT</a:t>
            </a:r>
            <a:r>
              <a:rPr lang="zh-CN" altLang="en-US" sz="2400" b="1" i="0" dirty="0">
                <a:solidFill>
                  <a:srgbClr val="000000"/>
                </a:solidFill>
                <a:effectLst/>
                <a:latin typeface="-apple-system"/>
              </a:rPr>
              <a:t>的动机</a:t>
            </a:r>
            <a:r>
              <a:rPr lang="en-US" altLang="zh-CN" sz="2400" b="1" i="0" dirty="0">
                <a:solidFill>
                  <a:srgbClr val="000000"/>
                </a:solidFill>
                <a:effectLst/>
                <a:latin typeface="-apple-system"/>
              </a:rPr>
              <a:t>:</a:t>
            </a:r>
          </a:p>
          <a:p>
            <a:r>
              <a:rPr lang="en-US" altLang="zh-CN" sz="2400" i="0" dirty="0">
                <a:solidFill>
                  <a:srgbClr val="000000"/>
                </a:solidFill>
                <a:effectLst/>
                <a:latin typeface="-apple-system"/>
              </a:rPr>
              <a:t>1.</a:t>
            </a:r>
            <a:r>
              <a:rPr lang="zh-CN" altLang="en-US" sz="2400" i="0" dirty="0">
                <a:solidFill>
                  <a:srgbClr val="000000"/>
                </a:solidFill>
                <a:effectLst/>
                <a:latin typeface="-apple-system"/>
              </a:rPr>
              <a:t>简化</a:t>
            </a:r>
            <a:r>
              <a:rPr lang="en-US" altLang="zh-CN" sz="2400" i="0" dirty="0">
                <a:solidFill>
                  <a:srgbClr val="000000"/>
                </a:solidFill>
                <a:effectLst/>
                <a:latin typeface="-apple-system"/>
              </a:rPr>
              <a:t>RAFT</a:t>
            </a:r>
            <a:r>
              <a:rPr lang="zh-CN" altLang="en-US" sz="2400" i="0" dirty="0">
                <a:solidFill>
                  <a:srgbClr val="000000"/>
                </a:solidFill>
                <a:effectLst/>
                <a:latin typeface="-apple-system"/>
              </a:rPr>
              <a:t>架构</a:t>
            </a:r>
            <a:endParaRPr lang="en-US" altLang="zh-CN" sz="2400" i="0" dirty="0">
              <a:solidFill>
                <a:srgbClr val="000000"/>
              </a:solidFill>
              <a:effectLst/>
              <a:latin typeface="-apple-system"/>
            </a:endParaRPr>
          </a:p>
          <a:p>
            <a:r>
              <a:rPr lang="en-US" altLang="zh-CN" sz="2400" i="0" dirty="0">
                <a:solidFill>
                  <a:srgbClr val="000000"/>
                </a:solidFill>
                <a:effectLst/>
                <a:latin typeface="-apple-system"/>
              </a:rPr>
              <a:t>2.</a:t>
            </a:r>
            <a:r>
              <a:rPr lang="zh-CN" altLang="en-US" sz="2400" i="0" dirty="0">
                <a:solidFill>
                  <a:srgbClr val="000000"/>
                </a:solidFill>
                <a:effectLst/>
                <a:latin typeface="-apple-system"/>
              </a:rPr>
              <a:t> </a:t>
            </a:r>
            <a:r>
              <a:rPr lang="zh-CN" altLang="en-US" sz="2400" dirty="0">
                <a:solidFill>
                  <a:srgbClr val="000000"/>
                </a:solidFill>
                <a:latin typeface="-apple-system"/>
              </a:rPr>
              <a:t>提升效率</a:t>
            </a:r>
            <a:endParaRPr lang="en-US" altLang="zh-CN" sz="2400" i="0" dirty="0">
              <a:solidFill>
                <a:srgbClr val="000000"/>
              </a:solidFill>
              <a:effectLst/>
              <a:latin typeface="-apple-system"/>
            </a:endParaRPr>
          </a:p>
          <a:p>
            <a:r>
              <a:rPr lang="en-US" altLang="zh-CN" sz="2400" dirty="0">
                <a:solidFill>
                  <a:srgbClr val="000000"/>
                </a:solidFill>
                <a:latin typeface="-apple-system"/>
              </a:rPr>
              <a:t>3.</a:t>
            </a:r>
            <a:r>
              <a:rPr lang="zh-CN" altLang="en-US" sz="2400" dirty="0">
                <a:solidFill>
                  <a:srgbClr val="000000"/>
                </a:solidFill>
                <a:latin typeface="-apple-system"/>
              </a:rPr>
              <a:t>改进准确性和鲁棒性</a:t>
            </a:r>
            <a:endParaRPr lang="en-US" altLang="zh-CN" sz="2400" dirty="0">
              <a:solidFill>
                <a:srgbClr val="000000"/>
              </a:solidFill>
              <a:latin typeface="-apple-system"/>
            </a:endParaRPr>
          </a:p>
          <a:p>
            <a:r>
              <a:rPr lang="en-US" altLang="zh-CN" sz="2400" dirty="0">
                <a:solidFill>
                  <a:srgbClr val="000000"/>
                </a:solidFill>
                <a:latin typeface="-apple-system"/>
              </a:rPr>
              <a:t>4</a:t>
            </a:r>
            <a:r>
              <a:rPr lang="en-US" altLang="zh-CN" sz="2400" i="0" dirty="0">
                <a:solidFill>
                  <a:srgbClr val="000000"/>
                </a:solidFill>
                <a:effectLst/>
                <a:latin typeface="-apple-system"/>
              </a:rPr>
              <a:t>.</a:t>
            </a:r>
            <a:r>
              <a:rPr lang="zh-CN" altLang="en-US" sz="2400" i="0" dirty="0">
                <a:solidFill>
                  <a:srgbClr val="000000"/>
                </a:solidFill>
                <a:effectLst/>
                <a:latin typeface="-apple-system"/>
              </a:rPr>
              <a:t>提升泛化能力</a:t>
            </a:r>
            <a:endParaRPr lang="zh-CN" altLang="en-US" sz="2400" dirty="0"/>
          </a:p>
        </p:txBody>
      </p:sp>
    </p:spTree>
    <p:extLst>
      <p:ext uri="{BB962C8B-B14F-4D97-AF65-F5344CB8AC3E}">
        <p14:creationId xmlns:p14="http://schemas.microsoft.com/office/powerpoint/2010/main" val="1064608065"/>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39348F-1A94-6677-9891-FD1AD74234A8}"/>
            </a:ext>
          </a:extLst>
        </p:cNvPr>
        <p:cNvGrpSpPr/>
        <p:nvPr/>
      </p:nvGrpSpPr>
      <p:grpSpPr>
        <a:xfrm>
          <a:off x="0" y="0"/>
          <a:ext cx="0" cy="0"/>
          <a:chOff x="0" y="0"/>
          <a:chExt cx="0" cy="0"/>
        </a:xfrm>
      </p:grpSpPr>
      <p:sp>
        <p:nvSpPr>
          <p:cNvPr id="2" name="文本框 1">
            <a:extLst>
              <a:ext uri="{FF2B5EF4-FFF2-40B4-BE49-F238E27FC236}">
                <a16:creationId xmlns:a16="http://schemas.microsoft.com/office/drawing/2014/main" id="{3215EFF9-E0B0-F521-65A9-CBDE46CF40C1}"/>
              </a:ext>
            </a:extLst>
          </p:cNvPr>
          <p:cNvSpPr txBox="1"/>
          <p:nvPr/>
        </p:nvSpPr>
        <p:spPr>
          <a:xfrm>
            <a:off x="2992617" y="2909486"/>
            <a:ext cx="6816401" cy="707886"/>
          </a:xfrm>
          <a:prstGeom prst="rect">
            <a:avLst/>
          </a:prstGeom>
          <a:noFill/>
        </p:spPr>
        <p:txBody>
          <a:bodyPr wrap="square" rtlCol="0">
            <a:spAutoFit/>
          </a:bodyPr>
          <a:lstStyle/>
          <a:p>
            <a:pPr algn="ctr">
              <a:defRPr/>
            </a:pPr>
            <a:r>
              <a:rPr lang="en-US" altLang="zh-CN" sz="4000" b="1" dirty="0">
                <a:solidFill>
                  <a:schemeClr val="accent2"/>
                </a:solidFill>
                <a:latin typeface="微软雅黑" panose="020B0503020204020204" pitchFamily="34" charset="-122"/>
              </a:rPr>
              <a:t>SEA-RAFT</a:t>
            </a:r>
            <a:r>
              <a:rPr lang="zh-CN" altLang="en-US" sz="4000" b="1" dirty="0">
                <a:solidFill>
                  <a:schemeClr val="accent2"/>
                </a:solidFill>
                <a:latin typeface="微软雅黑" panose="020B0503020204020204" pitchFamily="34" charset="-122"/>
              </a:rPr>
              <a:t>采取的解决方案</a:t>
            </a:r>
          </a:p>
        </p:txBody>
      </p:sp>
    </p:spTree>
    <p:extLst>
      <p:ext uri="{BB962C8B-B14F-4D97-AF65-F5344CB8AC3E}">
        <p14:creationId xmlns:p14="http://schemas.microsoft.com/office/powerpoint/2010/main" val="908923300"/>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0D4363-48AC-55E1-3757-04709B3CF3BD}"/>
            </a:ext>
          </a:extLst>
        </p:cNvPr>
        <p:cNvGrpSpPr/>
        <p:nvPr/>
      </p:nvGrpSpPr>
      <p:grpSpPr>
        <a:xfrm>
          <a:off x="0" y="0"/>
          <a:ext cx="0" cy="0"/>
          <a:chOff x="0" y="0"/>
          <a:chExt cx="0" cy="0"/>
        </a:xfrm>
      </p:grpSpPr>
      <p:sp>
        <p:nvSpPr>
          <p:cNvPr id="34" name="矩形 4">
            <a:extLst>
              <a:ext uri="{FF2B5EF4-FFF2-40B4-BE49-F238E27FC236}">
                <a16:creationId xmlns:a16="http://schemas.microsoft.com/office/drawing/2014/main" id="{D1717DAC-A7DD-79E1-C8AF-25FAFA0AF777}"/>
              </a:ext>
            </a:extLst>
          </p:cNvPr>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p>
        </p:txBody>
      </p:sp>
      <p:cxnSp>
        <p:nvCxnSpPr>
          <p:cNvPr id="36" name="直接连接符 35">
            <a:extLst>
              <a:ext uri="{FF2B5EF4-FFF2-40B4-BE49-F238E27FC236}">
                <a16:creationId xmlns:a16="http://schemas.microsoft.com/office/drawing/2014/main" id="{AFFDCC2D-4E54-05B5-0E42-F95A11B4BA94}"/>
              </a:ext>
            </a:extLst>
          </p:cNvPr>
          <p:cNvCxnSpPr/>
          <p:nvPr/>
        </p:nvCxnSpPr>
        <p:spPr>
          <a:xfrm>
            <a:off x="8174985"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8" name="TextBox 7">
            <a:extLst>
              <a:ext uri="{FF2B5EF4-FFF2-40B4-BE49-F238E27FC236}">
                <a16:creationId xmlns:a16="http://schemas.microsoft.com/office/drawing/2014/main" id="{A90612D8-6408-E0AD-3227-1EE3BF9F3208}"/>
              </a:ext>
            </a:extLst>
          </p:cNvPr>
          <p:cNvSpPr txBox="1"/>
          <p:nvPr/>
        </p:nvSpPr>
        <p:spPr>
          <a:xfrm>
            <a:off x="3377432" y="215903"/>
            <a:ext cx="1344000" cy="340995"/>
          </a:xfrm>
          <a:prstGeom prst="rect">
            <a:avLst/>
          </a:prstGeom>
          <a:noFill/>
        </p:spPr>
        <p:txBody>
          <a:bodyPr wrap="square" lIns="0" tIns="48000" rIns="0" bIns="48000" rtlCol="0">
            <a:spAutoFit/>
          </a:bodyPr>
          <a:lstStyle/>
          <a:p>
            <a:pPr algn="ctr"/>
            <a:r>
              <a:rPr lang="en-US" altLang="zh-CN" sz="1600" b="1" dirty="0">
                <a:solidFill>
                  <a:schemeClr val="bg1">
                    <a:lumMod val="50000"/>
                  </a:schemeClr>
                </a:solidFill>
                <a:latin typeface="微软雅黑" panose="020B0503020204020204" pitchFamily="34" charset="-122"/>
                <a:ea typeface="微软雅黑" panose="020B0503020204020204" pitchFamily="34" charset="-122"/>
              </a:rPr>
              <a:t>LIBS</a:t>
            </a:r>
            <a:r>
              <a:rPr lang="zh-CN" altLang="en-US" sz="1600" b="1" dirty="0">
                <a:solidFill>
                  <a:schemeClr val="bg1">
                    <a:lumMod val="50000"/>
                  </a:schemeClr>
                </a:solidFill>
                <a:latin typeface="微软雅黑" panose="020B0503020204020204" pitchFamily="34" charset="-122"/>
                <a:ea typeface="微软雅黑" panose="020B0503020204020204" pitchFamily="34" charset="-122"/>
              </a:rPr>
              <a:t>概述</a:t>
            </a:r>
          </a:p>
        </p:txBody>
      </p:sp>
      <p:sp>
        <p:nvSpPr>
          <p:cNvPr id="39" name="TextBox 9">
            <a:extLst>
              <a:ext uri="{FF2B5EF4-FFF2-40B4-BE49-F238E27FC236}">
                <a16:creationId xmlns:a16="http://schemas.microsoft.com/office/drawing/2014/main" id="{23FFBA05-1094-B69C-84DA-5A6263ACEC74}"/>
              </a:ext>
            </a:extLst>
          </p:cNvPr>
          <p:cNvSpPr txBox="1"/>
          <p:nvPr/>
        </p:nvSpPr>
        <p:spPr>
          <a:xfrm>
            <a:off x="6739637" y="215903"/>
            <a:ext cx="1344000" cy="340995"/>
          </a:xfrm>
          <a:prstGeom prst="rect">
            <a:avLst/>
          </a:prstGeom>
          <a:noFill/>
        </p:spPr>
        <p:txBody>
          <a:bodyPr wrap="square" lIns="0" tIns="48000" rIns="0" bIns="48000" rtlCol="0">
            <a:spAutoFit/>
          </a:bodyPr>
          <a:lstStyle/>
          <a:p>
            <a:pPr algn="ctr"/>
            <a:endParaRPr lang="zh-CN" altLang="en-US" sz="1600" b="1"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41" name="TextBox 11">
            <a:extLst>
              <a:ext uri="{FF2B5EF4-FFF2-40B4-BE49-F238E27FC236}">
                <a16:creationId xmlns:a16="http://schemas.microsoft.com/office/drawing/2014/main" id="{38002291-5973-5EC9-664C-C00F2A64D6B7}"/>
              </a:ext>
            </a:extLst>
          </p:cNvPr>
          <p:cNvSpPr txBox="1"/>
          <p:nvPr/>
        </p:nvSpPr>
        <p:spPr>
          <a:xfrm>
            <a:off x="6599480" y="215903"/>
            <a:ext cx="1598045"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pitchFamily="34" charset="-122"/>
                <a:ea typeface="微软雅黑" panose="020B0503020204020204" pitchFamily="34" charset="-122"/>
              </a:rPr>
              <a:t>仪器化</a:t>
            </a:r>
            <a:r>
              <a:rPr lang="en-US" altLang="zh-CN" sz="1600" b="1" dirty="0">
                <a:solidFill>
                  <a:schemeClr val="bg1">
                    <a:lumMod val="50000"/>
                  </a:schemeClr>
                </a:solidFill>
                <a:latin typeface="微软雅黑" panose="020B0503020204020204" pitchFamily="34" charset="-122"/>
                <a:ea typeface="微软雅黑" panose="020B0503020204020204" pitchFamily="34" charset="-122"/>
              </a:rPr>
              <a:t>LIBS</a:t>
            </a:r>
            <a:endParaRPr lang="zh-CN" altLang="en-US" sz="1600" b="1" dirty="0">
              <a:solidFill>
                <a:schemeClr val="bg1">
                  <a:lumMod val="50000"/>
                </a:schemeClr>
              </a:solidFill>
              <a:latin typeface="微软雅黑" panose="020B0503020204020204" pitchFamily="34" charset="-122"/>
              <a:ea typeface="微软雅黑" panose="020B0503020204020204" pitchFamily="34" charset="-122"/>
            </a:endParaRPr>
          </a:p>
        </p:txBody>
      </p:sp>
      <p:cxnSp>
        <p:nvCxnSpPr>
          <p:cNvPr id="42" name="直接连接符 41">
            <a:extLst>
              <a:ext uri="{FF2B5EF4-FFF2-40B4-BE49-F238E27FC236}">
                <a16:creationId xmlns:a16="http://schemas.microsoft.com/office/drawing/2014/main" id="{E0C207F8-7A3B-9407-2AC0-D5CF78208E90}"/>
              </a:ext>
            </a:extLst>
          </p:cNvPr>
          <p:cNvCxnSpPr/>
          <p:nvPr/>
        </p:nvCxnSpPr>
        <p:spPr>
          <a:xfrm>
            <a:off x="4960256" y="274271"/>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43" name="图片 42">
            <a:extLst>
              <a:ext uri="{FF2B5EF4-FFF2-40B4-BE49-F238E27FC236}">
                <a16:creationId xmlns:a16="http://schemas.microsoft.com/office/drawing/2014/main" id="{90A8D3B3-13CD-7033-DDBD-BEA2A5D7839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8557" y="100193"/>
            <a:ext cx="2184731" cy="630736"/>
          </a:xfrm>
          <a:prstGeom prst="rect">
            <a:avLst/>
          </a:prstGeom>
        </p:spPr>
      </p:pic>
      <p:sp>
        <p:nvSpPr>
          <p:cNvPr id="44" name="矩形 43">
            <a:extLst>
              <a:ext uri="{FF2B5EF4-FFF2-40B4-BE49-F238E27FC236}">
                <a16:creationId xmlns:a16="http://schemas.microsoft.com/office/drawing/2014/main" id="{E2D284F4-83A7-073E-67E8-BA2D51A8B480}"/>
              </a:ext>
            </a:extLst>
          </p:cNvPr>
          <p:cNvSpPr/>
          <p:nvPr/>
        </p:nvSpPr>
        <p:spPr>
          <a:xfrm>
            <a:off x="4897852" y="0"/>
            <a:ext cx="1701798" cy="79200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endParaRPr>
          </a:p>
        </p:txBody>
      </p:sp>
      <p:sp>
        <p:nvSpPr>
          <p:cNvPr id="46" name="TextBox 6">
            <a:extLst>
              <a:ext uri="{FF2B5EF4-FFF2-40B4-BE49-F238E27FC236}">
                <a16:creationId xmlns:a16="http://schemas.microsoft.com/office/drawing/2014/main" id="{25BE95F7-9FFA-B67B-B577-476AC0738288}"/>
              </a:ext>
            </a:extLst>
          </p:cNvPr>
          <p:cNvSpPr txBox="1"/>
          <p:nvPr/>
        </p:nvSpPr>
        <p:spPr>
          <a:xfrm>
            <a:off x="5072744" y="215903"/>
            <a:ext cx="1344000" cy="343159"/>
          </a:xfrm>
          <a:prstGeom prst="rect">
            <a:avLst/>
          </a:prstGeom>
          <a:noFill/>
        </p:spPr>
        <p:txBody>
          <a:bodyPr wrap="square" lIns="0" tIns="48000" rIns="0" bIns="48000" rtlCol="0">
            <a:spAutoFit/>
          </a:bodyPr>
          <a:lstStyle/>
          <a:p>
            <a:pPr algn="ctr"/>
            <a:r>
              <a:rPr lang="en-US" altLang="zh-CN" sz="1600" b="1" dirty="0">
                <a:solidFill>
                  <a:schemeClr val="bg1"/>
                </a:solidFill>
                <a:latin typeface="微软雅黑" panose="020B0503020204020204" pitchFamily="34" charset="-122"/>
                <a:ea typeface="微软雅黑" panose="020B0503020204020204" pitchFamily="34" charset="-122"/>
              </a:rPr>
              <a:t>LIBS</a:t>
            </a:r>
            <a:r>
              <a:rPr lang="zh-CN" altLang="en-US" sz="1600" b="1" dirty="0">
                <a:solidFill>
                  <a:schemeClr val="bg1"/>
                </a:solidFill>
                <a:latin typeface="微软雅黑" panose="020B0503020204020204" pitchFamily="34" charset="-122"/>
                <a:ea typeface="微软雅黑" panose="020B0503020204020204" pitchFamily="34" charset="-122"/>
              </a:rPr>
              <a:t>应用领域</a:t>
            </a:r>
          </a:p>
        </p:txBody>
      </p:sp>
      <p:cxnSp>
        <p:nvCxnSpPr>
          <p:cNvPr id="47" name="直接连接符 46">
            <a:extLst>
              <a:ext uri="{FF2B5EF4-FFF2-40B4-BE49-F238E27FC236}">
                <a16:creationId xmlns:a16="http://schemas.microsoft.com/office/drawing/2014/main" id="{287DE70E-E642-D87A-A9E3-0332BE109231}"/>
              </a:ext>
            </a:extLst>
          </p:cNvPr>
          <p:cNvCxnSpPr/>
          <p:nvPr/>
        </p:nvCxnSpPr>
        <p:spPr>
          <a:xfrm flipV="1">
            <a:off x="1797352" y="838042"/>
            <a:ext cx="3043167" cy="1515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nvGrpSpPr>
          <p:cNvPr id="2" name="组合 1">
            <a:extLst>
              <a:ext uri="{FF2B5EF4-FFF2-40B4-BE49-F238E27FC236}">
                <a16:creationId xmlns:a16="http://schemas.microsoft.com/office/drawing/2014/main" id="{E0367923-C6FA-90AE-8204-4A3367D9A196}"/>
              </a:ext>
            </a:extLst>
          </p:cNvPr>
          <p:cNvGrpSpPr/>
          <p:nvPr/>
        </p:nvGrpSpPr>
        <p:grpSpPr>
          <a:xfrm>
            <a:off x="-15990" y="-6988"/>
            <a:ext cx="12192000" cy="794877"/>
            <a:chOff x="0" y="-34699"/>
            <a:chExt cx="12192000" cy="794877"/>
          </a:xfrm>
        </p:grpSpPr>
        <p:sp>
          <p:nvSpPr>
            <p:cNvPr id="4" name="矩形 4">
              <a:extLst>
                <a:ext uri="{FF2B5EF4-FFF2-40B4-BE49-F238E27FC236}">
                  <a16:creationId xmlns:a16="http://schemas.microsoft.com/office/drawing/2014/main" id="{5C87603E-BE7D-6C92-E13F-BCA774520692}"/>
                </a:ext>
              </a:extLst>
            </p:cNvPr>
            <p:cNvSpPr/>
            <p:nvPr/>
          </p:nvSpPr>
          <p:spPr>
            <a:xfrm>
              <a:off x="0" y="-31822"/>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dirty="0"/>
            </a:p>
          </p:txBody>
        </p:sp>
        <p:cxnSp>
          <p:nvCxnSpPr>
            <p:cNvPr id="6" name="直接连接符 5">
              <a:extLst>
                <a:ext uri="{FF2B5EF4-FFF2-40B4-BE49-F238E27FC236}">
                  <a16:creationId xmlns:a16="http://schemas.microsoft.com/office/drawing/2014/main" id="{5997C30D-77C9-3030-74FE-9B91D6744CB7}"/>
                </a:ext>
              </a:extLst>
            </p:cNvPr>
            <p:cNvCxnSpPr>
              <a:cxnSpLocks/>
            </p:cNvCxnSpPr>
            <p:nvPr/>
          </p:nvCxnSpPr>
          <p:spPr>
            <a:xfrm>
              <a:off x="9464907" y="282851"/>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8" name="矩形 7">
              <a:extLst>
                <a:ext uri="{FF2B5EF4-FFF2-40B4-BE49-F238E27FC236}">
                  <a16:creationId xmlns:a16="http://schemas.microsoft.com/office/drawing/2014/main" id="{F85350B4-A868-2861-7E04-21CCFF4F587E}"/>
                </a:ext>
              </a:extLst>
            </p:cNvPr>
            <p:cNvSpPr/>
            <p:nvPr/>
          </p:nvSpPr>
          <p:spPr>
            <a:xfrm>
              <a:off x="4989759" y="-34699"/>
              <a:ext cx="2181390" cy="79200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endParaRPr>
            </a:p>
          </p:txBody>
        </p:sp>
        <p:sp>
          <p:nvSpPr>
            <p:cNvPr id="9" name="TextBox 6">
              <a:extLst>
                <a:ext uri="{FF2B5EF4-FFF2-40B4-BE49-F238E27FC236}">
                  <a16:creationId xmlns:a16="http://schemas.microsoft.com/office/drawing/2014/main" id="{8D4FA7A9-63B8-1D03-B012-838725055429}"/>
                </a:ext>
              </a:extLst>
            </p:cNvPr>
            <p:cNvSpPr txBox="1"/>
            <p:nvPr/>
          </p:nvSpPr>
          <p:spPr>
            <a:xfrm>
              <a:off x="3263055" y="236420"/>
              <a:ext cx="1665999" cy="343159"/>
            </a:xfrm>
            <a:prstGeom prst="rect">
              <a:avLst/>
            </a:prstGeom>
            <a:noFill/>
          </p:spPr>
          <p:txBody>
            <a:bodyPr wrap="square" lIns="0" tIns="48000" rIns="0" bIns="48000" rtlCol="0">
              <a:spAutoFit/>
            </a:bodyPr>
            <a:lstStyle/>
            <a:p>
              <a:pPr algn="ctr"/>
              <a:r>
                <a:rPr lang="en-US" altLang="zh-CN" sz="1600" b="1" dirty="0">
                  <a:solidFill>
                    <a:schemeClr val="bg1">
                      <a:lumMod val="50000"/>
                    </a:schemeClr>
                  </a:solidFill>
                  <a:latin typeface="微软雅黑" panose="020B0503020204020204" pitchFamily="34" charset="-122"/>
                  <a:ea typeface="微软雅黑" panose="020B0503020204020204" pitchFamily="34" charset="-122"/>
                </a:rPr>
                <a:t>SEA-RAFT</a:t>
              </a:r>
              <a:r>
                <a:rPr lang="zh-CN" altLang="en-US" sz="1600" b="1" dirty="0">
                  <a:solidFill>
                    <a:schemeClr val="bg1">
                      <a:lumMod val="50000"/>
                    </a:schemeClr>
                  </a:solidFill>
                  <a:latin typeface="微软雅黑" panose="020B0503020204020204" pitchFamily="34" charset="-122"/>
                  <a:ea typeface="微软雅黑" panose="020B0503020204020204" pitchFamily="34" charset="-122"/>
                </a:rPr>
                <a:t>的目的</a:t>
              </a:r>
            </a:p>
          </p:txBody>
        </p:sp>
        <p:sp>
          <p:nvSpPr>
            <p:cNvPr id="10" name="TextBox 7">
              <a:extLst>
                <a:ext uri="{FF2B5EF4-FFF2-40B4-BE49-F238E27FC236}">
                  <a16:creationId xmlns:a16="http://schemas.microsoft.com/office/drawing/2014/main" id="{00A5383E-E5A1-D285-6B87-ECE350491D56}"/>
                </a:ext>
              </a:extLst>
            </p:cNvPr>
            <p:cNvSpPr txBox="1"/>
            <p:nvPr/>
          </p:nvSpPr>
          <p:spPr>
            <a:xfrm>
              <a:off x="5270217" y="236420"/>
              <a:ext cx="1502091"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pitchFamily="34" charset="-122"/>
                  <a:ea typeface="微软雅黑" panose="020B0503020204020204" pitchFamily="34" charset="-122"/>
                </a:rPr>
                <a:t>采取的解决方案</a:t>
              </a:r>
            </a:p>
          </p:txBody>
        </p:sp>
        <p:sp>
          <p:nvSpPr>
            <p:cNvPr id="11" name="TextBox 10">
              <a:extLst>
                <a:ext uri="{FF2B5EF4-FFF2-40B4-BE49-F238E27FC236}">
                  <a16:creationId xmlns:a16="http://schemas.microsoft.com/office/drawing/2014/main" id="{77B823C2-3892-D614-C187-E9828CC003DE}"/>
                </a:ext>
              </a:extLst>
            </p:cNvPr>
            <p:cNvSpPr txBox="1"/>
            <p:nvPr/>
          </p:nvSpPr>
          <p:spPr>
            <a:xfrm>
              <a:off x="7373388" y="236420"/>
              <a:ext cx="1893714"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pitchFamily="34" charset="-122"/>
                  <a:ea typeface="微软雅黑" panose="020B0503020204020204" pitchFamily="34" charset="-122"/>
                </a:rPr>
                <a:t>选择这种方法的缘由</a:t>
              </a:r>
            </a:p>
          </p:txBody>
        </p:sp>
        <p:cxnSp>
          <p:nvCxnSpPr>
            <p:cNvPr id="12" name="直接连接符 11">
              <a:extLst>
                <a:ext uri="{FF2B5EF4-FFF2-40B4-BE49-F238E27FC236}">
                  <a16:creationId xmlns:a16="http://schemas.microsoft.com/office/drawing/2014/main" id="{FB968AD0-D02C-0843-7524-37CDEF691384}"/>
                </a:ext>
              </a:extLst>
            </p:cNvPr>
            <p:cNvCxnSpPr>
              <a:cxnSpLocks/>
            </p:cNvCxnSpPr>
            <p:nvPr/>
          </p:nvCxnSpPr>
          <p:spPr>
            <a:xfrm>
              <a:off x="7171149" y="282851"/>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13" name="图片 12">
              <a:extLst>
                <a:ext uri="{FF2B5EF4-FFF2-40B4-BE49-F238E27FC236}">
                  <a16:creationId xmlns:a16="http://schemas.microsoft.com/office/drawing/2014/main" id="{97117CB3-4B04-8C6A-7EC4-79712B7F5E8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8557" y="100193"/>
              <a:ext cx="2184731" cy="630736"/>
            </a:xfrm>
            <a:prstGeom prst="rect">
              <a:avLst/>
            </a:prstGeom>
          </p:spPr>
        </p:pic>
        <p:cxnSp>
          <p:nvCxnSpPr>
            <p:cNvPr id="14" name="直接连接符 13">
              <a:extLst>
                <a:ext uri="{FF2B5EF4-FFF2-40B4-BE49-F238E27FC236}">
                  <a16:creationId xmlns:a16="http://schemas.microsoft.com/office/drawing/2014/main" id="{B634A0C3-3C7C-319E-5CE0-21A14F6F27EE}"/>
                </a:ext>
              </a:extLst>
            </p:cNvPr>
            <p:cNvCxnSpPr>
              <a:cxnSpLocks/>
            </p:cNvCxnSpPr>
            <p:nvPr/>
          </p:nvCxnSpPr>
          <p:spPr>
            <a:xfrm>
              <a:off x="11761897" y="282851"/>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 name="直接连接符 14">
              <a:extLst>
                <a:ext uri="{FF2B5EF4-FFF2-40B4-BE49-F238E27FC236}">
                  <a16:creationId xmlns:a16="http://schemas.microsoft.com/office/drawing/2014/main" id="{00BCF4CD-3522-2347-41A4-D6F0C94412E4}"/>
                </a:ext>
              </a:extLst>
            </p:cNvPr>
            <p:cNvCxnSpPr>
              <a:cxnSpLocks/>
            </p:cNvCxnSpPr>
            <p:nvPr/>
          </p:nvCxnSpPr>
          <p:spPr>
            <a:xfrm>
              <a:off x="10918888" y="282851"/>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6" name="TextBox 7">
              <a:extLst>
                <a:ext uri="{FF2B5EF4-FFF2-40B4-BE49-F238E27FC236}">
                  <a16:creationId xmlns:a16="http://schemas.microsoft.com/office/drawing/2014/main" id="{984C0BA1-1552-E7E2-BBDE-B97BA345C2B0}"/>
                </a:ext>
              </a:extLst>
            </p:cNvPr>
            <p:cNvSpPr txBox="1"/>
            <p:nvPr/>
          </p:nvSpPr>
          <p:spPr>
            <a:xfrm>
              <a:off x="9626117" y="236420"/>
              <a:ext cx="1121401"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pitchFamily="34" charset="-122"/>
                  <a:ea typeface="微软雅黑" panose="020B0503020204020204" pitchFamily="34" charset="-122"/>
                </a:rPr>
                <a:t>实验验证</a:t>
              </a:r>
            </a:p>
          </p:txBody>
        </p:sp>
        <p:sp>
          <p:nvSpPr>
            <p:cNvPr id="17" name="TextBox 7">
              <a:extLst>
                <a:ext uri="{FF2B5EF4-FFF2-40B4-BE49-F238E27FC236}">
                  <a16:creationId xmlns:a16="http://schemas.microsoft.com/office/drawing/2014/main" id="{28C3C3C7-50BD-4F8E-A18F-9E69D2E02063}"/>
                </a:ext>
              </a:extLst>
            </p:cNvPr>
            <p:cNvSpPr txBox="1"/>
            <p:nvPr/>
          </p:nvSpPr>
          <p:spPr>
            <a:xfrm>
              <a:off x="10995166" y="236420"/>
              <a:ext cx="705374"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pitchFamily="34" charset="-122"/>
                  <a:ea typeface="微软雅黑" panose="020B0503020204020204" pitchFamily="34" charset="-122"/>
                </a:rPr>
                <a:t>看法</a:t>
              </a:r>
            </a:p>
          </p:txBody>
        </p:sp>
      </p:grpSp>
      <p:sp>
        <p:nvSpPr>
          <p:cNvPr id="19" name="文本框 18">
            <a:extLst>
              <a:ext uri="{FF2B5EF4-FFF2-40B4-BE49-F238E27FC236}">
                <a16:creationId xmlns:a16="http://schemas.microsoft.com/office/drawing/2014/main" id="{D02B9E83-FA88-3C33-D224-C270FD567765}"/>
              </a:ext>
            </a:extLst>
          </p:cNvPr>
          <p:cNvSpPr txBox="1"/>
          <p:nvPr/>
        </p:nvSpPr>
        <p:spPr>
          <a:xfrm>
            <a:off x="418926" y="2153593"/>
            <a:ext cx="6337392" cy="923330"/>
          </a:xfrm>
          <a:prstGeom prst="rect">
            <a:avLst/>
          </a:prstGeom>
          <a:noFill/>
        </p:spPr>
        <p:txBody>
          <a:bodyPr wrap="square">
            <a:spAutoFit/>
          </a:bodyPr>
          <a:lstStyle/>
          <a:p>
            <a:pPr algn="l" fontAlgn="base">
              <a:buNone/>
            </a:pPr>
            <a:r>
              <a:rPr lang="zh-CN" altLang="en-US" b="1" dirty="0">
                <a:solidFill>
                  <a:srgbClr val="000000"/>
                </a:solidFill>
                <a:effectLst/>
              </a:rPr>
              <a:t>架构简化</a:t>
            </a:r>
          </a:p>
          <a:p>
            <a:pPr algn="l" fontAlgn="base" latinLnBrk="0">
              <a:buFont typeface="Arial" panose="020B0604020202020204" pitchFamily="34" charset="0"/>
              <a:buChar char="•"/>
            </a:pPr>
            <a:r>
              <a:rPr lang="zh-CN" altLang="en-US" b="0" i="0" dirty="0">
                <a:solidFill>
                  <a:srgbClr val="000000"/>
                </a:solidFill>
                <a:effectLst/>
                <a:latin typeface="inherit"/>
              </a:rPr>
              <a:t>用标准</a:t>
            </a:r>
            <a:r>
              <a:rPr lang="en-US" altLang="zh-CN" b="0" i="0" dirty="0" err="1">
                <a:solidFill>
                  <a:srgbClr val="000000"/>
                </a:solidFill>
                <a:effectLst/>
                <a:latin typeface="inherit"/>
              </a:rPr>
              <a:t>ResNet</a:t>
            </a:r>
            <a:r>
              <a:rPr lang="zh-CN" altLang="en-US" b="0" i="0" dirty="0">
                <a:solidFill>
                  <a:srgbClr val="000000"/>
                </a:solidFill>
                <a:effectLst/>
                <a:latin typeface="inherit"/>
              </a:rPr>
              <a:t>替换自定义编码器，提升训练稳定性。</a:t>
            </a:r>
          </a:p>
          <a:p>
            <a:pPr algn="l" fontAlgn="base" latinLnBrk="0">
              <a:buFont typeface="Arial" panose="020B0604020202020204" pitchFamily="34" charset="0"/>
              <a:buChar char="•"/>
            </a:pPr>
            <a:r>
              <a:rPr lang="zh-CN" altLang="en-US" b="0" i="0" dirty="0">
                <a:solidFill>
                  <a:srgbClr val="000000"/>
                </a:solidFill>
                <a:effectLst/>
                <a:latin typeface="inherit"/>
              </a:rPr>
              <a:t>用</a:t>
            </a:r>
            <a:r>
              <a:rPr lang="en-US" altLang="zh-CN" b="0" i="0" dirty="0" err="1">
                <a:solidFill>
                  <a:srgbClr val="000000"/>
                </a:solidFill>
                <a:effectLst/>
                <a:latin typeface="inherit"/>
              </a:rPr>
              <a:t>ConvNeXt</a:t>
            </a:r>
            <a:r>
              <a:rPr lang="zh-CN" altLang="en-US" b="0" i="0" dirty="0">
                <a:solidFill>
                  <a:srgbClr val="000000"/>
                </a:solidFill>
                <a:effectLst/>
                <a:latin typeface="inherit"/>
              </a:rPr>
              <a:t>块替换卷积</a:t>
            </a:r>
            <a:r>
              <a:rPr lang="en-US" altLang="zh-CN" b="0" i="0" dirty="0">
                <a:solidFill>
                  <a:srgbClr val="000000"/>
                </a:solidFill>
                <a:effectLst/>
                <a:latin typeface="inherit"/>
              </a:rPr>
              <a:t>GRU</a:t>
            </a:r>
            <a:r>
              <a:rPr lang="zh-CN" altLang="en-US" b="0" i="0" dirty="0">
                <a:solidFill>
                  <a:srgbClr val="000000"/>
                </a:solidFill>
                <a:effectLst/>
                <a:latin typeface="inherit"/>
              </a:rPr>
              <a:t>，简化</a:t>
            </a:r>
            <a:r>
              <a:rPr lang="en-US" altLang="zh-CN" b="0" i="0" dirty="0">
                <a:solidFill>
                  <a:srgbClr val="000000"/>
                </a:solidFill>
                <a:effectLst/>
                <a:latin typeface="inherit"/>
              </a:rPr>
              <a:t>RNN</a:t>
            </a:r>
            <a:r>
              <a:rPr lang="zh-CN" altLang="en-US" b="0" i="0" dirty="0">
                <a:solidFill>
                  <a:srgbClr val="000000"/>
                </a:solidFill>
                <a:effectLst/>
                <a:latin typeface="inherit"/>
              </a:rPr>
              <a:t>设计。</a:t>
            </a:r>
          </a:p>
        </p:txBody>
      </p:sp>
      <p:grpSp>
        <p:nvGrpSpPr>
          <p:cNvPr id="33" name="组合 32">
            <a:extLst>
              <a:ext uri="{FF2B5EF4-FFF2-40B4-BE49-F238E27FC236}">
                <a16:creationId xmlns:a16="http://schemas.microsoft.com/office/drawing/2014/main" id="{F58DC9A4-263F-306A-576E-C5D1EC78443C}"/>
              </a:ext>
            </a:extLst>
          </p:cNvPr>
          <p:cNvGrpSpPr/>
          <p:nvPr/>
        </p:nvGrpSpPr>
        <p:grpSpPr>
          <a:xfrm>
            <a:off x="502567" y="815013"/>
            <a:ext cx="10011410" cy="946351"/>
            <a:chOff x="502567" y="815013"/>
            <a:chExt cx="10011410" cy="946351"/>
          </a:xfrm>
        </p:grpSpPr>
        <p:grpSp>
          <p:nvGrpSpPr>
            <p:cNvPr id="5" name="组合 4">
              <a:extLst>
                <a:ext uri="{FF2B5EF4-FFF2-40B4-BE49-F238E27FC236}">
                  <a16:creationId xmlns:a16="http://schemas.microsoft.com/office/drawing/2014/main" id="{E58EED22-245F-0B99-63EE-538A3B68F514}"/>
                </a:ext>
              </a:extLst>
            </p:cNvPr>
            <p:cNvGrpSpPr/>
            <p:nvPr/>
          </p:nvGrpSpPr>
          <p:grpSpPr>
            <a:xfrm>
              <a:off x="566939" y="815013"/>
              <a:ext cx="3404568" cy="402590"/>
              <a:chOff x="598472" y="831554"/>
              <a:chExt cx="3404568" cy="402590"/>
            </a:xfrm>
          </p:grpSpPr>
          <p:cxnSp>
            <p:nvCxnSpPr>
              <p:cNvPr id="7" name="直接连接符 6">
                <a:extLst>
                  <a:ext uri="{FF2B5EF4-FFF2-40B4-BE49-F238E27FC236}">
                    <a16:creationId xmlns:a16="http://schemas.microsoft.com/office/drawing/2014/main" id="{12C77999-5151-8A2B-9AB0-D6F77D8ABA1C}"/>
                  </a:ext>
                </a:extLst>
              </p:cNvPr>
              <p:cNvCxnSpPr/>
              <p:nvPr/>
            </p:nvCxnSpPr>
            <p:spPr>
              <a:xfrm flipV="1">
                <a:off x="598472" y="1195628"/>
                <a:ext cx="3043167" cy="1515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8" name="TextBox 6">
                <a:extLst>
                  <a:ext uri="{FF2B5EF4-FFF2-40B4-BE49-F238E27FC236}">
                    <a16:creationId xmlns:a16="http://schemas.microsoft.com/office/drawing/2014/main" id="{F19ED3F7-833B-8227-9911-F0FCA7465BF6}"/>
                  </a:ext>
                </a:extLst>
              </p:cNvPr>
              <p:cNvSpPr txBox="1"/>
              <p:nvPr/>
            </p:nvSpPr>
            <p:spPr>
              <a:xfrm>
                <a:off x="813103" y="831554"/>
                <a:ext cx="3189937" cy="402590"/>
              </a:xfrm>
              <a:prstGeom prst="rect">
                <a:avLst/>
              </a:prstGeom>
              <a:noFill/>
            </p:spPr>
            <p:txBody>
              <a:bodyPr wrap="square" lIns="0" tIns="48000" rIns="0" bIns="48000" rtlCol="0">
                <a:spAutoFit/>
              </a:bodyPr>
              <a:lstStyle/>
              <a:p>
                <a:r>
                  <a:rPr lang="zh-CN" altLang="en-US" sz="2000" b="1" dirty="0">
                    <a:solidFill>
                      <a:schemeClr val="tx1">
                        <a:lumMod val="65000"/>
                        <a:lumOff val="35000"/>
                      </a:schemeClr>
                    </a:solidFill>
                    <a:latin typeface="微软雅黑" panose="020B0503020204020204" pitchFamily="34" charset="-122"/>
                    <a:ea typeface="微软雅黑" panose="020B0503020204020204" pitchFamily="34" charset="-122"/>
                  </a:rPr>
                  <a:t>二、采取的解决方案</a:t>
                </a:r>
              </a:p>
            </p:txBody>
          </p:sp>
        </p:grpSp>
        <p:grpSp>
          <p:nvGrpSpPr>
            <p:cNvPr id="32" name="组合 31">
              <a:extLst>
                <a:ext uri="{FF2B5EF4-FFF2-40B4-BE49-F238E27FC236}">
                  <a16:creationId xmlns:a16="http://schemas.microsoft.com/office/drawing/2014/main" id="{22EDDD4F-95A9-06B1-9EFA-EEEA038B66CE}"/>
                </a:ext>
              </a:extLst>
            </p:cNvPr>
            <p:cNvGrpSpPr/>
            <p:nvPr/>
          </p:nvGrpSpPr>
          <p:grpSpPr>
            <a:xfrm>
              <a:off x="502567" y="1240664"/>
              <a:ext cx="10011410" cy="520700"/>
              <a:chOff x="309699" y="1240632"/>
              <a:chExt cx="10011410" cy="520700"/>
            </a:xfrm>
          </p:grpSpPr>
          <p:grpSp>
            <p:nvGrpSpPr>
              <p:cNvPr id="21" name="组合 20">
                <a:extLst>
                  <a:ext uri="{FF2B5EF4-FFF2-40B4-BE49-F238E27FC236}">
                    <a16:creationId xmlns:a16="http://schemas.microsoft.com/office/drawing/2014/main" id="{808A4A7A-6508-163B-D885-7EB59A13299A}"/>
                  </a:ext>
                </a:extLst>
              </p:cNvPr>
              <p:cNvGrpSpPr/>
              <p:nvPr/>
            </p:nvGrpSpPr>
            <p:grpSpPr>
              <a:xfrm>
                <a:off x="309699" y="1240632"/>
                <a:ext cx="10011410" cy="520700"/>
                <a:chOff x="666750" y="1335486"/>
                <a:chExt cx="10011410" cy="520700"/>
              </a:xfrm>
            </p:grpSpPr>
            <p:sp>
              <p:nvSpPr>
                <p:cNvPr id="22" name="矩形 21">
                  <a:extLst>
                    <a:ext uri="{FF2B5EF4-FFF2-40B4-BE49-F238E27FC236}">
                      <a16:creationId xmlns:a16="http://schemas.microsoft.com/office/drawing/2014/main" id="{206DF4F1-7B82-E200-181F-DF624F6550B6}"/>
                    </a:ext>
                  </a:extLst>
                </p:cNvPr>
                <p:cNvSpPr/>
                <p:nvPr/>
              </p:nvSpPr>
              <p:spPr>
                <a:xfrm>
                  <a:off x="3036168" y="1335502"/>
                  <a:ext cx="7641992" cy="520684"/>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940" dirty="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3" name="矩形 3">
                  <a:extLst>
                    <a:ext uri="{FF2B5EF4-FFF2-40B4-BE49-F238E27FC236}">
                      <a16:creationId xmlns:a16="http://schemas.microsoft.com/office/drawing/2014/main" id="{A817F75F-6633-E92A-F943-3FB7E2CAD0EC}"/>
                    </a:ext>
                  </a:extLst>
                </p:cNvPr>
                <p:cNvSpPr/>
                <p:nvPr/>
              </p:nvSpPr>
              <p:spPr>
                <a:xfrm>
                  <a:off x="666750" y="1335486"/>
                  <a:ext cx="4410075" cy="520700"/>
                </a:xfrm>
                <a:prstGeom prst="rect">
                  <a:avLst/>
                </a:prstGeom>
                <a:solidFill>
                  <a:srgbClr val="A630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94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4" name="TextBox 64">
                  <a:extLst>
                    <a:ext uri="{FF2B5EF4-FFF2-40B4-BE49-F238E27FC236}">
                      <a16:creationId xmlns:a16="http://schemas.microsoft.com/office/drawing/2014/main" id="{AADE2D15-38CE-C168-CD8B-9DE6DF63FC64}"/>
                    </a:ext>
                  </a:extLst>
                </p:cNvPr>
                <p:cNvSpPr txBox="1"/>
                <p:nvPr/>
              </p:nvSpPr>
              <p:spPr>
                <a:xfrm>
                  <a:off x="718820" y="1419860"/>
                  <a:ext cx="2932430" cy="368300"/>
                </a:xfrm>
                <a:prstGeom prst="rect">
                  <a:avLst/>
                </a:prstGeom>
                <a:noFill/>
              </p:spPr>
              <p:txBody>
                <a:bodyPr wrap="square" rtlCol="0">
                  <a:spAutoFit/>
                </a:bodyPr>
                <a:lstStyle/>
                <a:p>
                  <a:pPr algn="ctr"/>
                  <a:r>
                    <a:rPr lang="zh-CN" altLang="en-US" b="1" u="sng" dirty="0">
                      <a:solidFill>
                        <a:schemeClr val="bg1"/>
                      </a:solidFill>
                      <a:latin typeface="+mj-ea"/>
                      <a:ea typeface="+mj-ea"/>
                      <a:cs typeface="+mn-ea"/>
                      <a:sym typeface="Arial" panose="020B0604020202020204" pitchFamily="34" charset="0"/>
                    </a:rPr>
                    <a:t>问题</a:t>
                  </a:r>
                </a:p>
              </p:txBody>
            </p:sp>
          </p:grpSp>
          <p:sp>
            <p:nvSpPr>
              <p:cNvPr id="31" name="TextBox 64">
                <a:extLst>
                  <a:ext uri="{FF2B5EF4-FFF2-40B4-BE49-F238E27FC236}">
                    <a16:creationId xmlns:a16="http://schemas.microsoft.com/office/drawing/2014/main" id="{5EBF326E-8567-D27C-4924-D7E5E972CAD5}"/>
                  </a:ext>
                </a:extLst>
              </p:cNvPr>
              <p:cNvSpPr txBox="1"/>
              <p:nvPr/>
            </p:nvSpPr>
            <p:spPr>
              <a:xfrm>
                <a:off x="6201013" y="1325006"/>
                <a:ext cx="2932430" cy="368300"/>
              </a:xfrm>
              <a:prstGeom prst="rect">
                <a:avLst/>
              </a:prstGeom>
              <a:noFill/>
            </p:spPr>
            <p:txBody>
              <a:bodyPr wrap="square" rtlCol="0">
                <a:spAutoFit/>
              </a:bodyPr>
              <a:lstStyle/>
              <a:p>
                <a:pPr algn="ctr"/>
                <a:r>
                  <a:rPr lang="zh-CN" altLang="en-US" b="1" u="sng" dirty="0">
                    <a:latin typeface="+mj-ea"/>
                    <a:ea typeface="+mj-ea"/>
                    <a:cs typeface="+mn-ea"/>
                    <a:sym typeface="Arial" panose="020B0604020202020204" pitchFamily="34" charset="0"/>
                  </a:rPr>
                  <a:t>架构复杂性</a:t>
                </a:r>
              </a:p>
            </p:txBody>
          </p:sp>
        </p:grpSp>
      </p:grpSp>
    </p:spTree>
    <p:extLst>
      <p:ext uri="{BB962C8B-B14F-4D97-AF65-F5344CB8AC3E}">
        <p14:creationId xmlns:p14="http://schemas.microsoft.com/office/powerpoint/2010/main" val="2028569021"/>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D39654-B6C6-DAD9-9596-7499497C3351}"/>
            </a:ext>
          </a:extLst>
        </p:cNvPr>
        <p:cNvGrpSpPr/>
        <p:nvPr/>
      </p:nvGrpSpPr>
      <p:grpSpPr>
        <a:xfrm>
          <a:off x="0" y="0"/>
          <a:ext cx="0" cy="0"/>
          <a:chOff x="0" y="0"/>
          <a:chExt cx="0" cy="0"/>
        </a:xfrm>
      </p:grpSpPr>
      <p:sp>
        <p:nvSpPr>
          <p:cNvPr id="34" name="矩形 4">
            <a:extLst>
              <a:ext uri="{FF2B5EF4-FFF2-40B4-BE49-F238E27FC236}">
                <a16:creationId xmlns:a16="http://schemas.microsoft.com/office/drawing/2014/main" id="{B052A354-1CF8-DE36-8B18-77FC72C03564}"/>
              </a:ext>
            </a:extLst>
          </p:cNvPr>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p>
        </p:txBody>
      </p:sp>
      <p:cxnSp>
        <p:nvCxnSpPr>
          <p:cNvPr id="36" name="直接连接符 35">
            <a:extLst>
              <a:ext uri="{FF2B5EF4-FFF2-40B4-BE49-F238E27FC236}">
                <a16:creationId xmlns:a16="http://schemas.microsoft.com/office/drawing/2014/main" id="{196E5E70-34E7-F8CC-97D7-36FD59CCBBF5}"/>
              </a:ext>
            </a:extLst>
          </p:cNvPr>
          <p:cNvCxnSpPr/>
          <p:nvPr/>
        </p:nvCxnSpPr>
        <p:spPr>
          <a:xfrm>
            <a:off x="8174985"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8" name="TextBox 7">
            <a:extLst>
              <a:ext uri="{FF2B5EF4-FFF2-40B4-BE49-F238E27FC236}">
                <a16:creationId xmlns:a16="http://schemas.microsoft.com/office/drawing/2014/main" id="{F08C3B7A-1411-9CC1-7D0E-2AB1F36C0E96}"/>
              </a:ext>
            </a:extLst>
          </p:cNvPr>
          <p:cNvSpPr txBox="1"/>
          <p:nvPr/>
        </p:nvSpPr>
        <p:spPr>
          <a:xfrm>
            <a:off x="3377432" y="215903"/>
            <a:ext cx="1344000" cy="340995"/>
          </a:xfrm>
          <a:prstGeom prst="rect">
            <a:avLst/>
          </a:prstGeom>
          <a:noFill/>
        </p:spPr>
        <p:txBody>
          <a:bodyPr wrap="square" lIns="0" tIns="48000" rIns="0" bIns="48000" rtlCol="0">
            <a:spAutoFit/>
          </a:bodyPr>
          <a:lstStyle/>
          <a:p>
            <a:pPr algn="ctr"/>
            <a:r>
              <a:rPr lang="en-US" altLang="zh-CN" sz="1600" b="1" dirty="0">
                <a:solidFill>
                  <a:schemeClr val="bg1">
                    <a:lumMod val="50000"/>
                  </a:schemeClr>
                </a:solidFill>
                <a:latin typeface="微软雅黑" panose="020B0503020204020204" pitchFamily="34" charset="-122"/>
                <a:ea typeface="微软雅黑" panose="020B0503020204020204" pitchFamily="34" charset="-122"/>
              </a:rPr>
              <a:t>LIBS</a:t>
            </a:r>
            <a:r>
              <a:rPr lang="zh-CN" altLang="en-US" sz="1600" b="1" dirty="0">
                <a:solidFill>
                  <a:schemeClr val="bg1">
                    <a:lumMod val="50000"/>
                  </a:schemeClr>
                </a:solidFill>
                <a:latin typeface="微软雅黑" panose="020B0503020204020204" pitchFamily="34" charset="-122"/>
                <a:ea typeface="微软雅黑" panose="020B0503020204020204" pitchFamily="34" charset="-122"/>
              </a:rPr>
              <a:t>概述</a:t>
            </a:r>
          </a:p>
        </p:txBody>
      </p:sp>
      <p:sp>
        <p:nvSpPr>
          <p:cNvPr id="39" name="TextBox 9">
            <a:extLst>
              <a:ext uri="{FF2B5EF4-FFF2-40B4-BE49-F238E27FC236}">
                <a16:creationId xmlns:a16="http://schemas.microsoft.com/office/drawing/2014/main" id="{7F456571-6921-0035-0BE3-A5693CBB092D}"/>
              </a:ext>
            </a:extLst>
          </p:cNvPr>
          <p:cNvSpPr txBox="1"/>
          <p:nvPr/>
        </p:nvSpPr>
        <p:spPr>
          <a:xfrm>
            <a:off x="6739637" y="215903"/>
            <a:ext cx="1344000" cy="340995"/>
          </a:xfrm>
          <a:prstGeom prst="rect">
            <a:avLst/>
          </a:prstGeom>
          <a:noFill/>
        </p:spPr>
        <p:txBody>
          <a:bodyPr wrap="square" lIns="0" tIns="48000" rIns="0" bIns="48000" rtlCol="0">
            <a:spAutoFit/>
          </a:bodyPr>
          <a:lstStyle/>
          <a:p>
            <a:pPr algn="ctr"/>
            <a:endParaRPr lang="zh-CN" altLang="en-US" sz="1600" b="1"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41" name="TextBox 11">
            <a:extLst>
              <a:ext uri="{FF2B5EF4-FFF2-40B4-BE49-F238E27FC236}">
                <a16:creationId xmlns:a16="http://schemas.microsoft.com/office/drawing/2014/main" id="{4A53482A-9996-A3C9-485E-D7CEF868021D}"/>
              </a:ext>
            </a:extLst>
          </p:cNvPr>
          <p:cNvSpPr txBox="1"/>
          <p:nvPr/>
        </p:nvSpPr>
        <p:spPr>
          <a:xfrm>
            <a:off x="6599480" y="215903"/>
            <a:ext cx="1598045"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pitchFamily="34" charset="-122"/>
                <a:ea typeface="微软雅黑" panose="020B0503020204020204" pitchFamily="34" charset="-122"/>
              </a:rPr>
              <a:t>仪器化</a:t>
            </a:r>
            <a:r>
              <a:rPr lang="en-US" altLang="zh-CN" sz="1600" b="1" dirty="0">
                <a:solidFill>
                  <a:schemeClr val="bg1">
                    <a:lumMod val="50000"/>
                  </a:schemeClr>
                </a:solidFill>
                <a:latin typeface="微软雅黑" panose="020B0503020204020204" pitchFamily="34" charset="-122"/>
                <a:ea typeface="微软雅黑" panose="020B0503020204020204" pitchFamily="34" charset="-122"/>
              </a:rPr>
              <a:t>LIBS</a:t>
            </a:r>
            <a:endParaRPr lang="zh-CN" altLang="en-US" sz="1600" b="1" dirty="0">
              <a:solidFill>
                <a:schemeClr val="bg1">
                  <a:lumMod val="50000"/>
                </a:schemeClr>
              </a:solidFill>
              <a:latin typeface="微软雅黑" panose="020B0503020204020204" pitchFamily="34" charset="-122"/>
              <a:ea typeface="微软雅黑" panose="020B0503020204020204" pitchFamily="34" charset="-122"/>
            </a:endParaRPr>
          </a:p>
        </p:txBody>
      </p:sp>
      <p:cxnSp>
        <p:nvCxnSpPr>
          <p:cNvPr id="42" name="直接连接符 41">
            <a:extLst>
              <a:ext uri="{FF2B5EF4-FFF2-40B4-BE49-F238E27FC236}">
                <a16:creationId xmlns:a16="http://schemas.microsoft.com/office/drawing/2014/main" id="{4ACD2534-D8C6-7BF6-C39F-32725FFE3A1C}"/>
              </a:ext>
            </a:extLst>
          </p:cNvPr>
          <p:cNvCxnSpPr/>
          <p:nvPr/>
        </p:nvCxnSpPr>
        <p:spPr>
          <a:xfrm>
            <a:off x="4960256" y="274271"/>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43" name="图片 42">
            <a:extLst>
              <a:ext uri="{FF2B5EF4-FFF2-40B4-BE49-F238E27FC236}">
                <a16:creationId xmlns:a16="http://schemas.microsoft.com/office/drawing/2014/main" id="{F0085517-E78B-CE27-5896-349E3C390D3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8557" y="100193"/>
            <a:ext cx="2184731" cy="630736"/>
          </a:xfrm>
          <a:prstGeom prst="rect">
            <a:avLst/>
          </a:prstGeom>
        </p:spPr>
      </p:pic>
      <p:sp>
        <p:nvSpPr>
          <p:cNvPr id="46" name="TextBox 6">
            <a:extLst>
              <a:ext uri="{FF2B5EF4-FFF2-40B4-BE49-F238E27FC236}">
                <a16:creationId xmlns:a16="http://schemas.microsoft.com/office/drawing/2014/main" id="{58FC6C58-6DB7-53D6-BB41-DA6F22178892}"/>
              </a:ext>
            </a:extLst>
          </p:cNvPr>
          <p:cNvSpPr txBox="1"/>
          <p:nvPr/>
        </p:nvSpPr>
        <p:spPr>
          <a:xfrm>
            <a:off x="5072744" y="215903"/>
            <a:ext cx="1344000" cy="343159"/>
          </a:xfrm>
          <a:prstGeom prst="rect">
            <a:avLst/>
          </a:prstGeom>
          <a:noFill/>
        </p:spPr>
        <p:txBody>
          <a:bodyPr wrap="square" lIns="0" tIns="48000" rIns="0" bIns="48000" rtlCol="0">
            <a:spAutoFit/>
          </a:bodyPr>
          <a:lstStyle/>
          <a:p>
            <a:pPr algn="ctr"/>
            <a:r>
              <a:rPr lang="en-US" altLang="zh-CN" sz="1600" b="1" dirty="0">
                <a:solidFill>
                  <a:schemeClr val="bg1"/>
                </a:solidFill>
                <a:latin typeface="微软雅黑" panose="020B0503020204020204" pitchFamily="34" charset="-122"/>
                <a:ea typeface="微软雅黑" panose="020B0503020204020204" pitchFamily="34" charset="-122"/>
              </a:rPr>
              <a:t>LIBS</a:t>
            </a:r>
            <a:r>
              <a:rPr lang="zh-CN" altLang="en-US" sz="1600" b="1" dirty="0">
                <a:solidFill>
                  <a:schemeClr val="bg1"/>
                </a:solidFill>
                <a:latin typeface="微软雅黑" panose="020B0503020204020204" pitchFamily="34" charset="-122"/>
                <a:ea typeface="微软雅黑" panose="020B0503020204020204" pitchFamily="34" charset="-122"/>
              </a:rPr>
              <a:t>应用领域</a:t>
            </a:r>
          </a:p>
        </p:txBody>
      </p:sp>
      <p:cxnSp>
        <p:nvCxnSpPr>
          <p:cNvPr id="47" name="直接连接符 46">
            <a:extLst>
              <a:ext uri="{FF2B5EF4-FFF2-40B4-BE49-F238E27FC236}">
                <a16:creationId xmlns:a16="http://schemas.microsoft.com/office/drawing/2014/main" id="{DF87EFC5-8E0D-3D78-D541-2C830093630C}"/>
              </a:ext>
            </a:extLst>
          </p:cNvPr>
          <p:cNvCxnSpPr/>
          <p:nvPr/>
        </p:nvCxnSpPr>
        <p:spPr>
          <a:xfrm flipV="1">
            <a:off x="1797352" y="838042"/>
            <a:ext cx="3043167" cy="1515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nvGrpSpPr>
          <p:cNvPr id="24" name="组合 23">
            <a:extLst>
              <a:ext uri="{FF2B5EF4-FFF2-40B4-BE49-F238E27FC236}">
                <a16:creationId xmlns:a16="http://schemas.microsoft.com/office/drawing/2014/main" id="{F2286814-3C31-E3A1-F27E-7838F69D711C}"/>
              </a:ext>
            </a:extLst>
          </p:cNvPr>
          <p:cNvGrpSpPr/>
          <p:nvPr/>
        </p:nvGrpSpPr>
        <p:grpSpPr>
          <a:xfrm>
            <a:off x="0" y="-3567"/>
            <a:ext cx="12192000" cy="794877"/>
            <a:chOff x="0" y="-34699"/>
            <a:chExt cx="12192000" cy="794877"/>
          </a:xfrm>
        </p:grpSpPr>
        <p:sp>
          <p:nvSpPr>
            <p:cNvPr id="26" name="矩形 4">
              <a:extLst>
                <a:ext uri="{FF2B5EF4-FFF2-40B4-BE49-F238E27FC236}">
                  <a16:creationId xmlns:a16="http://schemas.microsoft.com/office/drawing/2014/main" id="{91693A44-150B-E7E3-884A-F2B1C4BC0634}"/>
                </a:ext>
              </a:extLst>
            </p:cNvPr>
            <p:cNvSpPr/>
            <p:nvPr/>
          </p:nvSpPr>
          <p:spPr>
            <a:xfrm>
              <a:off x="0" y="-31822"/>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dirty="0"/>
            </a:p>
          </p:txBody>
        </p:sp>
        <p:cxnSp>
          <p:nvCxnSpPr>
            <p:cNvPr id="29" name="直接连接符 28">
              <a:extLst>
                <a:ext uri="{FF2B5EF4-FFF2-40B4-BE49-F238E27FC236}">
                  <a16:creationId xmlns:a16="http://schemas.microsoft.com/office/drawing/2014/main" id="{D68072F7-1DB2-6BE8-E4E0-CB7D34F31CAA}"/>
                </a:ext>
              </a:extLst>
            </p:cNvPr>
            <p:cNvCxnSpPr>
              <a:cxnSpLocks/>
            </p:cNvCxnSpPr>
            <p:nvPr/>
          </p:nvCxnSpPr>
          <p:spPr>
            <a:xfrm>
              <a:off x="9464907" y="282851"/>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0" name="矩形 29">
              <a:extLst>
                <a:ext uri="{FF2B5EF4-FFF2-40B4-BE49-F238E27FC236}">
                  <a16:creationId xmlns:a16="http://schemas.microsoft.com/office/drawing/2014/main" id="{DB4F2742-B8EC-138D-842C-BAF3A076B120}"/>
                </a:ext>
              </a:extLst>
            </p:cNvPr>
            <p:cNvSpPr/>
            <p:nvPr/>
          </p:nvSpPr>
          <p:spPr>
            <a:xfrm>
              <a:off x="4989759" y="-34699"/>
              <a:ext cx="2181390" cy="79200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endParaRPr>
            </a:p>
          </p:txBody>
        </p:sp>
        <p:sp>
          <p:nvSpPr>
            <p:cNvPr id="32" name="TextBox 6">
              <a:extLst>
                <a:ext uri="{FF2B5EF4-FFF2-40B4-BE49-F238E27FC236}">
                  <a16:creationId xmlns:a16="http://schemas.microsoft.com/office/drawing/2014/main" id="{9886D5F2-A3FB-0A44-8041-E7F8FA2A22E6}"/>
                </a:ext>
              </a:extLst>
            </p:cNvPr>
            <p:cNvSpPr txBox="1"/>
            <p:nvPr/>
          </p:nvSpPr>
          <p:spPr>
            <a:xfrm>
              <a:off x="3263055" y="236420"/>
              <a:ext cx="1665999" cy="343159"/>
            </a:xfrm>
            <a:prstGeom prst="rect">
              <a:avLst/>
            </a:prstGeom>
            <a:noFill/>
          </p:spPr>
          <p:txBody>
            <a:bodyPr wrap="square" lIns="0" tIns="48000" rIns="0" bIns="48000" rtlCol="0">
              <a:spAutoFit/>
            </a:bodyPr>
            <a:lstStyle/>
            <a:p>
              <a:pPr algn="ctr"/>
              <a:r>
                <a:rPr lang="en-US" altLang="zh-CN" sz="1600" b="1" dirty="0">
                  <a:solidFill>
                    <a:schemeClr val="bg1">
                      <a:lumMod val="50000"/>
                    </a:schemeClr>
                  </a:solidFill>
                  <a:latin typeface="微软雅黑" panose="020B0503020204020204" pitchFamily="34" charset="-122"/>
                  <a:ea typeface="微软雅黑" panose="020B0503020204020204" pitchFamily="34" charset="-122"/>
                </a:rPr>
                <a:t>SEA-RAFT</a:t>
              </a:r>
              <a:r>
                <a:rPr lang="zh-CN" altLang="en-US" sz="1600" b="1" dirty="0">
                  <a:solidFill>
                    <a:schemeClr val="bg1">
                      <a:lumMod val="50000"/>
                    </a:schemeClr>
                  </a:solidFill>
                  <a:latin typeface="微软雅黑" panose="020B0503020204020204" pitchFamily="34" charset="-122"/>
                  <a:ea typeface="微软雅黑" panose="020B0503020204020204" pitchFamily="34" charset="-122"/>
                </a:rPr>
                <a:t>的目的</a:t>
              </a:r>
            </a:p>
          </p:txBody>
        </p:sp>
        <p:sp>
          <p:nvSpPr>
            <p:cNvPr id="33" name="TextBox 7">
              <a:extLst>
                <a:ext uri="{FF2B5EF4-FFF2-40B4-BE49-F238E27FC236}">
                  <a16:creationId xmlns:a16="http://schemas.microsoft.com/office/drawing/2014/main" id="{6BAFA8EB-6347-8723-00D5-C95FE15C1569}"/>
                </a:ext>
              </a:extLst>
            </p:cNvPr>
            <p:cNvSpPr txBox="1"/>
            <p:nvPr/>
          </p:nvSpPr>
          <p:spPr>
            <a:xfrm>
              <a:off x="5270217" y="236420"/>
              <a:ext cx="1502091"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pitchFamily="34" charset="-122"/>
                  <a:ea typeface="微软雅黑" panose="020B0503020204020204" pitchFamily="34" charset="-122"/>
                </a:rPr>
                <a:t>采取的解决方案</a:t>
              </a:r>
            </a:p>
          </p:txBody>
        </p:sp>
        <p:sp>
          <p:nvSpPr>
            <p:cNvPr id="35" name="TextBox 10">
              <a:extLst>
                <a:ext uri="{FF2B5EF4-FFF2-40B4-BE49-F238E27FC236}">
                  <a16:creationId xmlns:a16="http://schemas.microsoft.com/office/drawing/2014/main" id="{116B1A2B-1BE5-A8EF-6F47-846392ED14B8}"/>
                </a:ext>
              </a:extLst>
            </p:cNvPr>
            <p:cNvSpPr txBox="1"/>
            <p:nvPr/>
          </p:nvSpPr>
          <p:spPr>
            <a:xfrm>
              <a:off x="7373388" y="236420"/>
              <a:ext cx="1893714"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pitchFamily="34" charset="-122"/>
                  <a:ea typeface="微软雅黑" panose="020B0503020204020204" pitchFamily="34" charset="-122"/>
                </a:rPr>
                <a:t>选择这种方法的缘由</a:t>
              </a:r>
            </a:p>
          </p:txBody>
        </p:sp>
        <p:cxnSp>
          <p:nvCxnSpPr>
            <p:cNvPr id="37" name="直接连接符 36">
              <a:extLst>
                <a:ext uri="{FF2B5EF4-FFF2-40B4-BE49-F238E27FC236}">
                  <a16:creationId xmlns:a16="http://schemas.microsoft.com/office/drawing/2014/main" id="{AC907DD1-5131-5DC3-60A1-6FDE25BA04C7}"/>
                </a:ext>
              </a:extLst>
            </p:cNvPr>
            <p:cNvCxnSpPr>
              <a:cxnSpLocks/>
            </p:cNvCxnSpPr>
            <p:nvPr/>
          </p:nvCxnSpPr>
          <p:spPr>
            <a:xfrm>
              <a:off x="7171149" y="282851"/>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40" name="图片 39">
              <a:extLst>
                <a:ext uri="{FF2B5EF4-FFF2-40B4-BE49-F238E27FC236}">
                  <a16:creationId xmlns:a16="http://schemas.microsoft.com/office/drawing/2014/main" id="{4DB7CFDB-E989-CE54-DC1A-28616745507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8557" y="100193"/>
              <a:ext cx="2184731" cy="630736"/>
            </a:xfrm>
            <a:prstGeom prst="rect">
              <a:avLst/>
            </a:prstGeom>
          </p:spPr>
        </p:pic>
        <p:cxnSp>
          <p:nvCxnSpPr>
            <p:cNvPr id="45" name="直接连接符 44">
              <a:extLst>
                <a:ext uri="{FF2B5EF4-FFF2-40B4-BE49-F238E27FC236}">
                  <a16:creationId xmlns:a16="http://schemas.microsoft.com/office/drawing/2014/main" id="{49468456-5907-E04E-6CC2-DBDF6460EABE}"/>
                </a:ext>
              </a:extLst>
            </p:cNvPr>
            <p:cNvCxnSpPr>
              <a:cxnSpLocks/>
            </p:cNvCxnSpPr>
            <p:nvPr/>
          </p:nvCxnSpPr>
          <p:spPr>
            <a:xfrm>
              <a:off x="11761897" y="282851"/>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9" name="直接连接符 48">
              <a:extLst>
                <a:ext uri="{FF2B5EF4-FFF2-40B4-BE49-F238E27FC236}">
                  <a16:creationId xmlns:a16="http://schemas.microsoft.com/office/drawing/2014/main" id="{E1196784-EF0D-DCD0-8242-2FB13B8876B3}"/>
                </a:ext>
              </a:extLst>
            </p:cNvPr>
            <p:cNvCxnSpPr>
              <a:cxnSpLocks/>
            </p:cNvCxnSpPr>
            <p:nvPr/>
          </p:nvCxnSpPr>
          <p:spPr>
            <a:xfrm>
              <a:off x="10918888" y="282851"/>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50" name="TextBox 7">
              <a:extLst>
                <a:ext uri="{FF2B5EF4-FFF2-40B4-BE49-F238E27FC236}">
                  <a16:creationId xmlns:a16="http://schemas.microsoft.com/office/drawing/2014/main" id="{519EDAC0-D192-FDE9-7CA6-CDBFE3E54DBA}"/>
                </a:ext>
              </a:extLst>
            </p:cNvPr>
            <p:cNvSpPr txBox="1"/>
            <p:nvPr/>
          </p:nvSpPr>
          <p:spPr>
            <a:xfrm>
              <a:off x="9626117" y="236420"/>
              <a:ext cx="1121401"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pitchFamily="34" charset="-122"/>
                  <a:ea typeface="微软雅黑" panose="020B0503020204020204" pitchFamily="34" charset="-122"/>
                </a:rPr>
                <a:t>实验验证</a:t>
              </a:r>
            </a:p>
          </p:txBody>
        </p:sp>
        <p:sp>
          <p:nvSpPr>
            <p:cNvPr id="51" name="TextBox 7">
              <a:extLst>
                <a:ext uri="{FF2B5EF4-FFF2-40B4-BE49-F238E27FC236}">
                  <a16:creationId xmlns:a16="http://schemas.microsoft.com/office/drawing/2014/main" id="{F554F4E3-C437-765C-4E24-CB82307BACE8}"/>
                </a:ext>
              </a:extLst>
            </p:cNvPr>
            <p:cNvSpPr txBox="1"/>
            <p:nvPr/>
          </p:nvSpPr>
          <p:spPr>
            <a:xfrm>
              <a:off x="10995166" y="236420"/>
              <a:ext cx="705374"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pitchFamily="34" charset="-122"/>
                  <a:ea typeface="微软雅黑" panose="020B0503020204020204" pitchFamily="34" charset="-122"/>
                </a:rPr>
                <a:t>看法</a:t>
              </a:r>
            </a:p>
          </p:txBody>
        </p:sp>
      </p:grpSp>
      <p:sp>
        <p:nvSpPr>
          <p:cNvPr id="53" name="文本框 52">
            <a:extLst>
              <a:ext uri="{FF2B5EF4-FFF2-40B4-BE49-F238E27FC236}">
                <a16:creationId xmlns:a16="http://schemas.microsoft.com/office/drawing/2014/main" id="{47AA7EB8-D9AA-A715-175F-4E8539BDFDE7}"/>
              </a:ext>
            </a:extLst>
          </p:cNvPr>
          <p:cNvSpPr txBox="1"/>
          <p:nvPr/>
        </p:nvSpPr>
        <p:spPr>
          <a:xfrm>
            <a:off x="1004395" y="2274838"/>
            <a:ext cx="8428911" cy="2585323"/>
          </a:xfrm>
          <a:prstGeom prst="rect">
            <a:avLst/>
          </a:prstGeom>
          <a:noFill/>
        </p:spPr>
        <p:txBody>
          <a:bodyPr wrap="square">
            <a:spAutoFit/>
          </a:bodyPr>
          <a:lstStyle/>
          <a:p>
            <a:pPr algn="l" fontAlgn="base" latinLnBrk="0">
              <a:buNone/>
            </a:pPr>
            <a:r>
              <a:rPr lang="zh-CN" altLang="en-US" b="1" dirty="0">
                <a:solidFill>
                  <a:srgbClr val="000000"/>
                </a:solidFill>
                <a:effectLst/>
                <a:latin typeface="-apple-system"/>
              </a:rPr>
              <a:t>解决方法：混合拉普拉斯损失（</a:t>
            </a:r>
            <a:r>
              <a:rPr lang="en-US" altLang="zh-CN" b="1" dirty="0">
                <a:solidFill>
                  <a:srgbClr val="000000"/>
                </a:solidFill>
                <a:effectLst/>
                <a:latin typeface="-apple-system"/>
              </a:rPr>
              <a:t>Mixture of Laplace Loss</a:t>
            </a:r>
            <a:r>
              <a:rPr lang="zh-CN" altLang="en-US" b="1" dirty="0">
                <a:solidFill>
                  <a:srgbClr val="000000"/>
                </a:solidFill>
                <a:effectLst/>
                <a:latin typeface="-apple-system"/>
              </a:rPr>
              <a:t>）​</a:t>
            </a:r>
            <a:r>
              <a:rPr lang="zh-CN" altLang="en-US" b="0" dirty="0">
                <a:solidFill>
                  <a:srgbClr val="000000"/>
                </a:solidFill>
                <a:effectLst/>
                <a:latin typeface="-apple-system"/>
              </a:rPr>
              <a:t>​</a:t>
            </a:r>
          </a:p>
          <a:p>
            <a:pPr algn="l" fontAlgn="base" latinLnBrk="0">
              <a:buNone/>
            </a:pPr>
            <a:r>
              <a:rPr lang="zh-CN" altLang="en-US" b="0" dirty="0">
                <a:solidFill>
                  <a:srgbClr val="000000"/>
                </a:solidFill>
                <a:effectLst/>
                <a:latin typeface="-apple-system"/>
              </a:rPr>
              <a:t>传统</a:t>
            </a:r>
            <a:r>
              <a:rPr lang="en-US" altLang="zh-CN" b="0" dirty="0">
                <a:solidFill>
                  <a:srgbClr val="000000"/>
                </a:solidFill>
                <a:effectLst/>
                <a:latin typeface="-apple-system"/>
              </a:rPr>
              <a:t>L1</a:t>
            </a:r>
            <a:r>
              <a:rPr lang="zh-CN" altLang="en-US" b="0" dirty="0">
                <a:solidFill>
                  <a:srgbClr val="000000"/>
                </a:solidFill>
                <a:effectLst/>
                <a:latin typeface="-apple-system"/>
              </a:rPr>
              <a:t>损失对模糊像素（如遮挡）敏感。</a:t>
            </a:r>
            <a:r>
              <a:rPr lang="en-US" altLang="zh-CN" b="0" dirty="0">
                <a:solidFill>
                  <a:srgbClr val="000000"/>
                </a:solidFill>
                <a:effectLst/>
                <a:latin typeface="-apple-system"/>
              </a:rPr>
              <a:t>SEA-RAFT</a:t>
            </a:r>
            <a:r>
              <a:rPr lang="zh-CN" altLang="en-US" b="0" dirty="0">
                <a:solidFill>
                  <a:srgbClr val="000000"/>
                </a:solidFill>
                <a:effectLst/>
                <a:latin typeface="-apple-system"/>
              </a:rPr>
              <a:t>让网络预测拉普拉斯混合分布的参数（混合系数</a:t>
            </a:r>
            <a:r>
              <a:rPr lang="en-US" altLang="zh-CN" b="0" dirty="0">
                <a:solidFill>
                  <a:srgbClr val="000000"/>
                </a:solidFill>
                <a:effectLst/>
                <a:latin typeface="-apple-system"/>
              </a:rPr>
              <a:t>α</a:t>
            </a:r>
            <a:r>
              <a:rPr lang="zh-CN" altLang="en-US" b="0" dirty="0">
                <a:solidFill>
                  <a:srgbClr val="000000"/>
                </a:solidFill>
                <a:effectLst/>
                <a:latin typeface="-apple-system"/>
              </a:rPr>
              <a:t>、尺度</a:t>
            </a:r>
            <a:r>
              <a:rPr lang="en-US" altLang="zh-CN" b="0" dirty="0">
                <a:solidFill>
                  <a:srgbClr val="000000"/>
                </a:solidFill>
                <a:effectLst/>
                <a:latin typeface="-apple-system"/>
              </a:rPr>
              <a:t>β</a:t>
            </a:r>
            <a:r>
              <a:rPr lang="zh-CN" altLang="en-US" b="0" dirty="0">
                <a:solidFill>
                  <a:srgbClr val="000000"/>
                </a:solidFill>
                <a:effectLst/>
                <a:latin typeface="-apple-system"/>
              </a:rPr>
              <a:t>和均值</a:t>
            </a:r>
            <a:r>
              <a:rPr lang="en-US" altLang="zh-CN" b="0" dirty="0">
                <a:solidFill>
                  <a:srgbClr val="000000"/>
                </a:solidFill>
                <a:effectLst/>
                <a:latin typeface="-apple-system"/>
              </a:rPr>
              <a:t>μ</a:t>
            </a:r>
            <a:r>
              <a:rPr lang="zh-CN" altLang="en-US" b="0" dirty="0">
                <a:solidFill>
                  <a:srgbClr val="000000"/>
                </a:solidFill>
                <a:effectLst/>
                <a:latin typeface="-apple-system"/>
              </a:rPr>
              <a:t>），最大化真实光流的对数似然。其中，一个混合组分固定</a:t>
            </a:r>
            <a:r>
              <a:rPr lang="en-US" altLang="zh-CN" b="0" dirty="0">
                <a:solidFill>
                  <a:srgbClr val="000000"/>
                </a:solidFill>
                <a:effectLst/>
                <a:latin typeface="-apple-system"/>
              </a:rPr>
              <a:t>β₁=0</a:t>
            </a:r>
            <a:r>
              <a:rPr lang="zh-CN" altLang="en-US" b="0" dirty="0">
                <a:solidFill>
                  <a:srgbClr val="000000"/>
                </a:solidFill>
                <a:effectLst/>
                <a:latin typeface="-apple-system"/>
              </a:rPr>
              <a:t>，使损失对齐</a:t>
            </a:r>
            <a:r>
              <a:rPr lang="en-US" altLang="zh-CN" b="0" dirty="0">
                <a:solidFill>
                  <a:srgbClr val="000000"/>
                </a:solidFill>
                <a:effectLst/>
                <a:latin typeface="-apple-system"/>
              </a:rPr>
              <a:t>L1</a:t>
            </a:r>
            <a:r>
              <a:rPr lang="zh-CN" altLang="en-US" b="0" dirty="0">
                <a:solidFill>
                  <a:srgbClr val="000000"/>
                </a:solidFill>
                <a:effectLst/>
                <a:latin typeface="-apple-system"/>
              </a:rPr>
              <a:t>误差（优化普通案例），另一组分处理模糊案例。公式如下：</a:t>
            </a:r>
            <a:endParaRPr lang="en-US" altLang="zh-CN" b="0" dirty="0">
              <a:solidFill>
                <a:srgbClr val="000000"/>
              </a:solidFill>
              <a:effectLst/>
              <a:latin typeface="-apple-system"/>
            </a:endParaRPr>
          </a:p>
          <a:p>
            <a:pPr algn="l" fontAlgn="base" latinLnBrk="0">
              <a:buNone/>
            </a:pPr>
            <a:endParaRPr lang="en-US" altLang="zh-CN" b="0" dirty="0">
              <a:solidFill>
                <a:srgbClr val="000000"/>
              </a:solidFill>
              <a:effectLst/>
              <a:latin typeface="-apple-system"/>
            </a:endParaRPr>
          </a:p>
          <a:p>
            <a:pPr algn="l" fontAlgn="base" latinLnBrk="0">
              <a:buNone/>
            </a:pPr>
            <a:endParaRPr lang="zh-CN" altLang="en-US" b="0" dirty="0">
              <a:solidFill>
                <a:srgbClr val="000000"/>
              </a:solidFill>
              <a:effectLst/>
              <a:latin typeface="-apple-system"/>
            </a:endParaRPr>
          </a:p>
          <a:p>
            <a:pPr algn="l" fontAlgn="base" latinLnBrk="0">
              <a:buNone/>
            </a:pPr>
            <a:endParaRPr lang="en-US" altLang="zh-CN" b="0" dirty="0">
              <a:solidFill>
                <a:srgbClr val="000000"/>
              </a:solidFill>
              <a:effectLst/>
              <a:latin typeface="-apple-system"/>
            </a:endParaRPr>
          </a:p>
          <a:p>
            <a:pPr algn="l" fontAlgn="base" latinLnBrk="0">
              <a:buNone/>
            </a:pPr>
            <a:r>
              <a:rPr lang="zh-CN" altLang="en-US" b="0" dirty="0">
                <a:solidFill>
                  <a:srgbClr val="000000"/>
                </a:solidFill>
                <a:effectLst/>
                <a:latin typeface="-apple-system"/>
              </a:rPr>
              <a:t>这减少了模糊样本的支配效应，提升泛化。</a:t>
            </a:r>
          </a:p>
        </p:txBody>
      </p:sp>
      <mc:AlternateContent xmlns:mc="http://schemas.openxmlformats.org/markup-compatibility/2006" xmlns:a14="http://schemas.microsoft.com/office/drawing/2010/main">
        <mc:Choice Requires="a14">
          <p:sp>
            <p:nvSpPr>
              <p:cNvPr id="54" name="文本框 53">
                <a:extLst>
                  <a:ext uri="{FF2B5EF4-FFF2-40B4-BE49-F238E27FC236}">
                    <a16:creationId xmlns:a16="http://schemas.microsoft.com/office/drawing/2014/main" id="{E48888A7-40D6-5DB2-CEEB-51472C0A0311}"/>
                  </a:ext>
                </a:extLst>
              </p:cNvPr>
              <p:cNvSpPr txBox="1"/>
              <p:nvPr/>
            </p:nvSpPr>
            <p:spPr>
              <a:xfrm>
                <a:off x="1057270" y="3740588"/>
                <a:ext cx="8149346" cy="70474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𝐿</m:t>
                          </m:r>
                        </m:e>
                        <m:sub>
                          <m:r>
                            <a:rPr lang="en-US" altLang="zh-CN" b="0" i="1" smtClean="0">
                              <a:latin typeface="Cambria Math" panose="02040503050406030204" pitchFamily="18" charset="0"/>
                            </a:rPr>
                            <m:t>𝑀𝑂𝐿</m:t>
                          </m:r>
                        </m:sub>
                      </m:sSub>
                      <m:r>
                        <a:rPr lang="en-US" altLang="zh-CN" b="0" i="1" smtClean="0">
                          <a:latin typeface="Cambria Math" panose="02040503050406030204" pitchFamily="18" charset="0"/>
                        </a:rPr>
                        <m:t>=−</m:t>
                      </m:r>
                      <m:f>
                        <m:fPr>
                          <m:ctrlPr>
                            <a:rPr lang="en-US" altLang="zh-CN" b="0" i="1" smtClean="0">
                              <a:latin typeface="Cambria Math" panose="02040503050406030204" pitchFamily="18" charset="0"/>
                            </a:rPr>
                          </m:ctrlPr>
                        </m:fPr>
                        <m:num>
                          <m:r>
                            <a:rPr lang="en-US" altLang="zh-CN" b="0" i="1" smtClean="0">
                              <a:latin typeface="Cambria Math" panose="02040503050406030204" pitchFamily="18" charset="0"/>
                            </a:rPr>
                            <m:t>1</m:t>
                          </m:r>
                        </m:num>
                        <m:den>
                          <m:r>
                            <a:rPr lang="en-US" altLang="zh-CN" b="0" i="1" smtClean="0">
                              <a:latin typeface="Cambria Math" panose="02040503050406030204" pitchFamily="18" charset="0"/>
                            </a:rPr>
                            <m:t>2</m:t>
                          </m:r>
                          <m:r>
                            <a:rPr lang="en-US" altLang="zh-CN" b="0" i="1" smtClean="0">
                              <a:latin typeface="Cambria Math" panose="02040503050406030204" pitchFamily="18" charset="0"/>
                            </a:rPr>
                            <m:t>𝐻𝑊</m:t>
                          </m:r>
                        </m:den>
                      </m:f>
                      <m:nary>
                        <m:naryPr>
                          <m:chr m:val="∑"/>
                          <m:supHide m:val="on"/>
                          <m:ctrlPr>
                            <a:rPr lang="en-US" altLang="zh-CN" b="0" i="1" smtClean="0">
                              <a:latin typeface="Cambria Math" panose="02040503050406030204" pitchFamily="18" charset="0"/>
                            </a:rPr>
                          </m:ctrlPr>
                        </m:naryPr>
                        <m:sub>
                          <m:r>
                            <m:rPr>
                              <m:brk m:alnAt="7"/>
                            </m:rPr>
                            <a:rPr lang="en-US" altLang="zh-CN" b="0" i="1" smtClean="0">
                              <a:latin typeface="Cambria Math" panose="02040503050406030204" pitchFamily="18" charset="0"/>
                            </a:rPr>
                            <m:t>𝑢</m:t>
                          </m:r>
                        </m:sub>
                        <m:sup/>
                        <m:e>
                          <m:nary>
                            <m:naryPr>
                              <m:chr m:val="∑"/>
                              <m:supHide m:val="on"/>
                              <m:ctrlPr>
                                <a:rPr lang="en-US" altLang="zh-CN" b="0" i="1" smtClean="0">
                                  <a:latin typeface="Cambria Math" panose="02040503050406030204" pitchFamily="18" charset="0"/>
                                </a:rPr>
                              </m:ctrlPr>
                            </m:naryPr>
                            <m:sub>
                              <m:r>
                                <m:rPr>
                                  <m:brk m:alnAt="7"/>
                                </m:rPr>
                                <a:rPr lang="en-US" altLang="zh-CN" b="0" i="1" smtClean="0">
                                  <a:latin typeface="Cambria Math" panose="02040503050406030204" pitchFamily="18" charset="0"/>
                                </a:rPr>
                                <m:t>𝑣</m:t>
                              </m:r>
                            </m:sub>
                            <m:sup/>
                            <m:e>
                              <m:nary>
                                <m:naryPr>
                                  <m:chr m:val="∑"/>
                                  <m:supHide m:val="on"/>
                                  <m:ctrlPr>
                                    <a:rPr lang="en-US" altLang="zh-CN" b="0" i="1" smtClean="0">
                                      <a:latin typeface="Cambria Math" panose="02040503050406030204" pitchFamily="18" charset="0"/>
                                    </a:rPr>
                                  </m:ctrlPr>
                                </m:naryPr>
                                <m:sub>
                                  <m:r>
                                    <m:rPr>
                                      <m:brk m:alnAt="7"/>
                                    </m:rPr>
                                    <a:rPr lang="en-US" altLang="zh-CN" b="0" i="1" smtClean="0">
                                      <a:latin typeface="Cambria Math" panose="02040503050406030204" pitchFamily="18" charset="0"/>
                                    </a:rPr>
                                    <m:t>𝑑</m:t>
                                  </m:r>
                                  <m:r>
                                    <a:rPr lang="en-US" altLang="zh-CN" b="0" i="1" smtClean="0">
                                      <a:latin typeface="Cambria Math" panose="02040503050406030204" pitchFamily="18" charset="0"/>
                                      <a:ea typeface="Cambria Math" panose="02040503050406030204" pitchFamily="18" charset="0"/>
                                    </a:rPr>
                                    <m:t>∈</m:t>
                                  </m:r>
                                  <m:d>
                                    <m:dPr>
                                      <m:begChr m:val="{"/>
                                      <m:endChr m:val="}"/>
                                      <m:ctrlPr>
                                        <a:rPr lang="en-US" altLang="zh-CN" b="0" i="1" smtClean="0">
                                          <a:latin typeface="Cambria Math" panose="02040503050406030204" pitchFamily="18" charset="0"/>
                                          <a:ea typeface="Cambria Math" panose="02040503050406030204" pitchFamily="18" charset="0"/>
                                        </a:rPr>
                                      </m:ctrlPr>
                                    </m:dPr>
                                    <m:e>
                                      <m:r>
                                        <a:rPr lang="en-US" altLang="zh-CN" b="0" i="1" smtClean="0">
                                          <a:latin typeface="Cambria Math" panose="02040503050406030204" pitchFamily="18" charset="0"/>
                                          <a:ea typeface="Cambria Math" panose="02040503050406030204" pitchFamily="18" charset="0"/>
                                        </a:rPr>
                                        <m:t>𝑥</m:t>
                                      </m:r>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𝑦</m:t>
                                      </m:r>
                                    </m:e>
                                  </m:d>
                                </m:sub>
                                <m:sup/>
                                <m:e>
                                  <m:r>
                                    <m:rPr>
                                      <m:sty m:val="p"/>
                                    </m:rPr>
                                    <a:rPr lang="en-US" altLang="zh-CN" b="0" i="0" smtClean="0">
                                      <a:latin typeface="Cambria Math" panose="02040503050406030204" pitchFamily="18" charset="0"/>
                                    </a:rPr>
                                    <m:t>log</m:t>
                                  </m:r>
                                  <m:r>
                                    <a:rPr lang="en-US" altLang="zh-CN" b="0" i="1" smtClean="0">
                                      <a:latin typeface="Cambria Math" panose="02040503050406030204" pitchFamily="18" charset="0"/>
                                    </a:rPr>
                                    <m:t>⁡[</m:t>
                                  </m:r>
                                  <m:r>
                                    <a:rPr lang="en-US" altLang="zh-CN" b="0" i="1" smtClean="0">
                                      <a:latin typeface="Cambria Math" panose="02040503050406030204" pitchFamily="18" charset="0"/>
                                    </a:rPr>
                                    <m:t>𝑀𝑖𝑥𝐿𝑎𝑝</m:t>
                                  </m:r>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zh-CN" altLang="en-US" b="0" i="1" smtClean="0">
                                          <a:latin typeface="Cambria Math" panose="02040503050406030204" pitchFamily="18" charset="0"/>
                                        </a:rPr>
                                        <m:t>𝜇</m:t>
                                      </m:r>
                                    </m:e>
                                    <m:sub>
                                      <m:r>
                                        <a:rPr lang="en-US" altLang="zh-CN" b="0" i="1" smtClean="0">
                                          <a:latin typeface="Cambria Math" panose="02040503050406030204" pitchFamily="18" charset="0"/>
                                        </a:rPr>
                                        <m:t>𝑔𝑡</m:t>
                                      </m:r>
                                    </m:sub>
                                  </m:sSub>
                                  <m:r>
                                    <a:rPr lang="en-US" altLang="zh-CN" b="0" i="1" smtClean="0">
                                      <a:latin typeface="Cambria Math" panose="02040503050406030204" pitchFamily="18" charset="0"/>
                                    </a:rPr>
                                    <m:t>(</m:t>
                                  </m:r>
                                  <m:r>
                                    <a:rPr lang="en-US" altLang="zh-CN" b="0" i="1" smtClean="0">
                                      <a:latin typeface="Cambria Math" panose="02040503050406030204" pitchFamily="18" charset="0"/>
                                    </a:rPr>
                                    <m:t>𝑢</m:t>
                                  </m:r>
                                  <m:r>
                                    <a:rPr lang="en-US" altLang="zh-CN" b="0" i="1" smtClean="0">
                                      <a:latin typeface="Cambria Math" panose="02040503050406030204" pitchFamily="18" charset="0"/>
                                    </a:rPr>
                                    <m:t>,</m:t>
                                  </m:r>
                                  <m:r>
                                    <a:rPr lang="en-US" altLang="zh-CN" b="0" i="1" smtClean="0">
                                      <a:latin typeface="Cambria Math" panose="02040503050406030204" pitchFamily="18" charset="0"/>
                                    </a:rPr>
                                    <m:t>𝑣</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m:t>
                                      </m:r>
                                    </m:e>
                                    <m:sub>
                                      <m:r>
                                        <a:rPr lang="en-US" altLang="zh-CN" b="0" i="1" smtClean="0">
                                          <a:latin typeface="Cambria Math" panose="02040503050406030204" pitchFamily="18" charset="0"/>
                                        </a:rPr>
                                        <m:t>𝑑</m:t>
                                      </m:r>
                                    </m:sub>
                                  </m:sSub>
                                  <m:r>
                                    <a:rPr lang="en-US" altLang="zh-CN" b="0" i="1" smtClean="0">
                                      <a:latin typeface="Cambria Math" panose="02040503050406030204" pitchFamily="18" charset="0"/>
                                    </a:rPr>
                                    <m:t>;</m:t>
                                  </m:r>
                                  <m:r>
                                    <a:rPr lang="zh-CN" altLang="en-US" b="0" i="1" smtClean="0">
                                      <a:latin typeface="Cambria Math" panose="02040503050406030204" pitchFamily="18" charset="0"/>
                                    </a:rPr>
                                    <m:t>𝛼</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𝑢</m:t>
                                      </m:r>
                                      <m:r>
                                        <a:rPr lang="en-US" altLang="zh-CN" b="0" i="1" smtClean="0">
                                          <a:latin typeface="Cambria Math" panose="02040503050406030204" pitchFamily="18" charset="0"/>
                                        </a:rPr>
                                        <m:t>,</m:t>
                                      </m:r>
                                      <m:r>
                                        <a:rPr lang="en-US" altLang="zh-CN" b="0" i="1" smtClean="0">
                                          <a:latin typeface="Cambria Math" panose="02040503050406030204" pitchFamily="18" charset="0"/>
                                        </a:rPr>
                                        <m:t>𝑣</m:t>
                                      </m:r>
                                    </m:e>
                                  </m:d>
                                  <m:r>
                                    <a:rPr lang="en-US" altLang="zh-CN" b="0" i="1" smtClean="0">
                                      <a:latin typeface="Cambria Math" panose="02040503050406030204" pitchFamily="18" charset="0"/>
                                    </a:rPr>
                                    <m:t>,0,</m:t>
                                  </m:r>
                                  <m:sSub>
                                    <m:sSubPr>
                                      <m:ctrlPr>
                                        <a:rPr lang="en-US" altLang="zh-CN" b="0" i="1" smtClean="0">
                                          <a:latin typeface="Cambria Math" panose="02040503050406030204" pitchFamily="18" charset="0"/>
                                        </a:rPr>
                                      </m:ctrlPr>
                                    </m:sSubPr>
                                    <m:e>
                                      <m:r>
                                        <a:rPr lang="zh-CN" altLang="en-US" b="0" i="1" smtClean="0">
                                          <a:latin typeface="Cambria Math" panose="02040503050406030204" pitchFamily="18" charset="0"/>
                                        </a:rPr>
                                        <m:t>𝛽</m:t>
                                      </m:r>
                                    </m:e>
                                    <m:sub>
                                      <m:r>
                                        <a:rPr lang="en-US" altLang="zh-CN" b="0" i="1" smtClean="0">
                                          <a:latin typeface="Cambria Math" panose="02040503050406030204" pitchFamily="18" charset="0"/>
                                        </a:rPr>
                                        <m:t>2</m:t>
                                      </m:r>
                                    </m:sub>
                                  </m:sSub>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𝑢</m:t>
                                      </m:r>
                                      <m:r>
                                        <a:rPr lang="en-US" altLang="zh-CN" b="0" i="1" smtClean="0">
                                          <a:latin typeface="Cambria Math" panose="02040503050406030204" pitchFamily="18" charset="0"/>
                                        </a:rPr>
                                        <m:t>,</m:t>
                                      </m:r>
                                      <m:r>
                                        <a:rPr lang="en-US" altLang="zh-CN" b="0" i="1" smtClean="0">
                                          <a:latin typeface="Cambria Math" panose="02040503050406030204" pitchFamily="18" charset="0"/>
                                        </a:rPr>
                                        <m:t>𝑣</m:t>
                                      </m:r>
                                    </m:e>
                                  </m:d>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zh-CN" altLang="en-US" b="0" i="1" smtClean="0">
                                          <a:latin typeface="Cambria Math" panose="02040503050406030204" pitchFamily="18" charset="0"/>
                                        </a:rPr>
                                        <m:t>𝜇</m:t>
                                      </m:r>
                                      <m:r>
                                        <a:rPr lang="en-US" altLang="zh-CN" b="0" i="1" smtClean="0">
                                          <a:latin typeface="Cambria Math" panose="02040503050406030204" pitchFamily="18" charset="0"/>
                                        </a:rPr>
                                        <m:t>(</m:t>
                                      </m:r>
                                      <m:r>
                                        <a:rPr lang="en-US" altLang="zh-CN" b="0" i="1" smtClean="0">
                                          <a:latin typeface="Cambria Math" panose="02040503050406030204" pitchFamily="18" charset="0"/>
                                        </a:rPr>
                                        <m:t>𝑢</m:t>
                                      </m:r>
                                      <m:r>
                                        <a:rPr lang="en-US" altLang="zh-CN" b="0" i="1" smtClean="0">
                                          <a:latin typeface="Cambria Math" panose="02040503050406030204" pitchFamily="18" charset="0"/>
                                        </a:rPr>
                                        <m:t>,</m:t>
                                      </m:r>
                                      <m:r>
                                        <a:rPr lang="en-US" altLang="zh-CN" b="0" i="1" smtClean="0">
                                          <a:latin typeface="Cambria Math" panose="02040503050406030204" pitchFamily="18" charset="0"/>
                                        </a:rPr>
                                        <m:t>𝑣</m:t>
                                      </m:r>
                                      <m:r>
                                        <a:rPr lang="en-US" altLang="zh-CN" b="0" i="1" smtClean="0">
                                          <a:latin typeface="Cambria Math" panose="02040503050406030204" pitchFamily="18" charset="0"/>
                                        </a:rPr>
                                        <m:t>)</m:t>
                                      </m:r>
                                    </m:e>
                                    <m:sub>
                                      <m:r>
                                        <a:rPr lang="en-US" altLang="zh-CN" b="0" i="1" smtClean="0">
                                          <a:latin typeface="Cambria Math" panose="02040503050406030204" pitchFamily="18" charset="0"/>
                                        </a:rPr>
                                        <m:t>𝑑</m:t>
                                      </m:r>
                                    </m:sub>
                                  </m:sSub>
                                  <m:r>
                                    <a:rPr lang="en-US" altLang="zh-CN" b="0" i="1" smtClean="0">
                                      <a:latin typeface="Cambria Math" panose="02040503050406030204" pitchFamily="18" charset="0"/>
                                    </a:rPr>
                                    <m:t>)]</m:t>
                                  </m:r>
                                </m:e>
                              </m:nary>
                            </m:e>
                          </m:nary>
                        </m:e>
                      </m:nary>
                    </m:oMath>
                  </m:oMathPara>
                </a14:m>
                <a:endParaRPr lang="zh-CN" altLang="en-US" dirty="0"/>
              </a:p>
            </p:txBody>
          </p:sp>
        </mc:Choice>
        <mc:Fallback xmlns="">
          <p:sp>
            <p:nvSpPr>
              <p:cNvPr id="54" name="文本框 53">
                <a:extLst>
                  <a:ext uri="{FF2B5EF4-FFF2-40B4-BE49-F238E27FC236}">
                    <a16:creationId xmlns:a16="http://schemas.microsoft.com/office/drawing/2014/main" id="{E48888A7-40D6-5DB2-CEEB-51472C0A0311}"/>
                  </a:ext>
                </a:extLst>
              </p:cNvPr>
              <p:cNvSpPr txBox="1">
                <a:spLocks noRot="1" noChangeAspect="1" noMove="1" noResize="1" noEditPoints="1" noAdjustHandles="1" noChangeArrowheads="1" noChangeShapeType="1" noTextEdit="1"/>
              </p:cNvSpPr>
              <p:nvPr/>
            </p:nvSpPr>
            <p:spPr>
              <a:xfrm>
                <a:off x="1057270" y="3740588"/>
                <a:ext cx="8149346" cy="704745"/>
              </a:xfrm>
              <a:prstGeom prst="rect">
                <a:avLst/>
              </a:prstGeom>
              <a:blipFill>
                <a:blip r:embed="rId4"/>
                <a:stretch>
                  <a:fillRect/>
                </a:stretch>
              </a:blipFill>
            </p:spPr>
            <p:txBody>
              <a:bodyPr/>
              <a:lstStyle/>
              <a:p>
                <a:r>
                  <a:rPr lang="zh-CN" altLang="en-US">
                    <a:noFill/>
                  </a:rPr>
                  <a:t> </a:t>
                </a:r>
              </a:p>
            </p:txBody>
          </p:sp>
        </mc:Fallback>
      </mc:AlternateContent>
      <p:grpSp>
        <p:nvGrpSpPr>
          <p:cNvPr id="55" name="组合 54">
            <a:extLst>
              <a:ext uri="{FF2B5EF4-FFF2-40B4-BE49-F238E27FC236}">
                <a16:creationId xmlns:a16="http://schemas.microsoft.com/office/drawing/2014/main" id="{AFF01064-652D-217D-CA38-958E83F7A45E}"/>
              </a:ext>
            </a:extLst>
          </p:cNvPr>
          <p:cNvGrpSpPr/>
          <p:nvPr/>
        </p:nvGrpSpPr>
        <p:grpSpPr>
          <a:xfrm>
            <a:off x="518557" y="844891"/>
            <a:ext cx="10011410" cy="946351"/>
            <a:chOff x="502567" y="815013"/>
            <a:chExt cx="10011410" cy="946351"/>
          </a:xfrm>
        </p:grpSpPr>
        <p:grpSp>
          <p:nvGrpSpPr>
            <p:cNvPr id="56" name="组合 55">
              <a:extLst>
                <a:ext uri="{FF2B5EF4-FFF2-40B4-BE49-F238E27FC236}">
                  <a16:creationId xmlns:a16="http://schemas.microsoft.com/office/drawing/2014/main" id="{F03EA8C4-3A3B-3A67-E36A-E19738C93240}"/>
                </a:ext>
              </a:extLst>
            </p:cNvPr>
            <p:cNvGrpSpPr/>
            <p:nvPr/>
          </p:nvGrpSpPr>
          <p:grpSpPr>
            <a:xfrm>
              <a:off x="566939" y="815013"/>
              <a:ext cx="3404568" cy="402590"/>
              <a:chOff x="598472" y="831554"/>
              <a:chExt cx="3404568" cy="402590"/>
            </a:xfrm>
          </p:grpSpPr>
          <p:cxnSp>
            <p:nvCxnSpPr>
              <p:cNvPr id="63" name="直接连接符 62">
                <a:extLst>
                  <a:ext uri="{FF2B5EF4-FFF2-40B4-BE49-F238E27FC236}">
                    <a16:creationId xmlns:a16="http://schemas.microsoft.com/office/drawing/2014/main" id="{B8189B62-D963-5074-C673-CB8519CF720E}"/>
                  </a:ext>
                </a:extLst>
              </p:cNvPr>
              <p:cNvCxnSpPr/>
              <p:nvPr/>
            </p:nvCxnSpPr>
            <p:spPr>
              <a:xfrm flipV="1">
                <a:off x="598472" y="1195628"/>
                <a:ext cx="3043167" cy="1515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64" name="TextBox 6">
                <a:extLst>
                  <a:ext uri="{FF2B5EF4-FFF2-40B4-BE49-F238E27FC236}">
                    <a16:creationId xmlns:a16="http://schemas.microsoft.com/office/drawing/2014/main" id="{2BD4D58B-9AA3-DBAC-0906-284B84EB9A01}"/>
                  </a:ext>
                </a:extLst>
              </p:cNvPr>
              <p:cNvSpPr txBox="1"/>
              <p:nvPr/>
            </p:nvSpPr>
            <p:spPr>
              <a:xfrm>
                <a:off x="813103" y="831554"/>
                <a:ext cx="3189937" cy="402590"/>
              </a:xfrm>
              <a:prstGeom prst="rect">
                <a:avLst/>
              </a:prstGeom>
              <a:noFill/>
            </p:spPr>
            <p:txBody>
              <a:bodyPr wrap="square" lIns="0" tIns="48000" rIns="0" bIns="48000" rtlCol="0">
                <a:spAutoFit/>
              </a:bodyPr>
              <a:lstStyle/>
              <a:p>
                <a:r>
                  <a:rPr lang="zh-CN" altLang="en-US" sz="2000" b="1" dirty="0">
                    <a:solidFill>
                      <a:schemeClr val="tx1">
                        <a:lumMod val="65000"/>
                        <a:lumOff val="35000"/>
                      </a:schemeClr>
                    </a:solidFill>
                    <a:latin typeface="微软雅黑" panose="020B0503020204020204" pitchFamily="34" charset="-122"/>
                    <a:ea typeface="微软雅黑" panose="020B0503020204020204" pitchFamily="34" charset="-122"/>
                  </a:rPr>
                  <a:t>二、采取的解决方案</a:t>
                </a:r>
              </a:p>
            </p:txBody>
          </p:sp>
        </p:grpSp>
        <p:grpSp>
          <p:nvGrpSpPr>
            <p:cNvPr id="57" name="组合 56">
              <a:extLst>
                <a:ext uri="{FF2B5EF4-FFF2-40B4-BE49-F238E27FC236}">
                  <a16:creationId xmlns:a16="http://schemas.microsoft.com/office/drawing/2014/main" id="{6750D5BA-A70B-3040-EA1F-BF8EC0D0C559}"/>
                </a:ext>
              </a:extLst>
            </p:cNvPr>
            <p:cNvGrpSpPr/>
            <p:nvPr/>
          </p:nvGrpSpPr>
          <p:grpSpPr>
            <a:xfrm>
              <a:off x="502567" y="1240664"/>
              <a:ext cx="10011410" cy="520700"/>
              <a:chOff x="309699" y="1240632"/>
              <a:chExt cx="10011410" cy="520700"/>
            </a:xfrm>
          </p:grpSpPr>
          <p:grpSp>
            <p:nvGrpSpPr>
              <p:cNvPr id="58" name="组合 57">
                <a:extLst>
                  <a:ext uri="{FF2B5EF4-FFF2-40B4-BE49-F238E27FC236}">
                    <a16:creationId xmlns:a16="http://schemas.microsoft.com/office/drawing/2014/main" id="{EDDB4499-9109-25EB-20EC-EF6020E19DB7}"/>
                  </a:ext>
                </a:extLst>
              </p:cNvPr>
              <p:cNvGrpSpPr/>
              <p:nvPr/>
            </p:nvGrpSpPr>
            <p:grpSpPr>
              <a:xfrm>
                <a:off x="309699" y="1240632"/>
                <a:ext cx="10011410" cy="520700"/>
                <a:chOff x="666750" y="1335486"/>
                <a:chExt cx="10011410" cy="520700"/>
              </a:xfrm>
            </p:grpSpPr>
            <p:sp>
              <p:nvSpPr>
                <p:cNvPr id="60" name="矩形 59">
                  <a:extLst>
                    <a:ext uri="{FF2B5EF4-FFF2-40B4-BE49-F238E27FC236}">
                      <a16:creationId xmlns:a16="http://schemas.microsoft.com/office/drawing/2014/main" id="{56EA8235-1B08-3EC7-DF40-11729B8CB98B}"/>
                    </a:ext>
                  </a:extLst>
                </p:cNvPr>
                <p:cNvSpPr/>
                <p:nvPr/>
              </p:nvSpPr>
              <p:spPr>
                <a:xfrm>
                  <a:off x="3036168" y="1335502"/>
                  <a:ext cx="7641992" cy="520684"/>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940" dirty="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61" name="矩形 3">
                  <a:extLst>
                    <a:ext uri="{FF2B5EF4-FFF2-40B4-BE49-F238E27FC236}">
                      <a16:creationId xmlns:a16="http://schemas.microsoft.com/office/drawing/2014/main" id="{B122197D-12D0-927C-1102-9A79162669DB}"/>
                    </a:ext>
                  </a:extLst>
                </p:cNvPr>
                <p:cNvSpPr/>
                <p:nvPr/>
              </p:nvSpPr>
              <p:spPr>
                <a:xfrm>
                  <a:off x="666750" y="1335486"/>
                  <a:ext cx="4410075" cy="520700"/>
                </a:xfrm>
                <a:prstGeom prst="rect">
                  <a:avLst/>
                </a:prstGeom>
                <a:solidFill>
                  <a:srgbClr val="A630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94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62" name="TextBox 64">
                  <a:extLst>
                    <a:ext uri="{FF2B5EF4-FFF2-40B4-BE49-F238E27FC236}">
                      <a16:creationId xmlns:a16="http://schemas.microsoft.com/office/drawing/2014/main" id="{74B5CDB3-D21C-3DE3-690D-63AC1B10A78D}"/>
                    </a:ext>
                  </a:extLst>
                </p:cNvPr>
                <p:cNvSpPr txBox="1"/>
                <p:nvPr/>
              </p:nvSpPr>
              <p:spPr>
                <a:xfrm>
                  <a:off x="718820" y="1419860"/>
                  <a:ext cx="2932430" cy="368300"/>
                </a:xfrm>
                <a:prstGeom prst="rect">
                  <a:avLst/>
                </a:prstGeom>
                <a:noFill/>
              </p:spPr>
              <p:txBody>
                <a:bodyPr wrap="square" rtlCol="0">
                  <a:spAutoFit/>
                </a:bodyPr>
                <a:lstStyle/>
                <a:p>
                  <a:pPr algn="ctr"/>
                  <a:r>
                    <a:rPr lang="zh-CN" altLang="en-US" b="1" u="sng" dirty="0">
                      <a:solidFill>
                        <a:schemeClr val="bg1"/>
                      </a:solidFill>
                      <a:latin typeface="+mj-ea"/>
                      <a:ea typeface="+mj-ea"/>
                      <a:cs typeface="+mn-ea"/>
                      <a:sym typeface="Arial" panose="020B0604020202020204" pitchFamily="34" charset="0"/>
                    </a:rPr>
                    <a:t>问题</a:t>
                  </a:r>
                </a:p>
              </p:txBody>
            </p:sp>
          </p:grpSp>
          <p:sp>
            <p:nvSpPr>
              <p:cNvPr id="59" name="TextBox 64">
                <a:extLst>
                  <a:ext uri="{FF2B5EF4-FFF2-40B4-BE49-F238E27FC236}">
                    <a16:creationId xmlns:a16="http://schemas.microsoft.com/office/drawing/2014/main" id="{FF783506-F28C-7427-DD0D-FA26362FEE87}"/>
                  </a:ext>
                </a:extLst>
              </p:cNvPr>
              <p:cNvSpPr txBox="1"/>
              <p:nvPr/>
            </p:nvSpPr>
            <p:spPr>
              <a:xfrm>
                <a:off x="6201013" y="1325006"/>
                <a:ext cx="2932430" cy="368300"/>
              </a:xfrm>
              <a:prstGeom prst="rect">
                <a:avLst/>
              </a:prstGeom>
              <a:noFill/>
            </p:spPr>
            <p:txBody>
              <a:bodyPr wrap="square" rtlCol="0">
                <a:spAutoFit/>
              </a:bodyPr>
              <a:lstStyle/>
              <a:p>
                <a:pPr algn="ctr"/>
                <a:r>
                  <a:rPr lang="zh-CN" altLang="en-US" b="1" u="sng" dirty="0">
                    <a:latin typeface="+mj-ea"/>
                    <a:ea typeface="+mj-ea"/>
                    <a:cs typeface="+mn-ea"/>
                    <a:sym typeface="Arial" panose="020B0604020202020204" pitchFamily="34" charset="0"/>
                  </a:rPr>
                  <a:t>模糊案例过拟合</a:t>
                </a:r>
              </a:p>
            </p:txBody>
          </p:sp>
        </p:grpSp>
      </p:grpSp>
    </p:spTree>
    <p:extLst>
      <p:ext uri="{BB962C8B-B14F-4D97-AF65-F5344CB8AC3E}">
        <p14:creationId xmlns:p14="http://schemas.microsoft.com/office/powerpoint/2010/main" val="1407149156"/>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p>
        </p:txBody>
      </p:sp>
      <p:cxnSp>
        <p:nvCxnSpPr>
          <p:cNvPr id="36" name="直接连接符 35"/>
          <p:cNvCxnSpPr/>
          <p:nvPr/>
        </p:nvCxnSpPr>
        <p:spPr>
          <a:xfrm>
            <a:off x="8174985"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8" name="TextBox 7"/>
          <p:cNvSpPr txBox="1"/>
          <p:nvPr/>
        </p:nvSpPr>
        <p:spPr>
          <a:xfrm>
            <a:off x="3377432" y="215903"/>
            <a:ext cx="1344000" cy="340995"/>
          </a:xfrm>
          <a:prstGeom prst="rect">
            <a:avLst/>
          </a:prstGeom>
          <a:noFill/>
        </p:spPr>
        <p:txBody>
          <a:bodyPr wrap="square" lIns="0" tIns="48000" rIns="0" bIns="48000" rtlCol="0">
            <a:spAutoFit/>
          </a:bodyPr>
          <a:lstStyle/>
          <a:p>
            <a:pPr algn="ctr"/>
            <a:r>
              <a:rPr lang="en-US" altLang="zh-CN" sz="1600" b="1" dirty="0">
                <a:solidFill>
                  <a:schemeClr val="bg1">
                    <a:lumMod val="50000"/>
                  </a:schemeClr>
                </a:solidFill>
                <a:latin typeface="微软雅黑" panose="020B0503020204020204" pitchFamily="34" charset="-122"/>
                <a:ea typeface="微软雅黑" panose="020B0503020204020204" pitchFamily="34" charset="-122"/>
              </a:rPr>
              <a:t>LIBS</a:t>
            </a:r>
            <a:r>
              <a:rPr lang="zh-CN" altLang="en-US" sz="1600" b="1" dirty="0">
                <a:solidFill>
                  <a:schemeClr val="bg1">
                    <a:lumMod val="50000"/>
                  </a:schemeClr>
                </a:solidFill>
                <a:latin typeface="微软雅黑" panose="020B0503020204020204" pitchFamily="34" charset="-122"/>
                <a:ea typeface="微软雅黑" panose="020B0503020204020204" pitchFamily="34" charset="-122"/>
              </a:rPr>
              <a:t>概述</a:t>
            </a:r>
          </a:p>
        </p:txBody>
      </p:sp>
      <p:sp>
        <p:nvSpPr>
          <p:cNvPr id="39" name="TextBox 9"/>
          <p:cNvSpPr txBox="1"/>
          <p:nvPr/>
        </p:nvSpPr>
        <p:spPr>
          <a:xfrm>
            <a:off x="6739637" y="215903"/>
            <a:ext cx="1344000" cy="340995"/>
          </a:xfrm>
          <a:prstGeom prst="rect">
            <a:avLst/>
          </a:prstGeom>
          <a:noFill/>
        </p:spPr>
        <p:txBody>
          <a:bodyPr wrap="square" lIns="0" tIns="48000" rIns="0" bIns="48000" rtlCol="0">
            <a:spAutoFit/>
          </a:bodyPr>
          <a:lstStyle/>
          <a:p>
            <a:pPr algn="ctr"/>
            <a:endParaRPr lang="zh-CN" altLang="en-US" sz="1600" b="1"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41" name="TextBox 11"/>
          <p:cNvSpPr txBox="1"/>
          <p:nvPr/>
        </p:nvSpPr>
        <p:spPr>
          <a:xfrm>
            <a:off x="6599480" y="215903"/>
            <a:ext cx="1598045"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pitchFamily="34" charset="-122"/>
                <a:ea typeface="微软雅黑" panose="020B0503020204020204" pitchFamily="34" charset="-122"/>
              </a:rPr>
              <a:t>仪器化</a:t>
            </a:r>
            <a:r>
              <a:rPr lang="en-US" altLang="zh-CN" sz="1600" b="1" dirty="0">
                <a:solidFill>
                  <a:schemeClr val="bg1">
                    <a:lumMod val="50000"/>
                  </a:schemeClr>
                </a:solidFill>
                <a:latin typeface="微软雅黑" panose="020B0503020204020204" pitchFamily="34" charset="-122"/>
                <a:ea typeface="微软雅黑" panose="020B0503020204020204" pitchFamily="34" charset="-122"/>
              </a:rPr>
              <a:t>LIBS</a:t>
            </a:r>
            <a:endParaRPr lang="zh-CN" altLang="en-US" sz="1600" b="1" dirty="0">
              <a:solidFill>
                <a:schemeClr val="bg1">
                  <a:lumMod val="50000"/>
                </a:schemeClr>
              </a:solidFill>
              <a:latin typeface="微软雅黑" panose="020B0503020204020204" pitchFamily="34" charset="-122"/>
              <a:ea typeface="微软雅黑" panose="020B0503020204020204" pitchFamily="34" charset="-122"/>
            </a:endParaRPr>
          </a:p>
        </p:txBody>
      </p:sp>
      <p:cxnSp>
        <p:nvCxnSpPr>
          <p:cNvPr id="42" name="直接连接符 41"/>
          <p:cNvCxnSpPr/>
          <p:nvPr/>
        </p:nvCxnSpPr>
        <p:spPr>
          <a:xfrm>
            <a:off x="4960256" y="274271"/>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43" name="图片 4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8557" y="100193"/>
            <a:ext cx="2184731" cy="630736"/>
          </a:xfrm>
          <a:prstGeom prst="rect">
            <a:avLst/>
          </a:prstGeom>
        </p:spPr>
      </p:pic>
      <p:sp>
        <p:nvSpPr>
          <p:cNvPr id="46" name="TextBox 6"/>
          <p:cNvSpPr txBox="1"/>
          <p:nvPr/>
        </p:nvSpPr>
        <p:spPr>
          <a:xfrm>
            <a:off x="5072744" y="215903"/>
            <a:ext cx="1344000" cy="343159"/>
          </a:xfrm>
          <a:prstGeom prst="rect">
            <a:avLst/>
          </a:prstGeom>
          <a:noFill/>
        </p:spPr>
        <p:txBody>
          <a:bodyPr wrap="square" lIns="0" tIns="48000" rIns="0" bIns="48000" rtlCol="0">
            <a:spAutoFit/>
          </a:bodyPr>
          <a:lstStyle/>
          <a:p>
            <a:pPr algn="ctr"/>
            <a:r>
              <a:rPr lang="en-US" altLang="zh-CN" sz="1600" b="1" dirty="0">
                <a:solidFill>
                  <a:schemeClr val="bg1"/>
                </a:solidFill>
                <a:latin typeface="微软雅黑" panose="020B0503020204020204" pitchFamily="34" charset="-122"/>
                <a:ea typeface="微软雅黑" panose="020B0503020204020204" pitchFamily="34" charset="-122"/>
              </a:rPr>
              <a:t>LIBS</a:t>
            </a:r>
            <a:r>
              <a:rPr lang="zh-CN" altLang="en-US" sz="1600" b="1" dirty="0">
                <a:solidFill>
                  <a:schemeClr val="bg1"/>
                </a:solidFill>
                <a:latin typeface="微软雅黑" panose="020B0503020204020204" pitchFamily="34" charset="-122"/>
                <a:ea typeface="微软雅黑" panose="020B0503020204020204" pitchFamily="34" charset="-122"/>
              </a:rPr>
              <a:t>应用领域</a:t>
            </a:r>
          </a:p>
        </p:txBody>
      </p:sp>
      <p:cxnSp>
        <p:nvCxnSpPr>
          <p:cNvPr id="47" name="直接连接符 46"/>
          <p:cNvCxnSpPr/>
          <p:nvPr/>
        </p:nvCxnSpPr>
        <p:spPr>
          <a:xfrm flipV="1">
            <a:off x="1797352" y="838042"/>
            <a:ext cx="3043167" cy="1515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nvGrpSpPr>
          <p:cNvPr id="4" name="组合 3">
            <a:extLst>
              <a:ext uri="{FF2B5EF4-FFF2-40B4-BE49-F238E27FC236}">
                <a16:creationId xmlns:a16="http://schemas.microsoft.com/office/drawing/2014/main" id="{DCB537E8-534A-705C-253B-815868C0028C}"/>
              </a:ext>
            </a:extLst>
          </p:cNvPr>
          <p:cNvGrpSpPr/>
          <p:nvPr/>
        </p:nvGrpSpPr>
        <p:grpSpPr>
          <a:xfrm>
            <a:off x="0" y="-11039"/>
            <a:ext cx="12192000" cy="794877"/>
            <a:chOff x="0" y="-34699"/>
            <a:chExt cx="12192000" cy="794877"/>
          </a:xfrm>
        </p:grpSpPr>
        <p:sp>
          <p:nvSpPr>
            <p:cNvPr id="7" name="矩形 4">
              <a:extLst>
                <a:ext uri="{FF2B5EF4-FFF2-40B4-BE49-F238E27FC236}">
                  <a16:creationId xmlns:a16="http://schemas.microsoft.com/office/drawing/2014/main" id="{9219BEFF-3D1A-E596-9BDA-918D7898F7C7}"/>
                </a:ext>
              </a:extLst>
            </p:cNvPr>
            <p:cNvSpPr/>
            <p:nvPr/>
          </p:nvSpPr>
          <p:spPr>
            <a:xfrm>
              <a:off x="0" y="-31822"/>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dirty="0"/>
            </a:p>
          </p:txBody>
        </p:sp>
        <p:cxnSp>
          <p:nvCxnSpPr>
            <p:cNvPr id="8" name="直接连接符 7">
              <a:extLst>
                <a:ext uri="{FF2B5EF4-FFF2-40B4-BE49-F238E27FC236}">
                  <a16:creationId xmlns:a16="http://schemas.microsoft.com/office/drawing/2014/main" id="{C7E6B3BB-1FE5-FFFA-D998-477DE645A94C}"/>
                </a:ext>
              </a:extLst>
            </p:cNvPr>
            <p:cNvCxnSpPr>
              <a:cxnSpLocks/>
            </p:cNvCxnSpPr>
            <p:nvPr/>
          </p:nvCxnSpPr>
          <p:spPr>
            <a:xfrm>
              <a:off x="9464907" y="282851"/>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9" name="矩形 8">
              <a:extLst>
                <a:ext uri="{FF2B5EF4-FFF2-40B4-BE49-F238E27FC236}">
                  <a16:creationId xmlns:a16="http://schemas.microsoft.com/office/drawing/2014/main" id="{5AD95578-C983-DADE-2102-EC0104E85C7A}"/>
                </a:ext>
              </a:extLst>
            </p:cNvPr>
            <p:cNvSpPr/>
            <p:nvPr/>
          </p:nvSpPr>
          <p:spPr>
            <a:xfrm>
              <a:off x="4989759" y="-34699"/>
              <a:ext cx="2181390" cy="79200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endParaRPr>
            </a:p>
          </p:txBody>
        </p:sp>
        <p:sp>
          <p:nvSpPr>
            <p:cNvPr id="10" name="TextBox 6">
              <a:extLst>
                <a:ext uri="{FF2B5EF4-FFF2-40B4-BE49-F238E27FC236}">
                  <a16:creationId xmlns:a16="http://schemas.microsoft.com/office/drawing/2014/main" id="{A97EA098-581E-304B-9395-459ACCFD5CBE}"/>
                </a:ext>
              </a:extLst>
            </p:cNvPr>
            <p:cNvSpPr txBox="1"/>
            <p:nvPr/>
          </p:nvSpPr>
          <p:spPr>
            <a:xfrm>
              <a:off x="3263055" y="236420"/>
              <a:ext cx="1665999" cy="343159"/>
            </a:xfrm>
            <a:prstGeom prst="rect">
              <a:avLst/>
            </a:prstGeom>
            <a:noFill/>
          </p:spPr>
          <p:txBody>
            <a:bodyPr wrap="square" lIns="0" tIns="48000" rIns="0" bIns="48000" rtlCol="0">
              <a:spAutoFit/>
            </a:bodyPr>
            <a:lstStyle/>
            <a:p>
              <a:pPr algn="ctr"/>
              <a:r>
                <a:rPr lang="en-US" altLang="zh-CN" sz="1600" b="1" dirty="0">
                  <a:solidFill>
                    <a:schemeClr val="bg1">
                      <a:lumMod val="50000"/>
                    </a:schemeClr>
                  </a:solidFill>
                  <a:latin typeface="微软雅黑" panose="020B0503020204020204" pitchFamily="34" charset="-122"/>
                  <a:ea typeface="微软雅黑" panose="020B0503020204020204" pitchFamily="34" charset="-122"/>
                </a:rPr>
                <a:t>SEA-RAFT</a:t>
              </a:r>
              <a:r>
                <a:rPr lang="zh-CN" altLang="en-US" sz="1600" b="1" dirty="0">
                  <a:solidFill>
                    <a:schemeClr val="bg1">
                      <a:lumMod val="50000"/>
                    </a:schemeClr>
                  </a:solidFill>
                  <a:latin typeface="微软雅黑" panose="020B0503020204020204" pitchFamily="34" charset="-122"/>
                  <a:ea typeface="微软雅黑" panose="020B0503020204020204" pitchFamily="34" charset="-122"/>
                </a:rPr>
                <a:t>的目的</a:t>
              </a:r>
            </a:p>
          </p:txBody>
        </p:sp>
        <p:sp>
          <p:nvSpPr>
            <p:cNvPr id="11" name="TextBox 7">
              <a:extLst>
                <a:ext uri="{FF2B5EF4-FFF2-40B4-BE49-F238E27FC236}">
                  <a16:creationId xmlns:a16="http://schemas.microsoft.com/office/drawing/2014/main" id="{972C89EA-CD05-114A-DF99-C47B748A96FC}"/>
                </a:ext>
              </a:extLst>
            </p:cNvPr>
            <p:cNvSpPr txBox="1"/>
            <p:nvPr/>
          </p:nvSpPr>
          <p:spPr>
            <a:xfrm>
              <a:off x="5270217" y="236420"/>
              <a:ext cx="1502091"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pitchFamily="34" charset="-122"/>
                  <a:ea typeface="微软雅黑" panose="020B0503020204020204" pitchFamily="34" charset="-122"/>
                </a:rPr>
                <a:t>采取的解决方案</a:t>
              </a:r>
            </a:p>
          </p:txBody>
        </p:sp>
        <p:sp>
          <p:nvSpPr>
            <p:cNvPr id="12" name="TextBox 10">
              <a:extLst>
                <a:ext uri="{FF2B5EF4-FFF2-40B4-BE49-F238E27FC236}">
                  <a16:creationId xmlns:a16="http://schemas.microsoft.com/office/drawing/2014/main" id="{C17D663E-0A20-597E-D7DB-B0E174EAF9DC}"/>
                </a:ext>
              </a:extLst>
            </p:cNvPr>
            <p:cNvSpPr txBox="1"/>
            <p:nvPr/>
          </p:nvSpPr>
          <p:spPr>
            <a:xfrm>
              <a:off x="7373388" y="236420"/>
              <a:ext cx="1893714"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pitchFamily="34" charset="-122"/>
                  <a:ea typeface="微软雅黑" panose="020B0503020204020204" pitchFamily="34" charset="-122"/>
                </a:rPr>
                <a:t>选择这种方法的缘由</a:t>
              </a:r>
            </a:p>
          </p:txBody>
        </p:sp>
        <p:cxnSp>
          <p:nvCxnSpPr>
            <p:cNvPr id="13" name="直接连接符 12">
              <a:extLst>
                <a:ext uri="{FF2B5EF4-FFF2-40B4-BE49-F238E27FC236}">
                  <a16:creationId xmlns:a16="http://schemas.microsoft.com/office/drawing/2014/main" id="{8B7E2A44-02C0-6DF5-32B8-ED808EA6852D}"/>
                </a:ext>
              </a:extLst>
            </p:cNvPr>
            <p:cNvCxnSpPr>
              <a:cxnSpLocks/>
            </p:cNvCxnSpPr>
            <p:nvPr/>
          </p:nvCxnSpPr>
          <p:spPr>
            <a:xfrm>
              <a:off x="7171149" y="282851"/>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14" name="图片 13">
              <a:extLst>
                <a:ext uri="{FF2B5EF4-FFF2-40B4-BE49-F238E27FC236}">
                  <a16:creationId xmlns:a16="http://schemas.microsoft.com/office/drawing/2014/main" id="{51D24D3C-AACF-1A6D-19D2-1C41A825C97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8557" y="100193"/>
              <a:ext cx="2184731" cy="630736"/>
            </a:xfrm>
            <a:prstGeom prst="rect">
              <a:avLst/>
            </a:prstGeom>
          </p:spPr>
        </p:pic>
        <p:cxnSp>
          <p:nvCxnSpPr>
            <p:cNvPr id="15" name="直接连接符 14">
              <a:extLst>
                <a:ext uri="{FF2B5EF4-FFF2-40B4-BE49-F238E27FC236}">
                  <a16:creationId xmlns:a16="http://schemas.microsoft.com/office/drawing/2014/main" id="{48C7764E-B39B-9617-1226-5F13F2EF644B}"/>
                </a:ext>
              </a:extLst>
            </p:cNvPr>
            <p:cNvCxnSpPr>
              <a:cxnSpLocks/>
            </p:cNvCxnSpPr>
            <p:nvPr/>
          </p:nvCxnSpPr>
          <p:spPr>
            <a:xfrm>
              <a:off x="11761897" y="282851"/>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6" name="直接连接符 15">
              <a:extLst>
                <a:ext uri="{FF2B5EF4-FFF2-40B4-BE49-F238E27FC236}">
                  <a16:creationId xmlns:a16="http://schemas.microsoft.com/office/drawing/2014/main" id="{EB66A6A6-2C32-6327-7B88-3DF759F91978}"/>
                </a:ext>
              </a:extLst>
            </p:cNvPr>
            <p:cNvCxnSpPr>
              <a:cxnSpLocks/>
            </p:cNvCxnSpPr>
            <p:nvPr/>
          </p:nvCxnSpPr>
          <p:spPr>
            <a:xfrm>
              <a:off x="10918888" y="282851"/>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7" name="TextBox 7">
              <a:extLst>
                <a:ext uri="{FF2B5EF4-FFF2-40B4-BE49-F238E27FC236}">
                  <a16:creationId xmlns:a16="http://schemas.microsoft.com/office/drawing/2014/main" id="{E89D1B82-D2C3-1BC7-BEF0-EFBAAA99380C}"/>
                </a:ext>
              </a:extLst>
            </p:cNvPr>
            <p:cNvSpPr txBox="1"/>
            <p:nvPr/>
          </p:nvSpPr>
          <p:spPr>
            <a:xfrm>
              <a:off x="9626117" y="236420"/>
              <a:ext cx="1121401"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pitchFamily="34" charset="-122"/>
                  <a:ea typeface="微软雅黑" panose="020B0503020204020204" pitchFamily="34" charset="-122"/>
                </a:rPr>
                <a:t>实验验证</a:t>
              </a:r>
            </a:p>
          </p:txBody>
        </p:sp>
        <p:sp>
          <p:nvSpPr>
            <p:cNvPr id="18" name="TextBox 7">
              <a:extLst>
                <a:ext uri="{FF2B5EF4-FFF2-40B4-BE49-F238E27FC236}">
                  <a16:creationId xmlns:a16="http://schemas.microsoft.com/office/drawing/2014/main" id="{0B3BF4BF-2DEB-A670-F800-6BFD148EE193}"/>
                </a:ext>
              </a:extLst>
            </p:cNvPr>
            <p:cNvSpPr txBox="1"/>
            <p:nvPr/>
          </p:nvSpPr>
          <p:spPr>
            <a:xfrm>
              <a:off x="10995166" y="236420"/>
              <a:ext cx="705374"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pitchFamily="34" charset="-122"/>
                  <a:ea typeface="微软雅黑" panose="020B0503020204020204" pitchFamily="34" charset="-122"/>
                </a:rPr>
                <a:t>看法</a:t>
              </a:r>
            </a:p>
          </p:txBody>
        </p:sp>
      </p:grpSp>
      <p:sp>
        <p:nvSpPr>
          <p:cNvPr id="20" name="文本框 19">
            <a:extLst>
              <a:ext uri="{FF2B5EF4-FFF2-40B4-BE49-F238E27FC236}">
                <a16:creationId xmlns:a16="http://schemas.microsoft.com/office/drawing/2014/main" id="{413D7DA7-7BB0-F263-2CAE-03E102683FE7}"/>
              </a:ext>
            </a:extLst>
          </p:cNvPr>
          <p:cNvSpPr txBox="1"/>
          <p:nvPr/>
        </p:nvSpPr>
        <p:spPr>
          <a:xfrm>
            <a:off x="752545" y="2186411"/>
            <a:ext cx="6337392" cy="1754326"/>
          </a:xfrm>
          <a:prstGeom prst="rect">
            <a:avLst/>
          </a:prstGeom>
          <a:noFill/>
        </p:spPr>
        <p:txBody>
          <a:bodyPr wrap="square">
            <a:spAutoFit/>
          </a:bodyPr>
          <a:lstStyle/>
          <a:p>
            <a:pPr algn="l" fontAlgn="base" latinLnBrk="0">
              <a:buNone/>
            </a:pPr>
            <a:r>
              <a:rPr lang="zh-CN" altLang="en-US" b="1" dirty="0">
                <a:solidFill>
                  <a:srgbClr val="000000"/>
                </a:solidFill>
                <a:effectLst/>
                <a:latin typeface="-apple-system"/>
              </a:rPr>
              <a:t>解决方法：直接回归初始光流（</a:t>
            </a:r>
            <a:r>
              <a:rPr lang="en-US" altLang="zh-CN" b="1" dirty="0">
                <a:solidFill>
                  <a:srgbClr val="000000"/>
                </a:solidFill>
                <a:effectLst/>
                <a:latin typeface="-apple-system"/>
              </a:rPr>
              <a:t>Directly Regressed Initial Flow</a:t>
            </a:r>
            <a:r>
              <a:rPr lang="zh-CN" altLang="en-US" b="1" dirty="0">
                <a:solidFill>
                  <a:srgbClr val="000000"/>
                </a:solidFill>
                <a:effectLst/>
                <a:latin typeface="-apple-system"/>
              </a:rPr>
              <a:t>）​</a:t>
            </a:r>
            <a:r>
              <a:rPr lang="en-US" altLang="zh-CN" b="0" dirty="0">
                <a:solidFill>
                  <a:srgbClr val="000000"/>
                </a:solidFill>
                <a:effectLst/>
                <a:latin typeface="-apple-system"/>
              </a:rPr>
              <a:t>​</a:t>
            </a:r>
          </a:p>
          <a:p>
            <a:pPr algn="l" fontAlgn="base" latinLnBrk="0">
              <a:buNone/>
            </a:pPr>
            <a:r>
              <a:rPr lang="en-US" altLang="zh-CN" b="0" dirty="0">
                <a:solidFill>
                  <a:srgbClr val="000000"/>
                </a:solidFill>
                <a:effectLst/>
                <a:latin typeface="-apple-system"/>
              </a:rPr>
              <a:t>RAFT</a:t>
            </a:r>
            <a:r>
              <a:rPr lang="zh-CN" altLang="en-US" b="0" dirty="0">
                <a:solidFill>
                  <a:srgbClr val="000000"/>
                </a:solidFill>
                <a:effectLst/>
                <a:latin typeface="-apple-system"/>
              </a:rPr>
              <a:t>从零初始化流场，需要多次迭代。</a:t>
            </a:r>
            <a:r>
              <a:rPr lang="en-US" altLang="zh-CN" b="0" dirty="0">
                <a:solidFill>
                  <a:srgbClr val="000000"/>
                </a:solidFill>
                <a:effectLst/>
                <a:latin typeface="-apple-system"/>
              </a:rPr>
              <a:t>SEA-RAFT</a:t>
            </a:r>
            <a:r>
              <a:rPr lang="zh-CN" altLang="en-US" b="0" dirty="0">
                <a:solidFill>
                  <a:srgbClr val="000000"/>
                </a:solidFill>
                <a:effectLst/>
                <a:latin typeface="-apple-system"/>
              </a:rPr>
              <a:t>重用上下文编码器，直接回归初始光流（输入双帧），减少迭代需求。训练时仅需</a:t>
            </a:r>
            <a:r>
              <a:rPr lang="en-US" altLang="zh-CN" b="0" dirty="0">
                <a:solidFill>
                  <a:srgbClr val="000000"/>
                </a:solidFill>
                <a:effectLst/>
                <a:latin typeface="-apple-system"/>
              </a:rPr>
              <a:t>4</a:t>
            </a:r>
            <a:r>
              <a:rPr lang="zh-CN" altLang="en-US" b="0" dirty="0">
                <a:solidFill>
                  <a:srgbClr val="000000"/>
                </a:solidFill>
                <a:effectLst/>
                <a:latin typeface="-apple-system"/>
              </a:rPr>
              <a:t>次迭代（</a:t>
            </a:r>
            <a:r>
              <a:rPr lang="en-US" altLang="zh-CN" b="0" dirty="0">
                <a:solidFill>
                  <a:srgbClr val="000000"/>
                </a:solidFill>
                <a:effectLst/>
                <a:latin typeface="-apple-system"/>
              </a:rPr>
              <a:t>RAFT</a:t>
            </a:r>
            <a:r>
              <a:rPr lang="zh-CN" altLang="en-US" b="0" dirty="0">
                <a:solidFill>
                  <a:srgbClr val="000000"/>
                </a:solidFill>
                <a:effectLst/>
                <a:latin typeface="-apple-system"/>
              </a:rPr>
              <a:t>需</a:t>
            </a:r>
            <a:r>
              <a:rPr lang="en-US" altLang="zh-CN" b="0" dirty="0">
                <a:solidFill>
                  <a:srgbClr val="000000"/>
                </a:solidFill>
                <a:effectLst/>
                <a:latin typeface="-apple-system"/>
              </a:rPr>
              <a:t>12-32</a:t>
            </a:r>
            <a:r>
              <a:rPr lang="zh-CN" altLang="en-US" b="0" dirty="0">
                <a:solidFill>
                  <a:srgbClr val="000000"/>
                </a:solidFill>
                <a:effectLst/>
                <a:latin typeface="-apple-system"/>
              </a:rPr>
              <a:t>次），推理时最多</a:t>
            </a:r>
            <a:r>
              <a:rPr lang="en-US" altLang="zh-CN" b="0" dirty="0">
                <a:solidFill>
                  <a:srgbClr val="000000"/>
                </a:solidFill>
                <a:effectLst/>
                <a:latin typeface="-apple-system"/>
              </a:rPr>
              <a:t>12</a:t>
            </a:r>
            <a:r>
              <a:rPr lang="zh-CN" altLang="en-US" b="0" dirty="0">
                <a:solidFill>
                  <a:srgbClr val="000000"/>
                </a:solidFill>
                <a:effectLst/>
                <a:latin typeface="-apple-system"/>
              </a:rPr>
              <a:t>次即可收敛。</a:t>
            </a:r>
          </a:p>
        </p:txBody>
      </p:sp>
      <p:grpSp>
        <p:nvGrpSpPr>
          <p:cNvPr id="21" name="组合 20">
            <a:extLst>
              <a:ext uri="{FF2B5EF4-FFF2-40B4-BE49-F238E27FC236}">
                <a16:creationId xmlns:a16="http://schemas.microsoft.com/office/drawing/2014/main" id="{6D440979-7265-5654-B3D1-DBD4150E9026}"/>
              </a:ext>
            </a:extLst>
          </p:cNvPr>
          <p:cNvGrpSpPr/>
          <p:nvPr/>
        </p:nvGrpSpPr>
        <p:grpSpPr>
          <a:xfrm>
            <a:off x="518557" y="825138"/>
            <a:ext cx="10011410" cy="946351"/>
            <a:chOff x="502567" y="815013"/>
            <a:chExt cx="10011410" cy="946351"/>
          </a:xfrm>
        </p:grpSpPr>
        <p:grpSp>
          <p:nvGrpSpPr>
            <p:cNvPr id="22" name="组合 21">
              <a:extLst>
                <a:ext uri="{FF2B5EF4-FFF2-40B4-BE49-F238E27FC236}">
                  <a16:creationId xmlns:a16="http://schemas.microsoft.com/office/drawing/2014/main" id="{DB75431B-ACB5-A5DF-A6D9-300D55DA774E}"/>
                </a:ext>
              </a:extLst>
            </p:cNvPr>
            <p:cNvGrpSpPr/>
            <p:nvPr/>
          </p:nvGrpSpPr>
          <p:grpSpPr>
            <a:xfrm>
              <a:off x="566939" y="815013"/>
              <a:ext cx="3404568" cy="402590"/>
              <a:chOff x="598472" y="831554"/>
              <a:chExt cx="3404568" cy="402590"/>
            </a:xfrm>
          </p:grpSpPr>
          <p:cxnSp>
            <p:nvCxnSpPr>
              <p:cNvPr id="31" name="直接连接符 30">
                <a:extLst>
                  <a:ext uri="{FF2B5EF4-FFF2-40B4-BE49-F238E27FC236}">
                    <a16:creationId xmlns:a16="http://schemas.microsoft.com/office/drawing/2014/main" id="{6E7BD84D-AFE4-3F16-6EB4-DC43482F352C}"/>
                  </a:ext>
                </a:extLst>
              </p:cNvPr>
              <p:cNvCxnSpPr/>
              <p:nvPr/>
            </p:nvCxnSpPr>
            <p:spPr>
              <a:xfrm flipV="1">
                <a:off x="598472" y="1195628"/>
                <a:ext cx="3043167" cy="1515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2" name="TextBox 6">
                <a:extLst>
                  <a:ext uri="{FF2B5EF4-FFF2-40B4-BE49-F238E27FC236}">
                    <a16:creationId xmlns:a16="http://schemas.microsoft.com/office/drawing/2014/main" id="{AC1EDF35-5188-47BF-4119-9F2BC245DF8E}"/>
                  </a:ext>
                </a:extLst>
              </p:cNvPr>
              <p:cNvSpPr txBox="1"/>
              <p:nvPr/>
            </p:nvSpPr>
            <p:spPr>
              <a:xfrm>
                <a:off x="813103" y="831554"/>
                <a:ext cx="3189937" cy="402590"/>
              </a:xfrm>
              <a:prstGeom prst="rect">
                <a:avLst/>
              </a:prstGeom>
              <a:noFill/>
            </p:spPr>
            <p:txBody>
              <a:bodyPr wrap="square" lIns="0" tIns="48000" rIns="0" bIns="48000" rtlCol="0">
                <a:spAutoFit/>
              </a:bodyPr>
              <a:lstStyle/>
              <a:p>
                <a:r>
                  <a:rPr lang="zh-CN" altLang="en-US" sz="2000" b="1" dirty="0">
                    <a:solidFill>
                      <a:schemeClr val="tx1">
                        <a:lumMod val="65000"/>
                        <a:lumOff val="35000"/>
                      </a:schemeClr>
                    </a:solidFill>
                    <a:latin typeface="微软雅黑" panose="020B0503020204020204" pitchFamily="34" charset="-122"/>
                    <a:ea typeface="微软雅黑" panose="020B0503020204020204" pitchFamily="34" charset="-122"/>
                  </a:rPr>
                  <a:t>二、采取的解决方案</a:t>
                </a:r>
              </a:p>
            </p:txBody>
          </p:sp>
        </p:grpSp>
        <p:grpSp>
          <p:nvGrpSpPr>
            <p:cNvPr id="23" name="组合 22">
              <a:extLst>
                <a:ext uri="{FF2B5EF4-FFF2-40B4-BE49-F238E27FC236}">
                  <a16:creationId xmlns:a16="http://schemas.microsoft.com/office/drawing/2014/main" id="{723978D1-75A1-47EA-E107-36727CCC508A}"/>
                </a:ext>
              </a:extLst>
            </p:cNvPr>
            <p:cNvGrpSpPr/>
            <p:nvPr/>
          </p:nvGrpSpPr>
          <p:grpSpPr>
            <a:xfrm>
              <a:off x="502567" y="1240664"/>
              <a:ext cx="10011410" cy="520700"/>
              <a:chOff x="309699" y="1240632"/>
              <a:chExt cx="10011410" cy="520700"/>
            </a:xfrm>
          </p:grpSpPr>
          <p:grpSp>
            <p:nvGrpSpPr>
              <p:cNvPr id="24" name="组合 23">
                <a:extLst>
                  <a:ext uri="{FF2B5EF4-FFF2-40B4-BE49-F238E27FC236}">
                    <a16:creationId xmlns:a16="http://schemas.microsoft.com/office/drawing/2014/main" id="{E7D3246A-02EC-4F67-8270-E69346EFA47A}"/>
                  </a:ext>
                </a:extLst>
              </p:cNvPr>
              <p:cNvGrpSpPr/>
              <p:nvPr/>
            </p:nvGrpSpPr>
            <p:grpSpPr>
              <a:xfrm>
                <a:off x="309699" y="1240632"/>
                <a:ext cx="10011410" cy="520700"/>
                <a:chOff x="666750" y="1335486"/>
                <a:chExt cx="10011410" cy="520700"/>
              </a:xfrm>
            </p:grpSpPr>
            <p:sp>
              <p:nvSpPr>
                <p:cNvPr id="26" name="矩形 25">
                  <a:extLst>
                    <a:ext uri="{FF2B5EF4-FFF2-40B4-BE49-F238E27FC236}">
                      <a16:creationId xmlns:a16="http://schemas.microsoft.com/office/drawing/2014/main" id="{EEF363E4-3F09-F262-D9C2-E89290E5EADF}"/>
                    </a:ext>
                  </a:extLst>
                </p:cNvPr>
                <p:cNvSpPr/>
                <p:nvPr/>
              </p:nvSpPr>
              <p:spPr>
                <a:xfrm>
                  <a:off x="3036168" y="1335502"/>
                  <a:ext cx="7641992" cy="520684"/>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940" dirty="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9" name="矩形 3">
                  <a:extLst>
                    <a:ext uri="{FF2B5EF4-FFF2-40B4-BE49-F238E27FC236}">
                      <a16:creationId xmlns:a16="http://schemas.microsoft.com/office/drawing/2014/main" id="{C1BEEE0A-BA4D-1291-4670-0577F7ACC08B}"/>
                    </a:ext>
                  </a:extLst>
                </p:cNvPr>
                <p:cNvSpPr/>
                <p:nvPr/>
              </p:nvSpPr>
              <p:spPr>
                <a:xfrm>
                  <a:off x="666750" y="1335486"/>
                  <a:ext cx="4410075" cy="520700"/>
                </a:xfrm>
                <a:prstGeom prst="rect">
                  <a:avLst/>
                </a:prstGeom>
                <a:solidFill>
                  <a:srgbClr val="A630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94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30" name="TextBox 64">
                  <a:extLst>
                    <a:ext uri="{FF2B5EF4-FFF2-40B4-BE49-F238E27FC236}">
                      <a16:creationId xmlns:a16="http://schemas.microsoft.com/office/drawing/2014/main" id="{AD46F2A2-3469-CEF0-A3CC-18CE89D76731}"/>
                    </a:ext>
                  </a:extLst>
                </p:cNvPr>
                <p:cNvSpPr txBox="1"/>
                <p:nvPr/>
              </p:nvSpPr>
              <p:spPr>
                <a:xfrm>
                  <a:off x="718820" y="1419860"/>
                  <a:ext cx="2932430" cy="368300"/>
                </a:xfrm>
                <a:prstGeom prst="rect">
                  <a:avLst/>
                </a:prstGeom>
                <a:noFill/>
              </p:spPr>
              <p:txBody>
                <a:bodyPr wrap="square" rtlCol="0">
                  <a:spAutoFit/>
                </a:bodyPr>
                <a:lstStyle/>
                <a:p>
                  <a:pPr algn="ctr"/>
                  <a:r>
                    <a:rPr lang="zh-CN" altLang="en-US" b="1" u="sng" dirty="0">
                      <a:solidFill>
                        <a:schemeClr val="bg1"/>
                      </a:solidFill>
                      <a:latin typeface="+mj-ea"/>
                      <a:ea typeface="+mj-ea"/>
                      <a:cs typeface="+mn-ea"/>
                      <a:sym typeface="Arial" panose="020B0604020202020204" pitchFamily="34" charset="0"/>
                    </a:rPr>
                    <a:t>问题</a:t>
                  </a:r>
                </a:p>
              </p:txBody>
            </p:sp>
          </p:grpSp>
          <p:sp>
            <p:nvSpPr>
              <p:cNvPr id="25" name="TextBox 64">
                <a:extLst>
                  <a:ext uri="{FF2B5EF4-FFF2-40B4-BE49-F238E27FC236}">
                    <a16:creationId xmlns:a16="http://schemas.microsoft.com/office/drawing/2014/main" id="{594B986B-553A-2432-BD19-5B347F77DDFA}"/>
                  </a:ext>
                </a:extLst>
              </p:cNvPr>
              <p:cNvSpPr txBox="1"/>
              <p:nvPr/>
            </p:nvSpPr>
            <p:spPr>
              <a:xfrm>
                <a:off x="6201013" y="1325006"/>
                <a:ext cx="2932430" cy="368300"/>
              </a:xfrm>
              <a:prstGeom prst="rect">
                <a:avLst/>
              </a:prstGeom>
              <a:noFill/>
            </p:spPr>
            <p:txBody>
              <a:bodyPr wrap="square" rtlCol="0">
                <a:spAutoFit/>
              </a:bodyPr>
              <a:lstStyle/>
              <a:p>
                <a:pPr algn="ctr"/>
                <a:r>
                  <a:rPr lang="zh-CN" altLang="en-US" b="1" u="sng" dirty="0">
                    <a:latin typeface="+mj-ea"/>
                    <a:ea typeface="+mj-ea"/>
                    <a:cs typeface="+mn-ea"/>
                    <a:sym typeface="Arial" panose="020B0604020202020204" pitchFamily="34" charset="0"/>
                  </a:rPr>
                  <a:t>迭代收敛慢</a:t>
                </a:r>
              </a:p>
            </p:txBody>
          </p:sp>
        </p:grpSp>
      </p:gr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DBD181-BCCD-80BD-439C-17F5D2DAE061}"/>
            </a:ext>
          </a:extLst>
        </p:cNvPr>
        <p:cNvGrpSpPr/>
        <p:nvPr/>
      </p:nvGrpSpPr>
      <p:grpSpPr>
        <a:xfrm>
          <a:off x="0" y="0"/>
          <a:ext cx="0" cy="0"/>
          <a:chOff x="0" y="0"/>
          <a:chExt cx="0" cy="0"/>
        </a:xfrm>
      </p:grpSpPr>
      <p:sp>
        <p:nvSpPr>
          <p:cNvPr id="34" name="矩形 4">
            <a:extLst>
              <a:ext uri="{FF2B5EF4-FFF2-40B4-BE49-F238E27FC236}">
                <a16:creationId xmlns:a16="http://schemas.microsoft.com/office/drawing/2014/main" id="{D75F89A4-D797-C349-C5F3-3D843CCF0043}"/>
              </a:ext>
            </a:extLst>
          </p:cNvPr>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p>
        </p:txBody>
      </p:sp>
      <p:cxnSp>
        <p:nvCxnSpPr>
          <p:cNvPr id="36" name="直接连接符 35">
            <a:extLst>
              <a:ext uri="{FF2B5EF4-FFF2-40B4-BE49-F238E27FC236}">
                <a16:creationId xmlns:a16="http://schemas.microsoft.com/office/drawing/2014/main" id="{1E9D6711-7433-894F-D822-477A347C70BA}"/>
              </a:ext>
            </a:extLst>
          </p:cNvPr>
          <p:cNvCxnSpPr/>
          <p:nvPr/>
        </p:nvCxnSpPr>
        <p:spPr>
          <a:xfrm>
            <a:off x="8174985"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8" name="TextBox 7">
            <a:extLst>
              <a:ext uri="{FF2B5EF4-FFF2-40B4-BE49-F238E27FC236}">
                <a16:creationId xmlns:a16="http://schemas.microsoft.com/office/drawing/2014/main" id="{402FDE23-18ED-1257-04E3-DE9D7E23D72B}"/>
              </a:ext>
            </a:extLst>
          </p:cNvPr>
          <p:cNvSpPr txBox="1"/>
          <p:nvPr/>
        </p:nvSpPr>
        <p:spPr>
          <a:xfrm>
            <a:off x="3377432" y="215903"/>
            <a:ext cx="1344000" cy="340995"/>
          </a:xfrm>
          <a:prstGeom prst="rect">
            <a:avLst/>
          </a:prstGeom>
          <a:noFill/>
        </p:spPr>
        <p:txBody>
          <a:bodyPr wrap="square" lIns="0" tIns="48000" rIns="0" bIns="48000" rtlCol="0">
            <a:spAutoFit/>
          </a:bodyPr>
          <a:lstStyle/>
          <a:p>
            <a:pPr algn="ctr"/>
            <a:r>
              <a:rPr lang="en-US" altLang="zh-CN" sz="1600" b="1" dirty="0">
                <a:solidFill>
                  <a:schemeClr val="bg1">
                    <a:lumMod val="50000"/>
                  </a:schemeClr>
                </a:solidFill>
                <a:latin typeface="微软雅黑" panose="020B0503020204020204" pitchFamily="34" charset="-122"/>
                <a:ea typeface="微软雅黑" panose="020B0503020204020204" pitchFamily="34" charset="-122"/>
              </a:rPr>
              <a:t>LIBS</a:t>
            </a:r>
            <a:r>
              <a:rPr lang="zh-CN" altLang="en-US" sz="1600" b="1" dirty="0">
                <a:solidFill>
                  <a:schemeClr val="bg1">
                    <a:lumMod val="50000"/>
                  </a:schemeClr>
                </a:solidFill>
                <a:latin typeface="微软雅黑" panose="020B0503020204020204" pitchFamily="34" charset="-122"/>
                <a:ea typeface="微软雅黑" panose="020B0503020204020204" pitchFamily="34" charset="-122"/>
              </a:rPr>
              <a:t>概述</a:t>
            </a:r>
          </a:p>
        </p:txBody>
      </p:sp>
      <p:sp>
        <p:nvSpPr>
          <p:cNvPr id="39" name="TextBox 9">
            <a:extLst>
              <a:ext uri="{FF2B5EF4-FFF2-40B4-BE49-F238E27FC236}">
                <a16:creationId xmlns:a16="http://schemas.microsoft.com/office/drawing/2014/main" id="{1B544237-7C8C-99EB-FDF0-3C48490F663A}"/>
              </a:ext>
            </a:extLst>
          </p:cNvPr>
          <p:cNvSpPr txBox="1"/>
          <p:nvPr/>
        </p:nvSpPr>
        <p:spPr>
          <a:xfrm>
            <a:off x="6739637" y="215903"/>
            <a:ext cx="1344000" cy="340995"/>
          </a:xfrm>
          <a:prstGeom prst="rect">
            <a:avLst/>
          </a:prstGeom>
          <a:noFill/>
        </p:spPr>
        <p:txBody>
          <a:bodyPr wrap="square" lIns="0" tIns="48000" rIns="0" bIns="48000" rtlCol="0">
            <a:spAutoFit/>
          </a:bodyPr>
          <a:lstStyle/>
          <a:p>
            <a:pPr algn="ctr"/>
            <a:endParaRPr lang="zh-CN" altLang="en-US" sz="1600" b="1"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41" name="TextBox 11">
            <a:extLst>
              <a:ext uri="{FF2B5EF4-FFF2-40B4-BE49-F238E27FC236}">
                <a16:creationId xmlns:a16="http://schemas.microsoft.com/office/drawing/2014/main" id="{BEBB6931-7F87-0B8C-B063-4D6A2C5CA25B}"/>
              </a:ext>
            </a:extLst>
          </p:cNvPr>
          <p:cNvSpPr txBox="1"/>
          <p:nvPr/>
        </p:nvSpPr>
        <p:spPr>
          <a:xfrm>
            <a:off x="6599480" y="215903"/>
            <a:ext cx="1598045"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pitchFamily="34" charset="-122"/>
                <a:ea typeface="微软雅黑" panose="020B0503020204020204" pitchFamily="34" charset="-122"/>
              </a:rPr>
              <a:t>仪器化</a:t>
            </a:r>
            <a:r>
              <a:rPr lang="en-US" altLang="zh-CN" sz="1600" b="1" dirty="0">
                <a:solidFill>
                  <a:schemeClr val="bg1">
                    <a:lumMod val="50000"/>
                  </a:schemeClr>
                </a:solidFill>
                <a:latin typeface="微软雅黑" panose="020B0503020204020204" pitchFamily="34" charset="-122"/>
                <a:ea typeface="微软雅黑" panose="020B0503020204020204" pitchFamily="34" charset="-122"/>
              </a:rPr>
              <a:t>LIBS</a:t>
            </a:r>
            <a:endParaRPr lang="zh-CN" altLang="en-US" sz="1600" b="1" dirty="0">
              <a:solidFill>
                <a:schemeClr val="bg1">
                  <a:lumMod val="50000"/>
                </a:schemeClr>
              </a:solidFill>
              <a:latin typeface="微软雅黑" panose="020B0503020204020204" pitchFamily="34" charset="-122"/>
              <a:ea typeface="微软雅黑" panose="020B0503020204020204" pitchFamily="34" charset="-122"/>
            </a:endParaRPr>
          </a:p>
        </p:txBody>
      </p:sp>
      <p:cxnSp>
        <p:nvCxnSpPr>
          <p:cNvPr id="42" name="直接连接符 41">
            <a:extLst>
              <a:ext uri="{FF2B5EF4-FFF2-40B4-BE49-F238E27FC236}">
                <a16:creationId xmlns:a16="http://schemas.microsoft.com/office/drawing/2014/main" id="{8EC49031-0A76-E7B3-33C1-FF520A85BE2B}"/>
              </a:ext>
            </a:extLst>
          </p:cNvPr>
          <p:cNvCxnSpPr/>
          <p:nvPr/>
        </p:nvCxnSpPr>
        <p:spPr>
          <a:xfrm>
            <a:off x="4960256" y="274271"/>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43" name="图片 42">
            <a:extLst>
              <a:ext uri="{FF2B5EF4-FFF2-40B4-BE49-F238E27FC236}">
                <a16:creationId xmlns:a16="http://schemas.microsoft.com/office/drawing/2014/main" id="{75098E30-9DDD-B4DF-CAF9-EAB0160A1CE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8557" y="100193"/>
            <a:ext cx="2184731" cy="630736"/>
          </a:xfrm>
          <a:prstGeom prst="rect">
            <a:avLst/>
          </a:prstGeom>
        </p:spPr>
      </p:pic>
      <p:sp>
        <p:nvSpPr>
          <p:cNvPr id="46" name="TextBox 6">
            <a:extLst>
              <a:ext uri="{FF2B5EF4-FFF2-40B4-BE49-F238E27FC236}">
                <a16:creationId xmlns:a16="http://schemas.microsoft.com/office/drawing/2014/main" id="{3BADF68B-B34F-906D-6755-F78D08899A93}"/>
              </a:ext>
            </a:extLst>
          </p:cNvPr>
          <p:cNvSpPr txBox="1"/>
          <p:nvPr/>
        </p:nvSpPr>
        <p:spPr>
          <a:xfrm>
            <a:off x="5072744" y="215903"/>
            <a:ext cx="1344000" cy="343159"/>
          </a:xfrm>
          <a:prstGeom prst="rect">
            <a:avLst/>
          </a:prstGeom>
          <a:noFill/>
        </p:spPr>
        <p:txBody>
          <a:bodyPr wrap="square" lIns="0" tIns="48000" rIns="0" bIns="48000" rtlCol="0">
            <a:spAutoFit/>
          </a:bodyPr>
          <a:lstStyle/>
          <a:p>
            <a:pPr algn="ctr"/>
            <a:r>
              <a:rPr lang="en-US" altLang="zh-CN" sz="1600" b="1" dirty="0">
                <a:solidFill>
                  <a:schemeClr val="bg1"/>
                </a:solidFill>
                <a:latin typeface="微软雅黑" panose="020B0503020204020204" pitchFamily="34" charset="-122"/>
                <a:ea typeface="微软雅黑" panose="020B0503020204020204" pitchFamily="34" charset="-122"/>
              </a:rPr>
              <a:t>LIBS</a:t>
            </a:r>
            <a:r>
              <a:rPr lang="zh-CN" altLang="en-US" sz="1600" b="1" dirty="0">
                <a:solidFill>
                  <a:schemeClr val="bg1"/>
                </a:solidFill>
                <a:latin typeface="微软雅黑" panose="020B0503020204020204" pitchFamily="34" charset="-122"/>
                <a:ea typeface="微软雅黑" panose="020B0503020204020204" pitchFamily="34" charset="-122"/>
              </a:rPr>
              <a:t>应用领域</a:t>
            </a:r>
          </a:p>
        </p:txBody>
      </p:sp>
      <p:cxnSp>
        <p:nvCxnSpPr>
          <p:cNvPr id="47" name="直接连接符 46">
            <a:extLst>
              <a:ext uri="{FF2B5EF4-FFF2-40B4-BE49-F238E27FC236}">
                <a16:creationId xmlns:a16="http://schemas.microsoft.com/office/drawing/2014/main" id="{BDA00BC6-B2FD-4CF5-1A0E-A2B6740C5DBE}"/>
              </a:ext>
            </a:extLst>
          </p:cNvPr>
          <p:cNvCxnSpPr/>
          <p:nvPr/>
        </p:nvCxnSpPr>
        <p:spPr>
          <a:xfrm flipV="1">
            <a:off x="1797352" y="838042"/>
            <a:ext cx="3043167" cy="1515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nvGrpSpPr>
          <p:cNvPr id="2" name="组合 1">
            <a:extLst>
              <a:ext uri="{FF2B5EF4-FFF2-40B4-BE49-F238E27FC236}">
                <a16:creationId xmlns:a16="http://schemas.microsoft.com/office/drawing/2014/main" id="{1C159232-5D43-85B7-2598-01395329489F}"/>
              </a:ext>
            </a:extLst>
          </p:cNvPr>
          <p:cNvGrpSpPr/>
          <p:nvPr/>
        </p:nvGrpSpPr>
        <p:grpSpPr>
          <a:xfrm>
            <a:off x="0" y="0"/>
            <a:ext cx="12192000" cy="794877"/>
            <a:chOff x="0" y="-34699"/>
            <a:chExt cx="12192000" cy="794877"/>
          </a:xfrm>
        </p:grpSpPr>
        <p:sp>
          <p:nvSpPr>
            <p:cNvPr id="4" name="矩形 4">
              <a:extLst>
                <a:ext uri="{FF2B5EF4-FFF2-40B4-BE49-F238E27FC236}">
                  <a16:creationId xmlns:a16="http://schemas.microsoft.com/office/drawing/2014/main" id="{1942D924-CE26-48E0-99BA-51C11CFE11C7}"/>
                </a:ext>
              </a:extLst>
            </p:cNvPr>
            <p:cNvSpPr/>
            <p:nvPr/>
          </p:nvSpPr>
          <p:spPr>
            <a:xfrm>
              <a:off x="0" y="-31822"/>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dirty="0"/>
            </a:p>
          </p:txBody>
        </p:sp>
        <p:cxnSp>
          <p:nvCxnSpPr>
            <p:cNvPr id="6" name="直接连接符 5">
              <a:extLst>
                <a:ext uri="{FF2B5EF4-FFF2-40B4-BE49-F238E27FC236}">
                  <a16:creationId xmlns:a16="http://schemas.microsoft.com/office/drawing/2014/main" id="{238E8BA6-5BE6-BAF9-8F90-8D0028D4F391}"/>
                </a:ext>
              </a:extLst>
            </p:cNvPr>
            <p:cNvCxnSpPr>
              <a:cxnSpLocks/>
            </p:cNvCxnSpPr>
            <p:nvPr/>
          </p:nvCxnSpPr>
          <p:spPr>
            <a:xfrm>
              <a:off x="9464907" y="282851"/>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7" name="矩形 6">
              <a:extLst>
                <a:ext uri="{FF2B5EF4-FFF2-40B4-BE49-F238E27FC236}">
                  <a16:creationId xmlns:a16="http://schemas.microsoft.com/office/drawing/2014/main" id="{702C094B-0ACC-0D1C-6540-AB30C861C921}"/>
                </a:ext>
              </a:extLst>
            </p:cNvPr>
            <p:cNvSpPr/>
            <p:nvPr/>
          </p:nvSpPr>
          <p:spPr>
            <a:xfrm>
              <a:off x="4989759" y="-34699"/>
              <a:ext cx="2181390" cy="79200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endParaRPr>
            </a:p>
          </p:txBody>
        </p:sp>
        <p:sp>
          <p:nvSpPr>
            <p:cNvPr id="8" name="TextBox 6">
              <a:extLst>
                <a:ext uri="{FF2B5EF4-FFF2-40B4-BE49-F238E27FC236}">
                  <a16:creationId xmlns:a16="http://schemas.microsoft.com/office/drawing/2014/main" id="{BBD24926-E4C6-1FAC-67DA-00BDE94754CB}"/>
                </a:ext>
              </a:extLst>
            </p:cNvPr>
            <p:cNvSpPr txBox="1"/>
            <p:nvPr/>
          </p:nvSpPr>
          <p:spPr>
            <a:xfrm>
              <a:off x="3263055" y="236420"/>
              <a:ext cx="1665999" cy="343159"/>
            </a:xfrm>
            <a:prstGeom prst="rect">
              <a:avLst/>
            </a:prstGeom>
            <a:noFill/>
          </p:spPr>
          <p:txBody>
            <a:bodyPr wrap="square" lIns="0" tIns="48000" rIns="0" bIns="48000" rtlCol="0">
              <a:spAutoFit/>
            </a:bodyPr>
            <a:lstStyle/>
            <a:p>
              <a:pPr algn="ctr"/>
              <a:r>
                <a:rPr lang="en-US" altLang="zh-CN" sz="1600" b="1" dirty="0">
                  <a:solidFill>
                    <a:schemeClr val="bg1">
                      <a:lumMod val="50000"/>
                    </a:schemeClr>
                  </a:solidFill>
                  <a:latin typeface="微软雅黑" panose="020B0503020204020204" pitchFamily="34" charset="-122"/>
                  <a:ea typeface="微软雅黑" panose="020B0503020204020204" pitchFamily="34" charset="-122"/>
                </a:rPr>
                <a:t>SEA-RAFT</a:t>
              </a:r>
              <a:r>
                <a:rPr lang="zh-CN" altLang="en-US" sz="1600" b="1" dirty="0">
                  <a:solidFill>
                    <a:schemeClr val="bg1">
                      <a:lumMod val="50000"/>
                    </a:schemeClr>
                  </a:solidFill>
                  <a:latin typeface="微软雅黑" panose="020B0503020204020204" pitchFamily="34" charset="-122"/>
                  <a:ea typeface="微软雅黑" panose="020B0503020204020204" pitchFamily="34" charset="-122"/>
                </a:rPr>
                <a:t>的目的</a:t>
              </a:r>
            </a:p>
          </p:txBody>
        </p:sp>
        <p:sp>
          <p:nvSpPr>
            <p:cNvPr id="9" name="TextBox 7">
              <a:extLst>
                <a:ext uri="{FF2B5EF4-FFF2-40B4-BE49-F238E27FC236}">
                  <a16:creationId xmlns:a16="http://schemas.microsoft.com/office/drawing/2014/main" id="{B626121D-E65A-8976-2F09-102C05C47DC6}"/>
                </a:ext>
              </a:extLst>
            </p:cNvPr>
            <p:cNvSpPr txBox="1"/>
            <p:nvPr/>
          </p:nvSpPr>
          <p:spPr>
            <a:xfrm>
              <a:off x="5270217" y="236420"/>
              <a:ext cx="1502091"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pitchFamily="34" charset="-122"/>
                  <a:ea typeface="微软雅黑" panose="020B0503020204020204" pitchFamily="34" charset="-122"/>
                </a:rPr>
                <a:t>采取的解决方案</a:t>
              </a:r>
            </a:p>
          </p:txBody>
        </p:sp>
        <p:sp>
          <p:nvSpPr>
            <p:cNvPr id="10" name="TextBox 10">
              <a:extLst>
                <a:ext uri="{FF2B5EF4-FFF2-40B4-BE49-F238E27FC236}">
                  <a16:creationId xmlns:a16="http://schemas.microsoft.com/office/drawing/2014/main" id="{89DD7AC3-BB52-7804-A0F6-DD48A178E37E}"/>
                </a:ext>
              </a:extLst>
            </p:cNvPr>
            <p:cNvSpPr txBox="1"/>
            <p:nvPr/>
          </p:nvSpPr>
          <p:spPr>
            <a:xfrm>
              <a:off x="7373388" y="236420"/>
              <a:ext cx="1893714"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pitchFamily="34" charset="-122"/>
                  <a:ea typeface="微软雅黑" panose="020B0503020204020204" pitchFamily="34" charset="-122"/>
                </a:rPr>
                <a:t>选择这种方法的缘由</a:t>
              </a:r>
            </a:p>
          </p:txBody>
        </p:sp>
        <p:cxnSp>
          <p:nvCxnSpPr>
            <p:cNvPr id="11" name="直接连接符 10">
              <a:extLst>
                <a:ext uri="{FF2B5EF4-FFF2-40B4-BE49-F238E27FC236}">
                  <a16:creationId xmlns:a16="http://schemas.microsoft.com/office/drawing/2014/main" id="{8E18ADE6-B35E-3356-8F2C-28BD7750C01C}"/>
                </a:ext>
              </a:extLst>
            </p:cNvPr>
            <p:cNvCxnSpPr>
              <a:cxnSpLocks/>
            </p:cNvCxnSpPr>
            <p:nvPr/>
          </p:nvCxnSpPr>
          <p:spPr>
            <a:xfrm>
              <a:off x="7171149" y="282851"/>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12" name="图片 11">
              <a:extLst>
                <a:ext uri="{FF2B5EF4-FFF2-40B4-BE49-F238E27FC236}">
                  <a16:creationId xmlns:a16="http://schemas.microsoft.com/office/drawing/2014/main" id="{1A64AC0D-BF84-5245-0EBF-9509EA61215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8557" y="100193"/>
              <a:ext cx="2184731" cy="630736"/>
            </a:xfrm>
            <a:prstGeom prst="rect">
              <a:avLst/>
            </a:prstGeom>
          </p:spPr>
        </p:pic>
        <p:cxnSp>
          <p:nvCxnSpPr>
            <p:cNvPr id="13" name="直接连接符 12">
              <a:extLst>
                <a:ext uri="{FF2B5EF4-FFF2-40B4-BE49-F238E27FC236}">
                  <a16:creationId xmlns:a16="http://schemas.microsoft.com/office/drawing/2014/main" id="{4523E75B-4552-EF0A-6E3D-DB70ABA07D28}"/>
                </a:ext>
              </a:extLst>
            </p:cNvPr>
            <p:cNvCxnSpPr>
              <a:cxnSpLocks/>
            </p:cNvCxnSpPr>
            <p:nvPr/>
          </p:nvCxnSpPr>
          <p:spPr>
            <a:xfrm>
              <a:off x="11761897" y="282851"/>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a:extLst>
                <a:ext uri="{FF2B5EF4-FFF2-40B4-BE49-F238E27FC236}">
                  <a16:creationId xmlns:a16="http://schemas.microsoft.com/office/drawing/2014/main" id="{B6A72BE2-5AA3-4391-D100-F5A972FC2D4A}"/>
                </a:ext>
              </a:extLst>
            </p:cNvPr>
            <p:cNvCxnSpPr>
              <a:cxnSpLocks/>
            </p:cNvCxnSpPr>
            <p:nvPr/>
          </p:nvCxnSpPr>
          <p:spPr>
            <a:xfrm>
              <a:off x="10918888" y="282851"/>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5" name="TextBox 7">
              <a:extLst>
                <a:ext uri="{FF2B5EF4-FFF2-40B4-BE49-F238E27FC236}">
                  <a16:creationId xmlns:a16="http://schemas.microsoft.com/office/drawing/2014/main" id="{167B5380-2EFC-36C4-D35B-3F6E164542CC}"/>
                </a:ext>
              </a:extLst>
            </p:cNvPr>
            <p:cNvSpPr txBox="1"/>
            <p:nvPr/>
          </p:nvSpPr>
          <p:spPr>
            <a:xfrm>
              <a:off x="9626117" y="236420"/>
              <a:ext cx="1121401"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pitchFamily="34" charset="-122"/>
                  <a:ea typeface="微软雅黑" panose="020B0503020204020204" pitchFamily="34" charset="-122"/>
                </a:rPr>
                <a:t>实验验证</a:t>
              </a:r>
            </a:p>
          </p:txBody>
        </p:sp>
        <p:sp>
          <p:nvSpPr>
            <p:cNvPr id="16" name="TextBox 7">
              <a:extLst>
                <a:ext uri="{FF2B5EF4-FFF2-40B4-BE49-F238E27FC236}">
                  <a16:creationId xmlns:a16="http://schemas.microsoft.com/office/drawing/2014/main" id="{C67FA566-2819-0AD6-B06F-243D70F57C93}"/>
                </a:ext>
              </a:extLst>
            </p:cNvPr>
            <p:cNvSpPr txBox="1"/>
            <p:nvPr/>
          </p:nvSpPr>
          <p:spPr>
            <a:xfrm>
              <a:off x="10995166" y="236420"/>
              <a:ext cx="705374"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pitchFamily="34" charset="-122"/>
                  <a:ea typeface="微软雅黑" panose="020B0503020204020204" pitchFamily="34" charset="-122"/>
                </a:rPr>
                <a:t>看法</a:t>
              </a:r>
            </a:p>
          </p:txBody>
        </p:sp>
      </p:grpSp>
      <p:sp>
        <p:nvSpPr>
          <p:cNvPr id="18" name="文本框 17">
            <a:extLst>
              <a:ext uri="{FF2B5EF4-FFF2-40B4-BE49-F238E27FC236}">
                <a16:creationId xmlns:a16="http://schemas.microsoft.com/office/drawing/2014/main" id="{5219BF06-BCA2-9E60-4EE9-D4B2AACB2109}"/>
              </a:ext>
            </a:extLst>
          </p:cNvPr>
          <p:cNvSpPr txBox="1"/>
          <p:nvPr/>
        </p:nvSpPr>
        <p:spPr>
          <a:xfrm>
            <a:off x="621317" y="2239219"/>
            <a:ext cx="6330718" cy="1200329"/>
          </a:xfrm>
          <a:prstGeom prst="rect">
            <a:avLst/>
          </a:prstGeom>
          <a:noFill/>
        </p:spPr>
        <p:txBody>
          <a:bodyPr wrap="square">
            <a:spAutoFit/>
          </a:bodyPr>
          <a:lstStyle/>
          <a:p>
            <a:pPr algn="l" fontAlgn="base" latinLnBrk="0">
              <a:buNone/>
            </a:pPr>
            <a:r>
              <a:rPr lang="zh-CN" altLang="en-US" b="1" dirty="0">
                <a:solidFill>
                  <a:srgbClr val="000000"/>
                </a:solidFill>
                <a:effectLst/>
                <a:latin typeface="-apple-system"/>
              </a:rPr>
              <a:t>解决方法：刚性流预训练（</a:t>
            </a:r>
            <a:r>
              <a:rPr lang="en-US" altLang="zh-CN" b="1" dirty="0">
                <a:solidFill>
                  <a:srgbClr val="000000"/>
                </a:solidFill>
                <a:effectLst/>
                <a:latin typeface="-apple-system"/>
              </a:rPr>
              <a:t>Rigid-Flow Pre-Training</a:t>
            </a:r>
            <a:r>
              <a:rPr lang="zh-CN" altLang="en-US" b="1" dirty="0">
                <a:solidFill>
                  <a:srgbClr val="000000"/>
                </a:solidFill>
                <a:effectLst/>
                <a:latin typeface="-apple-system"/>
              </a:rPr>
              <a:t>）​</a:t>
            </a:r>
            <a:r>
              <a:rPr lang="zh-CN" altLang="en-US" b="0" dirty="0">
                <a:solidFill>
                  <a:srgbClr val="000000"/>
                </a:solidFill>
                <a:effectLst/>
                <a:latin typeface="-apple-system"/>
              </a:rPr>
              <a:t>​</a:t>
            </a:r>
          </a:p>
          <a:p>
            <a:pPr algn="l" fontAlgn="base" latinLnBrk="0">
              <a:buNone/>
            </a:pPr>
            <a:r>
              <a:rPr lang="zh-CN" altLang="en-US" b="0" dirty="0">
                <a:solidFill>
                  <a:srgbClr val="000000"/>
                </a:solidFill>
                <a:effectLst/>
                <a:latin typeface="-apple-system"/>
              </a:rPr>
              <a:t>在</a:t>
            </a:r>
            <a:r>
              <a:rPr lang="en-US" altLang="zh-CN" b="0" dirty="0" err="1">
                <a:solidFill>
                  <a:srgbClr val="000000"/>
                </a:solidFill>
                <a:effectLst/>
                <a:latin typeface="-apple-system"/>
              </a:rPr>
              <a:t>TartanAir</a:t>
            </a:r>
            <a:r>
              <a:rPr lang="zh-CN" altLang="en-US" b="0" dirty="0">
                <a:solidFill>
                  <a:srgbClr val="000000"/>
                </a:solidFill>
                <a:effectLst/>
                <a:latin typeface="-apple-system"/>
              </a:rPr>
              <a:t>数据集上预训练，该数据仅包含静态场景中相机运动 </a:t>
            </a:r>
            <a:r>
              <a:rPr lang="en-US" altLang="zh-CN" b="0" dirty="0">
                <a:solidFill>
                  <a:srgbClr val="000000"/>
                </a:solidFill>
                <a:effectLst/>
                <a:latin typeface="-apple-system"/>
              </a:rPr>
              <a:t>induced </a:t>
            </a:r>
            <a:r>
              <a:rPr lang="zh-CN" altLang="en-US" b="0" dirty="0">
                <a:solidFill>
                  <a:srgbClr val="000000"/>
                </a:solidFill>
                <a:effectLst/>
                <a:latin typeface="-apple-system"/>
              </a:rPr>
              <a:t>的刚性光流。尽管运动多样性有限，但提升了真实场景泛化能力。</a:t>
            </a:r>
          </a:p>
        </p:txBody>
      </p:sp>
      <p:grpSp>
        <p:nvGrpSpPr>
          <p:cNvPr id="19" name="组合 18">
            <a:extLst>
              <a:ext uri="{FF2B5EF4-FFF2-40B4-BE49-F238E27FC236}">
                <a16:creationId xmlns:a16="http://schemas.microsoft.com/office/drawing/2014/main" id="{38ED51D0-1509-B8B7-BA14-B39FE34F3DD6}"/>
              </a:ext>
            </a:extLst>
          </p:cNvPr>
          <p:cNvGrpSpPr/>
          <p:nvPr/>
        </p:nvGrpSpPr>
        <p:grpSpPr>
          <a:xfrm>
            <a:off x="569247" y="820844"/>
            <a:ext cx="10011410" cy="946351"/>
            <a:chOff x="502567" y="815013"/>
            <a:chExt cx="10011410" cy="946351"/>
          </a:xfrm>
        </p:grpSpPr>
        <p:grpSp>
          <p:nvGrpSpPr>
            <p:cNvPr id="20" name="组合 19">
              <a:extLst>
                <a:ext uri="{FF2B5EF4-FFF2-40B4-BE49-F238E27FC236}">
                  <a16:creationId xmlns:a16="http://schemas.microsoft.com/office/drawing/2014/main" id="{89FFC9B3-5008-769C-2DD6-A65B5CAE07B6}"/>
                </a:ext>
              </a:extLst>
            </p:cNvPr>
            <p:cNvGrpSpPr/>
            <p:nvPr/>
          </p:nvGrpSpPr>
          <p:grpSpPr>
            <a:xfrm>
              <a:off x="566939" y="815013"/>
              <a:ext cx="3404568" cy="402590"/>
              <a:chOff x="598472" y="831554"/>
              <a:chExt cx="3404568" cy="402590"/>
            </a:xfrm>
          </p:grpSpPr>
          <p:cxnSp>
            <p:nvCxnSpPr>
              <p:cNvPr id="29" name="直接连接符 28">
                <a:extLst>
                  <a:ext uri="{FF2B5EF4-FFF2-40B4-BE49-F238E27FC236}">
                    <a16:creationId xmlns:a16="http://schemas.microsoft.com/office/drawing/2014/main" id="{BD263BAA-4D1D-085C-6AEF-E8F367852AA6}"/>
                  </a:ext>
                </a:extLst>
              </p:cNvPr>
              <p:cNvCxnSpPr/>
              <p:nvPr/>
            </p:nvCxnSpPr>
            <p:spPr>
              <a:xfrm flipV="1">
                <a:off x="598472" y="1195628"/>
                <a:ext cx="3043167" cy="1515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0" name="TextBox 6">
                <a:extLst>
                  <a:ext uri="{FF2B5EF4-FFF2-40B4-BE49-F238E27FC236}">
                    <a16:creationId xmlns:a16="http://schemas.microsoft.com/office/drawing/2014/main" id="{3710D828-1D50-55CE-53DE-2EDEC4EE545C}"/>
                  </a:ext>
                </a:extLst>
              </p:cNvPr>
              <p:cNvSpPr txBox="1"/>
              <p:nvPr/>
            </p:nvSpPr>
            <p:spPr>
              <a:xfrm>
                <a:off x="813103" y="831554"/>
                <a:ext cx="3189937" cy="402590"/>
              </a:xfrm>
              <a:prstGeom prst="rect">
                <a:avLst/>
              </a:prstGeom>
              <a:noFill/>
            </p:spPr>
            <p:txBody>
              <a:bodyPr wrap="square" lIns="0" tIns="48000" rIns="0" bIns="48000" rtlCol="0">
                <a:spAutoFit/>
              </a:bodyPr>
              <a:lstStyle/>
              <a:p>
                <a:r>
                  <a:rPr lang="zh-CN" altLang="en-US" sz="2000" b="1" dirty="0">
                    <a:solidFill>
                      <a:schemeClr val="tx1">
                        <a:lumMod val="65000"/>
                        <a:lumOff val="35000"/>
                      </a:schemeClr>
                    </a:solidFill>
                    <a:latin typeface="微软雅黑" panose="020B0503020204020204" pitchFamily="34" charset="-122"/>
                    <a:ea typeface="微软雅黑" panose="020B0503020204020204" pitchFamily="34" charset="-122"/>
                  </a:rPr>
                  <a:t>二、采取的解决方案</a:t>
                </a:r>
              </a:p>
            </p:txBody>
          </p:sp>
        </p:grpSp>
        <p:grpSp>
          <p:nvGrpSpPr>
            <p:cNvPr id="21" name="组合 20">
              <a:extLst>
                <a:ext uri="{FF2B5EF4-FFF2-40B4-BE49-F238E27FC236}">
                  <a16:creationId xmlns:a16="http://schemas.microsoft.com/office/drawing/2014/main" id="{4A600F0B-C865-78C2-BA97-D0AE9DF73575}"/>
                </a:ext>
              </a:extLst>
            </p:cNvPr>
            <p:cNvGrpSpPr/>
            <p:nvPr/>
          </p:nvGrpSpPr>
          <p:grpSpPr>
            <a:xfrm>
              <a:off x="502567" y="1240664"/>
              <a:ext cx="10011410" cy="520700"/>
              <a:chOff x="309699" y="1240632"/>
              <a:chExt cx="10011410" cy="520700"/>
            </a:xfrm>
          </p:grpSpPr>
          <p:grpSp>
            <p:nvGrpSpPr>
              <p:cNvPr id="22" name="组合 21">
                <a:extLst>
                  <a:ext uri="{FF2B5EF4-FFF2-40B4-BE49-F238E27FC236}">
                    <a16:creationId xmlns:a16="http://schemas.microsoft.com/office/drawing/2014/main" id="{DDE902BB-BBB7-DBD1-3E64-DDB774E05FB8}"/>
                  </a:ext>
                </a:extLst>
              </p:cNvPr>
              <p:cNvGrpSpPr/>
              <p:nvPr/>
            </p:nvGrpSpPr>
            <p:grpSpPr>
              <a:xfrm>
                <a:off x="309699" y="1240632"/>
                <a:ext cx="10011410" cy="520700"/>
                <a:chOff x="666750" y="1335486"/>
                <a:chExt cx="10011410" cy="520700"/>
              </a:xfrm>
            </p:grpSpPr>
            <p:sp>
              <p:nvSpPr>
                <p:cNvPr id="24" name="矩形 23">
                  <a:extLst>
                    <a:ext uri="{FF2B5EF4-FFF2-40B4-BE49-F238E27FC236}">
                      <a16:creationId xmlns:a16="http://schemas.microsoft.com/office/drawing/2014/main" id="{DB68CC19-AC0E-8C8A-DFEE-846CA4E7C795}"/>
                    </a:ext>
                  </a:extLst>
                </p:cNvPr>
                <p:cNvSpPr/>
                <p:nvPr/>
              </p:nvSpPr>
              <p:spPr>
                <a:xfrm>
                  <a:off x="3036168" y="1335502"/>
                  <a:ext cx="7641992" cy="520684"/>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940" dirty="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5" name="矩形 3">
                  <a:extLst>
                    <a:ext uri="{FF2B5EF4-FFF2-40B4-BE49-F238E27FC236}">
                      <a16:creationId xmlns:a16="http://schemas.microsoft.com/office/drawing/2014/main" id="{F9DE5014-2A82-7870-7E77-3CBD5064C885}"/>
                    </a:ext>
                  </a:extLst>
                </p:cNvPr>
                <p:cNvSpPr/>
                <p:nvPr/>
              </p:nvSpPr>
              <p:spPr>
                <a:xfrm>
                  <a:off x="666750" y="1335486"/>
                  <a:ext cx="4410075" cy="520700"/>
                </a:xfrm>
                <a:prstGeom prst="rect">
                  <a:avLst/>
                </a:prstGeom>
                <a:solidFill>
                  <a:srgbClr val="A630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94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6" name="TextBox 64">
                  <a:extLst>
                    <a:ext uri="{FF2B5EF4-FFF2-40B4-BE49-F238E27FC236}">
                      <a16:creationId xmlns:a16="http://schemas.microsoft.com/office/drawing/2014/main" id="{DE716765-51EE-B48C-2DA6-85973C8BFBF3}"/>
                    </a:ext>
                  </a:extLst>
                </p:cNvPr>
                <p:cNvSpPr txBox="1"/>
                <p:nvPr/>
              </p:nvSpPr>
              <p:spPr>
                <a:xfrm>
                  <a:off x="718820" y="1419860"/>
                  <a:ext cx="2932430" cy="368300"/>
                </a:xfrm>
                <a:prstGeom prst="rect">
                  <a:avLst/>
                </a:prstGeom>
                <a:noFill/>
              </p:spPr>
              <p:txBody>
                <a:bodyPr wrap="square" rtlCol="0">
                  <a:spAutoFit/>
                </a:bodyPr>
                <a:lstStyle/>
                <a:p>
                  <a:pPr algn="ctr"/>
                  <a:r>
                    <a:rPr lang="zh-CN" altLang="en-US" b="1" u="sng" dirty="0">
                      <a:solidFill>
                        <a:schemeClr val="bg1"/>
                      </a:solidFill>
                      <a:latin typeface="+mj-ea"/>
                      <a:ea typeface="+mj-ea"/>
                      <a:cs typeface="+mn-ea"/>
                      <a:sym typeface="Arial" panose="020B0604020202020204" pitchFamily="34" charset="0"/>
                    </a:rPr>
                    <a:t>问题</a:t>
                  </a:r>
                </a:p>
              </p:txBody>
            </p:sp>
          </p:grpSp>
          <p:sp>
            <p:nvSpPr>
              <p:cNvPr id="23" name="TextBox 64">
                <a:extLst>
                  <a:ext uri="{FF2B5EF4-FFF2-40B4-BE49-F238E27FC236}">
                    <a16:creationId xmlns:a16="http://schemas.microsoft.com/office/drawing/2014/main" id="{211C5036-ADDA-862C-591D-E770B67E8B92}"/>
                  </a:ext>
                </a:extLst>
              </p:cNvPr>
              <p:cNvSpPr txBox="1"/>
              <p:nvPr/>
            </p:nvSpPr>
            <p:spPr>
              <a:xfrm>
                <a:off x="6201013" y="1325006"/>
                <a:ext cx="2932430" cy="368300"/>
              </a:xfrm>
              <a:prstGeom prst="rect">
                <a:avLst/>
              </a:prstGeom>
              <a:noFill/>
            </p:spPr>
            <p:txBody>
              <a:bodyPr wrap="square" rtlCol="0">
                <a:spAutoFit/>
              </a:bodyPr>
              <a:lstStyle/>
              <a:p>
                <a:pPr algn="ctr"/>
                <a:r>
                  <a:rPr lang="zh-CN" altLang="en-US" b="1" u="sng" dirty="0">
                    <a:latin typeface="+mj-ea"/>
                    <a:ea typeface="+mj-ea"/>
                    <a:cs typeface="+mn-ea"/>
                    <a:sym typeface="Arial" panose="020B0604020202020204" pitchFamily="34" charset="0"/>
                  </a:rPr>
                  <a:t>泛化能力弱</a:t>
                </a:r>
              </a:p>
            </p:txBody>
          </p:sp>
        </p:grpSp>
      </p:grpSp>
    </p:spTree>
    <p:extLst>
      <p:ext uri="{BB962C8B-B14F-4D97-AF65-F5344CB8AC3E}">
        <p14:creationId xmlns:p14="http://schemas.microsoft.com/office/powerpoint/2010/main" val="3381941339"/>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3577A1-C343-C213-AC44-B9A0E343421D}"/>
            </a:ext>
          </a:extLst>
        </p:cNvPr>
        <p:cNvGrpSpPr/>
        <p:nvPr/>
      </p:nvGrpSpPr>
      <p:grpSpPr>
        <a:xfrm>
          <a:off x="0" y="0"/>
          <a:ext cx="0" cy="0"/>
          <a:chOff x="0" y="0"/>
          <a:chExt cx="0" cy="0"/>
        </a:xfrm>
      </p:grpSpPr>
      <p:sp>
        <p:nvSpPr>
          <p:cNvPr id="2" name="文本框 1">
            <a:extLst>
              <a:ext uri="{FF2B5EF4-FFF2-40B4-BE49-F238E27FC236}">
                <a16:creationId xmlns:a16="http://schemas.microsoft.com/office/drawing/2014/main" id="{6F6976D1-50DC-89A6-69FB-521815DBDEFC}"/>
              </a:ext>
            </a:extLst>
          </p:cNvPr>
          <p:cNvSpPr txBox="1"/>
          <p:nvPr/>
        </p:nvSpPr>
        <p:spPr>
          <a:xfrm>
            <a:off x="3773150" y="2881893"/>
            <a:ext cx="5043802" cy="707886"/>
          </a:xfrm>
          <a:prstGeom prst="rect">
            <a:avLst/>
          </a:prstGeom>
          <a:noFill/>
        </p:spPr>
        <p:txBody>
          <a:bodyPr wrap="square" rtlCol="0">
            <a:spAutoFit/>
          </a:bodyPr>
          <a:lstStyle/>
          <a:p>
            <a:pPr algn="ctr">
              <a:defRPr/>
            </a:pPr>
            <a:r>
              <a:rPr lang="zh-CN" altLang="en-US" sz="4000" b="1" dirty="0">
                <a:solidFill>
                  <a:schemeClr val="accent2"/>
                </a:solidFill>
                <a:latin typeface="微软雅黑" panose="020B0503020204020204" pitchFamily="34" charset="-122"/>
              </a:rPr>
              <a:t>为什么采取这种方法</a:t>
            </a:r>
          </a:p>
        </p:txBody>
      </p:sp>
    </p:spTree>
    <p:extLst>
      <p:ext uri="{BB962C8B-B14F-4D97-AF65-F5344CB8AC3E}">
        <p14:creationId xmlns:p14="http://schemas.microsoft.com/office/powerpoint/2010/main" val="1978511374"/>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02" name="直接连接符 101"/>
          <p:cNvCxnSpPr/>
          <p:nvPr/>
        </p:nvCxnSpPr>
        <p:spPr>
          <a:xfrm>
            <a:off x="8301449" y="30045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3" name="直接连接符 102"/>
          <p:cNvCxnSpPr/>
          <p:nvPr/>
        </p:nvCxnSpPr>
        <p:spPr>
          <a:xfrm>
            <a:off x="8301449" y="25181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4" name="直接连接符 103"/>
          <p:cNvCxnSpPr/>
          <p:nvPr/>
        </p:nvCxnSpPr>
        <p:spPr>
          <a:xfrm>
            <a:off x="6599649" y="25181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05"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p>
        </p:txBody>
      </p:sp>
      <p:cxnSp>
        <p:nvCxnSpPr>
          <p:cNvPr id="106" name="直接连接符 105"/>
          <p:cNvCxnSpPr/>
          <p:nvPr/>
        </p:nvCxnSpPr>
        <p:spPr>
          <a:xfrm>
            <a:off x="4895713" y="285093"/>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7" name="直接连接符 106"/>
          <p:cNvCxnSpPr/>
          <p:nvPr/>
        </p:nvCxnSpPr>
        <p:spPr>
          <a:xfrm>
            <a:off x="6599472"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08" name="TextBox 7"/>
          <p:cNvSpPr txBox="1"/>
          <p:nvPr/>
        </p:nvSpPr>
        <p:spPr>
          <a:xfrm>
            <a:off x="5076749" y="215904"/>
            <a:ext cx="1344000" cy="343159"/>
          </a:xfrm>
          <a:prstGeom prst="rect">
            <a:avLst/>
          </a:prstGeom>
          <a:noFill/>
        </p:spPr>
        <p:txBody>
          <a:bodyPr wrap="square" lIns="0" tIns="48000" rIns="0" bIns="48000" rtlCol="0">
            <a:spAutoFit/>
          </a:bodyPr>
          <a:lstStyle/>
          <a:p>
            <a:pPr algn="ctr"/>
            <a:r>
              <a:rPr lang="en-US" altLang="zh-CN" sz="1600" b="1" dirty="0">
                <a:solidFill>
                  <a:schemeClr val="bg1">
                    <a:lumMod val="50000"/>
                  </a:schemeClr>
                </a:solidFill>
                <a:latin typeface="微软雅黑" panose="020B0503020204020204" pitchFamily="34" charset="-122"/>
                <a:ea typeface="微软雅黑" panose="020B0503020204020204" pitchFamily="34" charset="-122"/>
              </a:rPr>
              <a:t>LIBS</a:t>
            </a:r>
            <a:r>
              <a:rPr lang="zh-CN" altLang="en-US" sz="1600" b="1" dirty="0">
                <a:solidFill>
                  <a:schemeClr val="bg1">
                    <a:lumMod val="50000"/>
                  </a:schemeClr>
                </a:solidFill>
                <a:latin typeface="微软雅黑" panose="020B0503020204020204" pitchFamily="34" charset="-122"/>
                <a:ea typeface="微软雅黑" panose="020B0503020204020204" pitchFamily="34" charset="-122"/>
              </a:rPr>
              <a:t>应用领域</a:t>
            </a:r>
          </a:p>
        </p:txBody>
      </p:sp>
      <p:sp>
        <p:nvSpPr>
          <p:cNvPr id="109" name="TextBox 9"/>
          <p:cNvSpPr txBox="1"/>
          <p:nvPr/>
        </p:nvSpPr>
        <p:spPr>
          <a:xfrm>
            <a:off x="3382541" y="215904"/>
            <a:ext cx="1344000" cy="340995"/>
          </a:xfrm>
          <a:prstGeom prst="rect">
            <a:avLst/>
          </a:prstGeom>
          <a:noFill/>
        </p:spPr>
        <p:txBody>
          <a:bodyPr wrap="square" lIns="0" tIns="48000" rIns="0" bIns="48000" rtlCol="0">
            <a:spAutoFit/>
          </a:bodyPr>
          <a:lstStyle/>
          <a:p>
            <a:pPr algn="ctr"/>
            <a:r>
              <a:rPr lang="en-US" altLang="zh-CN" sz="1600" b="1" dirty="0">
                <a:solidFill>
                  <a:schemeClr val="bg1">
                    <a:lumMod val="50000"/>
                  </a:schemeClr>
                </a:solidFill>
                <a:latin typeface="微软雅黑" panose="020B0503020204020204" pitchFamily="34" charset="-122"/>
                <a:ea typeface="微软雅黑" panose="020B0503020204020204" pitchFamily="34" charset="-122"/>
              </a:rPr>
              <a:t>LIBS</a:t>
            </a:r>
            <a:r>
              <a:rPr lang="zh-CN" altLang="en-US" sz="1600" b="1" dirty="0">
                <a:solidFill>
                  <a:schemeClr val="bg1">
                    <a:lumMod val="50000"/>
                  </a:schemeClr>
                </a:solidFill>
                <a:latin typeface="微软雅黑" panose="020B0503020204020204" pitchFamily="34" charset="-122"/>
                <a:ea typeface="微软雅黑" panose="020B0503020204020204" pitchFamily="34" charset="-122"/>
              </a:rPr>
              <a:t>概述</a:t>
            </a:r>
          </a:p>
        </p:txBody>
      </p:sp>
      <p:pic>
        <p:nvPicPr>
          <p:cNvPr id="112" name="图片 1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8557" y="100193"/>
            <a:ext cx="2184731" cy="630736"/>
          </a:xfrm>
          <a:prstGeom prst="rect">
            <a:avLst/>
          </a:prstGeom>
        </p:spPr>
      </p:pic>
      <p:sp>
        <p:nvSpPr>
          <p:cNvPr id="114" name="TextBox 6"/>
          <p:cNvSpPr txBox="1"/>
          <p:nvPr/>
        </p:nvSpPr>
        <p:spPr>
          <a:xfrm>
            <a:off x="6988735" y="215904"/>
            <a:ext cx="1448188" cy="340995"/>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pitchFamily="34" charset="-122"/>
                <a:ea typeface="微软雅黑" panose="020B0503020204020204" pitchFamily="34" charset="-122"/>
              </a:rPr>
              <a:t>仪器化</a:t>
            </a:r>
            <a:r>
              <a:rPr lang="en-US" altLang="zh-CN" sz="1600" b="1" dirty="0">
                <a:solidFill>
                  <a:schemeClr val="bg1"/>
                </a:solidFill>
                <a:latin typeface="微软雅黑" panose="020B0503020204020204" pitchFamily="34" charset="-122"/>
                <a:ea typeface="微软雅黑" panose="020B0503020204020204" pitchFamily="34" charset="-122"/>
              </a:rPr>
              <a:t>LIBS</a:t>
            </a:r>
            <a:endParaRPr lang="zh-CN" altLang="en-US" sz="1600" b="1" dirty="0">
              <a:solidFill>
                <a:schemeClr val="bg1"/>
              </a:solidFill>
              <a:latin typeface="微软雅黑" panose="020B0503020204020204" pitchFamily="34" charset="-122"/>
              <a:ea typeface="微软雅黑" panose="020B0503020204020204" pitchFamily="34" charset="-122"/>
            </a:endParaRPr>
          </a:p>
        </p:txBody>
      </p:sp>
      <p:cxnSp>
        <p:nvCxnSpPr>
          <p:cNvPr id="115" name="直接连接符 114"/>
          <p:cNvCxnSpPr/>
          <p:nvPr/>
        </p:nvCxnSpPr>
        <p:spPr>
          <a:xfrm>
            <a:off x="6599649" y="275365"/>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 name="矩形 21">
            <a:extLst>
              <a:ext uri="{FF2B5EF4-FFF2-40B4-BE49-F238E27FC236}">
                <a16:creationId xmlns:a16="http://schemas.microsoft.com/office/drawing/2014/main" id="{FFAD0027-ABBA-EC4B-C550-22A21C65EE95}"/>
              </a:ext>
            </a:extLst>
          </p:cNvPr>
          <p:cNvSpPr/>
          <p:nvPr/>
        </p:nvSpPr>
        <p:spPr>
          <a:xfrm>
            <a:off x="3036168" y="1335502"/>
            <a:ext cx="7641992" cy="520684"/>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94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4" name="矩形 3">
            <a:extLst>
              <a:ext uri="{FF2B5EF4-FFF2-40B4-BE49-F238E27FC236}">
                <a16:creationId xmlns:a16="http://schemas.microsoft.com/office/drawing/2014/main" id="{DC059186-F118-B43C-DF27-81AEA8655BED}"/>
              </a:ext>
            </a:extLst>
          </p:cNvPr>
          <p:cNvSpPr/>
          <p:nvPr/>
        </p:nvSpPr>
        <p:spPr>
          <a:xfrm>
            <a:off x="666750" y="1335486"/>
            <a:ext cx="4410075" cy="520700"/>
          </a:xfrm>
          <a:prstGeom prst="rect">
            <a:avLst/>
          </a:prstGeom>
          <a:solidFill>
            <a:srgbClr val="A630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94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5" name="TextBox 64">
            <a:extLst>
              <a:ext uri="{FF2B5EF4-FFF2-40B4-BE49-F238E27FC236}">
                <a16:creationId xmlns:a16="http://schemas.microsoft.com/office/drawing/2014/main" id="{C50F81E5-EBBF-6A29-A51D-58D8964A95D0}"/>
              </a:ext>
            </a:extLst>
          </p:cNvPr>
          <p:cNvSpPr txBox="1"/>
          <p:nvPr/>
        </p:nvSpPr>
        <p:spPr>
          <a:xfrm>
            <a:off x="718820" y="1419860"/>
            <a:ext cx="2932430" cy="368300"/>
          </a:xfrm>
          <a:prstGeom prst="rect">
            <a:avLst/>
          </a:prstGeom>
          <a:noFill/>
        </p:spPr>
        <p:txBody>
          <a:bodyPr wrap="square" rtlCol="0">
            <a:spAutoFit/>
          </a:bodyPr>
          <a:lstStyle/>
          <a:p>
            <a:pPr algn="ctr"/>
            <a:r>
              <a:rPr lang="en-US" altLang="zh-CN" b="1" u="sng" dirty="0">
                <a:solidFill>
                  <a:schemeClr val="bg1"/>
                </a:solidFill>
                <a:latin typeface="+mj-ea"/>
                <a:ea typeface="+mj-ea"/>
                <a:cs typeface="+mn-ea"/>
                <a:sym typeface="Arial" panose="020B0604020202020204" pitchFamily="34" charset="0"/>
              </a:rPr>
              <a:t>LIBS</a:t>
            </a:r>
            <a:r>
              <a:rPr lang="zh-CN" altLang="en-US" b="1" u="sng" dirty="0">
                <a:solidFill>
                  <a:schemeClr val="bg1"/>
                </a:solidFill>
                <a:latin typeface="+mj-ea"/>
                <a:ea typeface="+mj-ea"/>
                <a:cs typeface="+mn-ea"/>
                <a:sym typeface="Arial" panose="020B0604020202020204" pitchFamily="34" charset="0"/>
              </a:rPr>
              <a:t>仪器的系统构成</a:t>
            </a:r>
          </a:p>
        </p:txBody>
      </p:sp>
      <p:cxnSp>
        <p:nvCxnSpPr>
          <p:cNvPr id="6" name="直接连接符 5">
            <a:extLst>
              <a:ext uri="{FF2B5EF4-FFF2-40B4-BE49-F238E27FC236}">
                <a16:creationId xmlns:a16="http://schemas.microsoft.com/office/drawing/2014/main" id="{B5854FD3-993C-7FEC-E75B-2B30DB05C70B}"/>
              </a:ext>
            </a:extLst>
          </p:cNvPr>
          <p:cNvCxnSpPr/>
          <p:nvPr/>
        </p:nvCxnSpPr>
        <p:spPr>
          <a:xfrm flipV="1">
            <a:off x="598472" y="1195628"/>
            <a:ext cx="3043167" cy="1515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91C9EB3E-374C-49CB-1A3D-763826775BFB}"/>
              </a:ext>
            </a:extLst>
          </p:cNvPr>
          <p:cNvSpPr txBox="1"/>
          <p:nvPr/>
        </p:nvSpPr>
        <p:spPr>
          <a:xfrm>
            <a:off x="827309" y="800617"/>
            <a:ext cx="3189937" cy="402590"/>
          </a:xfrm>
          <a:prstGeom prst="rect">
            <a:avLst/>
          </a:prstGeom>
          <a:noFill/>
        </p:spPr>
        <p:txBody>
          <a:bodyPr wrap="square" lIns="0" tIns="48000" rIns="0" bIns="48000" rtlCol="0">
            <a:spAutoFit/>
          </a:bodyPr>
          <a:lstStyle/>
          <a:p>
            <a:r>
              <a:rPr lang="zh-CN" altLang="en-US" sz="2000" b="1" dirty="0">
                <a:solidFill>
                  <a:schemeClr val="tx1">
                    <a:lumMod val="65000"/>
                    <a:lumOff val="35000"/>
                  </a:schemeClr>
                </a:solidFill>
                <a:latin typeface="微软雅黑" panose="020B0503020204020204" pitchFamily="34" charset="-122"/>
                <a:ea typeface="微软雅黑" panose="020B0503020204020204" pitchFamily="34" charset="-122"/>
              </a:rPr>
              <a:t>三、选择理由</a:t>
            </a:r>
          </a:p>
        </p:txBody>
      </p:sp>
      <p:grpSp>
        <p:nvGrpSpPr>
          <p:cNvPr id="24" name="组合 23">
            <a:extLst>
              <a:ext uri="{FF2B5EF4-FFF2-40B4-BE49-F238E27FC236}">
                <a16:creationId xmlns:a16="http://schemas.microsoft.com/office/drawing/2014/main" id="{A4C6137D-0BA5-A1DA-B56F-28C2D8DE5736}"/>
              </a:ext>
            </a:extLst>
          </p:cNvPr>
          <p:cNvGrpSpPr/>
          <p:nvPr/>
        </p:nvGrpSpPr>
        <p:grpSpPr>
          <a:xfrm>
            <a:off x="0" y="4"/>
            <a:ext cx="12192000" cy="794873"/>
            <a:chOff x="0" y="4"/>
            <a:chExt cx="12192000" cy="794873"/>
          </a:xfrm>
        </p:grpSpPr>
        <p:grpSp>
          <p:nvGrpSpPr>
            <p:cNvPr id="8" name="组合 7">
              <a:extLst>
                <a:ext uri="{FF2B5EF4-FFF2-40B4-BE49-F238E27FC236}">
                  <a16:creationId xmlns:a16="http://schemas.microsoft.com/office/drawing/2014/main" id="{9A9E737C-A794-3BB9-336B-0E639DEAECC6}"/>
                </a:ext>
              </a:extLst>
            </p:cNvPr>
            <p:cNvGrpSpPr/>
            <p:nvPr/>
          </p:nvGrpSpPr>
          <p:grpSpPr>
            <a:xfrm>
              <a:off x="0" y="4"/>
              <a:ext cx="12192000" cy="794873"/>
              <a:chOff x="0" y="-34695"/>
              <a:chExt cx="12192000" cy="794873"/>
            </a:xfrm>
          </p:grpSpPr>
          <p:sp>
            <p:nvSpPr>
              <p:cNvPr id="9" name="矩形 4">
                <a:extLst>
                  <a:ext uri="{FF2B5EF4-FFF2-40B4-BE49-F238E27FC236}">
                    <a16:creationId xmlns:a16="http://schemas.microsoft.com/office/drawing/2014/main" id="{1CE02224-EDE8-FE35-ED9D-56628765A5B5}"/>
                  </a:ext>
                </a:extLst>
              </p:cNvPr>
              <p:cNvSpPr/>
              <p:nvPr/>
            </p:nvSpPr>
            <p:spPr>
              <a:xfrm>
                <a:off x="0" y="-31822"/>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dirty="0"/>
              </a:p>
            </p:txBody>
          </p:sp>
          <p:cxnSp>
            <p:nvCxnSpPr>
              <p:cNvPr id="10" name="直接连接符 9">
                <a:extLst>
                  <a:ext uri="{FF2B5EF4-FFF2-40B4-BE49-F238E27FC236}">
                    <a16:creationId xmlns:a16="http://schemas.microsoft.com/office/drawing/2014/main" id="{3C7F8A56-8CFF-B4A4-E7AF-F727BBC09468}"/>
                  </a:ext>
                </a:extLst>
              </p:cNvPr>
              <p:cNvCxnSpPr>
                <a:cxnSpLocks/>
              </p:cNvCxnSpPr>
              <p:nvPr/>
            </p:nvCxnSpPr>
            <p:spPr>
              <a:xfrm>
                <a:off x="9464907" y="282851"/>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3" name="矩形 12">
                <a:extLst>
                  <a:ext uri="{FF2B5EF4-FFF2-40B4-BE49-F238E27FC236}">
                    <a16:creationId xmlns:a16="http://schemas.microsoft.com/office/drawing/2014/main" id="{D561BBBE-9122-5229-79D2-0FC436412CA5}"/>
                  </a:ext>
                </a:extLst>
              </p:cNvPr>
              <p:cNvSpPr/>
              <p:nvPr/>
            </p:nvSpPr>
            <p:spPr>
              <a:xfrm>
                <a:off x="7179858" y="-34695"/>
                <a:ext cx="2285049" cy="79200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endParaRPr>
              </a:p>
            </p:txBody>
          </p:sp>
          <p:sp>
            <p:nvSpPr>
              <p:cNvPr id="14" name="TextBox 6">
                <a:extLst>
                  <a:ext uri="{FF2B5EF4-FFF2-40B4-BE49-F238E27FC236}">
                    <a16:creationId xmlns:a16="http://schemas.microsoft.com/office/drawing/2014/main" id="{B91F5195-D7B5-A7ED-ADCE-966D99B94EA5}"/>
                  </a:ext>
                </a:extLst>
              </p:cNvPr>
              <p:cNvSpPr txBox="1"/>
              <p:nvPr/>
            </p:nvSpPr>
            <p:spPr>
              <a:xfrm>
                <a:off x="3263055" y="236420"/>
                <a:ext cx="1665999" cy="343159"/>
              </a:xfrm>
              <a:prstGeom prst="rect">
                <a:avLst/>
              </a:prstGeom>
              <a:noFill/>
            </p:spPr>
            <p:txBody>
              <a:bodyPr wrap="square" lIns="0" tIns="48000" rIns="0" bIns="48000" rtlCol="0">
                <a:spAutoFit/>
              </a:bodyPr>
              <a:lstStyle/>
              <a:p>
                <a:pPr algn="ctr"/>
                <a:r>
                  <a:rPr lang="en-US" altLang="zh-CN" sz="1600" b="1" dirty="0">
                    <a:solidFill>
                      <a:schemeClr val="bg1">
                        <a:lumMod val="50000"/>
                      </a:schemeClr>
                    </a:solidFill>
                    <a:latin typeface="微软雅黑" panose="020B0503020204020204" pitchFamily="34" charset="-122"/>
                    <a:ea typeface="微软雅黑" panose="020B0503020204020204" pitchFamily="34" charset="-122"/>
                  </a:rPr>
                  <a:t>SEA-RAFT</a:t>
                </a:r>
                <a:r>
                  <a:rPr lang="zh-CN" altLang="en-US" sz="1600" b="1" dirty="0">
                    <a:solidFill>
                      <a:schemeClr val="bg1">
                        <a:lumMod val="50000"/>
                      </a:schemeClr>
                    </a:solidFill>
                    <a:latin typeface="微软雅黑" panose="020B0503020204020204" pitchFamily="34" charset="-122"/>
                    <a:ea typeface="微软雅黑" panose="020B0503020204020204" pitchFamily="34" charset="-122"/>
                  </a:rPr>
                  <a:t>的目的</a:t>
                </a:r>
              </a:p>
            </p:txBody>
          </p:sp>
          <p:sp>
            <p:nvSpPr>
              <p:cNvPr id="15" name="TextBox 7">
                <a:extLst>
                  <a:ext uri="{FF2B5EF4-FFF2-40B4-BE49-F238E27FC236}">
                    <a16:creationId xmlns:a16="http://schemas.microsoft.com/office/drawing/2014/main" id="{BBF1BDDA-7EBA-7BCA-D651-C97A190EDA54}"/>
                  </a:ext>
                </a:extLst>
              </p:cNvPr>
              <p:cNvSpPr txBox="1"/>
              <p:nvPr/>
            </p:nvSpPr>
            <p:spPr>
              <a:xfrm>
                <a:off x="5270217" y="236420"/>
                <a:ext cx="1502091"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pitchFamily="34" charset="-122"/>
                    <a:ea typeface="微软雅黑" panose="020B0503020204020204" pitchFamily="34" charset="-122"/>
                  </a:rPr>
                  <a:t>采取的解决方案</a:t>
                </a:r>
              </a:p>
            </p:txBody>
          </p:sp>
          <p:sp>
            <p:nvSpPr>
              <p:cNvPr id="16" name="TextBox 10">
                <a:extLst>
                  <a:ext uri="{FF2B5EF4-FFF2-40B4-BE49-F238E27FC236}">
                    <a16:creationId xmlns:a16="http://schemas.microsoft.com/office/drawing/2014/main" id="{A1AA2B89-4905-1CF8-BE0D-64E24696E870}"/>
                  </a:ext>
                </a:extLst>
              </p:cNvPr>
              <p:cNvSpPr txBox="1"/>
              <p:nvPr/>
            </p:nvSpPr>
            <p:spPr>
              <a:xfrm>
                <a:off x="7373388" y="236420"/>
                <a:ext cx="1893714"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pitchFamily="34" charset="-122"/>
                    <a:ea typeface="微软雅黑" panose="020B0503020204020204" pitchFamily="34" charset="-122"/>
                  </a:rPr>
                  <a:t>选择这种方法的缘由</a:t>
                </a:r>
              </a:p>
            </p:txBody>
          </p:sp>
          <p:cxnSp>
            <p:nvCxnSpPr>
              <p:cNvPr id="17" name="直接连接符 16">
                <a:extLst>
                  <a:ext uri="{FF2B5EF4-FFF2-40B4-BE49-F238E27FC236}">
                    <a16:creationId xmlns:a16="http://schemas.microsoft.com/office/drawing/2014/main" id="{FD593922-4FBD-4E8D-AF37-36E83F85DEB6}"/>
                  </a:ext>
                </a:extLst>
              </p:cNvPr>
              <p:cNvCxnSpPr>
                <a:cxnSpLocks/>
              </p:cNvCxnSpPr>
              <p:nvPr/>
            </p:nvCxnSpPr>
            <p:spPr>
              <a:xfrm>
                <a:off x="7171149" y="282851"/>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18" name="图片 17">
                <a:extLst>
                  <a:ext uri="{FF2B5EF4-FFF2-40B4-BE49-F238E27FC236}">
                    <a16:creationId xmlns:a16="http://schemas.microsoft.com/office/drawing/2014/main" id="{9CF9CC1A-8FDF-5288-624C-336EB5CF9FE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8557" y="100193"/>
                <a:ext cx="2184731" cy="630736"/>
              </a:xfrm>
              <a:prstGeom prst="rect">
                <a:avLst/>
              </a:prstGeom>
            </p:spPr>
          </p:pic>
          <p:cxnSp>
            <p:nvCxnSpPr>
              <p:cNvPr id="19" name="直接连接符 18">
                <a:extLst>
                  <a:ext uri="{FF2B5EF4-FFF2-40B4-BE49-F238E27FC236}">
                    <a16:creationId xmlns:a16="http://schemas.microsoft.com/office/drawing/2014/main" id="{95A3AF4F-A6A6-760B-D06C-A35D880809FC}"/>
                  </a:ext>
                </a:extLst>
              </p:cNvPr>
              <p:cNvCxnSpPr>
                <a:cxnSpLocks/>
              </p:cNvCxnSpPr>
              <p:nvPr/>
            </p:nvCxnSpPr>
            <p:spPr>
              <a:xfrm>
                <a:off x="11761897" y="282851"/>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0" name="直接连接符 19">
                <a:extLst>
                  <a:ext uri="{FF2B5EF4-FFF2-40B4-BE49-F238E27FC236}">
                    <a16:creationId xmlns:a16="http://schemas.microsoft.com/office/drawing/2014/main" id="{59B856AB-3D8E-4CBE-3ED1-B5E034D56F2F}"/>
                  </a:ext>
                </a:extLst>
              </p:cNvPr>
              <p:cNvCxnSpPr>
                <a:cxnSpLocks/>
              </p:cNvCxnSpPr>
              <p:nvPr/>
            </p:nvCxnSpPr>
            <p:spPr>
              <a:xfrm>
                <a:off x="10918888" y="282851"/>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1" name="TextBox 7">
                <a:extLst>
                  <a:ext uri="{FF2B5EF4-FFF2-40B4-BE49-F238E27FC236}">
                    <a16:creationId xmlns:a16="http://schemas.microsoft.com/office/drawing/2014/main" id="{25F5313A-88CA-DCB0-AC8B-36BA0E5F252F}"/>
                  </a:ext>
                </a:extLst>
              </p:cNvPr>
              <p:cNvSpPr txBox="1"/>
              <p:nvPr/>
            </p:nvSpPr>
            <p:spPr>
              <a:xfrm>
                <a:off x="9626117" y="236420"/>
                <a:ext cx="1121401"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pitchFamily="34" charset="-122"/>
                    <a:ea typeface="微软雅黑" panose="020B0503020204020204" pitchFamily="34" charset="-122"/>
                  </a:rPr>
                  <a:t>实验验证</a:t>
                </a:r>
              </a:p>
            </p:txBody>
          </p:sp>
          <p:sp>
            <p:nvSpPr>
              <p:cNvPr id="22" name="TextBox 7">
                <a:extLst>
                  <a:ext uri="{FF2B5EF4-FFF2-40B4-BE49-F238E27FC236}">
                    <a16:creationId xmlns:a16="http://schemas.microsoft.com/office/drawing/2014/main" id="{3B60A950-16EA-F8F9-0C42-142A05F72651}"/>
                  </a:ext>
                </a:extLst>
              </p:cNvPr>
              <p:cNvSpPr txBox="1"/>
              <p:nvPr/>
            </p:nvSpPr>
            <p:spPr>
              <a:xfrm>
                <a:off x="10995166" y="236420"/>
                <a:ext cx="705374"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pitchFamily="34" charset="-122"/>
                    <a:ea typeface="微软雅黑" panose="020B0503020204020204" pitchFamily="34" charset="-122"/>
                  </a:rPr>
                  <a:t>看法</a:t>
                </a:r>
              </a:p>
            </p:txBody>
          </p:sp>
        </p:grpSp>
        <p:cxnSp>
          <p:nvCxnSpPr>
            <p:cNvPr id="23" name="直接连接符 22">
              <a:extLst>
                <a:ext uri="{FF2B5EF4-FFF2-40B4-BE49-F238E27FC236}">
                  <a16:creationId xmlns:a16="http://schemas.microsoft.com/office/drawing/2014/main" id="{3CE7C590-D95F-B985-6A9C-1B4DDD4146A3}"/>
                </a:ext>
              </a:extLst>
            </p:cNvPr>
            <p:cNvCxnSpPr>
              <a:cxnSpLocks/>
            </p:cNvCxnSpPr>
            <p:nvPr/>
          </p:nvCxnSpPr>
          <p:spPr>
            <a:xfrm>
              <a:off x="5132451" y="317550"/>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41" name="文本框 40">
            <a:extLst>
              <a:ext uri="{FF2B5EF4-FFF2-40B4-BE49-F238E27FC236}">
                <a16:creationId xmlns:a16="http://schemas.microsoft.com/office/drawing/2014/main" id="{380DB391-741A-FF22-550D-B5690FCD0916}"/>
              </a:ext>
            </a:extLst>
          </p:cNvPr>
          <p:cNvSpPr txBox="1"/>
          <p:nvPr/>
        </p:nvSpPr>
        <p:spPr>
          <a:xfrm>
            <a:off x="2931753" y="2601899"/>
            <a:ext cx="6330718" cy="1477328"/>
          </a:xfrm>
          <a:prstGeom prst="rect">
            <a:avLst/>
          </a:prstGeom>
          <a:noFill/>
        </p:spPr>
        <p:txBody>
          <a:bodyPr wrap="square">
            <a:spAutoFit/>
          </a:bodyPr>
          <a:lstStyle/>
          <a:p>
            <a:pPr algn="l" fontAlgn="base" latinLnBrk="0">
              <a:buNone/>
            </a:pPr>
            <a:r>
              <a:rPr lang="zh-CN" altLang="en-US" b="1" dirty="0">
                <a:solidFill>
                  <a:srgbClr val="000000"/>
                </a:solidFill>
                <a:effectLst/>
                <a:latin typeface="-apple-system"/>
              </a:rPr>
              <a:t>混合拉普拉斯损失</a:t>
            </a:r>
            <a:r>
              <a:rPr lang="zh-CN" altLang="en-US" b="0" dirty="0">
                <a:solidFill>
                  <a:srgbClr val="000000"/>
                </a:solidFill>
                <a:effectLst/>
                <a:latin typeface="-apple-system"/>
              </a:rPr>
              <a:t>​：</a:t>
            </a:r>
          </a:p>
          <a:p>
            <a:pPr algn="l" fontAlgn="base" latinLnBrk="0">
              <a:buNone/>
            </a:pPr>
            <a:r>
              <a:rPr lang="zh-CN" altLang="en-US" b="0" dirty="0">
                <a:solidFill>
                  <a:srgbClr val="000000"/>
                </a:solidFill>
                <a:effectLst/>
                <a:latin typeface="-apple-system"/>
              </a:rPr>
              <a:t>概率回归在关键点匹配中常用，但光流需评估每个像素，且需对齐</a:t>
            </a:r>
            <a:r>
              <a:rPr lang="en-US" altLang="zh-CN" b="0" dirty="0">
                <a:solidFill>
                  <a:srgbClr val="000000"/>
                </a:solidFill>
                <a:effectLst/>
                <a:latin typeface="-apple-system"/>
              </a:rPr>
              <a:t>L1</a:t>
            </a:r>
            <a:r>
              <a:rPr lang="zh-CN" altLang="en-US" b="0" dirty="0">
                <a:solidFill>
                  <a:srgbClr val="000000"/>
                </a:solidFill>
                <a:effectLst/>
                <a:latin typeface="-apple-system"/>
              </a:rPr>
              <a:t>指标。固定</a:t>
            </a:r>
            <a:r>
              <a:rPr lang="en-US" altLang="zh-CN" b="0" dirty="0">
                <a:solidFill>
                  <a:srgbClr val="000000"/>
                </a:solidFill>
                <a:effectLst/>
                <a:latin typeface="-apple-system"/>
              </a:rPr>
              <a:t>β₁=0</a:t>
            </a:r>
            <a:r>
              <a:rPr lang="zh-CN" altLang="en-US" b="0" dirty="0">
                <a:solidFill>
                  <a:srgbClr val="000000"/>
                </a:solidFill>
                <a:effectLst/>
                <a:latin typeface="-apple-system"/>
              </a:rPr>
              <a:t>使损失在普通案例退化为</a:t>
            </a:r>
            <a:r>
              <a:rPr lang="en-US" altLang="zh-CN" b="0" dirty="0">
                <a:solidFill>
                  <a:srgbClr val="000000"/>
                </a:solidFill>
                <a:effectLst/>
                <a:latin typeface="-apple-system"/>
              </a:rPr>
              <a:t>L1</a:t>
            </a:r>
            <a:r>
              <a:rPr lang="zh-CN" altLang="en-US" b="0" dirty="0">
                <a:solidFill>
                  <a:srgbClr val="000000"/>
                </a:solidFill>
                <a:effectLst/>
                <a:latin typeface="-apple-system"/>
              </a:rPr>
              <a:t>，模糊案例通过第二组分处理，平衡精度与不确定性。这与</a:t>
            </a:r>
            <a:r>
              <a:rPr lang="en-US" altLang="zh-CN" b="0" dirty="0">
                <a:solidFill>
                  <a:srgbClr val="000000"/>
                </a:solidFill>
                <a:effectLst/>
                <a:latin typeface="-apple-system"/>
              </a:rPr>
              <a:t>PDC-Net+</a:t>
            </a:r>
            <a:r>
              <a:rPr lang="zh-CN" altLang="en-US" b="0" dirty="0">
                <a:solidFill>
                  <a:srgbClr val="000000"/>
                </a:solidFill>
                <a:effectLst/>
                <a:latin typeface="-apple-system"/>
              </a:rPr>
              <a:t>等不同，后者无需对齐</a:t>
            </a:r>
            <a:r>
              <a:rPr lang="en-US" altLang="zh-CN" b="0" dirty="0">
                <a:solidFill>
                  <a:srgbClr val="000000"/>
                </a:solidFill>
                <a:effectLst/>
                <a:latin typeface="-apple-system"/>
              </a:rPr>
              <a:t>L1</a:t>
            </a:r>
            <a:r>
              <a:rPr lang="zh-CN" altLang="en-US" b="0" dirty="0">
                <a:solidFill>
                  <a:srgbClr val="000000"/>
                </a:solidFill>
                <a:effectLst/>
                <a:latin typeface="-apple-system"/>
              </a:rPr>
              <a:t>。</a:t>
            </a:r>
          </a:p>
        </p:txBody>
      </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0DD302-F83C-1056-D191-4A3EF82CF2B2}"/>
            </a:ext>
          </a:extLst>
        </p:cNvPr>
        <p:cNvGrpSpPr/>
        <p:nvPr/>
      </p:nvGrpSpPr>
      <p:grpSpPr>
        <a:xfrm>
          <a:off x="0" y="0"/>
          <a:ext cx="0" cy="0"/>
          <a:chOff x="0" y="0"/>
          <a:chExt cx="0" cy="0"/>
        </a:xfrm>
      </p:grpSpPr>
      <p:cxnSp>
        <p:nvCxnSpPr>
          <p:cNvPr id="102" name="直接连接符 101">
            <a:extLst>
              <a:ext uri="{FF2B5EF4-FFF2-40B4-BE49-F238E27FC236}">
                <a16:creationId xmlns:a16="http://schemas.microsoft.com/office/drawing/2014/main" id="{273CD3E8-0DD0-6954-450F-B153C948743C}"/>
              </a:ext>
            </a:extLst>
          </p:cNvPr>
          <p:cNvCxnSpPr/>
          <p:nvPr/>
        </p:nvCxnSpPr>
        <p:spPr>
          <a:xfrm>
            <a:off x="8301449" y="30045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3" name="直接连接符 102">
            <a:extLst>
              <a:ext uri="{FF2B5EF4-FFF2-40B4-BE49-F238E27FC236}">
                <a16:creationId xmlns:a16="http://schemas.microsoft.com/office/drawing/2014/main" id="{F1425F27-1DEB-8180-E0E1-BFED1246BB36}"/>
              </a:ext>
            </a:extLst>
          </p:cNvPr>
          <p:cNvCxnSpPr/>
          <p:nvPr/>
        </p:nvCxnSpPr>
        <p:spPr>
          <a:xfrm>
            <a:off x="8301449" y="25181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4" name="直接连接符 103">
            <a:extLst>
              <a:ext uri="{FF2B5EF4-FFF2-40B4-BE49-F238E27FC236}">
                <a16:creationId xmlns:a16="http://schemas.microsoft.com/office/drawing/2014/main" id="{24BBC12C-7C74-D424-6D3B-8425EFF21F6E}"/>
              </a:ext>
            </a:extLst>
          </p:cNvPr>
          <p:cNvCxnSpPr/>
          <p:nvPr/>
        </p:nvCxnSpPr>
        <p:spPr>
          <a:xfrm>
            <a:off x="6599649" y="25181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05" name="矩形 4">
            <a:extLst>
              <a:ext uri="{FF2B5EF4-FFF2-40B4-BE49-F238E27FC236}">
                <a16:creationId xmlns:a16="http://schemas.microsoft.com/office/drawing/2014/main" id="{F713A397-6053-8F23-535D-8093B1380D68}"/>
              </a:ext>
            </a:extLst>
          </p:cNvPr>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p>
        </p:txBody>
      </p:sp>
      <p:cxnSp>
        <p:nvCxnSpPr>
          <p:cNvPr id="106" name="直接连接符 105">
            <a:extLst>
              <a:ext uri="{FF2B5EF4-FFF2-40B4-BE49-F238E27FC236}">
                <a16:creationId xmlns:a16="http://schemas.microsoft.com/office/drawing/2014/main" id="{42F35614-CC0D-0F44-48AA-9F4BA83319BC}"/>
              </a:ext>
            </a:extLst>
          </p:cNvPr>
          <p:cNvCxnSpPr/>
          <p:nvPr/>
        </p:nvCxnSpPr>
        <p:spPr>
          <a:xfrm>
            <a:off x="4895713" y="285093"/>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7" name="直接连接符 106">
            <a:extLst>
              <a:ext uri="{FF2B5EF4-FFF2-40B4-BE49-F238E27FC236}">
                <a16:creationId xmlns:a16="http://schemas.microsoft.com/office/drawing/2014/main" id="{204A4DB7-13D0-D0DA-BD90-C90250B59FCB}"/>
              </a:ext>
            </a:extLst>
          </p:cNvPr>
          <p:cNvCxnSpPr/>
          <p:nvPr/>
        </p:nvCxnSpPr>
        <p:spPr>
          <a:xfrm>
            <a:off x="6599472"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08" name="TextBox 7">
            <a:extLst>
              <a:ext uri="{FF2B5EF4-FFF2-40B4-BE49-F238E27FC236}">
                <a16:creationId xmlns:a16="http://schemas.microsoft.com/office/drawing/2014/main" id="{7C014684-E1F5-B840-8CE6-CB56A55A2FB3}"/>
              </a:ext>
            </a:extLst>
          </p:cNvPr>
          <p:cNvSpPr txBox="1"/>
          <p:nvPr/>
        </p:nvSpPr>
        <p:spPr>
          <a:xfrm>
            <a:off x="5076749" y="215904"/>
            <a:ext cx="1344000" cy="343159"/>
          </a:xfrm>
          <a:prstGeom prst="rect">
            <a:avLst/>
          </a:prstGeom>
          <a:noFill/>
        </p:spPr>
        <p:txBody>
          <a:bodyPr wrap="square" lIns="0" tIns="48000" rIns="0" bIns="48000" rtlCol="0">
            <a:spAutoFit/>
          </a:bodyPr>
          <a:lstStyle/>
          <a:p>
            <a:pPr algn="ctr"/>
            <a:r>
              <a:rPr lang="en-US" altLang="zh-CN" sz="1600" b="1" dirty="0">
                <a:solidFill>
                  <a:schemeClr val="bg1">
                    <a:lumMod val="50000"/>
                  </a:schemeClr>
                </a:solidFill>
                <a:latin typeface="微软雅黑" panose="020B0503020204020204" pitchFamily="34" charset="-122"/>
                <a:ea typeface="微软雅黑" panose="020B0503020204020204" pitchFamily="34" charset="-122"/>
              </a:rPr>
              <a:t>LIBS</a:t>
            </a:r>
            <a:r>
              <a:rPr lang="zh-CN" altLang="en-US" sz="1600" b="1" dirty="0">
                <a:solidFill>
                  <a:schemeClr val="bg1">
                    <a:lumMod val="50000"/>
                  </a:schemeClr>
                </a:solidFill>
                <a:latin typeface="微软雅黑" panose="020B0503020204020204" pitchFamily="34" charset="-122"/>
                <a:ea typeface="微软雅黑" panose="020B0503020204020204" pitchFamily="34" charset="-122"/>
              </a:rPr>
              <a:t>应用领域</a:t>
            </a:r>
          </a:p>
        </p:txBody>
      </p:sp>
      <p:sp>
        <p:nvSpPr>
          <p:cNvPr id="109" name="TextBox 9">
            <a:extLst>
              <a:ext uri="{FF2B5EF4-FFF2-40B4-BE49-F238E27FC236}">
                <a16:creationId xmlns:a16="http://schemas.microsoft.com/office/drawing/2014/main" id="{6FD4A6E8-9E43-8A3C-D065-541CA3E54393}"/>
              </a:ext>
            </a:extLst>
          </p:cNvPr>
          <p:cNvSpPr txBox="1"/>
          <p:nvPr/>
        </p:nvSpPr>
        <p:spPr>
          <a:xfrm>
            <a:off x="3382541" y="215904"/>
            <a:ext cx="1344000" cy="340995"/>
          </a:xfrm>
          <a:prstGeom prst="rect">
            <a:avLst/>
          </a:prstGeom>
          <a:noFill/>
        </p:spPr>
        <p:txBody>
          <a:bodyPr wrap="square" lIns="0" tIns="48000" rIns="0" bIns="48000" rtlCol="0">
            <a:spAutoFit/>
          </a:bodyPr>
          <a:lstStyle/>
          <a:p>
            <a:pPr algn="ctr"/>
            <a:r>
              <a:rPr lang="en-US" altLang="zh-CN" sz="1600" b="1" dirty="0">
                <a:solidFill>
                  <a:schemeClr val="bg1">
                    <a:lumMod val="50000"/>
                  </a:schemeClr>
                </a:solidFill>
                <a:latin typeface="微软雅黑" panose="020B0503020204020204" pitchFamily="34" charset="-122"/>
                <a:ea typeface="微软雅黑" panose="020B0503020204020204" pitchFamily="34" charset="-122"/>
              </a:rPr>
              <a:t>LIBS</a:t>
            </a:r>
            <a:r>
              <a:rPr lang="zh-CN" altLang="en-US" sz="1600" b="1" dirty="0">
                <a:solidFill>
                  <a:schemeClr val="bg1">
                    <a:lumMod val="50000"/>
                  </a:schemeClr>
                </a:solidFill>
                <a:latin typeface="微软雅黑" panose="020B0503020204020204" pitchFamily="34" charset="-122"/>
                <a:ea typeface="微软雅黑" panose="020B0503020204020204" pitchFamily="34" charset="-122"/>
              </a:rPr>
              <a:t>概述</a:t>
            </a:r>
          </a:p>
        </p:txBody>
      </p:sp>
      <p:pic>
        <p:nvPicPr>
          <p:cNvPr id="112" name="图片 111">
            <a:extLst>
              <a:ext uri="{FF2B5EF4-FFF2-40B4-BE49-F238E27FC236}">
                <a16:creationId xmlns:a16="http://schemas.microsoft.com/office/drawing/2014/main" id="{43F83F30-B2AE-9C3D-FC6A-EBCA1C9937C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8557" y="100193"/>
            <a:ext cx="2184731" cy="630736"/>
          </a:xfrm>
          <a:prstGeom prst="rect">
            <a:avLst/>
          </a:prstGeom>
        </p:spPr>
      </p:pic>
      <p:sp>
        <p:nvSpPr>
          <p:cNvPr id="114" name="TextBox 6">
            <a:extLst>
              <a:ext uri="{FF2B5EF4-FFF2-40B4-BE49-F238E27FC236}">
                <a16:creationId xmlns:a16="http://schemas.microsoft.com/office/drawing/2014/main" id="{397D2B2F-2D7E-7CE5-9485-8CECF407EFFD}"/>
              </a:ext>
            </a:extLst>
          </p:cNvPr>
          <p:cNvSpPr txBox="1"/>
          <p:nvPr/>
        </p:nvSpPr>
        <p:spPr>
          <a:xfrm>
            <a:off x="6988735" y="215904"/>
            <a:ext cx="1448188" cy="340995"/>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pitchFamily="34" charset="-122"/>
                <a:ea typeface="微软雅黑" panose="020B0503020204020204" pitchFamily="34" charset="-122"/>
              </a:rPr>
              <a:t>仪器化</a:t>
            </a:r>
            <a:r>
              <a:rPr lang="en-US" altLang="zh-CN" sz="1600" b="1" dirty="0">
                <a:solidFill>
                  <a:schemeClr val="bg1"/>
                </a:solidFill>
                <a:latin typeface="微软雅黑" panose="020B0503020204020204" pitchFamily="34" charset="-122"/>
                <a:ea typeface="微软雅黑" panose="020B0503020204020204" pitchFamily="34" charset="-122"/>
              </a:rPr>
              <a:t>LIBS</a:t>
            </a:r>
            <a:endParaRPr lang="zh-CN" altLang="en-US" sz="1600" b="1" dirty="0">
              <a:solidFill>
                <a:schemeClr val="bg1"/>
              </a:solidFill>
              <a:latin typeface="微软雅黑" panose="020B0503020204020204" pitchFamily="34" charset="-122"/>
              <a:ea typeface="微软雅黑" panose="020B0503020204020204" pitchFamily="34" charset="-122"/>
            </a:endParaRPr>
          </a:p>
        </p:txBody>
      </p:sp>
      <p:cxnSp>
        <p:nvCxnSpPr>
          <p:cNvPr id="115" name="直接连接符 114">
            <a:extLst>
              <a:ext uri="{FF2B5EF4-FFF2-40B4-BE49-F238E27FC236}">
                <a16:creationId xmlns:a16="http://schemas.microsoft.com/office/drawing/2014/main" id="{DD8BF076-F0FE-9484-0912-BFD4EF1D2E8D}"/>
              </a:ext>
            </a:extLst>
          </p:cNvPr>
          <p:cNvCxnSpPr/>
          <p:nvPr/>
        </p:nvCxnSpPr>
        <p:spPr>
          <a:xfrm>
            <a:off x="6599649" y="275365"/>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 name="矩形 21">
            <a:extLst>
              <a:ext uri="{FF2B5EF4-FFF2-40B4-BE49-F238E27FC236}">
                <a16:creationId xmlns:a16="http://schemas.microsoft.com/office/drawing/2014/main" id="{D187916D-EF66-C39F-57BD-D4CEDFBA2278}"/>
              </a:ext>
            </a:extLst>
          </p:cNvPr>
          <p:cNvSpPr/>
          <p:nvPr/>
        </p:nvSpPr>
        <p:spPr>
          <a:xfrm>
            <a:off x="3036168" y="1335502"/>
            <a:ext cx="7641992" cy="520684"/>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94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4" name="矩形 3">
            <a:extLst>
              <a:ext uri="{FF2B5EF4-FFF2-40B4-BE49-F238E27FC236}">
                <a16:creationId xmlns:a16="http://schemas.microsoft.com/office/drawing/2014/main" id="{AAAF59C9-20B7-FD01-8C4C-22F90833AF71}"/>
              </a:ext>
            </a:extLst>
          </p:cNvPr>
          <p:cNvSpPr/>
          <p:nvPr/>
        </p:nvSpPr>
        <p:spPr>
          <a:xfrm>
            <a:off x="666750" y="1335486"/>
            <a:ext cx="4410075" cy="520700"/>
          </a:xfrm>
          <a:prstGeom prst="rect">
            <a:avLst/>
          </a:prstGeom>
          <a:solidFill>
            <a:srgbClr val="A630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94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5" name="TextBox 64">
            <a:extLst>
              <a:ext uri="{FF2B5EF4-FFF2-40B4-BE49-F238E27FC236}">
                <a16:creationId xmlns:a16="http://schemas.microsoft.com/office/drawing/2014/main" id="{BF5DBB1E-8E03-FC65-9C41-474BFB021F49}"/>
              </a:ext>
            </a:extLst>
          </p:cNvPr>
          <p:cNvSpPr txBox="1"/>
          <p:nvPr/>
        </p:nvSpPr>
        <p:spPr>
          <a:xfrm>
            <a:off x="718820" y="1419860"/>
            <a:ext cx="2932430" cy="369332"/>
          </a:xfrm>
          <a:prstGeom prst="rect">
            <a:avLst/>
          </a:prstGeom>
          <a:noFill/>
        </p:spPr>
        <p:txBody>
          <a:bodyPr wrap="square" rtlCol="0">
            <a:spAutoFit/>
          </a:bodyPr>
          <a:lstStyle/>
          <a:p>
            <a:pPr algn="ctr"/>
            <a:r>
              <a:rPr lang="en-US" altLang="zh-CN" b="1" u="sng" dirty="0">
                <a:solidFill>
                  <a:schemeClr val="bg1"/>
                </a:solidFill>
                <a:latin typeface="+mj-ea"/>
                <a:ea typeface="+mj-ea"/>
                <a:cs typeface="+mn-ea"/>
                <a:sym typeface="Arial" panose="020B0604020202020204" pitchFamily="34" charset="0"/>
              </a:rPr>
              <a:t>LIBS</a:t>
            </a:r>
            <a:r>
              <a:rPr lang="zh-CN" altLang="en-US" b="1" u="sng" dirty="0">
                <a:solidFill>
                  <a:schemeClr val="bg1"/>
                </a:solidFill>
                <a:latin typeface="+mj-ea"/>
                <a:ea typeface="+mj-ea"/>
                <a:cs typeface="+mn-ea"/>
                <a:sym typeface="Arial" panose="020B0604020202020204" pitchFamily="34" charset="0"/>
              </a:rPr>
              <a:t>仪器的影响因素</a:t>
            </a:r>
          </a:p>
        </p:txBody>
      </p:sp>
      <p:cxnSp>
        <p:nvCxnSpPr>
          <p:cNvPr id="6" name="直接连接符 5">
            <a:extLst>
              <a:ext uri="{FF2B5EF4-FFF2-40B4-BE49-F238E27FC236}">
                <a16:creationId xmlns:a16="http://schemas.microsoft.com/office/drawing/2014/main" id="{088226D5-A4FD-B500-EA24-BCEA2E4DE932}"/>
              </a:ext>
            </a:extLst>
          </p:cNvPr>
          <p:cNvCxnSpPr/>
          <p:nvPr/>
        </p:nvCxnSpPr>
        <p:spPr>
          <a:xfrm flipV="1">
            <a:off x="598472" y="1195628"/>
            <a:ext cx="3043167" cy="1515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3CFA16BE-FBA4-4AA3-4F6C-F213A7223E85}"/>
              </a:ext>
            </a:extLst>
          </p:cNvPr>
          <p:cNvSpPr txBox="1"/>
          <p:nvPr/>
        </p:nvSpPr>
        <p:spPr>
          <a:xfrm>
            <a:off x="827309" y="800617"/>
            <a:ext cx="3189937" cy="402590"/>
          </a:xfrm>
          <a:prstGeom prst="rect">
            <a:avLst/>
          </a:prstGeom>
          <a:noFill/>
        </p:spPr>
        <p:txBody>
          <a:bodyPr wrap="square" lIns="0" tIns="48000" rIns="0" bIns="48000" rtlCol="0">
            <a:spAutoFit/>
          </a:bodyPr>
          <a:lstStyle/>
          <a:p>
            <a:r>
              <a:rPr lang="zh-CN" altLang="en-US" sz="2000" b="1" dirty="0">
                <a:solidFill>
                  <a:schemeClr val="tx1">
                    <a:lumMod val="65000"/>
                    <a:lumOff val="35000"/>
                  </a:schemeClr>
                </a:solidFill>
                <a:latin typeface="微软雅黑" panose="020B0503020204020204" pitchFamily="34" charset="-122"/>
                <a:ea typeface="微软雅黑" panose="020B0503020204020204" pitchFamily="34" charset="-122"/>
              </a:rPr>
              <a:t>三、选择理由</a:t>
            </a:r>
          </a:p>
        </p:txBody>
      </p:sp>
      <p:grpSp>
        <p:nvGrpSpPr>
          <p:cNvPr id="11" name="组合 10">
            <a:extLst>
              <a:ext uri="{FF2B5EF4-FFF2-40B4-BE49-F238E27FC236}">
                <a16:creationId xmlns:a16="http://schemas.microsoft.com/office/drawing/2014/main" id="{B1ED5B42-490E-632A-4281-12CE3764B4EF}"/>
              </a:ext>
            </a:extLst>
          </p:cNvPr>
          <p:cNvGrpSpPr/>
          <p:nvPr/>
        </p:nvGrpSpPr>
        <p:grpSpPr>
          <a:xfrm>
            <a:off x="0" y="4"/>
            <a:ext cx="12192000" cy="794873"/>
            <a:chOff x="0" y="4"/>
            <a:chExt cx="12192000" cy="794873"/>
          </a:xfrm>
        </p:grpSpPr>
        <p:grpSp>
          <p:nvGrpSpPr>
            <p:cNvPr id="14" name="组合 13">
              <a:extLst>
                <a:ext uri="{FF2B5EF4-FFF2-40B4-BE49-F238E27FC236}">
                  <a16:creationId xmlns:a16="http://schemas.microsoft.com/office/drawing/2014/main" id="{B719B756-9F94-FBC2-73CA-E801F7AD6AEE}"/>
                </a:ext>
              </a:extLst>
            </p:cNvPr>
            <p:cNvGrpSpPr/>
            <p:nvPr/>
          </p:nvGrpSpPr>
          <p:grpSpPr>
            <a:xfrm>
              <a:off x="0" y="4"/>
              <a:ext cx="12192000" cy="794873"/>
              <a:chOff x="0" y="-34695"/>
              <a:chExt cx="12192000" cy="794873"/>
            </a:xfrm>
          </p:grpSpPr>
          <p:sp>
            <p:nvSpPr>
              <p:cNvPr id="16" name="矩形 4">
                <a:extLst>
                  <a:ext uri="{FF2B5EF4-FFF2-40B4-BE49-F238E27FC236}">
                    <a16:creationId xmlns:a16="http://schemas.microsoft.com/office/drawing/2014/main" id="{F111A4B1-D866-4FE7-8A6A-7251CC093487}"/>
                  </a:ext>
                </a:extLst>
              </p:cNvPr>
              <p:cNvSpPr/>
              <p:nvPr/>
            </p:nvSpPr>
            <p:spPr>
              <a:xfrm>
                <a:off x="0" y="-31822"/>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dirty="0"/>
              </a:p>
            </p:txBody>
          </p:sp>
          <p:cxnSp>
            <p:nvCxnSpPr>
              <p:cNvPr id="17" name="直接连接符 16">
                <a:extLst>
                  <a:ext uri="{FF2B5EF4-FFF2-40B4-BE49-F238E27FC236}">
                    <a16:creationId xmlns:a16="http://schemas.microsoft.com/office/drawing/2014/main" id="{1F65F2B4-A911-6030-5E41-FF96582C5B3E}"/>
                  </a:ext>
                </a:extLst>
              </p:cNvPr>
              <p:cNvCxnSpPr>
                <a:cxnSpLocks/>
              </p:cNvCxnSpPr>
              <p:nvPr/>
            </p:nvCxnSpPr>
            <p:spPr>
              <a:xfrm>
                <a:off x="9464907" y="282851"/>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8" name="矩形 17">
                <a:extLst>
                  <a:ext uri="{FF2B5EF4-FFF2-40B4-BE49-F238E27FC236}">
                    <a16:creationId xmlns:a16="http://schemas.microsoft.com/office/drawing/2014/main" id="{C5AACB19-EF60-8BE0-3BA8-191918C64105}"/>
                  </a:ext>
                </a:extLst>
              </p:cNvPr>
              <p:cNvSpPr/>
              <p:nvPr/>
            </p:nvSpPr>
            <p:spPr>
              <a:xfrm>
                <a:off x="7179858" y="-34695"/>
                <a:ext cx="2285049" cy="79200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endParaRPr>
              </a:p>
            </p:txBody>
          </p:sp>
          <p:sp>
            <p:nvSpPr>
              <p:cNvPr id="19" name="TextBox 6">
                <a:extLst>
                  <a:ext uri="{FF2B5EF4-FFF2-40B4-BE49-F238E27FC236}">
                    <a16:creationId xmlns:a16="http://schemas.microsoft.com/office/drawing/2014/main" id="{18BCD934-7B4E-F350-4DE3-173EED51930A}"/>
                  </a:ext>
                </a:extLst>
              </p:cNvPr>
              <p:cNvSpPr txBox="1"/>
              <p:nvPr/>
            </p:nvSpPr>
            <p:spPr>
              <a:xfrm>
                <a:off x="3263055" y="236420"/>
                <a:ext cx="1665999" cy="343159"/>
              </a:xfrm>
              <a:prstGeom prst="rect">
                <a:avLst/>
              </a:prstGeom>
              <a:noFill/>
            </p:spPr>
            <p:txBody>
              <a:bodyPr wrap="square" lIns="0" tIns="48000" rIns="0" bIns="48000" rtlCol="0">
                <a:spAutoFit/>
              </a:bodyPr>
              <a:lstStyle/>
              <a:p>
                <a:pPr algn="ctr"/>
                <a:r>
                  <a:rPr lang="en-US" altLang="zh-CN" sz="1600" b="1" dirty="0">
                    <a:solidFill>
                      <a:schemeClr val="bg1">
                        <a:lumMod val="50000"/>
                      </a:schemeClr>
                    </a:solidFill>
                    <a:latin typeface="微软雅黑" panose="020B0503020204020204" pitchFamily="34" charset="-122"/>
                    <a:ea typeface="微软雅黑" panose="020B0503020204020204" pitchFamily="34" charset="-122"/>
                  </a:rPr>
                  <a:t>SEA-RAFT</a:t>
                </a:r>
                <a:r>
                  <a:rPr lang="zh-CN" altLang="en-US" sz="1600" b="1" dirty="0">
                    <a:solidFill>
                      <a:schemeClr val="bg1">
                        <a:lumMod val="50000"/>
                      </a:schemeClr>
                    </a:solidFill>
                    <a:latin typeface="微软雅黑" panose="020B0503020204020204" pitchFamily="34" charset="-122"/>
                    <a:ea typeface="微软雅黑" panose="020B0503020204020204" pitchFamily="34" charset="-122"/>
                  </a:rPr>
                  <a:t>的目的</a:t>
                </a:r>
              </a:p>
            </p:txBody>
          </p:sp>
          <p:sp>
            <p:nvSpPr>
              <p:cNvPr id="20" name="TextBox 7">
                <a:extLst>
                  <a:ext uri="{FF2B5EF4-FFF2-40B4-BE49-F238E27FC236}">
                    <a16:creationId xmlns:a16="http://schemas.microsoft.com/office/drawing/2014/main" id="{93C18DAD-E381-A160-F9CB-6D6C9338084F}"/>
                  </a:ext>
                </a:extLst>
              </p:cNvPr>
              <p:cNvSpPr txBox="1"/>
              <p:nvPr/>
            </p:nvSpPr>
            <p:spPr>
              <a:xfrm>
                <a:off x="5270217" y="236420"/>
                <a:ext cx="1502091"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pitchFamily="34" charset="-122"/>
                    <a:ea typeface="微软雅黑" panose="020B0503020204020204" pitchFamily="34" charset="-122"/>
                  </a:rPr>
                  <a:t>采取的解决方案</a:t>
                </a:r>
              </a:p>
            </p:txBody>
          </p:sp>
          <p:sp>
            <p:nvSpPr>
              <p:cNvPr id="21" name="TextBox 10">
                <a:extLst>
                  <a:ext uri="{FF2B5EF4-FFF2-40B4-BE49-F238E27FC236}">
                    <a16:creationId xmlns:a16="http://schemas.microsoft.com/office/drawing/2014/main" id="{DA05D8C6-1857-1204-EF2D-04FB0055D13F}"/>
                  </a:ext>
                </a:extLst>
              </p:cNvPr>
              <p:cNvSpPr txBox="1"/>
              <p:nvPr/>
            </p:nvSpPr>
            <p:spPr>
              <a:xfrm>
                <a:off x="7373388" y="236420"/>
                <a:ext cx="1893714"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pitchFamily="34" charset="-122"/>
                    <a:ea typeface="微软雅黑" panose="020B0503020204020204" pitchFamily="34" charset="-122"/>
                  </a:rPr>
                  <a:t>选择这种方法的缘由</a:t>
                </a:r>
              </a:p>
            </p:txBody>
          </p:sp>
          <p:cxnSp>
            <p:nvCxnSpPr>
              <p:cNvPr id="22" name="直接连接符 21">
                <a:extLst>
                  <a:ext uri="{FF2B5EF4-FFF2-40B4-BE49-F238E27FC236}">
                    <a16:creationId xmlns:a16="http://schemas.microsoft.com/office/drawing/2014/main" id="{BBF57123-06E4-DD37-92A0-D2282DF7BC01}"/>
                  </a:ext>
                </a:extLst>
              </p:cNvPr>
              <p:cNvCxnSpPr>
                <a:cxnSpLocks/>
              </p:cNvCxnSpPr>
              <p:nvPr/>
            </p:nvCxnSpPr>
            <p:spPr>
              <a:xfrm>
                <a:off x="7171149" y="282851"/>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23" name="图片 22">
                <a:extLst>
                  <a:ext uri="{FF2B5EF4-FFF2-40B4-BE49-F238E27FC236}">
                    <a16:creationId xmlns:a16="http://schemas.microsoft.com/office/drawing/2014/main" id="{1E9046A4-746B-6691-3025-B357D7FBEBC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8557" y="100193"/>
                <a:ext cx="2184731" cy="630736"/>
              </a:xfrm>
              <a:prstGeom prst="rect">
                <a:avLst/>
              </a:prstGeom>
            </p:spPr>
          </p:pic>
          <p:cxnSp>
            <p:nvCxnSpPr>
              <p:cNvPr id="24" name="直接连接符 23">
                <a:extLst>
                  <a:ext uri="{FF2B5EF4-FFF2-40B4-BE49-F238E27FC236}">
                    <a16:creationId xmlns:a16="http://schemas.microsoft.com/office/drawing/2014/main" id="{952A6800-9913-A2D5-1E57-3C74CCFD0D65}"/>
                  </a:ext>
                </a:extLst>
              </p:cNvPr>
              <p:cNvCxnSpPr>
                <a:cxnSpLocks/>
              </p:cNvCxnSpPr>
              <p:nvPr/>
            </p:nvCxnSpPr>
            <p:spPr>
              <a:xfrm>
                <a:off x="11761897" y="282851"/>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5" name="直接连接符 24">
                <a:extLst>
                  <a:ext uri="{FF2B5EF4-FFF2-40B4-BE49-F238E27FC236}">
                    <a16:creationId xmlns:a16="http://schemas.microsoft.com/office/drawing/2014/main" id="{1AB9FDAD-925A-40A3-153C-F224A25EEA68}"/>
                  </a:ext>
                </a:extLst>
              </p:cNvPr>
              <p:cNvCxnSpPr>
                <a:cxnSpLocks/>
              </p:cNvCxnSpPr>
              <p:nvPr/>
            </p:nvCxnSpPr>
            <p:spPr>
              <a:xfrm>
                <a:off x="10918888" y="282851"/>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6" name="TextBox 7">
                <a:extLst>
                  <a:ext uri="{FF2B5EF4-FFF2-40B4-BE49-F238E27FC236}">
                    <a16:creationId xmlns:a16="http://schemas.microsoft.com/office/drawing/2014/main" id="{532C44B4-B4EE-47F6-BA84-8D96E92A3887}"/>
                  </a:ext>
                </a:extLst>
              </p:cNvPr>
              <p:cNvSpPr txBox="1"/>
              <p:nvPr/>
            </p:nvSpPr>
            <p:spPr>
              <a:xfrm>
                <a:off x="9626117" y="236420"/>
                <a:ext cx="1121401"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pitchFamily="34" charset="-122"/>
                    <a:ea typeface="微软雅黑" panose="020B0503020204020204" pitchFamily="34" charset="-122"/>
                  </a:rPr>
                  <a:t>实验验证</a:t>
                </a:r>
              </a:p>
            </p:txBody>
          </p:sp>
          <p:sp>
            <p:nvSpPr>
              <p:cNvPr id="27" name="TextBox 7">
                <a:extLst>
                  <a:ext uri="{FF2B5EF4-FFF2-40B4-BE49-F238E27FC236}">
                    <a16:creationId xmlns:a16="http://schemas.microsoft.com/office/drawing/2014/main" id="{F19612D4-B098-D31A-8483-AB194BA18C53}"/>
                  </a:ext>
                </a:extLst>
              </p:cNvPr>
              <p:cNvSpPr txBox="1"/>
              <p:nvPr/>
            </p:nvSpPr>
            <p:spPr>
              <a:xfrm>
                <a:off x="10995166" y="236420"/>
                <a:ext cx="705374"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pitchFamily="34" charset="-122"/>
                    <a:ea typeface="微软雅黑" panose="020B0503020204020204" pitchFamily="34" charset="-122"/>
                  </a:rPr>
                  <a:t>看法</a:t>
                </a:r>
              </a:p>
            </p:txBody>
          </p:sp>
        </p:grpSp>
        <p:cxnSp>
          <p:nvCxnSpPr>
            <p:cNvPr id="15" name="直接连接符 14">
              <a:extLst>
                <a:ext uri="{FF2B5EF4-FFF2-40B4-BE49-F238E27FC236}">
                  <a16:creationId xmlns:a16="http://schemas.microsoft.com/office/drawing/2014/main" id="{04A74053-8845-28EA-C70A-8EEA3A4A4F83}"/>
                </a:ext>
              </a:extLst>
            </p:cNvPr>
            <p:cNvCxnSpPr>
              <a:cxnSpLocks/>
            </p:cNvCxnSpPr>
            <p:nvPr/>
          </p:nvCxnSpPr>
          <p:spPr>
            <a:xfrm>
              <a:off x="5132451" y="317550"/>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29" name="文本框 28">
            <a:extLst>
              <a:ext uri="{FF2B5EF4-FFF2-40B4-BE49-F238E27FC236}">
                <a16:creationId xmlns:a16="http://schemas.microsoft.com/office/drawing/2014/main" id="{025B4C93-3293-ED83-D2E9-04A19128A901}"/>
              </a:ext>
            </a:extLst>
          </p:cNvPr>
          <p:cNvSpPr txBox="1"/>
          <p:nvPr/>
        </p:nvSpPr>
        <p:spPr>
          <a:xfrm>
            <a:off x="2931753" y="2740399"/>
            <a:ext cx="6330718" cy="1200329"/>
          </a:xfrm>
          <a:prstGeom prst="rect">
            <a:avLst/>
          </a:prstGeom>
          <a:noFill/>
        </p:spPr>
        <p:txBody>
          <a:bodyPr wrap="square">
            <a:spAutoFit/>
          </a:bodyPr>
          <a:lstStyle/>
          <a:p>
            <a:pPr algn="l" fontAlgn="base" latinLnBrk="0">
              <a:buNone/>
            </a:pPr>
            <a:r>
              <a:rPr lang="zh-CN" altLang="en-US" b="0" dirty="0">
                <a:solidFill>
                  <a:srgbClr val="000000"/>
                </a:solidFill>
                <a:effectLst/>
                <a:latin typeface="-apple-system"/>
              </a:rPr>
              <a:t>​</a:t>
            </a:r>
            <a:r>
              <a:rPr lang="zh-CN" altLang="en-US" b="1" dirty="0">
                <a:solidFill>
                  <a:srgbClr val="000000"/>
                </a:solidFill>
                <a:effectLst/>
                <a:latin typeface="-apple-system"/>
              </a:rPr>
              <a:t>直接回归初始流</a:t>
            </a:r>
            <a:r>
              <a:rPr lang="zh-CN" altLang="en-US" b="0" dirty="0">
                <a:solidFill>
                  <a:srgbClr val="000000"/>
                </a:solidFill>
                <a:effectLst/>
                <a:latin typeface="-apple-system"/>
              </a:rPr>
              <a:t>​：</a:t>
            </a:r>
          </a:p>
          <a:p>
            <a:pPr algn="l" fontAlgn="base" latinLnBrk="0">
              <a:buNone/>
            </a:pPr>
            <a:r>
              <a:rPr lang="zh-CN" altLang="en-US" b="0" dirty="0">
                <a:solidFill>
                  <a:srgbClr val="000000"/>
                </a:solidFill>
                <a:effectLst/>
                <a:latin typeface="-apple-system"/>
              </a:rPr>
              <a:t>受</a:t>
            </a:r>
            <a:r>
              <a:rPr lang="en-US" altLang="zh-CN" b="0" dirty="0" err="1">
                <a:solidFill>
                  <a:srgbClr val="000000"/>
                </a:solidFill>
                <a:effectLst/>
                <a:latin typeface="-apple-system"/>
              </a:rPr>
              <a:t>FlowNet</a:t>
            </a:r>
            <a:r>
              <a:rPr lang="zh-CN" altLang="en-US" b="0" dirty="0">
                <a:solidFill>
                  <a:srgbClr val="000000"/>
                </a:solidFill>
                <a:effectLst/>
                <a:latin typeface="-apple-system"/>
              </a:rPr>
              <a:t>启发，但集成到</a:t>
            </a:r>
            <a:r>
              <a:rPr lang="en-US" altLang="zh-CN" b="0" dirty="0">
                <a:solidFill>
                  <a:srgbClr val="000000"/>
                </a:solidFill>
                <a:effectLst/>
                <a:latin typeface="-apple-system"/>
              </a:rPr>
              <a:t>RAFT</a:t>
            </a:r>
            <a:r>
              <a:rPr lang="zh-CN" altLang="en-US" b="0" dirty="0">
                <a:solidFill>
                  <a:srgbClr val="000000"/>
                </a:solidFill>
                <a:effectLst/>
                <a:latin typeface="-apple-system"/>
              </a:rPr>
              <a:t>框架中。零初始化偏离真实值远，直接回归提供更优起点，减少迭代次数（</a:t>
            </a:r>
            <a:r>
              <a:rPr lang="en-US" altLang="zh-CN" b="0" dirty="0">
                <a:solidFill>
                  <a:srgbClr val="000000"/>
                </a:solidFill>
                <a:effectLst/>
                <a:latin typeface="-apple-system"/>
              </a:rPr>
              <a:t>Fig.7</a:t>
            </a:r>
            <a:r>
              <a:rPr lang="zh-CN" altLang="en-US" b="0" dirty="0">
                <a:solidFill>
                  <a:srgbClr val="000000"/>
                </a:solidFill>
                <a:effectLst/>
                <a:latin typeface="-apple-system"/>
              </a:rPr>
              <a:t>显示迭代与延迟线性相关），且开销小。</a:t>
            </a:r>
          </a:p>
        </p:txBody>
      </p:sp>
    </p:spTree>
    <p:extLst>
      <p:ext uri="{BB962C8B-B14F-4D97-AF65-F5344CB8AC3E}">
        <p14:creationId xmlns:p14="http://schemas.microsoft.com/office/powerpoint/2010/main" val="3255219656"/>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164617-B2D4-31B8-E25E-3832A3C3D677}"/>
            </a:ext>
          </a:extLst>
        </p:cNvPr>
        <p:cNvGrpSpPr/>
        <p:nvPr/>
      </p:nvGrpSpPr>
      <p:grpSpPr>
        <a:xfrm>
          <a:off x="0" y="0"/>
          <a:ext cx="0" cy="0"/>
          <a:chOff x="0" y="0"/>
          <a:chExt cx="0" cy="0"/>
        </a:xfrm>
      </p:grpSpPr>
      <p:cxnSp>
        <p:nvCxnSpPr>
          <p:cNvPr id="102" name="直接连接符 101">
            <a:extLst>
              <a:ext uri="{FF2B5EF4-FFF2-40B4-BE49-F238E27FC236}">
                <a16:creationId xmlns:a16="http://schemas.microsoft.com/office/drawing/2014/main" id="{93DDE08A-5C2A-2C65-F7C5-56DEB56A4D08}"/>
              </a:ext>
            </a:extLst>
          </p:cNvPr>
          <p:cNvCxnSpPr/>
          <p:nvPr/>
        </p:nvCxnSpPr>
        <p:spPr>
          <a:xfrm>
            <a:off x="8301449" y="30045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3" name="直接连接符 102">
            <a:extLst>
              <a:ext uri="{FF2B5EF4-FFF2-40B4-BE49-F238E27FC236}">
                <a16:creationId xmlns:a16="http://schemas.microsoft.com/office/drawing/2014/main" id="{404E971B-5AC5-E3A2-DCEC-1EA1F772DEFD}"/>
              </a:ext>
            </a:extLst>
          </p:cNvPr>
          <p:cNvCxnSpPr/>
          <p:nvPr/>
        </p:nvCxnSpPr>
        <p:spPr>
          <a:xfrm>
            <a:off x="8301449" y="25181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4" name="直接连接符 103">
            <a:extLst>
              <a:ext uri="{FF2B5EF4-FFF2-40B4-BE49-F238E27FC236}">
                <a16:creationId xmlns:a16="http://schemas.microsoft.com/office/drawing/2014/main" id="{184E6E6F-EDF0-7EDD-3DEA-006D8154A9C0}"/>
              </a:ext>
            </a:extLst>
          </p:cNvPr>
          <p:cNvCxnSpPr/>
          <p:nvPr/>
        </p:nvCxnSpPr>
        <p:spPr>
          <a:xfrm>
            <a:off x="6599649" y="25181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05" name="矩形 4">
            <a:extLst>
              <a:ext uri="{FF2B5EF4-FFF2-40B4-BE49-F238E27FC236}">
                <a16:creationId xmlns:a16="http://schemas.microsoft.com/office/drawing/2014/main" id="{0CD17F63-39B7-FD4A-AD0A-9083A6B0D609}"/>
              </a:ext>
            </a:extLst>
          </p:cNvPr>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p>
        </p:txBody>
      </p:sp>
      <p:cxnSp>
        <p:nvCxnSpPr>
          <p:cNvPr id="106" name="直接连接符 105">
            <a:extLst>
              <a:ext uri="{FF2B5EF4-FFF2-40B4-BE49-F238E27FC236}">
                <a16:creationId xmlns:a16="http://schemas.microsoft.com/office/drawing/2014/main" id="{BE73FD08-3C96-D5AA-B559-7AFAEF5F1B29}"/>
              </a:ext>
            </a:extLst>
          </p:cNvPr>
          <p:cNvCxnSpPr/>
          <p:nvPr/>
        </p:nvCxnSpPr>
        <p:spPr>
          <a:xfrm>
            <a:off x="4895713" y="285093"/>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7" name="直接连接符 106">
            <a:extLst>
              <a:ext uri="{FF2B5EF4-FFF2-40B4-BE49-F238E27FC236}">
                <a16:creationId xmlns:a16="http://schemas.microsoft.com/office/drawing/2014/main" id="{FDCA9E5D-0FE0-732A-F8BF-ACB7103C9224}"/>
              </a:ext>
            </a:extLst>
          </p:cNvPr>
          <p:cNvCxnSpPr/>
          <p:nvPr/>
        </p:nvCxnSpPr>
        <p:spPr>
          <a:xfrm>
            <a:off x="6599472"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08" name="TextBox 7">
            <a:extLst>
              <a:ext uri="{FF2B5EF4-FFF2-40B4-BE49-F238E27FC236}">
                <a16:creationId xmlns:a16="http://schemas.microsoft.com/office/drawing/2014/main" id="{75741AF3-FA76-F46E-3304-7AC93EF07279}"/>
              </a:ext>
            </a:extLst>
          </p:cNvPr>
          <p:cNvSpPr txBox="1"/>
          <p:nvPr/>
        </p:nvSpPr>
        <p:spPr>
          <a:xfrm>
            <a:off x="5076749" y="215904"/>
            <a:ext cx="1344000" cy="343159"/>
          </a:xfrm>
          <a:prstGeom prst="rect">
            <a:avLst/>
          </a:prstGeom>
          <a:noFill/>
        </p:spPr>
        <p:txBody>
          <a:bodyPr wrap="square" lIns="0" tIns="48000" rIns="0" bIns="48000" rtlCol="0">
            <a:spAutoFit/>
          </a:bodyPr>
          <a:lstStyle/>
          <a:p>
            <a:pPr algn="ctr"/>
            <a:r>
              <a:rPr lang="en-US" altLang="zh-CN" sz="1600" b="1" dirty="0">
                <a:solidFill>
                  <a:schemeClr val="bg1">
                    <a:lumMod val="50000"/>
                  </a:schemeClr>
                </a:solidFill>
                <a:latin typeface="微软雅黑" panose="020B0503020204020204" pitchFamily="34" charset="-122"/>
                <a:ea typeface="微软雅黑" panose="020B0503020204020204" pitchFamily="34" charset="-122"/>
              </a:rPr>
              <a:t>LIBS</a:t>
            </a:r>
            <a:r>
              <a:rPr lang="zh-CN" altLang="en-US" sz="1600" b="1" dirty="0">
                <a:solidFill>
                  <a:schemeClr val="bg1">
                    <a:lumMod val="50000"/>
                  </a:schemeClr>
                </a:solidFill>
                <a:latin typeface="微软雅黑" panose="020B0503020204020204" pitchFamily="34" charset="-122"/>
                <a:ea typeface="微软雅黑" panose="020B0503020204020204" pitchFamily="34" charset="-122"/>
              </a:rPr>
              <a:t>应用领域</a:t>
            </a:r>
          </a:p>
        </p:txBody>
      </p:sp>
      <p:sp>
        <p:nvSpPr>
          <p:cNvPr id="109" name="TextBox 9">
            <a:extLst>
              <a:ext uri="{FF2B5EF4-FFF2-40B4-BE49-F238E27FC236}">
                <a16:creationId xmlns:a16="http://schemas.microsoft.com/office/drawing/2014/main" id="{299B245E-F291-7259-6A3F-C216AEB5CA51}"/>
              </a:ext>
            </a:extLst>
          </p:cNvPr>
          <p:cNvSpPr txBox="1"/>
          <p:nvPr/>
        </p:nvSpPr>
        <p:spPr>
          <a:xfrm>
            <a:off x="3382541" y="215904"/>
            <a:ext cx="1344000" cy="340995"/>
          </a:xfrm>
          <a:prstGeom prst="rect">
            <a:avLst/>
          </a:prstGeom>
          <a:noFill/>
        </p:spPr>
        <p:txBody>
          <a:bodyPr wrap="square" lIns="0" tIns="48000" rIns="0" bIns="48000" rtlCol="0">
            <a:spAutoFit/>
          </a:bodyPr>
          <a:lstStyle/>
          <a:p>
            <a:pPr algn="ctr"/>
            <a:r>
              <a:rPr lang="en-US" altLang="zh-CN" sz="1600" b="1" dirty="0">
                <a:solidFill>
                  <a:schemeClr val="bg1">
                    <a:lumMod val="50000"/>
                  </a:schemeClr>
                </a:solidFill>
                <a:latin typeface="微软雅黑" panose="020B0503020204020204" pitchFamily="34" charset="-122"/>
                <a:ea typeface="微软雅黑" panose="020B0503020204020204" pitchFamily="34" charset="-122"/>
              </a:rPr>
              <a:t>LIBS</a:t>
            </a:r>
            <a:r>
              <a:rPr lang="zh-CN" altLang="en-US" sz="1600" b="1" dirty="0">
                <a:solidFill>
                  <a:schemeClr val="bg1">
                    <a:lumMod val="50000"/>
                  </a:schemeClr>
                </a:solidFill>
                <a:latin typeface="微软雅黑" panose="020B0503020204020204" pitchFamily="34" charset="-122"/>
                <a:ea typeface="微软雅黑" panose="020B0503020204020204" pitchFamily="34" charset="-122"/>
              </a:rPr>
              <a:t>概述</a:t>
            </a:r>
          </a:p>
        </p:txBody>
      </p:sp>
      <p:pic>
        <p:nvPicPr>
          <p:cNvPr id="112" name="图片 111">
            <a:extLst>
              <a:ext uri="{FF2B5EF4-FFF2-40B4-BE49-F238E27FC236}">
                <a16:creationId xmlns:a16="http://schemas.microsoft.com/office/drawing/2014/main" id="{737DC2B2-980D-1025-6C01-076EC0BCBF8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8557" y="100193"/>
            <a:ext cx="2184731" cy="630736"/>
          </a:xfrm>
          <a:prstGeom prst="rect">
            <a:avLst/>
          </a:prstGeom>
        </p:spPr>
      </p:pic>
      <p:sp>
        <p:nvSpPr>
          <p:cNvPr id="114" name="TextBox 6">
            <a:extLst>
              <a:ext uri="{FF2B5EF4-FFF2-40B4-BE49-F238E27FC236}">
                <a16:creationId xmlns:a16="http://schemas.microsoft.com/office/drawing/2014/main" id="{572350CC-C92A-7915-9A08-8CF7FB04E035}"/>
              </a:ext>
            </a:extLst>
          </p:cNvPr>
          <p:cNvSpPr txBox="1"/>
          <p:nvPr/>
        </p:nvSpPr>
        <p:spPr>
          <a:xfrm>
            <a:off x="6988735" y="215904"/>
            <a:ext cx="1448188" cy="340995"/>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pitchFamily="34" charset="-122"/>
                <a:ea typeface="微软雅黑" panose="020B0503020204020204" pitchFamily="34" charset="-122"/>
              </a:rPr>
              <a:t>仪器化</a:t>
            </a:r>
            <a:r>
              <a:rPr lang="en-US" altLang="zh-CN" sz="1600" b="1" dirty="0">
                <a:solidFill>
                  <a:schemeClr val="bg1"/>
                </a:solidFill>
                <a:latin typeface="微软雅黑" panose="020B0503020204020204" pitchFamily="34" charset="-122"/>
                <a:ea typeface="微软雅黑" panose="020B0503020204020204" pitchFamily="34" charset="-122"/>
              </a:rPr>
              <a:t>LIBS</a:t>
            </a:r>
            <a:endParaRPr lang="zh-CN" altLang="en-US" sz="1600" b="1" dirty="0">
              <a:solidFill>
                <a:schemeClr val="bg1"/>
              </a:solidFill>
              <a:latin typeface="微软雅黑" panose="020B0503020204020204" pitchFamily="34" charset="-122"/>
              <a:ea typeface="微软雅黑" panose="020B0503020204020204" pitchFamily="34" charset="-122"/>
            </a:endParaRPr>
          </a:p>
        </p:txBody>
      </p:sp>
      <p:cxnSp>
        <p:nvCxnSpPr>
          <p:cNvPr id="115" name="直接连接符 114">
            <a:extLst>
              <a:ext uri="{FF2B5EF4-FFF2-40B4-BE49-F238E27FC236}">
                <a16:creationId xmlns:a16="http://schemas.microsoft.com/office/drawing/2014/main" id="{A2B49526-8C97-E9A8-B81C-3645CAB1095B}"/>
              </a:ext>
            </a:extLst>
          </p:cNvPr>
          <p:cNvCxnSpPr/>
          <p:nvPr/>
        </p:nvCxnSpPr>
        <p:spPr>
          <a:xfrm>
            <a:off x="6599649" y="275365"/>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 name="矩形 21">
            <a:extLst>
              <a:ext uri="{FF2B5EF4-FFF2-40B4-BE49-F238E27FC236}">
                <a16:creationId xmlns:a16="http://schemas.microsoft.com/office/drawing/2014/main" id="{60678CC9-613E-02D6-FBA6-7B8EEF59D33B}"/>
              </a:ext>
            </a:extLst>
          </p:cNvPr>
          <p:cNvSpPr/>
          <p:nvPr/>
        </p:nvSpPr>
        <p:spPr>
          <a:xfrm>
            <a:off x="3036168" y="1335502"/>
            <a:ext cx="7641992" cy="520684"/>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94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4" name="矩形 3">
            <a:extLst>
              <a:ext uri="{FF2B5EF4-FFF2-40B4-BE49-F238E27FC236}">
                <a16:creationId xmlns:a16="http://schemas.microsoft.com/office/drawing/2014/main" id="{62F0AC3D-2525-842C-123F-A1566E5E0DEF}"/>
              </a:ext>
            </a:extLst>
          </p:cNvPr>
          <p:cNvSpPr/>
          <p:nvPr/>
        </p:nvSpPr>
        <p:spPr>
          <a:xfrm>
            <a:off x="666750" y="1335486"/>
            <a:ext cx="4410075" cy="520700"/>
          </a:xfrm>
          <a:prstGeom prst="rect">
            <a:avLst/>
          </a:prstGeom>
          <a:solidFill>
            <a:srgbClr val="A630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94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5" name="TextBox 64">
            <a:extLst>
              <a:ext uri="{FF2B5EF4-FFF2-40B4-BE49-F238E27FC236}">
                <a16:creationId xmlns:a16="http://schemas.microsoft.com/office/drawing/2014/main" id="{827913E3-8B3D-DA0E-FEE8-6FAC923832D8}"/>
              </a:ext>
            </a:extLst>
          </p:cNvPr>
          <p:cNvSpPr txBox="1"/>
          <p:nvPr/>
        </p:nvSpPr>
        <p:spPr>
          <a:xfrm>
            <a:off x="718820" y="1419860"/>
            <a:ext cx="2932430" cy="369332"/>
          </a:xfrm>
          <a:prstGeom prst="rect">
            <a:avLst/>
          </a:prstGeom>
          <a:noFill/>
        </p:spPr>
        <p:txBody>
          <a:bodyPr wrap="square" rtlCol="0">
            <a:spAutoFit/>
          </a:bodyPr>
          <a:lstStyle/>
          <a:p>
            <a:pPr algn="ctr"/>
            <a:r>
              <a:rPr lang="zh-CN" altLang="en-US" b="1" u="sng" dirty="0">
                <a:solidFill>
                  <a:schemeClr val="bg1"/>
                </a:solidFill>
                <a:latin typeface="+mj-ea"/>
                <a:ea typeface="+mj-ea"/>
                <a:cs typeface="+mn-ea"/>
                <a:sym typeface="Arial" panose="020B0604020202020204" pitchFamily="34" charset="0"/>
              </a:rPr>
              <a:t>仪器化</a:t>
            </a:r>
            <a:r>
              <a:rPr lang="en-US" altLang="zh-CN" b="1" u="sng" dirty="0">
                <a:solidFill>
                  <a:schemeClr val="bg1"/>
                </a:solidFill>
                <a:latin typeface="+mj-ea"/>
                <a:ea typeface="+mj-ea"/>
                <a:cs typeface="+mn-ea"/>
                <a:sym typeface="Arial" panose="020B0604020202020204" pitchFamily="34" charset="0"/>
              </a:rPr>
              <a:t>LIBS</a:t>
            </a:r>
            <a:r>
              <a:rPr lang="zh-CN" altLang="en-US" b="1" u="sng" dirty="0">
                <a:solidFill>
                  <a:schemeClr val="bg1"/>
                </a:solidFill>
                <a:latin typeface="+mj-ea"/>
                <a:ea typeface="+mj-ea"/>
                <a:cs typeface="+mn-ea"/>
                <a:sym typeface="Arial" panose="020B0604020202020204" pitchFamily="34" charset="0"/>
              </a:rPr>
              <a:t>研究现状</a:t>
            </a:r>
          </a:p>
        </p:txBody>
      </p:sp>
      <p:cxnSp>
        <p:nvCxnSpPr>
          <p:cNvPr id="6" name="直接连接符 5">
            <a:extLst>
              <a:ext uri="{FF2B5EF4-FFF2-40B4-BE49-F238E27FC236}">
                <a16:creationId xmlns:a16="http://schemas.microsoft.com/office/drawing/2014/main" id="{1D696277-57CF-7C11-DE95-189F2105C56F}"/>
              </a:ext>
            </a:extLst>
          </p:cNvPr>
          <p:cNvCxnSpPr/>
          <p:nvPr/>
        </p:nvCxnSpPr>
        <p:spPr>
          <a:xfrm flipV="1">
            <a:off x="598472" y="1195628"/>
            <a:ext cx="3043167" cy="1515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0BBA4468-20F1-23A6-B3F1-9A7D1ADF7F69}"/>
              </a:ext>
            </a:extLst>
          </p:cNvPr>
          <p:cNvSpPr txBox="1"/>
          <p:nvPr/>
        </p:nvSpPr>
        <p:spPr>
          <a:xfrm>
            <a:off x="827309" y="800617"/>
            <a:ext cx="3189937" cy="402590"/>
          </a:xfrm>
          <a:prstGeom prst="rect">
            <a:avLst/>
          </a:prstGeom>
          <a:noFill/>
        </p:spPr>
        <p:txBody>
          <a:bodyPr wrap="square" lIns="0" tIns="48000" rIns="0" bIns="48000" rtlCol="0">
            <a:spAutoFit/>
          </a:bodyPr>
          <a:lstStyle/>
          <a:p>
            <a:r>
              <a:rPr lang="zh-CN" altLang="en-US" sz="2000" b="1" dirty="0">
                <a:solidFill>
                  <a:schemeClr val="tx1">
                    <a:lumMod val="65000"/>
                    <a:lumOff val="35000"/>
                  </a:schemeClr>
                </a:solidFill>
                <a:latin typeface="微软雅黑" panose="020B0503020204020204" pitchFamily="34" charset="-122"/>
                <a:ea typeface="微软雅黑" panose="020B0503020204020204" pitchFamily="34" charset="-122"/>
              </a:rPr>
              <a:t>三、仪器化</a:t>
            </a:r>
            <a:r>
              <a:rPr lang="en-US" altLang="zh-CN" sz="2000" b="1" dirty="0">
                <a:solidFill>
                  <a:schemeClr val="tx1">
                    <a:lumMod val="65000"/>
                    <a:lumOff val="35000"/>
                  </a:schemeClr>
                </a:solidFill>
                <a:latin typeface="微软雅黑" panose="020B0503020204020204" pitchFamily="34" charset="-122"/>
                <a:ea typeface="微软雅黑" panose="020B0503020204020204" pitchFamily="34" charset="-122"/>
              </a:rPr>
              <a:t>LIBS</a:t>
            </a:r>
            <a:endParaRPr lang="zh-CN" altLang="en-US" sz="2000" b="1"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2" name="TextBox 64">
            <a:extLst>
              <a:ext uri="{FF2B5EF4-FFF2-40B4-BE49-F238E27FC236}">
                <a16:creationId xmlns:a16="http://schemas.microsoft.com/office/drawing/2014/main" id="{726948FF-9B77-F3B7-964B-C2233C708CF0}"/>
              </a:ext>
            </a:extLst>
          </p:cNvPr>
          <p:cNvSpPr txBox="1"/>
          <p:nvPr/>
        </p:nvSpPr>
        <p:spPr>
          <a:xfrm>
            <a:off x="5076749" y="1389647"/>
            <a:ext cx="2932430" cy="369332"/>
          </a:xfrm>
          <a:prstGeom prst="rect">
            <a:avLst/>
          </a:prstGeom>
          <a:noFill/>
        </p:spPr>
        <p:txBody>
          <a:bodyPr wrap="square" rtlCol="0">
            <a:spAutoFit/>
          </a:bodyPr>
          <a:lstStyle/>
          <a:p>
            <a:pPr algn="ctr"/>
            <a:r>
              <a:rPr lang="zh-CN" altLang="en-US" b="1" u="sng" dirty="0">
                <a:latin typeface="+mj-ea"/>
                <a:ea typeface="+mj-ea"/>
                <a:cs typeface="+mn-ea"/>
                <a:sym typeface="Arial" panose="020B0604020202020204" pitchFamily="34" charset="0"/>
              </a:rPr>
              <a:t>台式</a:t>
            </a:r>
            <a:r>
              <a:rPr lang="en-US" altLang="zh-CN" b="1" u="sng" dirty="0">
                <a:latin typeface="+mj-ea"/>
                <a:ea typeface="+mj-ea"/>
                <a:cs typeface="+mn-ea"/>
                <a:sym typeface="Arial" panose="020B0604020202020204" pitchFamily="34" charset="0"/>
              </a:rPr>
              <a:t>LIBS</a:t>
            </a:r>
            <a:endParaRPr lang="zh-CN" altLang="en-US" b="1" u="sng" dirty="0">
              <a:latin typeface="+mj-ea"/>
              <a:ea typeface="+mj-ea"/>
              <a:cs typeface="+mn-ea"/>
              <a:sym typeface="Arial" panose="020B0604020202020204" pitchFamily="34" charset="0"/>
            </a:endParaRPr>
          </a:p>
        </p:txBody>
      </p:sp>
      <p:grpSp>
        <p:nvGrpSpPr>
          <p:cNvPr id="11" name="组合 10">
            <a:extLst>
              <a:ext uri="{FF2B5EF4-FFF2-40B4-BE49-F238E27FC236}">
                <a16:creationId xmlns:a16="http://schemas.microsoft.com/office/drawing/2014/main" id="{81047288-7A4C-7073-4FD1-0AF843C9B8A3}"/>
              </a:ext>
            </a:extLst>
          </p:cNvPr>
          <p:cNvGrpSpPr/>
          <p:nvPr/>
        </p:nvGrpSpPr>
        <p:grpSpPr>
          <a:xfrm>
            <a:off x="0" y="4"/>
            <a:ext cx="12192000" cy="794873"/>
            <a:chOff x="0" y="4"/>
            <a:chExt cx="12192000" cy="794873"/>
          </a:xfrm>
        </p:grpSpPr>
        <p:grpSp>
          <p:nvGrpSpPr>
            <p:cNvPr id="13" name="组合 12">
              <a:extLst>
                <a:ext uri="{FF2B5EF4-FFF2-40B4-BE49-F238E27FC236}">
                  <a16:creationId xmlns:a16="http://schemas.microsoft.com/office/drawing/2014/main" id="{FA1AC5E8-46E2-F76C-6F91-B0A9D76AFF0C}"/>
                </a:ext>
              </a:extLst>
            </p:cNvPr>
            <p:cNvGrpSpPr/>
            <p:nvPr/>
          </p:nvGrpSpPr>
          <p:grpSpPr>
            <a:xfrm>
              <a:off x="0" y="4"/>
              <a:ext cx="12192000" cy="794873"/>
              <a:chOff x="0" y="-34695"/>
              <a:chExt cx="12192000" cy="794873"/>
            </a:xfrm>
          </p:grpSpPr>
          <p:sp>
            <p:nvSpPr>
              <p:cNvPr id="15" name="矩形 4">
                <a:extLst>
                  <a:ext uri="{FF2B5EF4-FFF2-40B4-BE49-F238E27FC236}">
                    <a16:creationId xmlns:a16="http://schemas.microsoft.com/office/drawing/2014/main" id="{BC1CF00F-3FFA-56D8-BB73-2E017F92AB07}"/>
                  </a:ext>
                </a:extLst>
              </p:cNvPr>
              <p:cNvSpPr/>
              <p:nvPr/>
            </p:nvSpPr>
            <p:spPr>
              <a:xfrm>
                <a:off x="0" y="-31822"/>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dirty="0"/>
              </a:p>
            </p:txBody>
          </p:sp>
          <p:cxnSp>
            <p:nvCxnSpPr>
              <p:cNvPr id="16" name="直接连接符 15">
                <a:extLst>
                  <a:ext uri="{FF2B5EF4-FFF2-40B4-BE49-F238E27FC236}">
                    <a16:creationId xmlns:a16="http://schemas.microsoft.com/office/drawing/2014/main" id="{016129E3-1605-8781-0B4F-77269D74C64A}"/>
                  </a:ext>
                </a:extLst>
              </p:cNvPr>
              <p:cNvCxnSpPr>
                <a:cxnSpLocks/>
              </p:cNvCxnSpPr>
              <p:nvPr/>
            </p:nvCxnSpPr>
            <p:spPr>
              <a:xfrm>
                <a:off x="9464907" y="282851"/>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7" name="矩形 16">
                <a:extLst>
                  <a:ext uri="{FF2B5EF4-FFF2-40B4-BE49-F238E27FC236}">
                    <a16:creationId xmlns:a16="http://schemas.microsoft.com/office/drawing/2014/main" id="{0950F5C5-E598-75F0-DC85-812571BEA777}"/>
                  </a:ext>
                </a:extLst>
              </p:cNvPr>
              <p:cNvSpPr/>
              <p:nvPr/>
            </p:nvSpPr>
            <p:spPr>
              <a:xfrm>
                <a:off x="7179858" y="-34695"/>
                <a:ext cx="2285049" cy="79200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endParaRPr>
              </a:p>
            </p:txBody>
          </p:sp>
          <p:sp>
            <p:nvSpPr>
              <p:cNvPr id="18" name="TextBox 6">
                <a:extLst>
                  <a:ext uri="{FF2B5EF4-FFF2-40B4-BE49-F238E27FC236}">
                    <a16:creationId xmlns:a16="http://schemas.microsoft.com/office/drawing/2014/main" id="{94B63354-2BA8-9653-BA7B-07FA243D2A0B}"/>
                  </a:ext>
                </a:extLst>
              </p:cNvPr>
              <p:cNvSpPr txBox="1"/>
              <p:nvPr/>
            </p:nvSpPr>
            <p:spPr>
              <a:xfrm>
                <a:off x="3263055" y="236420"/>
                <a:ext cx="1665999" cy="343159"/>
              </a:xfrm>
              <a:prstGeom prst="rect">
                <a:avLst/>
              </a:prstGeom>
              <a:noFill/>
            </p:spPr>
            <p:txBody>
              <a:bodyPr wrap="square" lIns="0" tIns="48000" rIns="0" bIns="48000" rtlCol="0">
                <a:spAutoFit/>
              </a:bodyPr>
              <a:lstStyle/>
              <a:p>
                <a:pPr algn="ctr"/>
                <a:r>
                  <a:rPr lang="en-US" altLang="zh-CN" sz="1600" b="1" dirty="0">
                    <a:solidFill>
                      <a:schemeClr val="bg1">
                        <a:lumMod val="50000"/>
                      </a:schemeClr>
                    </a:solidFill>
                    <a:latin typeface="微软雅黑" panose="020B0503020204020204" pitchFamily="34" charset="-122"/>
                    <a:ea typeface="微软雅黑" panose="020B0503020204020204" pitchFamily="34" charset="-122"/>
                  </a:rPr>
                  <a:t>SEA-RAFT</a:t>
                </a:r>
                <a:r>
                  <a:rPr lang="zh-CN" altLang="en-US" sz="1600" b="1" dirty="0">
                    <a:solidFill>
                      <a:schemeClr val="bg1">
                        <a:lumMod val="50000"/>
                      </a:schemeClr>
                    </a:solidFill>
                    <a:latin typeface="微软雅黑" panose="020B0503020204020204" pitchFamily="34" charset="-122"/>
                    <a:ea typeface="微软雅黑" panose="020B0503020204020204" pitchFamily="34" charset="-122"/>
                  </a:rPr>
                  <a:t>的目的</a:t>
                </a:r>
              </a:p>
            </p:txBody>
          </p:sp>
          <p:sp>
            <p:nvSpPr>
              <p:cNvPr id="19" name="TextBox 7">
                <a:extLst>
                  <a:ext uri="{FF2B5EF4-FFF2-40B4-BE49-F238E27FC236}">
                    <a16:creationId xmlns:a16="http://schemas.microsoft.com/office/drawing/2014/main" id="{38474A36-CD95-BE37-C1D5-3CBCE66003FA}"/>
                  </a:ext>
                </a:extLst>
              </p:cNvPr>
              <p:cNvSpPr txBox="1"/>
              <p:nvPr/>
            </p:nvSpPr>
            <p:spPr>
              <a:xfrm>
                <a:off x="5270217" y="236420"/>
                <a:ext cx="1502091"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pitchFamily="34" charset="-122"/>
                    <a:ea typeface="微软雅黑" panose="020B0503020204020204" pitchFamily="34" charset="-122"/>
                  </a:rPr>
                  <a:t>采取的解决方案</a:t>
                </a:r>
              </a:p>
            </p:txBody>
          </p:sp>
          <p:sp>
            <p:nvSpPr>
              <p:cNvPr id="20" name="TextBox 10">
                <a:extLst>
                  <a:ext uri="{FF2B5EF4-FFF2-40B4-BE49-F238E27FC236}">
                    <a16:creationId xmlns:a16="http://schemas.microsoft.com/office/drawing/2014/main" id="{0E6F3297-C3E0-F154-9EEB-D402C39DF612}"/>
                  </a:ext>
                </a:extLst>
              </p:cNvPr>
              <p:cNvSpPr txBox="1"/>
              <p:nvPr/>
            </p:nvSpPr>
            <p:spPr>
              <a:xfrm>
                <a:off x="7373388" y="236420"/>
                <a:ext cx="1893714"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pitchFamily="34" charset="-122"/>
                    <a:ea typeface="微软雅黑" panose="020B0503020204020204" pitchFamily="34" charset="-122"/>
                  </a:rPr>
                  <a:t>选择这种方法的缘由</a:t>
                </a:r>
              </a:p>
            </p:txBody>
          </p:sp>
          <p:cxnSp>
            <p:nvCxnSpPr>
              <p:cNvPr id="21" name="直接连接符 20">
                <a:extLst>
                  <a:ext uri="{FF2B5EF4-FFF2-40B4-BE49-F238E27FC236}">
                    <a16:creationId xmlns:a16="http://schemas.microsoft.com/office/drawing/2014/main" id="{3C1F661C-249F-4DA5-0A76-CB00899A14D3}"/>
                  </a:ext>
                </a:extLst>
              </p:cNvPr>
              <p:cNvCxnSpPr>
                <a:cxnSpLocks/>
              </p:cNvCxnSpPr>
              <p:nvPr/>
            </p:nvCxnSpPr>
            <p:spPr>
              <a:xfrm>
                <a:off x="7171149" y="282851"/>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22" name="图片 21">
                <a:extLst>
                  <a:ext uri="{FF2B5EF4-FFF2-40B4-BE49-F238E27FC236}">
                    <a16:creationId xmlns:a16="http://schemas.microsoft.com/office/drawing/2014/main" id="{12E08879-CC5A-2804-4B79-CB4D836A17A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8557" y="100193"/>
                <a:ext cx="2184731" cy="630736"/>
              </a:xfrm>
              <a:prstGeom prst="rect">
                <a:avLst/>
              </a:prstGeom>
            </p:spPr>
          </p:pic>
          <p:cxnSp>
            <p:nvCxnSpPr>
              <p:cNvPr id="23" name="直接连接符 22">
                <a:extLst>
                  <a:ext uri="{FF2B5EF4-FFF2-40B4-BE49-F238E27FC236}">
                    <a16:creationId xmlns:a16="http://schemas.microsoft.com/office/drawing/2014/main" id="{C102F2A6-C5F1-F115-4E19-5EB6EA7D9B57}"/>
                  </a:ext>
                </a:extLst>
              </p:cNvPr>
              <p:cNvCxnSpPr>
                <a:cxnSpLocks/>
              </p:cNvCxnSpPr>
              <p:nvPr/>
            </p:nvCxnSpPr>
            <p:spPr>
              <a:xfrm>
                <a:off x="11761897" y="282851"/>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4" name="直接连接符 23">
                <a:extLst>
                  <a:ext uri="{FF2B5EF4-FFF2-40B4-BE49-F238E27FC236}">
                    <a16:creationId xmlns:a16="http://schemas.microsoft.com/office/drawing/2014/main" id="{E19442DD-AA01-E431-FBC1-13DAA94D2730}"/>
                  </a:ext>
                </a:extLst>
              </p:cNvPr>
              <p:cNvCxnSpPr>
                <a:cxnSpLocks/>
              </p:cNvCxnSpPr>
              <p:nvPr/>
            </p:nvCxnSpPr>
            <p:spPr>
              <a:xfrm>
                <a:off x="10918888" y="282851"/>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5" name="TextBox 7">
                <a:extLst>
                  <a:ext uri="{FF2B5EF4-FFF2-40B4-BE49-F238E27FC236}">
                    <a16:creationId xmlns:a16="http://schemas.microsoft.com/office/drawing/2014/main" id="{CCAEDE04-6E2A-B950-E718-64D174DB5A1E}"/>
                  </a:ext>
                </a:extLst>
              </p:cNvPr>
              <p:cNvSpPr txBox="1"/>
              <p:nvPr/>
            </p:nvSpPr>
            <p:spPr>
              <a:xfrm>
                <a:off x="9626117" y="236420"/>
                <a:ext cx="1121401"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pitchFamily="34" charset="-122"/>
                    <a:ea typeface="微软雅黑" panose="020B0503020204020204" pitchFamily="34" charset="-122"/>
                  </a:rPr>
                  <a:t>实验验证</a:t>
                </a:r>
              </a:p>
            </p:txBody>
          </p:sp>
          <p:sp>
            <p:nvSpPr>
              <p:cNvPr id="26" name="TextBox 7">
                <a:extLst>
                  <a:ext uri="{FF2B5EF4-FFF2-40B4-BE49-F238E27FC236}">
                    <a16:creationId xmlns:a16="http://schemas.microsoft.com/office/drawing/2014/main" id="{5E378C3F-7078-A4DF-0AC8-B5045155DB8C}"/>
                  </a:ext>
                </a:extLst>
              </p:cNvPr>
              <p:cNvSpPr txBox="1"/>
              <p:nvPr/>
            </p:nvSpPr>
            <p:spPr>
              <a:xfrm>
                <a:off x="10995166" y="236420"/>
                <a:ext cx="705374"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pitchFamily="34" charset="-122"/>
                    <a:ea typeface="微软雅黑" panose="020B0503020204020204" pitchFamily="34" charset="-122"/>
                  </a:rPr>
                  <a:t>看法</a:t>
                </a:r>
              </a:p>
            </p:txBody>
          </p:sp>
        </p:grpSp>
        <p:cxnSp>
          <p:nvCxnSpPr>
            <p:cNvPr id="14" name="直接连接符 13">
              <a:extLst>
                <a:ext uri="{FF2B5EF4-FFF2-40B4-BE49-F238E27FC236}">
                  <a16:creationId xmlns:a16="http://schemas.microsoft.com/office/drawing/2014/main" id="{10AEE131-8651-0D9F-7007-0769E668D97F}"/>
                </a:ext>
              </a:extLst>
            </p:cNvPr>
            <p:cNvCxnSpPr>
              <a:cxnSpLocks/>
            </p:cNvCxnSpPr>
            <p:nvPr/>
          </p:nvCxnSpPr>
          <p:spPr>
            <a:xfrm>
              <a:off x="5132451" y="317550"/>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28" name="文本框 27">
            <a:extLst>
              <a:ext uri="{FF2B5EF4-FFF2-40B4-BE49-F238E27FC236}">
                <a16:creationId xmlns:a16="http://schemas.microsoft.com/office/drawing/2014/main" id="{52CF596F-3D42-BD45-D7FC-768FD307B08E}"/>
              </a:ext>
            </a:extLst>
          </p:cNvPr>
          <p:cNvSpPr txBox="1"/>
          <p:nvPr/>
        </p:nvSpPr>
        <p:spPr>
          <a:xfrm>
            <a:off x="2931753" y="2740399"/>
            <a:ext cx="6330718" cy="1200329"/>
          </a:xfrm>
          <a:prstGeom prst="rect">
            <a:avLst/>
          </a:prstGeom>
          <a:noFill/>
        </p:spPr>
        <p:txBody>
          <a:bodyPr wrap="square">
            <a:spAutoFit/>
          </a:bodyPr>
          <a:lstStyle/>
          <a:p>
            <a:pPr algn="l" fontAlgn="base" latinLnBrk="0">
              <a:buNone/>
            </a:pPr>
            <a:r>
              <a:rPr lang="zh-CN" altLang="en-US" b="1" dirty="0">
                <a:solidFill>
                  <a:srgbClr val="000000"/>
                </a:solidFill>
                <a:effectLst/>
                <a:latin typeface="-apple-system"/>
              </a:rPr>
              <a:t>刚性流预训练</a:t>
            </a:r>
            <a:r>
              <a:rPr lang="zh-CN" altLang="en-US" b="0" dirty="0">
                <a:solidFill>
                  <a:srgbClr val="000000"/>
                </a:solidFill>
                <a:effectLst/>
                <a:latin typeface="-apple-system"/>
              </a:rPr>
              <a:t>​：</a:t>
            </a:r>
          </a:p>
          <a:p>
            <a:pPr algn="l" fontAlgn="base" latinLnBrk="0">
              <a:buNone/>
            </a:pPr>
            <a:r>
              <a:rPr lang="en-US" altLang="zh-CN" b="0" dirty="0" err="1">
                <a:solidFill>
                  <a:srgbClr val="000000"/>
                </a:solidFill>
                <a:effectLst/>
                <a:latin typeface="-apple-system"/>
              </a:rPr>
              <a:t>TartanAir</a:t>
            </a:r>
            <a:r>
              <a:rPr lang="zh-CN" altLang="en-US" b="0" dirty="0">
                <a:solidFill>
                  <a:srgbClr val="000000"/>
                </a:solidFill>
                <a:effectLst/>
                <a:latin typeface="-apple-system"/>
              </a:rPr>
              <a:t>虽运动单一，但场景真实性强。预训练作为正则化，提升跨数据集泛化，这与</a:t>
            </a:r>
            <a:r>
              <a:rPr lang="en-US" altLang="zh-CN" b="0" dirty="0" err="1">
                <a:solidFill>
                  <a:srgbClr val="000000"/>
                </a:solidFill>
                <a:effectLst/>
                <a:latin typeface="-apple-system"/>
              </a:rPr>
              <a:t>CroCo</a:t>
            </a:r>
            <a:r>
              <a:rPr lang="en-US" altLang="zh-CN" b="0" dirty="0">
                <a:solidFill>
                  <a:srgbClr val="000000"/>
                </a:solidFill>
                <a:effectLst/>
                <a:latin typeface="-apple-system"/>
              </a:rPr>
              <a:t>-Flow</a:t>
            </a:r>
            <a:r>
              <a:rPr lang="zh-CN" altLang="en-US" b="0" dirty="0">
                <a:solidFill>
                  <a:srgbClr val="000000"/>
                </a:solidFill>
                <a:effectLst/>
                <a:latin typeface="-apple-system"/>
              </a:rPr>
              <a:t>等使用未标注数据不同，但</a:t>
            </a:r>
            <a:r>
              <a:rPr lang="en-US" altLang="zh-CN" b="0" dirty="0">
                <a:solidFill>
                  <a:srgbClr val="000000"/>
                </a:solidFill>
                <a:effectLst/>
                <a:latin typeface="-apple-system"/>
              </a:rPr>
              <a:t>SEA-RAFT</a:t>
            </a:r>
            <a:r>
              <a:rPr lang="zh-CN" altLang="en-US" b="0" dirty="0">
                <a:solidFill>
                  <a:srgbClr val="000000"/>
                </a:solidFill>
                <a:effectLst/>
                <a:latin typeface="-apple-system"/>
              </a:rPr>
              <a:t>首次在</a:t>
            </a:r>
            <a:r>
              <a:rPr lang="en-US" altLang="zh-CN" b="0" dirty="0">
                <a:solidFill>
                  <a:srgbClr val="000000"/>
                </a:solidFill>
                <a:effectLst/>
                <a:latin typeface="-apple-system"/>
              </a:rPr>
              <a:t>RAFT</a:t>
            </a:r>
            <a:r>
              <a:rPr lang="zh-CN" altLang="en-US" b="0" dirty="0">
                <a:solidFill>
                  <a:srgbClr val="000000"/>
                </a:solidFill>
                <a:effectLst/>
                <a:latin typeface="-apple-system"/>
              </a:rPr>
              <a:t>风格中应用。</a:t>
            </a:r>
          </a:p>
        </p:txBody>
      </p:sp>
    </p:spTree>
    <p:extLst>
      <p:ext uri="{BB962C8B-B14F-4D97-AF65-F5344CB8AC3E}">
        <p14:creationId xmlns:p14="http://schemas.microsoft.com/office/powerpoint/2010/main" val="1740292209"/>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345C84-64FA-01D1-C3E7-E61867D5AA09}"/>
            </a:ext>
          </a:extLst>
        </p:cNvPr>
        <p:cNvGrpSpPr/>
        <p:nvPr/>
      </p:nvGrpSpPr>
      <p:grpSpPr>
        <a:xfrm>
          <a:off x="0" y="0"/>
          <a:ext cx="0" cy="0"/>
          <a:chOff x="0" y="0"/>
          <a:chExt cx="0" cy="0"/>
        </a:xfrm>
      </p:grpSpPr>
      <p:cxnSp>
        <p:nvCxnSpPr>
          <p:cNvPr id="102" name="直接连接符 101">
            <a:extLst>
              <a:ext uri="{FF2B5EF4-FFF2-40B4-BE49-F238E27FC236}">
                <a16:creationId xmlns:a16="http://schemas.microsoft.com/office/drawing/2014/main" id="{95A3FE11-3A71-3BC5-C112-66B3D3428A00}"/>
              </a:ext>
            </a:extLst>
          </p:cNvPr>
          <p:cNvCxnSpPr/>
          <p:nvPr/>
        </p:nvCxnSpPr>
        <p:spPr>
          <a:xfrm>
            <a:off x="8301449" y="30045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3" name="直接连接符 102">
            <a:extLst>
              <a:ext uri="{FF2B5EF4-FFF2-40B4-BE49-F238E27FC236}">
                <a16:creationId xmlns:a16="http://schemas.microsoft.com/office/drawing/2014/main" id="{365E1879-6E67-F67C-C529-F7BF54AA2018}"/>
              </a:ext>
            </a:extLst>
          </p:cNvPr>
          <p:cNvCxnSpPr/>
          <p:nvPr/>
        </p:nvCxnSpPr>
        <p:spPr>
          <a:xfrm>
            <a:off x="8301449" y="25181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4" name="直接连接符 103">
            <a:extLst>
              <a:ext uri="{FF2B5EF4-FFF2-40B4-BE49-F238E27FC236}">
                <a16:creationId xmlns:a16="http://schemas.microsoft.com/office/drawing/2014/main" id="{33CD0894-24B4-580F-AE1F-91A0CB67D36C}"/>
              </a:ext>
            </a:extLst>
          </p:cNvPr>
          <p:cNvCxnSpPr/>
          <p:nvPr/>
        </p:nvCxnSpPr>
        <p:spPr>
          <a:xfrm>
            <a:off x="6599649" y="25181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05" name="矩形 4">
            <a:extLst>
              <a:ext uri="{FF2B5EF4-FFF2-40B4-BE49-F238E27FC236}">
                <a16:creationId xmlns:a16="http://schemas.microsoft.com/office/drawing/2014/main" id="{B265F1AD-5099-9C3C-0F40-CC495FF8C835}"/>
              </a:ext>
            </a:extLst>
          </p:cNvPr>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p>
        </p:txBody>
      </p:sp>
      <p:cxnSp>
        <p:nvCxnSpPr>
          <p:cNvPr id="106" name="直接连接符 105">
            <a:extLst>
              <a:ext uri="{FF2B5EF4-FFF2-40B4-BE49-F238E27FC236}">
                <a16:creationId xmlns:a16="http://schemas.microsoft.com/office/drawing/2014/main" id="{AD10202B-EC90-CACB-64D4-28DCF5B7EF6E}"/>
              </a:ext>
            </a:extLst>
          </p:cNvPr>
          <p:cNvCxnSpPr/>
          <p:nvPr/>
        </p:nvCxnSpPr>
        <p:spPr>
          <a:xfrm>
            <a:off x="4895713" y="285093"/>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7" name="直接连接符 106">
            <a:extLst>
              <a:ext uri="{FF2B5EF4-FFF2-40B4-BE49-F238E27FC236}">
                <a16:creationId xmlns:a16="http://schemas.microsoft.com/office/drawing/2014/main" id="{4368245B-B412-56D2-6F2C-842CCA40AFBA}"/>
              </a:ext>
            </a:extLst>
          </p:cNvPr>
          <p:cNvCxnSpPr/>
          <p:nvPr/>
        </p:nvCxnSpPr>
        <p:spPr>
          <a:xfrm>
            <a:off x="6599472"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08" name="TextBox 7">
            <a:extLst>
              <a:ext uri="{FF2B5EF4-FFF2-40B4-BE49-F238E27FC236}">
                <a16:creationId xmlns:a16="http://schemas.microsoft.com/office/drawing/2014/main" id="{4228EA92-21EA-541A-6E06-63B7D75CC366}"/>
              </a:ext>
            </a:extLst>
          </p:cNvPr>
          <p:cNvSpPr txBox="1"/>
          <p:nvPr/>
        </p:nvSpPr>
        <p:spPr>
          <a:xfrm>
            <a:off x="5076749" y="215904"/>
            <a:ext cx="1344000" cy="343159"/>
          </a:xfrm>
          <a:prstGeom prst="rect">
            <a:avLst/>
          </a:prstGeom>
          <a:noFill/>
        </p:spPr>
        <p:txBody>
          <a:bodyPr wrap="square" lIns="0" tIns="48000" rIns="0" bIns="48000" rtlCol="0">
            <a:spAutoFit/>
          </a:bodyPr>
          <a:lstStyle/>
          <a:p>
            <a:pPr algn="ctr"/>
            <a:r>
              <a:rPr lang="en-US" altLang="zh-CN" sz="1600" b="1" dirty="0">
                <a:solidFill>
                  <a:schemeClr val="bg1">
                    <a:lumMod val="50000"/>
                  </a:schemeClr>
                </a:solidFill>
                <a:latin typeface="微软雅黑" panose="020B0503020204020204" pitchFamily="34" charset="-122"/>
                <a:ea typeface="微软雅黑" panose="020B0503020204020204" pitchFamily="34" charset="-122"/>
              </a:rPr>
              <a:t>LIBS</a:t>
            </a:r>
            <a:r>
              <a:rPr lang="zh-CN" altLang="en-US" sz="1600" b="1" dirty="0">
                <a:solidFill>
                  <a:schemeClr val="bg1">
                    <a:lumMod val="50000"/>
                  </a:schemeClr>
                </a:solidFill>
                <a:latin typeface="微软雅黑" panose="020B0503020204020204" pitchFamily="34" charset="-122"/>
                <a:ea typeface="微软雅黑" panose="020B0503020204020204" pitchFamily="34" charset="-122"/>
              </a:rPr>
              <a:t>应用领域</a:t>
            </a:r>
          </a:p>
        </p:txBody>
      </p:sp>
      <p:sp>
        <p:nvSpPr>
          <p:cNvPr id="109" name="TextBox 9">
            <a:extLst>
              <a:ext uri="{FF2B5EF4-FFF2-40B4-BE49-F238E27FC236}">
                <a16:creationId xmlns:a16="http://schemas.microsoft.com/office/drawing/2014/main" id="{CA28E572-32D6-7A68-C269-457E3B10FFBC}"/>
              </a:ext>
            </a:extLst>
          </p:cNvPr>
          <p:cNvSpPr txBox="1"/>
          <p:nvPr/>
        </p:nvSpPr>
        <p:spPr>
          <a:xfrm>
            <a:off x="3382541" y="215904"/>
            <a:ext cx="1344000" cy="340995"/>
          </a:xfrm>
          <a:prstGeom prst="rect">
            <a:avLst/>
          </a:prstGeom>
          <a:noFill/>
        </p:spPr>
        <p:txBody>
          <a:bodyPr wrap="square" lIns="0" tIns="48000" rIns="0" bIns="48000" rtlCol="0">
            <a:spAutoFit/>
          </a:bodyPr>
          <a:lstStyle/>
          <a:p>
            <a:pPr algn="ctr"/>
            <a:r>
              <a:rPr lang="en-US" altLang="zh-CN" sz="1600" b="1" dirty="0">
                <a:solidFill>
                  <a:schemeClr val="bg1">
                    <a:lumMod val="50000"/>
                  </a:schemeClr>
                </a:solidFill>
                <a:latin typeface="微软雅黑" panose="020B0503020204020204" pitchFamily="34" charset="-122"/>
                <a:ea typeface="微软雅黑" panose="020B0503020204020204" pitchFamily="34" charset="-122"/>
              </a:rPr>
              <a:t>LIBS</a:t>
            </a:r>
            <a:r>
              <a:rPr lang="zh-CN" altLang="en-US" sz="1600" b="1" dirty="0">
                <a:solidFill>
                  <a:schemeClr val="bg1">
                    <a:lumMod val="50000"/>
                  </a:schemeClr>
                </a:solidFill>
                <a:latin typeface="微软雅黑" panose="020B0503020204020204" pitchFamily="34" charset="-122"/>
                <a:ea typeface="微软雅黑" panose="020B0503020204020204" pitchFamily="34" charset="-122"/>
              </a:rPr>
              <a:t>概述</a:t>
            </a:r>
          </a:p>
        </p:txBody>
      </p:sp>
      <p:pic>
        <p:nvPicPr>
          <p:cNvPr id="112" name="图片 111">
            <a:extLst>
              <a:ext uri="{FF2B5EF4-FFF2-40B4-BE49-F238E27FC236}">
                <a16:creationId xmlns:a16="http://schemas.microsoft.com/office/drawing/2014/main" id="{A66926D7-F3ED-CB39-87C8-8797B755DAE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8557" y="100193"/>
            <a:ext cx="2184731" cy="630736"/>
          </a:xfrm>
          <a:prstGeom prst="rect">
            <a:avLst/>
          </a:prstGeom>
        </p:spPr>
      </p:pic>
      <p:sp>
        <p:nvSpPr>
          <p:cNvPr id="114" name="TextBox 6">
            <a:extLst>
              <a:ext uri="{FF2B5EF4-FFF2-40B4-BE49-F238E27FC236}">
                <a16:creationId xmlns:a16="http://schemas.microsoft.com/office/drawing/2014/main" id="{426B2A1F-DD86-353D-F33C-A3132CEB3494}"/>
              </a:ext>
            </a:extLst>
          </p:cNvPr>
          <p:cNvSpPr txBox="1"/>
          <p:nvPr/>
        </p:nvSpPr>
        <p:spPr>
          <a:xfrm>
            <a:off x="6988735" y="215904"/>
            <a:ext cx="1448188" cy="340995"/>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pitchFamily="34" charset="-122"/>
                <a:ea typeface="微软雅黑" panose="020B0503020204020204" pitchFamily="34" charset="-122"/>
              </a:rPr>
              <a:t>仪器化</a:t>
            </a:r>
            <a:r>
              <a:rPr lang="en-US" altLang="zh-CN" sz="1600" b="1" dirty="0">
                <a:solidFill>
                  <a:schemeClr val="bg1"/>
                </a:solidFill>
                <a:latin typeface="微软雅黑" panose="020B0503020204020204" pitchFamily="34" charset="-122"/>
                <a:ea typeface="微软雅黑" panose="020B0503020204020204" pitchFamily="34" charset="-122"/>
              </a:rPr>
              <a:t>LIBS</a:t>
            </a:r>
            <a:endParaRPr lang="zh-CN" altLang="en-US" sz="1600" b="1" dirty="0">
              <a:solidFill>
                <a:schemeClr val="bg1"/>
              </a:solidFill>
              <a:latin typeface="微软雅黑" panose="020B0503020204020204" pitchFamily="34" charset="-122"/>
              <a:ea typeface="微软雅黑" panose="020B0503020204020204" pitchFamily="34" charset="-122"/>
            </a:endParaRPr>
          </a:p>
        </p:txBody>
      </p:sp>
      <p:cxnSp>
        <p:nvCxnSpPr>
          <p:cNvPr id="115" name="直接连接符 114">
            <a:extLst>
              <a:ext uri="{FF2B5EF4-FFF2-40B4-BE49-F238E27FC236}">
                <a16:creationId xmlns:a16="http://schemas.microsoft.com/office/drawing/2014/main" id="{23145152-A1C2-5CB8-5668-93C2BCC1C40F}"/>
              </a:ext>
            </a:extLst>
          </p:cNvPr>
          <p:cNvCxnSpPr/>
          <p:nvPr/>
        </p:nvCxnSpPr>
        <p:spPr>
          <a:xfrm>
            <a:off x="6599649" y="275365"/>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 name="矩形 21">
            <a:extLst>
              <a:ext uri="{FF2B5EF4-FFF2-40B4-BE49-F238E27FC236}">
                <a16:creationId xmlns:a16="http://schemas.microsoft.com/office/drawing/2014/main" id="{D35CA5E5-1D98-429D-492A-F3EFA2F2A94E}"/>
              </a:ext>
            </a:extLst>
          </p:cNvPr>
          <p:cNvSpPr/>
          <p:nvPr/>
        </p:nvSpPr>
        <p:spPr>
          <a:xfrm>
            <a:off x="3036168" y="1335502"/>
            <a:ext cx="7641992" cy="520684"/>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94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4" name="矩形 3">
            <a:extLst>
              <a:ext uri="{FF2B5EF4-FFF2-40B4-BE49-F238E27FC236}">
                <a16:creationId xmlns:a16="http://schemas.microsoft.com/office/drawing/2014/main" id="{2306D550-5C85-DDFE-AFC7-32BBF675E248}"/>
              </a:ext>
            </a:extLst>
          </p:cNvPr>
          <p:cNvSpPr/>
          <p:nvPr/>
        </p:nvSpPr>
        <p:spPr>
          <a:xfrm>
            <a:off x="666750" y="1335486"/>
            <a:ext cx="4410075" cy="520700"/>
          </a:xfrm>
          <a:prstGeom prst="rect">
            <a:avLst/>
          </a:prstGeom>
          <a:solidFill>
            <a:srgbClr val="A630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94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5" name="TextBox 64">
            <a:extLst>
              <a:ext uri="{FF2B5EF4-FFF2-40B4-BE49-F238E27FC236}">
                <a16:creationId xmlns:a16="http://schemas.microsoft.com/office/drawing/2014/main" id="{735EEA80-D5BD-A8F0-BE0F-EC71F75ECE45}"/>
              </a:ext>
            </a:extLst>
          </p:cNvPr>
          <p:cNvSpPr txBox="1"/>
          <p:nvPr/>
        </p:nvSpPr>
        <p:spPr>
          <a:xfrm>
            <a:off x="718820" y="1419860"/>
            <a:ext cx="2932430" cy="369332"/>
          </a:xfrm>
          <a:prstGeom prst="rect">
            <a:avLst/>
          </a:prstGeom>
          <a:noFill/>
        </p:spPr>
        <p:txBody>
          <a:bodyPr wrap="square" rtlCol="0">
            <a:spAutoFit/>
          </a:bodyPr>
          <a:lstStyle/>
          <a:p>
            <a:pPr algn="ctr"/>
            <a:r>
              <a:rPr lang="zh-CN" altLang="en-US" b="1" u="sng" dirty="0">
                <a:solidFill>
                  <a:schemeClr val="bg1"/>
                </a:solidFill>
                <a:latin typeface="+mj-ea"/>
                <a:ea typeface="+mj-ea"/>
                <a:cs typeface="+mn-ea"/>
                <a:sym typeface="Arial" panose="020B0604020202020204" pitchFamily="34" charset="0"/>
              </a:rPr>
              <a:t>仪器化</a:t>
            </a:r>
            <a:r>
              <a:rPr lang="en-US" altLang="zh-CN" b="1" u="sng" dirty="0">
                <a:solidFill>
                  <a:schemeClr val="bg1"/>
                </a:solidFill>
                <a:latin typeface="+mj-ea"/>
                <a:ea typeface="+mj-ea"/>
                <a:cs typeface="+mn-ea"/>
                <a:sym typeface="Arial" panose="020B0604020202020204" pitchFamily="34" charset="0"/>
              </a:rPr>
              <a:t>LIBS</a:t>
            </a:r>
            <a:r>
              <a:rPr lang="zh-CN" altLang="en-US" b="1" u="sng" dirty="0">
                <a:solidFill>
                  <a:schemeClr val="bg1"/>
                </a:solidFill>
                <a:latin typeface="+mj-ea"/>
                <a:ea typeface="+mj-ea"/>
                <a:cs typeface="+mn-ea"/>
                <a:sym typeface="Arial" panose="020B0604020202020204" pitchFamily="34" charset="0"/>
              </a:rPr>
              <a:t>研究现状</a:t>
            </a:r>
          </a:p>
        </p:txBody>
      </p:sp>
      <p:cxnSp>
        <p:nvCxnSpPr>
          <p:cNvPr id="6" name="直接连接符 5">
            <a:extLst>
              <a:ext uri="{FF2B5EF4-FFF2-40B4-BE49-F238E27FC236}">
                <a16:creationId xmlns:a16="http://schemas.microsoft.com/office/drawing/2014/main" id="{44DA6AAD-17A5-7540-449E-609BAF8752E1}"/>
              </a:ext>
            </a:extLst>
          </p:cNvPr>
          <p:cNvCxnSpPr/>
          <p:nvPr/>
        </p:nvCxnSpPr>
        <p:spPr>
          <a:xfrm flipV="1">
            <a:off x="598472" y="1195628"/>
            <a:ext cx="3043167" cy="1515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0F017D95-E8A5-DA95-B7A6-2C45F59822B5}"/>
              </a:ext>
            </a:extLst>
          </p:cNvPr>
          <p:cNvSpPr txBox="1"/>
          <p:nvPr/>
        </p:nvSpPr>
        <p:spPr>
          <a:xfrm>
            <a:off x="827309" y="800617"/>
            <a:ext cx="3189937" cy="402590"/>
          </a:xfrm>
          <a:prstGeom prst="rect">
            <a:avLst/>
          </a:prstGeom>
          <a:noFill/>
        </p:spPr>
        <p:txBody>
          <a:bodyPr wrap="square" lIns="0" tIns="48000" rIns="0" bIns="48000" rtlCol="0">
            <a:spAutoFit/>
          </a:bodyPr>
          <a:lstStyle/>
          <a:p>
            <a:r>
              <a:rPr lang="zh-CN" altLang="en-US" sz="2000" b="1" dirty="0">
                <a:solidFill>
                  <a:schemeClr val="tx1">
                    <a:lumMod val="65000"/>
                    <a:lumOff val="35000"/>
                  </a:schemeClr>
                </a:solidFill>
                <a:latin typeface="微软雅黑" panose="020B0503020204020204" pitchFamily="34" charset="-122"/>
                <a:ea typeface="微软雅黑" panose="020B0503020204020204" pitchFamily="34" charset="-122"/>
              </a:rPr>
              <a:t>三、仪器化</a:t>
            </a:r>
            <a:r>
              <a:rPr lang="en-US" altLang="zh-CN" sz="2000" b="1" dirty="0">
                <a:solidFill>
                  <a:schemeClr val="tx1">
                    <a:lumMod val="65000"/>
                    <a:lumOff val="35000"/>
                  </a:schemeClr>
                </a:solidFill>
                <a:latin typeface="微软雅黑" panose="020B0503020204020204" pitchFamily="34" charset="-122"/>
                <a:ea typeface="微软雅黑" panose="020B0503020204020204" pitchFamily="34" charset="-122"/>
              </a:rPr>
              <a:t>LIBS</a:t>
            </a:r>
            <a:endParaRPr lang="zh-CN" altLang="en-US" sz="2000" b="1"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2" name="TextBox 64">
            <a:extLst>
              <a:ext uri="{FF2B5EF4-FFF2-40B4-BE49-F238E27FC236}">
                <a16:creationId xmlns:a16="http://schemas.microsoft.com/office/drawing/2014/main" id="{9E31017D-137A-4CB7-1E2A-ED01630ACFB8}"/>
              </a:ext>
            </a:extLst>
          </p:cNvPr>
          <p:cNvSpPr txBox="1"/>
          <p:nvPr/>
        </p:nvSpPr>
        <p:spPr>
          <a:xfrm>
            <a:off x="5076749" y="1389647"/>
            <a:ext cx="2932430" cy="369332"/>
          </a:xfrm>
          <a:prstGeom prst="rect">
            <a:avLst/>
          </a:prstGeom>
          <a:noFill/>
        </p:spPr>
        <p:txBody>
          <a:bodyPr wrap="square" rtlCol="0">
            <a:spAutoFit/>
          </a:bodyPr>
          <a:lstStyle/>
          <a:p>
            <a:pPr algn="ctr"/>
            <a:r>
              <a:rPr lang="zh-CN" altLang="en-US" b="1" u="sng" dirty="0">
                <a:latin typeface="+mj-ea"/>
                <a:ea typeface="+mj-ea"/>
                <a:cs typeface="+mn-ea"/>
                <a:sym typeface="Arial" panose="020B0604020202020204" pitchFamily="34" charset="0"/>
              </a:rPr>
              <a:t>台式</a:t>
            </a:r>
            <a:r>
              <a:rPr lang="en-US" altLang="zh-CN" b="1" u="sng" dirty="0">
                <a:latin typeface="+mj-ea"/>
                <a:ea typeface="+mj-ea"/>
                <a:cs typeface="+mn-ea"/>
                <a:sym typeface="Arial" panose="020B0604020202020204" pitchFamily="34" charset="0"/>
              </a:rPr>
              <a:t>LIBS</a:t>
            </a:r>
            <a:endParaRPr lang="zh-CN" altLang="en-US" b="1" u="sng" dirty="0">
              <a:latin typeface="+mj-ea"/>
              <a:ea typeface="+mj-ea"/>
              <a:cs typeface="+mn-ea"/>
              <a:sym typeface="Arial" panose="020B0604020202020204" pitchFamily="34" charset="0"/>
            </a:endParaRPr>
          </a:p>
        </p:txBody>
      </p:sp>
      <p:grpSp>
        <p:nvGrpSpPr>
          <p:cNvPr id="10" name="组合 9">
            <a:extLst>
              <a:ext uri="{FF2B5EF4-FFF2-40B4-BE49-F238E27FC236}">
                <a16:creationId xmlns:a16="http://schemas.microsoft.com/office/drawing/2014/main" id="{193AEA52-277A-320F-5493-E667C510B786}"/>
              </a:ext>
            </a:extLst>
          </p:cNvPr>
          <p:cNvGrpSpPr/>
          <p:nvPr/>
        </p:nvGrpSpPr>
        <p:grpSpPr>
          <a:xfrm>
            <a:off x="0" y="4"/>
            <a:ext cx="12192000" cy="794873"/>
            <a:chOff x="0" y="4"/>
            <a:chExt cx="12192000" cy="794873"/>
          </a:xfrm>
        </p:grpSpPr>
        <p:grpSp>
          <p:nvGrpSpPr>
            <p:cNvPr id="13" name="组合 12">
              <a:extLst>
                <a:ext uri="{FF2B5EF4-FFF2-40B4-BE49-F238E27FC236}">
                  <a16:creationId xmlns:a16="http://schemas.microsoft.com/office/drawing/2014/main" id="{D7148AF2-15B1-306C-B5C1-80288CCCC014}"/>
                </a:ext>
              </a:extLst>
            </p:cNvPr>
            <p:cNvGrpSpPr/>
            <p:nvPr/>
          </p:nvGrpSpPr>
          <p:grpSpPr>
            <a:xfrm>
              <a:off x="0" y="4"/>
              <a:ext cx="12192000" cy="794873"/>
              <a:chOff x="0" y="-34695"/>
              <a:chExt cx="12192000" cy="794873"/>
            </a:xfrm>
          </p:grpSpPr>
          <p:sp>
            <p:nvSpPr>
              <p:cNvPr id="15" name="矩形 4">
                <a:extLst>
                  <a:ext uri="{FF2B5EF4-FFF2-40B4-BE49-F238E27FC236}">
                    <a16:creationId xmlns:a16="http://schemas.microsoft.com/office/drawing/2014/main" id="{36720635-80DB-4711-778F-36203EB1DF57}"/>
                  </a:ext>
                </a:extLst>
              </p:cNvPr>
              <p:cNvSpPr/>
              <p:nvPr/>
            </p:nvSpPr>
            <p:spPr>
              <a:xfrm>
                <a:off x="0" y="-31822"/>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dirty="0"/>
              </a:p>
            </p:txBody>
          </p:sp>
          <p:cxnSp>
            <p:nvCxnSpPr>
              <p:cNvPr id="16" name="直接连接符 15">
                <a:extLst>
                  <a:ext uri="{FF2B5EF4-FFF2-40B4-BE49-F238E27FC236}">
                    <a16:creationId xmlns:a16="http://schemas.microsoft.com/office/drawing/2014/main" id="{E37A57AF-98A5-F1E9-5A5F-7EB5C0AA1E12}"/>
                  </a:ext>
                </a:extLst>
              </p:cNvPr>
              <p:cNvCxnSpPr>
                <a:cxnSpLocks/>
              </p:cNvCxnSpPr>
              <p:nvPr/>
            </p:nvCxnSpPr>
            <p:spPr>
              <a:xfrm>
                <a:off x="9464907" y="282851"/>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7" name="矩形 16">
                <a:extLst>
                  <a:ext uri="{FF2B5EF4-FFF2-40B4-BE49-F238E27FC236}">
                    <a16:creationId xmlns:a16="http://schemas.microsoft.com/office/drawing/2014/main" id="{D6FFB1C7-44FF-0A52-003D-63F7F45CD53A}"/>
                  </a:ext>
                </a:extLst>
              </p:cNvPr>
              <p:cNvSpPr/>
              <p:nvPr/>
            </p:nvSpPr>
            <p:spPr>
              <a:xfrm>
                <a:off x="7179858" y="-34695"/>
                <a:ext cx="2285049" cy="79200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endParaRPr>
              </a:p>
            </p:txBody>
          </p:sp>
          <p:sp>
            <p:nvSpPr>
              <p:cNvPr id="18" name="TextBox 6">
                <a:extLst>
                  <a:ext uri="{FF2B5EF4-FFF2-40B4-BE49-F238E27FC236}">
                    <a16:creationId xmlns:a16="http://schemas.microsoft.com/office/drawing/2014/main" id="{8BDADBE1-8AFE-93C7-FBDA-94D61B69B98C}"/>
                  </a:ext>
                </a:extLst>
              </p:cNvPr>
              <p:cNvSpPr txBox="1"/>
              <p:nvPr/>
            </p:nvSpPr>
            <p:spPr>
              <a:xfrm>
                <a:off x="3263055" y="236420"/>
                <a:ext cx="1665999" cy="343159"/>
              </a:xfrm>
              <a:prstGeom prst="rect">
                <a:avLst/>
              </a:prstGeom>
              <a:noFill/>
            </p:spPr>
            <p:txBody>
              <a:bodyPr wrap="square" lIns="0" tIns="48000" rIns="0" bIns="48000" rtlCol="0">
                <a:spAutoFit/>
              </a:bodyPr>
              <a:lstStyle/>
              <a:p>
                <a:pPr algn="ctr"/>
                <a:r>
                  <a:rPr lang="en-US" altLang="zh-CN" sz="1600" b="1" dirty="0">
                    <a:solidFill>
                      <a:schemeClr val="bg1">
                        <a:lumMod val="50000"/>
                      </a:schemeClr>
                    </a:solidFill>
                    <a:latin typeface="微软雅黑" panose="020B0503020204020204" pitchFamily="34" charset="-122"/>
                    <a:ea typeface="微软雅黑" panose="020B0503020204020204" pitchFamily="34" charset="-122"/>
                  </a:rPr>
                  <a:t>SEA-RAFT</a:t>
                </a:r>
                <a:r>
                  <a:rPr lang="zh-CN" altLang="en-US" sz="1600" b="1" dirty="0">
                    <a:solidFill>
                      <a:schemeClr val="bg1">
                        <a:lumMod val="50000"/>
                      </a:schemeClr>
                    </a:solidFill>
                    <a:latin typeface="微软雅黑" panose="020B0503020204020204" pitchFamily="34" charset="-122"/>
                    <a:ea typeface="微软雅黑" panose="020B0503020204020204" pitchFamily="34" charset="-122"/>
                  </a:rPr>
                  <a:t>的目的</a:t>
                </a:r>
              </a:p>
            </p:txBody>
          </p:sp>
          <p:sp>
            <p:nvSpPr>
              <p:cNvPr id="19" name="TextBox 7">
                <a:extLst>
                  <a:ext uri="{FF2B5EF4-FFF2-40B4-BE49-F238E27FC236}">
                    <a16:creationId xmlns:a16="http://schemas.microsoft.com/office/drawing/2014/main" id="{06B01E09-0593-C21A-AD55-E3F340192872}"/>
                  </a:ext>
                </a:extLst>
              </p:cNvPr>
              <p:cNvSpPr txBox="1"/>
              <p:nvPr/>
            </p:nvSpPr>
            <p:spPr>
              <a:xfrm>
                <a:off x="5270217" y="236420"/>
                <a:ext cx="1502091"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pitchFamily="34" charset="-122"/>
                    <a:ea typeface="微软雅黑" panose="020B0503020204020204" pitchFamily="34" charset="-122"/>
                  </a:rPr>
                  <a:t>采取的解决方案</a:t>
                </a:r>
              </a:p>
            </p:txBody>
          </p:sp>
          <p:sp>
            <p:nvSpPr>
              <p:cNvPr id="20" name="TextBox 10">
                <a:extLst>
                  <a:ext uri="{FF2B5EF4-FFF2-40B4-BE49-F238E27FC236}">
                    <a16:creationId xmlns:a16="http://schemas.microsoft.com/office/drawing/2014/main" id="{3F159754-B6F0-C7C9-C2E8-9A7F9E6125A8}"/>
                  </a:ext>
                </a:extLst>
              </p:cNvPr>
              <p:cNvSpPr txBox="1"/>
              <p:nvPr/>
            </p:nvSpPr>
            <p:spPr>
              <a:xfrm>
                <a:off x="7373388" y="236420"/>
                <a:ext cx="1893714"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pitchFamily="34" charset="-122"/>
                    <a:ea typeface="微软雅黑" panose="020B0503020204020204" pitchFamily="34" charset="-122"/>
                  </a:rPr>
                  <a:t>选择这种方法的缘由</a:t>
                </a:r>
              </a:p>
            </p:txBody>
          </p:sp>
          <p:cxnSp>
            <p:nvCxnSpPr>
              <p:cNvPr id="21" name="直接连接符 20">
                <a:extLst>
                  <a:ext uri="{FF2B5EF4-FFF2-40B4-BE49-F238E27FC236}">
                    <a16:creationId xmlns:a16="http://schemas.microsoft.com/office/drawing/2014/main" id="{ACF26CDB-79F5-87B9-1951-7A3029EB9A23}"/>
                  </a:ext>
                </a:extLst>
              </p:cNvPr>
              <p:cNvCxnSpPr>
                <a:cxnSpLocks/>
              </p:cNvCxnSpPr>
              <p:nvPr/>
            </p:nvCxnSpPr>
            <p:spPr>
              <a:xfrm>
                <a:off x="7171149" y="282851"/>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22" name="图片 21">
                <a:extLst>
                  <a:ext uri="{FF2B5EF4-FFF2-40B4-BE49-F238E27FC236}">
                    <a16:creationId xmlns:a16="http://schemas.microsoft.com/office/drawing/2014/main" id="{D043F9C6-DCB6-F5AC-E5BC-82D32664904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8557" y="100193"/>
                <a:ext cx="2184731" cy="630736"/>
              </a:xfrm>
              <a:prstGeom prst="rect">
                <a:avLst/>
              </a:prstGeom>
            </p:spPr>
          </p:pic>
          <p:cxnSp>
            <p:nvCxnSpPr>
              <p:cNvPr id="23" name="直接连接符 22">
                <a:extLst>
                  <a:ext uri="{FF2B5EF4-FFF2-40B4-BE49-F238E27FC236}">
                    <a16:creationId xmlns:a16="http://schemas.microsoft.com/office/drawing/2014/main" id="{EF0B67D7-D037-4832-057C-F060EA7D6F03}"/>
                  </a:ext>
                </a:extLst>
              </p:cNvPr>
              <p:cNvCxnSpPr>
                <a:cxnSpLocks/>
              </p:cNvCxnSpPr>
              <p:nvPr/>
            </p:nvCxnSpPr>
            <p:spPr>
              <a:xfrm>
                <a:off x="11761897" y="282851"/>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4" name="直接连接符 23">
                <a:extLst>
                  <a:ext uri="{FF2B5EF4-FFF2-40B4-BE49-F238E27FC236}">
                    <a16:creationId xmlns:a16="http://schemas.microsoft.com/office/drawing/2014/main" id="{336EDE39-2EEC-E4F1-2C2E-7085F5A8A4CB}"/>
                  </a:ext>
                </a:extLst>
              </p:cNvPr>
              <p:cNvCxnSpPr>
                <a:cxnSpLocks/>
              </p:cNvCxnSpPr>
              <p:nvPr/>
            </p:nvCxnSpPr>
            <p:spPr>
              <a:xfrm>
                <a:off x="10918888" y="282851"/>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5" name="TextBox 7">
                <a:extLst>
                  <a:ext uri="{FF2B5EF4-FFF2-40B4-BE49-F238E27FC236}">
                    <a16:creationId xmlns:a16="http://schemas.microsoft.com/office/drawing/2014/main" id="{09195FD1-5858-55DE-BFB2-875106DC6149}"/>
                  </a:ext>
                </a:extLst>
              </p:cNvPr>
              <p:cNvSpPr txBox="1"/>
              <p:nvPr/>
            </p:nvSpPr>
            <p:spPr>
              <a:xfrm>
                <a:off x="9626117" y="236420"/>
                <a:ext cx="1121401"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pitchFamily="34" charset="-122"/>
                    <a:ea typeface="微软雅黑" panose="020B0503020204020204" pitchFamily="34" charset="-122"/>
                  </a:rPr>
                  <a:t>实验验证</a:t>
                </a:r>
              </a:p>
            </p:txBody>
          </p:sp>
          <p:sp>
            <p:nvSpPr>
              <p:cNvPr id="26" name="TextBox 7">
                <a:extLst>
                  <a:ext uri="{FF2B5EF4-FFF2-40B4-BE49-F238E27FC236}">
                    <a16:creationId xmlns:a16="http://schemas.microsoft.com/office/drawing/2014/main" id="{3A45C5DE-6B22-83DD-72A3-617B9F245856}"/>
                  </a:ext>
                </a:extLst>
              </p:cNvPr>
              <p:cNvSpPr txBox="1"/>
              <p:nvPr/>
            </p:nvSpPr>
            <p:spPr>
              <a:xfrm>
                <a:off x="10995166" y="236420"/>
                <a:ext cx="705374"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pitchFamily="34" charset="-122"/>
                    <a:ea typeface="微软雅黑" panose="020B0503020204020204" pitchFamily="34" charset="-122"/>
                  </a:rPr>
                  <a:t>看法</a:t>
                </a:r>
              </a:p>
            </p:txBody>
          </p:sp>
        </p:grpSp>
        <p:cxnSp>
          <p:nvCxnSpPr>
            <p:cNvPr id="14" name="直接连接符 13">
              <a:extLst>
                <a:ext uri="{FF2B5EF4-FFF2-40B4-BE49-F238E27FC236}">
                  <a16:creationId xmlns:a16="http://schemas.microsoft.com/office/drawing/2014/main" id="{11967041-059D-C57D-1096-3B02D8404368}"/>
                </a:ext>
              </a:extLst>
            </p:cNvPr>
            <p:cNvCxnSpPr>
              <a:cxnSpLocks/>
            </p:cNvCxnSpPr>
            <p:nvPr/>
          </p:nvCxnSpPr>
          <p:spPr>
            <a:xfrm>
              <a:off x="5132451" y="317550"/>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28" name="文本框 27">
            <a:extLst>
              <a:ext uri="{FF2B5EF4-FFF2-40B4-BE49-F238E27FC236}">
                <a16:creationId xmlns:a16="http://schemas.microsoft.com/office/drawing/2014/main" id="{487917C7-66C2-8680-13F5-3350396015DF}"/>
              </a:ext>
            </a:extLst>
          </p:cNvPr>
          <p:cNvSpPr txBox="1"/>
          <p:nvPr/>
        </p:nvSpPr>
        <p:spPr>
          <a:xfrm>
            <a:off x="1678461" y="2878898"/>
            <a:ext cx="6330718" cy="923330"/>
          </a:xfrm>
          <a:prstGeom prst="rect">
            <a:avLst/>
          </a:prstGeom>
          <a:noFill/>
        </p:spPr>
        <p:txBody>
          <a:bodyPr wrap="square">
            <a:spAutoFit/>
          </a:bodyPr>
          <a:lstStyle/>
          <a:p>
            <a:pPr algn="l" fontAlgn="base" latinLnBrk="0">
              <a:buNone/>
            </a:pPr>
            <a:r>
              <a:rPr lang="zh-CN" altLang="en-US" b="1" dirty="0">
                <a:solidFill>
                  <a:srgbClr val="000000"/>
                </a:solidFill>
                <a:effectLst/>
                <a:latin typeface="-apple-system"/>
              </a:rPr>
              <a:t>架构简化</a:t>
            </a:r>
            <a:r>
              <a:rPr lang="zh-CN" altLang="en-US" b="0" dirty="0">
                <a:solidFill>
                  <a:srgbClr val="000000"/>
                </a:solidFill>
                <a:effectLst/>
                <a:latin typeface="-apple-system"/>
              </a:rPr>
              <a:t>​：</a:t>
            </a:r>
          </a:p>
          <a:p>
            <a:pPr algn="l" fontAlgn="base" latinLnBrk="0">
              <a:buNone/>
            </a:pPr>
            <a:r>
              <a:rPr lang="en-US" altLang="zh-CN" b="0" dirty="0" err="1">
                <a:solidFill>
                  <a:srgbClr val="000000"/>
                </a:solidFill>
                <a:effectLst/>
                <a:latin typeface="-apple-system"/>
              </a:rPr>
              <a:t>ResNet</a:t>
            </a:r>
            <a:r>
              <a:rPr lang="zh-CN" altLang="en-US" b="0" dirty="0">
                <a:solidFill>
                  <a:srgbClr val="000000"/>
                </a:solidFill>
                <a:effectLst/>
                <a:latin typeface="-apple-system"/>
              </a:rPr>
              <a:t>和</a:t>
            </a:r>
            <a:r>
              <a:rPr lang="en-US" altLang="zh-CN" b="0" dirty="0" err="1">
                <a:solidFill>
                  <a:srgbClr val="000000"/>
                </a:solidFill>
                <a:effectLst/>
                <a:latin typeface="-apple-system"/>
              </a:rPr>
              <a:t>ConvNeXt</a:t>
            </a:r>
            <a:r>
              <a:rPr lang="zh-CN" altLang="en-US" b="0" dirty="0">
                <a:solidFill>
                  <a:srgbClr val="000000"/>
                </a:solidFill>
                <a:effectLst/>
                <a:latin typeface="-apple-system"/>
              </a:rPr>
              <a:t>是标准模块，易于扩展和维护，避免</a:t>
            </a:r>
            <a:r>
              <a:rPr lang="en-US" altLang="zh-CN" b="0" dirty="0">
                <a:solidFill>
                  <a:srgbClr val="000000"/>
                </a:solidFill>
                <a:effectLst/>
                <a:latin typeface="-apple-system"/>
              </a:rPr>
              <a:t>RAFT</a:t>
            </a:r>
            <a:r>
              <a:rPr lang="zh-CN" altLang="en-US" b="0" dirty="0">
                <a:solidFill>
                  <a:srgbClr val="000000"/>
                </a:solidFill>
                <a:effectLst/>
                <a:latin typeface="-apple-system"/>
              </a:rPr>
              <a:t>自定义设计的复杂性</a:t>
            </a:r>
          </a:p>
        </p:txBody>
      </p:sp>
    </p:spTree>
    <p:extLst>
      <p:ext uri="{BB962C8B-B14F-4D97-AF65-F5344CB8AC3E}">
        <p14:creationId xmlns:p14="http://schemas.microsoft.com/office/powerpoint/2010/main" val="3886048517"/>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A45FEF-304D-AF12-2203-6F6834F981E2}"/>
            </a:ext>
          </a:extLst>
        </p:cNvPr>
        <p:cNvGrpSpPr/>
        <p:nvPr/>
      </p:nvGrpSpPr>
      <p:grpSpPr>
        <a:xfrm>
          <a:off x="0" y="0"/>
          <a:ext cx="0" cy="0"/>
          <a:chOff x="0" y="0"/>
          <a:chExt cx="0" cy="0"/>
        </a:xfrm>
      </p:grpSpPr>
      <p:cxnSp>
        <p:nvCxnSpPr>
          <p:cNvPr id="102" name="直接连接符 101">
            <a:extLst>
              <a:ext uri="{FF2B5EF4-FFF2-40B4-BE49-F238E27FC236}">
                <a16:creationId xmlns:a16="http://schemas.microsoft.com/office/drawing/2014/main" id="{93A0AE58-2CEC-3C8C-1101-4F3247055BBC}"/>
              </a:ext>
            </a:extLst>
          </p:cNvPr>
          <p:cNvCxnSpPr/>
          <p:nvPr/>
        </p:nvCxnSpPr>
        <p:spPr>
          <a:xfrm>
            <a:off x="8301449" y="30045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3" name="直接连接符 102">
            <a:extLst>
              <a:ext uri="{FF2B5EF4-FFF2-40B4-BE49-F238E27FC236}">
                <a16:creationId xmlns:a16="http://schemas.microsoft.com/office/drawing/2014/main" id="{B640AB20-0DBC-6CB9-2A66-DA812A4172C5}"/>
              </a:ext>
            </a:extLst>
          </p:cNvPr>
          <p:cNvCxnSpPr/>
          <p:nvPr/>
        </p:nvCxnSpPr>
        <p:spPr>
          <a:xfrm>
            <a:off x="8301449" y="25181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4" name="直接连接符 103">
            <a:extLst>
              <a:ext uri="{FF2B5EF4-FFF2-40B4-BE49-F238E27FC236}">
                <a16:creationId xmlns:a16="http://schemas.microsoft.com/office/drawing/2014/main" id="{89BBEFAB-00E9-9F9E-F464-CD503237541F}"/>
              </a:ext>
            </a:extLst>
          </p:cNvPr>
          <p:cNvCxnSpPr/>
          <p:nvPr/>
        </p:nvCxnSpPr>
        <p:spPr>
          <a:xfrm>
            <a:off x="6599649" y="25181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05" name="矩形 4">
            <a:extLst>
              <a:ext uri="{FF2B5EF4-FFF2-40B4-BE49-F238E27FC236}">
                <a16:creationId xmlns:a16="http://schemas.microsoft.com/office/drawing/2014/main" id="{149B1F7D-4215-C6CE-70CC-75B1D3931F56}"/>
              </a:ext>
            </a:extLst>
          </p:cNvPr>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p>
        </p:txBody>
      </p:sp>
      <p:cxnSp>
        <p:nvCxnSpPr>
          <p:cNvPr id="106" name="直接连接符 105">
            <a:extLst>
              <a:ext uri="{FF2B5EF4-FFF2-40B4-BE49-F238E27FC236}">
                <a16:creationId xmlns:a16="http://schemas.microsoft.com/office/drawing/2014/main" id="{81E3475D-63DC-6FE0-E85D-04426F8F26FF}"/>
              </a:ext>
            </a:extLst>
          </p:cNvPr>
          <p:cNvCxnSpPr/>
          <p:nvPr/>
        </p:nvCxnSpPr>
        <p:spPr>
          <a:xfrm>
            <a:off x="4895713" y="285093"/>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7" name="直接连接符 106">
            <a:extLst>
              <a:ext uri="{FF2B5EF4-FFF2-40B4-BE49-F238E27FC236}">
                <a16:creationId xmlns:a16="http://schemas.microsoft.com/office/drawing/2014/main" id="{406474F1-611C-0FD2-DC3D-A83EF03D85E3}"/>
              </a:ext>
            </a:extLst>
          </p:cNvPr>
          <p:cNvCxnSpPr/>
          <p:nvPr/>
        </p:nvCxnSpPr>
        <p:spPr>
          <a:xfrm>
            <a:off x="6599472"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08" name="TextBox 7">
            <a:extLst>
              <a:ext uri="{FF2B5EF4-FFF2-40B4-BE49-F238E27FC236}">
                <a16:creationId xmlns:a16="http://schemas.microsoft.com/office/drawing/2014/main" id="{F3E124B4-151A-28B2-3406-768BDF819048}"/>
              </a:ext>
            </a:extLst>
          </p:cNvPr>
          <p:cNvSpPr txBox="1"/>
          <p:nvPr/>
        </p:nvSpPr>
        <p:spPr>
          <a:xfrm>
            <a:off x="5076749" y="215904"/>
            <a:ext cx="1344000" cy="343159"/>
          </a:xfrm>
          <a:prstGeom prst="rect">
            <a:avLst/>
          </a:prstGeom>
          <a:noFill/>
        </p:spPr>
        <p:txBody>
          <a:bodyPr wrap="square" lIns="0" tIns="48000" rIns="0" bIns="48000" rtlCol="0">
            <a:spAutoFit/>
          </a:bodyPr>
          <a:lstStyle/>
          <a:p>
            <a:pPr algn="ctr"/>
            <a:r>
              <a:rPr lang="en-US" altLang="zh-CN" sz="1600" b="1" dirty="0">
                <a:solidFill>
                  <a:schemeClr val="bg1">
                    <a:lumMod val="50000"/>
                  </a:schemeClr>
                </a:solidFill>
                <a:latin typeface="微软雅黑" panose="020B0503020204020204" pitchFamily="34" charset="-122"/>
                <a:ea typeface="微软雅黑" panose="020B0503020204020204" pitchFamily="34" charset="-122"/>
              </a:rPr>
              <a:t>LIBS</a:t>
            </a:r>
            <a:r>
              <a:rPr lang="zh-CN" altLang="en-US" sz="1600" b="1" dirty="0">
                <a:solidFill>
                  <a:schemeClr val="bg1">
                    <a:lumMod val="50000"/>
                  </a:schemeClr>
                </a:solidFill>
                <a:latin typeface="微软雅黑" panose="020B0503020204020204" pitchFamily="34" charset="-122"/>
                <a:ea typeface="微软雅黑" panose="020B0503020204020204" pitchFamily="34" charset="-122"/>
              </a:rPr>
              <a:t>应用领域</a:t>
            </a:r>
          </a:p>
        </p:txBody>
      </p:sp>
      <p:sp>
        <p:nvSpPr>
          <p:cNvPr id="109" name="TextBox 9">
            <a:extLst>
              <a:ext uri="{FF2B5EF4-FFF2-40B4-BE49-F238E27FC236}">
                <a16:creationId xmlns:a16="http://schemas.microsoft.com/office/drawing/2014/main" id="{304C5DB9-2A14-7B33-1AE8-3BDED5F51D16}"/>
              </a:ext>
            </a:extLst>
          </p:cNvPr>
          <p:cNvSpPr txBox="1"/>
          <p:nvPr/>
        </p:nvSpPr>
        <p:spPr>
          <a:xfrm>
            <a:off x="3382541" y="215904"/>
            <a:ext cx="1344000" cy="340995"/>
          </a:xfrm>
          <a:prstGeom prst="rect">
            <a:avLst/>
          </a:prstGeom>
          <a:noFill/>
        </p:spPr>
        <p:txBody>
          <a:bodyPr wrap="square" lIns="0" tIns="48000" rIns="0" bIns="48000" rtlCol="0">
            <a:spAutoFit/>
          </a:bodyPr>
          <a:lstStyle/>
          <a:p>
            <a:pPr algn="ctr"/>
            <a:r>
              <a:rPr lang="en-US" altLang="zh-CN" sz="1600" b="1" dirty="0">
                <a:solidFill>
                  <a:schemeClr val="bg1">
                    <a:lumMod val="50000"/>
                  </a:schemeClr>
                </a:solidFill>
                <a:latin typeface="微软雅黑" panose="020B0503020204020204" pitchFamily="34" charset="-122"/>
                <a:ea typeface="微软雅黑" panose="020B0503020204020204" pitchFamily="34" charset="-122"/>
              </a:rPr>
              <a:t>LIBS</a:t>
            </a:r>
            <a:r>
              <a:rPr lang="zh-CN" altLang="en-US" sz="1600" b="1" dirty="0">
                <a:solidFill>
                  <a:schemeClr val="bg1">
                    <a:lumMod val="50000"/>
                  </a:schemeClr>
                </a:solidFill>
                <a:latin typeface="微软雅黑" panose="020B0503020204020204" pitchFamily="34" charset="-122"/>
                <a:ea typeface="微软雅黑" panose="020B0503020204020204" pitchFamily="34" charset="-122"/>
              </a:rPr>
              <a:t>概述</a:t>
            </a:r>
          </a:p>
        </p:txBody>
      </p:sp>
      <p:pic>
        <p:nvPicPr>
          <p:cNvPr id="112" name="图片 111">
            <a:extLst>
              <a:ext uri="{FF2B5EF4-FFF2-40B4-BE49-F238E27FC236}">
                <a16:creationId xmlns:a16="http://schemas.microsoft.com/office/drawing/2014/main" id="{063B4D20-9679-0211-26CA-49E0A2C96CC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8557" y="100193"/>
            <a:ext cx="2184731" cy="630736"/>
          </a:xfrm>
          <a:prstGeom prst="rect">
            <a:avLst/>
          </a:prstGeom>
        </p:spPr>
      </p:pic>
      <p:sp>
        <p:nvSpPr>
          <p:cNvPr id="114" name="TextBox 6">
            <a:extLst>
              <a:ext uri="{FF2B5EF4-FFF2-40B4-BE49-F238E27FC236}">
                <a16:creationId xmlns:a16="http://schemas.microsoft.com/office/drawing/2014/main" id="{ECE020D3-E048-8DF4-FA5C-4EA1D7CBAAE6}"/>
              </a:ext>
            </a:extLst>
          </p:cNvPr>
          <p:cNvSpPr txBox="1"/>
          <p:nvPr/>
        </p:nvSpPr>
        <p:spPr>
          <a:xfrm>
            <a:off x="6988735" y="215904"/>
            <a:ext cx="1448188" cy="340995"/>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pitchFamily="34" charset="-122"/>
                <a:ea typeface="微软雅黑" panose="020B0503020204020204" pitchFamily="34" charset="-122"/>
              </a:rPr>
              <a:t>仪器化</a:t>
            </a:r>
            <a:r>
              <a:rPr lang="en-US" altLang="zh-CN" sz="1600" b="1" dirty="0">
                <a:solidFill>
                  <a:schemeClr val="bg1"/>
                </a:solidFill>
                <a:latin typeface="微软雅黑" panose="020B0503020204020204" pitchFamily="34" charset="-122"/>
                <a:ea typeface="微软雅黑" panose="020B0503020204020204" pitchFamily="34" charset="-122"/>
              </a:rPr>
              <a:t>LIBS</a:t>
            </a:r>
            <a:endParaRPr lang="zh-CN" altLang="en-US" sz="1600" b="1" dirty="0">
              <a:solidFill>
                <a:schemeClr val="bg1"/>
              </a:solidFill>
              <a:latin typeface="微软雅黑" panose="020B0503020204020204" pitchFamily="34" charset="-122"/>
              <a:ea typeface="微软雅黑" panose="020B0503020204020204" pitchFamily="34" charset="-122"/>
            </a:endParaRPr>
          </a:p>
        </p:txBody>
      </p:sp>
      <p:cxnSp>
        <p:nvCxnSpPr>
          <p:cNvPr id="115" name="直接连接符 114">
            <a:extLst>
              <a:ext uri="{FF2B5EF4-FFF2-40B4-BE49-F238E27FC236}">
                <a16:creationId xmlns:a16="http://schemas.microsoft.com/office/drawing/2014/main" id="{332A2786-9212-95AB-E60A-E18EC0DB506A}"/>
              </a:ext>
            </a:extLst>
          </p:cNvPr>
          <p:cNvCxnSpPr/>
          <p:nvPr/>
        </p:nvCxnSpPr>
        <p:spPr>
          <a:xfrm>
            <a:off x="6599649" y="275365"/>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 name="矩形 21">
            <a:extLst>
              <a:ext uri="{FF2B5EF4-FFF2-40B4-BE49-F238E27FC236}">
                <a16:creationId xmlns:a16="http://schemas.microsoft.com/office/drawing/2014/main" id="{7245D580-5816-DDA1-95FB-33E9D5BFFC73}"/>
              </a:ext>
            </a:extLst>
          </p:cNvPr>
          <p:cNvSpPr/>
          <p:nvPr/>
        </p:nvSpPr>
        <p:spPr>
          <a:xfrm>
            <a:off x="3036168" y="1335502"/>
            <a:ext cx="7641992" cy="520684"/>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94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4" name="矩形 3">
            <a:extLst>
              <a:ext uri="{FF2B5EF4-FFF2-40B4-BE49-F238E27FC236}">
                <a16:creationId xmlns:a16="http://schemas.microsoft.com/office/drawing/2014/main" id="{6D995740-FAF2-3FE1-00A5-160F478B1810}"/>
              </a:ext>
            </a:extLst>
          </p:cNvPr>
          <p:cNvSpPr/>
          <p:nvPr/>
        </p:nvSpPr>
        <p:spPr>
          <a:xfrm>
            <a:off x="666750" y="1335486"/>
            <a:ext cx="4410075" cy="520700"/>
          </a:xfrm>
          <a:prstGeom prst="rect">
            <a:avLst/>
          </a:prstGeom>
          <a:solidFill>
            <a:srgbClr val="A630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94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5" name="TextBox 64">
            <a:extLst>
              <a:ext uri="{FF2B5EF4-FFF2-40B4-BE49-F238E27FC236}">
                <a16:creationId xmlns:a16="http://schemas.microsoft.com/office/drawing/2014/main" id="{FE38F1CE-BF4A-40FA-140B-3F912E562DBA}"/>
              </a:ext>
            </a:extLst>
          </p:cNvPr>
          <p:cNvSpPr txBox="1"/>
          <p:nvPr/>
        </p:nvSpPr>
        <p:spPr>
          <a:xfrm>
            <a:off x="718820" y="1419860"/>
            <a:ext cx="2932430" cy="369332"/>
          </a:xfrm>
          <a:prstGeom prst="rect">
            <a:avLst/>
          </a:prstGeom>
          <a:noFill/>
        </p:spPr>
        <p:txBody>
          <a:bodyPr wrap="square" rtlCol="0">
            <a:spAutoFit/>
          </a:bodyPr>
          <a:lstStyle/>
          <a:p>
            <a:pPr algn="ctr"/>
            <a:r>
              <a:rPr lang="zh-CN" altLang="en-US" b="1" u="sng" dirty="0">
                <a:solidFill>
                  <a:schemeClr val="bg1"/>
                </a:solidFill>
                <a:latin typeface="+mj-ea"/>
                <a:ea typeface="+mj-ea"/>
                <a:cs typeface="+mn-ea"/>
                <a:sym typeface="Arial" panose="020B0604020202020204" pitchFamily="34" charset="0"/>
              </a:rPr>
              <a:t>仪器化</a:t>
            </a:r>
            <a:r>
              <a:rPr lang="en-US" altLang="zh-CN" b="1" u="sng" dirty="0">
                <a:solidFill>
                  <a:schemeClr val="bg1"/>
                </a:solidFill>
                <a:latin typeface="+mj-ea"/>
                <a:ea typeface="+mj-ea"/>
                <a:cs typeface="+mn-ea"/>
                <a:sym typeface="Arial" panose="020B0604020202020204" pitchFamily="34" charset="0"/>
              </a:rPr>
              <a:t>LIBS</a:t>
            </a:r>
            <a:r>
              <a:rPr lang="zh-CN" altLang="en-US" b="1" u="sng" dirty="0">
                <a:solidFill>
                  <a:schemeClr val="bg1"/>
                </a:solidFill>
                <a:latin typeface="+mj-ea"/>
                <a:ea typeface="+mj-ea"/>
                <a:cs typeface="+mn-ea"/>
                <a:sym typeface="Arial" panose="020B0604020202020204" pitchFamily="34" charset="0"/>
              </a:rPr>
              <a:t>研究现状</a:t>
            </a:r>
          </a:p>
        </p:txBody>
      </p:sp>
      <p:cxnSp>
        <p:nvCxnSpPr>
          <p:cNvPr id="6" name="直接连接符 5">
            <a:extLst>
              <a:ext uri="{FF2B5EF4-FFF2-40B4-BE49-F238E27FC236}">
                <a16:creationId xmlns:a16="http://schemas.microsoft.com/office/drawing/2014/main" id="{CFCEE953-B61F-6415-2710-39B35E7FC35D}"/>
              </a:ext>
            </a:extLst>
          </p:cNvPr>
          <p:cNvCxnSpPr/>
          <p:nvPr/>
        </p:nvCxnSpPr>
        <p:spPr>
          <a:xfrm flipV="1">
            <a:off x="598472" y="1195628"/>
            <a:ext cx="3043167" cy="1515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8D8A2AF8-DC46-F5A6-0379-FCE4B7DF7A30}"/>
              </a:ext>
            </a:extLst>
          </p:cNvPr>
          <p:cNvSpPr txBox="1"/>
          <p:nvPr/>
        </p:nvSpPr>
        <p:spPr>
          <a:xfrm>
            <a:off x="827309" y="800617"/>
            <a:ext cx="3189937" cy="402590"/>
          </a:xfrm>
          <a:prstGeom prst="rect">
            <a:avLst/>
          </a:prstGeom>
          <a:noFill/>
        </p:spPr>
        <p:txBody>
          <a:bodyPr wrap="square" lIns="0" tIns="48000" rIns="0" bIns="48000" rtlCol="0">
            <a:spAutoFit/>
          </a:bodyPr>
          <a:lstStyle/>
          <a:p>
            <a:r>
              <a:rPr lang="zh-CN" altLang="en-US" sz="2000" b="1" dirty="0">
                <a:solidFill>
                  <a:schemeClr val="tx1">
                    <a:lumMod val="65000"/>
                    <a:lumOff val="35000"/>
                  </a:schemeClr>
                </a:solidFill>
                <a:latin typeface="微软雅黑" panose="020B0503020204020204" pitchFamily="34" charset="-122"/>
                <a:ea typeface="微软雅黑" panose="020B0503020204020204" pitchFamily="34" charset="-122"/>
              </a:rPr>
              <a:t>三、仪器化</a:t>
            </a:r>
            <a:r>
              <a:rPr lang="en-US" altLang="zh-CN" sz="2000" b="1" dirty="0">
                <a:solidFill>
                  <a:schemeClr val="tx1">
                    <a:lumMod val="65000"/>
                    <a:lumOff val="35000"/>
                  </a:schemeClr>
                </a:solidFill>
                <a:latin typeface="微软雅黑" panose="020B0503020204020204" pitchFamily="34" charset="-122"/>
                <a:ea typeface="微软雅黑" panose="020B0503020204020204" pitchFamily="34" charset="-122"/>
              </a:rPr>
              <a:t>LIBS</a:t>
            </a:r>
            <a:endParaRPr lang="zh-CN" altLang="en-US" sz="2000" b="1"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2" name="TextBox 64">
            <a:extLst>
              <a:ext uri="{FF2B5EF4-FFF2-40B4-BE49-F238E27FC236}">
                <a16:creationId xmlns:a16="http://schemas.microsoft.com/office/drawing/2014/main" id="{A00A273F-8E62-87A4-15A3-016C420D9D7F}"/>
              </a:ext>
            </a:extLst>
          </p:cNvPr>
          <p:cNvSpPr txBox="1"/>
          <p:nvPr/>
        </p:nvSpPr>
        <p:spPr>
          <a:xfrm>
            <a:off x="5076749" y="1389647"/>
            <a:ext cx="2932430" cy="369332"/>
          </a:xfrm>
          <a:prstGeom prst="rect">
            <a:avLst/>
          </a:prstGeom>
          <a:noFill/>
        </p:spPr>
        <p:txBody>
          <a:bodyPr wrap="square" rtlCol="0">
            <a:spAutoFit/>
          </a:bodyPr>
          <a:lstStyle/>
          <a:p>
            <a:pPr algn="ctr"/>
            <a:r>
              <a:rPr lang="zh-CN" altLang="en-US" b="1" u="sng" dirty="0">
                <a:latin typeface="+mj-ea"/>
                <a:ea typeface="+mj-ea"/>
                <a:cs typeface="+mn-ea"/>
                <a:sym typeface="Arial" panose="020B0604020202020204" pitchFamily="34" charset="0"/>
              </a:rPr>
              <a:t>台式</a:t>
            </a:r>
            <a:r>
              <a:rPr lang="en-US" altLang="zh-CN" b="1" u="sng" dirty="0">
                <a:latin typeface="+mj-ea"/>
                <a:ea typeface="+mj-ea"/>
                <a:cs typeface="+mn-ea"/>
                <a:sym typeface="Arial" panose="020B0604020202020204" pitchFamily="34" charset="0"/>
              </a:rPr>
              <a:t>LIBS</a:t>
            </a:r>
            <a:endParaRPr lang="zh-CN" altLang="en-US" b="1" u="sng" dirty="0">
              <a:latin typeface="+mj-ea"/>
              <a:ea typeface="+mj-ea"/>
              <a:cs typeface="+mn-ea"/>
              <a:sym typeface="Arial" panose="020B0604020202020204" pitchFamily="34" charset="0"/>
            </a:endParaRPr>
          </a:p>
        </p:txBody>
      </p:sp>
      <p:sp>
        <p:nvSpPr>
          <p:cNvPr id="8" name="文本框 7">
            <a:extLst>
              <a:ext uri="{FF2B5EF4-FFF2-40B4-BE49-F238E27FC236}">
                <a16:creationId xmlns:a16="http://schemas.microsoft.com/office/drawing/2014/main" id="{4194912B-BB24-6B15-582A-A95CB2041AD9}"/>
              </a:ext>
            </a:extLst>
          </p:cNvPr>
          <p:cNvSpPr txBox="1"/>
          <p:nvPr/>
        </p:nvSpPr>
        <p:spPr>
          <a:xfrm>
            <a:off x="666750" y="2088682"/>
            <a:ext cx="5849553" cy="2536207"/>
          </a:xfrm>
          <a:prstGeom prst="rect">
            <a:avLst/>
          </a:prstGeom>
          <a:noFill/>
        </p:spPr>
        <p:txBody>
          <a:bodyPr wrap="square" rtlCol="0">
            <a:spAutoFit/>
          </a:bodyPr>
          <a:lstStyle/>
          <a:p>
            <a:pPr>
              <a:lnSpc>
                <a:spcPct val="150000"/>
              </a:lnSpc>
            </a:pPr>
            <a:r>
              <a:rPr lang="en-US" altLang="zh-CN" dirty="0">
                <a:latin typeface="Times New Roman" panose="02020603050405020304" pitchFamily="18" charset="0"/>
              </a:rPr>
              <a:t>LIBSOPA-200 </a:t>
            </a:r>
            <a:r>
              <a:rPr lang="zh-CN" altLang="en-US" dirty="0">
                <a:latin typeface="Times New Roman" panose="02020603050405020304" pitchFamily="18" charset="0"/>
              </a:rPr>
              <a:t>是钢研纳克 </a:t>
            </a:r>
            <a:r>
              <a:rPr lang="en-US" altLang="zh-CN" dirty="0">
                <a:latin typeface="Times New Roman" panose="02020603050405020304" pitchFamily="18" charset="0"/>
              </a:rPr>
              <a:t>(NCS) </a:t>
            </a:r>
            <a:r>
              <a:rPr lang="zh-CN" altLang="en-US" dirty="0">
                <a:latin typeface="Times New Roman" panose="02020603050405020304" pitchFamily="18" charset="0"/>
              </a:rPr>
              <a:t>公司推出的一款台式 </a:t>
            </a:r>
            <a:r>
              <a:rPr lang="en-US" altLang="zh-CN" dirty="0">
                <a:latin typeface="Times New Roman" panose="02020603050405020304" pitchFamily="18" charset="0"/>
              </a:rPr>
              <a:t>LIBS </a:t>
            </a:r>
            <a:r>
              <a:rPr lang="zh-CN" altLang="en-US" dirty="0">
                <a:latin typeface="Times New Roman" panose="02020603050405020304" pitchFamily="18" charset="0"/>
              </a:rPr>
              <a:t>仪器</a:t>
            </a:r>
            <a:r>
              <a:rPr lang="en-US" altLang="zh-CN" dirty="0">
                <a:latin typeface="Times New Roman" panose="02020603050405020304" pitchFamily="18" charset="0"/>
              </a:rPr>
              <a:t>[8], </a:t>
            </a:r>
            <a:r>
              <a:rPr lang="zh-CN" altLang="en-US" dirty="0">
                <a:latin typeface="Times New Roman" panose="02020603050405020304" pitchFamily="18" charset="0"/>
              </a:rPr>
              <a:t>适合用于涂层和薄膜材料分析</a:t>
            </a:r>
            <a:r>
              <a:rPr lang="en-US" altLang="zh-CN" dirty="0">
                <a:latin typeface="Times New Roman" panose="02020603050405020304" pitchFamily="18" charset="0"/>
              </a:rPr>
              <a:t>, </a:t>
            </a:r>
            <a:r>
              <a:rPr lang="zh-CN" altLang="en-US" dirty="0">
                <a:latin typeface="Times New Roman" panose="02020603050405020304" pitchFamily="18" charset="0"/>
              </a:rPr>
              <a:t>其具有元素成像、多尺度光斑自动调节、双视场监测、微区分析等功能。该仪器如图所示</a:t>
            </a:r>
            <a:r>
              <a:rPr lang="en-US" altLang="zh-CN" dirty="0">
                <a:latin typeface="Times New Roman" panose="02020603050405020304" pitchFamily="18" charset="0"/>
              </a:rPr>
              <a:t>, </a:t>
            </a:r>
            <a:r>
              <a:rPr lang="zh-CN" altLang="en-US" dirty="0">
                <a:latin typeface="Times New Roman" panose="02020603050405020304" pitchFamily="18" charset="0"/>
              </a:rPr>
              <a:t>其可检测各种尺寸、状态和导电性能的样品。搭配的分析软件可表征诸多元素在材料不同位置含量以及材料的疏松度。</a:t>
            </a:r>
          </a:p>
        </p:txBody>
      </p:sp>
      <p:pic>
        <p:nvPicPr>
          <p:cNvPr id="10" name="图片 9">
            <a:extLst>
              <a:ext uri="{FF2B5EF4-FFF2-40B4-BE49-F238E27FC236}">
                <a16:creationId xmlns:a16="http://schemas.microsoft.com/office/drawing/2014/main" id="{FDB9F388-A1E7-A631-7548-D920709350E2}"/>
              </a:ext>
            </a:extLst>
          </p:cNvPr>
          <p:cNvPicPr>
            <a:picLocks noChangeAspect="1"/>
          </p:cNvPicPr>
          <p:nvPr/>
        </p:nvPicPr>
        <p:blipFill>
          <a:blip r:embed="rId4"/>
          <a:stretch>
            <a:fillRect/>
          </a:stretch>
        </p:blipFill>
        <p:spPr>
          <a:xfrm>
            <a:off x="6988735" y="2093498"/>
            <a:ext cx="3343275" cy="3429000"/>
          </a:xfrm>
          <a:prstGeom prst="rect">
            <a:avLst/>
          </a:prstGeom>
        </p:spPr>
      </p:pic>
      <p:sp>
        <p:nvSpPr>
          <p:cNvPr id="9" name="文本框 8">
            <a:extLst>
              <a:ext uri="{FF2B5EF4-FFF2-40B4-BE49-F238E27FC236}">
                <a16:creationId xmlns:a16="http://schemas.microsoft.com/office/drawing/2014/main" id="{88D0A26D-F37E-F7E2-2B47-8601E66FE575}"/>
              </a:ext>
            </a:extLst>
          </p:cNvPr>
          <p:cNvSpPr txBox="1"/>
          <p:nvPr/>
        </p:nvSpPr>
        <p:spPr>
          <a:xfrm>
            <a:off x="7434806" y="6000574"/>
            <a:ext cx="2897204" cy="276999"/>
          </a:xfrm>
          <a:prstGeom prst="rect">
            <a:avLst/>
          </a:prstGeom>
          <a:noFill/>
        </p:spPr>
        <p:txBody>
          <a:bodyPr wrap="square" rtlCol="0">
            <a:spAutoFit/>
          </a:bodyPr>
          <a:lstStyle/>
          <a:p>
            <a:r>
              <a:rPr lang="zh-CN" altLang="en-US" sz="1200" dirty="0"/>
              <a:t>图</a:t>
            </a:r>
            <a:r>
              <a:rPr lang="en-US" altLang="zh-CN" sz="1200" dirty="0"/>
              <a:t>10 </a:t>
            </a:r>
            <a:r>
              <a:rPr lang="zh-CN" altLang="en-US" sz="1200" dirty="0"/>
              <a:t>钢研纳克公司的 </a:t>
            </a:r>
            <a:r>
              <a:rPr lang="en-US" altLang="zh-CN" sz="1200" dirty="0"/>
              <a:t>LIBSOPA-200</a:t>
            </a:r>
            <a:endParaRPr lang="zh-CN" altLang="en-US" sz="1200" dirty="0"/>
          </a:p>
        </p:txBody>
      </p:sp>
      <p:grpSp>
        <p:nvGrpSpPr>
          <p:cNvPr id="11" name="组合 10">
            <a:extLst>
              <a:ext uri="{FF2B5EF4-FFF2-40B4-BE49-F238E27FC236}">
                <a16:creationId xmlns:a16="http://schemas.microsoft.com/office/drawing/2014/main" id="{6F12C20E-A76C-86C5-A017-9255BACD17EA}"/>
              </a:ext>
            </a:extLst>
          </p:cNvPr>
          <p:cNvGrpSpPr/>
          <p:nvPr/>
        </p:nvGrpSpPr>
        <p:grpSpPr>
          <a:xfrm>
            <a:off x="0" y="4"/>
            <a:ext cx="12192000" cy="794873"/>
            <a:chOff x="0" y="4"/>
            <a:chExt cx="12192000" cy="794873"/>
          </a:xfrm>
        </p:grpSpPr>
        <p:grpSp>
          <p:nvGrpSpPr>
            <p:cNvPr id="12" name="组合 11">
              <a:extLst>
                <a:ext uri="{FF2B5EF4-FFF2-40B4-BE49-F238E27FC236}">
                  <a16:creationId xmlns:a16="http://schemas.microsoft.com/office/drawing/2014/main" id="{7B9A0B7C-EEBC-ABA7-F6B4-BDB6AB7BA4D3}"/>
                </a:ext>
              </a:extLst>
            </p:cNvPr>
            <p:cNvGrpSpPr/>
            <p:nvPr/>
          </p:nvGrpSpPr>
          <p:grpSpPr>
            <a:xfrm>
              <a:off x="0" y="4"/>
              <a:ext cx="12192000" cy="794873"/>
              <a:chOff x="0" y="-34695"/>
              <a:chExt cx="12192000" cy="794873"/>
            </a:xfrm>
          </p:grpSpPr>
          <p:sp>
            <p:nvSpPr>
              <p:cNvPr id="14" name="矩形 4">
                <a:extLst>
                  <a:ext uri="{FF2B5EF4-FFF2-40B4-BE49-F238E27FC236}">
                    <a16:creationId xmlns:a16="http://schemas.microsoft.com/office/drawing/2014/main" id="{F604022A-31A4-1107-F33B-C02D3C8F25CB}"/>
                  </a:ext>
                </a:extLst>
              </p:cNvPr>
              <p:cNvSpPr/>
              <p:nvPr/>
            </p:nvSpPr>
            <p:spPr>
              <a:xfrm>
                <a:off x="0" y="-31822"/>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dirty="0"/>
              </a:p>
            </p:txBody>
          </p:sp>
          <p:cxnSp>
            <p:nvCxnSpPr>
              <p:cNvPr id="15" name="直接连接符 14">
                <a:extLst>
                  <a:ext uri="{FF2B5EF4-FFF2-40B4-BE49-F238E27FC236}">
                    <a16:creationId xmlns:a16="http://schemas.microsoft.com/office/drawing/2014/main" id="{A3DB93BE-F510-4EAD-AFF1-6EE6C5B090D4}"/>
                  </a:ext>
                </a:extLst>
              </p:cNvPr>
              <p:cNvCxnSpPr>
                <a:cxnSpLocks/>
              </p:cNvCxnSpPr>
              <p:nvPr/>
            </p:nvCxnSpPr>
            <p:spPr>
              <a:xfrm>
                <a:off x="9464907" y="282851"/>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6" name="矩形 15">
                <a:extLst>
                  <a:ext uri="{FF2B5EF4-FFF2-40B4-BE49-F238E27FC236}">
                    <a16:creationId xmlns:a16="http://schemas.microsoft.com/office/drawing/2014/main" id="{72C64CAB-BA31-34DA-9047-7647F6255576}"/>
                  </a:ext>
                </a:extLst>
              </p:cNvPr>
              <p:cNvSpPr/>
              <p:nvPr/>
            </p:nvSpPr>
            <p:spPr>
              <a:xfrm>
                <a:off x="7179858" y="-34695"/>
                <a:ext cx="2285049" cy="79200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endParaRPr>
              </a:p>
            </p:txBody>
          </p:sp>
          <p:sp>
            <p:nvSpPr>
              <p:cNvPr id="17" name="TextBox 6">
                <a:extLst>
                  <a:ext uri="{FF2B5EF4-FFF2-40B4-BE49-F238E27FC236}">
                    <a16:creationId xmlns:a16="http://schemas.microsoft.com/office/drawing/2014/main" id="{7AA527FB-2F6D-4DDC-E231-07A544ED7082}"/>
                  </a:ext>
                </a:extLst>
              </p:cNvPr>
              <p:cNvSpPr txBox="1"/>
              <p:nvPr/>
            </p:nvSpPr>
            <p:spPr>
              <a:xfrm>
                <a:off x="3263055" y="236420"/>
                <a:ext cx="1665999" cy="343159"/>
              </a:xfrm>
              <a:prstGeom prst="rect">
                <a:avLst/>
              </a:prstGeom>
              <a:noFill/>
            </p:spPr>
            <p:txBody>
              <a:bodyPr wrap="square" lIns="0" tIns="48000" rIns="0" bIns="48000" rtlCol="0">
                <a:spAutoFit/>
              </a:bodyPr>
              <a:lstStyle/>
              <a:p>
                <a:pPr algn="ctr"/>
                <a:r>
                  <a:rPr lang="en-US" altLang="zh-CN" sz="1600" b="1" dirty="0">
                    <a:solidFill>
                      <a:schemeClr val="bg1">
                        <a:lumMod val="50000"/>
                      </a:schemeClr>
                    </a:solidFill>
                    <a:latin typeface="微软雅黑" panose="020B0503020204020204" pitchFamily="34" charset="-122"/>
                    <a:ea typeface="微软雅黑" panose="020B0503020204020204" pitchFamily="34" charset="-122"/>
                  </a:rPr>
                  <a:t>SEA-RAFT</a:t>
                </a:r>
                <a:r>
                  <a:rPr lang="zh-CN" altLang="en-US" sz="1600" b="1" dirty="0">
                    <a:solidFill>
                      <a:schemeClr val="bg1">
                        <a:lumMod val="50000"/>
                      </a:schemeClr>
                    </a:solidFill>
                    <a:latin typeface="微软雅黑" panose="020B0503020204020204" pitchFamily="34" charset="-122"/>
                    <a:ea typeface="微软雅黑" panose="020B0503020204020204" pitchFamily="34" charset="-122"/>
                  </a:rPr>
                  <a:t>的目的</a:t>
                </a:r>
              </a:p>
            </p:txBody>
          </p:sp>
          <p:sp>
            <p:nvSpPr>
              <p:cNvPr id="18" name="TextBox 7">
                <a:extLst>
                  <a:ext uri="{FF2B5EF4-FFF2-40B4-BE49-F238E27FC236}">
                    <a16:creationId xmlns:a16="http://schemas.microsoft.com/office/drawing/2014/main" id="{499AFA53-1FEC-22F0-58E8-C9BF94377068}"/>
                  </a:ext>
                </a:extLst>
              </p:cNvPr>
              <p:cNvSpPr txBox="1"/>
              <p:nvPr/>
            </p:nvSpPr>
            <p:spPr>
              <a:xfrm>
                <a:off x="5270217" y="236420"/>
                <a:ext cx="1502091"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pitchFamily="34" charset="-122"/>
                    <a:ea typeface="微软雅黑" panose="020B0503020204020204" pitchFamily="34" charset="-122"/>
                  </a:rPr>
                  <a:t>采取的解决方案</a:t>
                </a:r>
              </a:p>
            </p:txBody>
          </p:sp>
          <p:sp>
            <p:nvSpPr>
              <p:cNvPr id="19" name="TextBox 10">
                <a:extLst>
                  <a:ext uri="{FF2B5EF4-FFF2-40B4-BE49-F238E27FC236}">
                    <a16:creationId xmlns:a16="http://schemas.microsoft.com/office/drawing/2014/main" id="{C924E715-7E02-B7D0-CE85-B3B6D956BF6D}"/>
                  </a:ext>
                </a:extLst>
              </p:cNvPr>
              <p:cNvSpPr txBox="1"/>
              <p:nvPr/>
            </p:nvSpPr>
            <p:spPr>
              <a:xfrm>
                <a:off x="7373388" y="236420"/>
                <a:ext cx="1893714"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pitchFamily="34" charset="-122"/>
                    <a:ea typeface="微软雅黑" panose="020B0503020204020204" pitchFamily="34" charset="-122"/>
                  </a:rPr>
                  <a:t>选择这种方法的缘由</a:t>
                </a:r>
              </a:p>
            </p:txBody>
          </p:sp>
          <p:cxnSp>
            <p:nvCxnSpPr>
              <p:cNvPr id="20" name="直接连接符 19">
                <a:extLst>
                  <a:ext uri="{FF2B5EF4-FFF2-40B4-BE49-F238E27FC236}">
                    <a16:creationId xmlns:a16="http://schemas.microsoft.com/office/drawing/2014/main" id="{E2F5B76E-2C4F-A071-6916-674354587D00}"/>
                  </a:ext>
                </a:extLst>
              </p:cNvPr>
              <p:cNvCxnSpPr>
                <a:cxnSpLocks/>
              </p:cNvCxnSpPr>
              <p:nvPr/>
            </p:nvCxnSpPr>
            <p:spPr>
              <a:xfrm>
                <a:off x="7171149" y="282851"/>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21" name="图片 20">
                <a:extLst>
                  <a:ext uri="{FF2B5EF4-FFF2-40B4-BE49-F238E27FC236}">
                    <a16:creationId xmlns:a16="http://schemas.microsoft.com/office/drawing/2014/main" id="{3B8BCEC0-DB49-0C2F-485E-161D4C4F935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8557" y="100193"/>
                <a:ext cx="2184731" cy="630736"/>
              </a:xfrm>
              <a:prstGeom prst="rect">
                <a:avLst/>
              </a:prstGeom>
            </p:spPr>
          </p:pic>
          <p:cxnSp>
            <p:nvCxnSpPr>
              <p:cNvPr id="22" name="直接连接符 21">
                <a:extLst>
                  <a:ext uri="{FF2B5EF4-FFF2-40B4-BE49-F238E27FC236}">
                    <a16:creationId xmlns:a16="http://schemas.microsoft.com/office/drawing/2014/main" id="{24118FA6-581D-769B-F5B8-0F6E3C179688}"/>
                  </a:ext>
                </a:extLst>
              </p:cNvPr>
              <p:cNvCxnSpPr>
                <a:cxnSpLocks/>
              </p:cNvCxnSpPr>
              <p:nvPr/>
            </p:nvCxnSpPr>
            <p:spPr>
              <a:xfrm>
                <a:off x="11761897" y="282851"/>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3" name="直接连接符 22">
                <a:extLst>
                  <a:ext uri="{FF2B5EF4-FFF2-40B4-BE49-F238E27FC236}">
                    <a16:creationId xmlns:a16="http://schemas.microsoft.com/office/drawing/2014/main" id="{4EDDDD37-9F3B-4D8B-B612-74B0D0DCEF39}"/>
                  </a:ext>
                </a:extLst>
              </p:cNvPr>
              <p:cNvCxnSpPr>
                <a:cxnSpLocks/>
              </p:cNvCxnSpPr>
              <p:nvPr/>
            </p:nvCxnSpPr>
            <p:spPr>
              <a:xfrm>
                <a:off x="10918888" y="282851"/>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4" name="TextBox 7">
                <a:extLst>
                  <a:ext uri="{FF2B5EF4-FFF2-40B4-BE49-F238E27FC236}">
                    <a16:creationId xmlns:a16="http://schemas.microsoft.com/office/drawing/2014/main" id="{4A641A79-06F6-BDF2-B1F8-37B85C0BBF2D}"/>
                  </a:ext>
                </a:extLst>
              </p:cNvPr>
              <p:cNvSpPr txBox="1"/>
              <p:nvPr/>
            </p:nvSpPr>
            <p:spPr>
              <a:xfrm>
                <a:off x="9626117" y="236420"/>
                <a:ext cx="1121401"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pitchFamily="34" charset="-122"/>
                    <a:ea typeface="微软雅黑" panose="020B0503020204020204" pitchFamily="34" charset="-122"/>
                  </a:rPr>
                  <a:t>实验验证</a:t>
                </a:r>
              </a:p>
            </p:txBody>
          </p:sp>
          <p:sp>
            <p:nvSpPr>
              <p:cNvPr id="25" name="TextBox 7">
                <a:extLst>
                  <a:ext uri="{FF2B5EF4-FFF2-40B4-BE49-F238E27FC236}">
                    <a16:creationId xmlns:a16="http://schemas.microsoft.com/office/drawing/2014/main" id="{9960DD06-5CB8-9A87-7188-3711C6A35D6A}"/>
                  </a:ext>
                </a:extLst>
              </p:cNvPr>
              <p:cNvSpPr txBox="1"/>
              <p:nvPr/>
            </p:nvSpPr>
            <p:spPr>
              <a:xfrm>
                <a:off x="10995166" y="236420"/>
                <a:ext cx="705374"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pitchFamily="34" charset="-122"/>
                    <a:ea typeface="微软雅黑" panose="020B0503020204020204" pitchFamily="34" charset="-122"/>
                  </a:rPr>
                  <a:t>看法</a:t>
                </a:r>
              </a:p>
            </p:txBody>
          </p:sp>
        </p:grpSp>
        <p:cxnSp>
          <p:nvCxnSpPr>
            <p:cNvPr id="13" name="直接连接符 12">
              <a:extLst>
                <a:ext uri="{FF2B5EF4-FFF2-40B4-BE49-F238E27FC236}">
                  <a16:creationId xmlns:a16="http://schemas.microsoft.com/office/drawing/2014/main" id="{30D2ADAC-1256-A1A4-1EB6-5D8DCE2A6B85}"/>
                </a:ext>
              </a:extLst>
            </p:cNvPr>
            <p:cNvCxnSpPr>
              <a:cxnSpLocks/>
            </p:cNvCxnSpPr>
            <p:nvPr/>
          </p:nvCxnSpPr>
          <p:spPr>
            <a:xfrm>
              <a:off x="5132451" y="317550"/>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734118567"/>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91E967-72C5-0ABD-025E-9CE3AA628531}"/>
            </a:ext>
          </a:extLst>
        </p:cNvPr>
        <p:cNvGrpSpPr/>
        <p:nvPr/>
      </p:nvGrpSpPr>
      <p:grpSpPr>
        <a:xfrm>
          <a:off x="0" y="0"/>
          <a:ext cx="0" cy="0"/>
          <a:chOff x="0" y="0"/>
          <a:chExt cx="0" cy="0"/>
        </a:xfrm>
      </p:grpSpPr>
      <p:sp>
        <p:nvSpPr>
          <p:cNvPr id="2" name="文本框 1">
            <a:extLst>
              <a:ext uri="{FF2B5EF4-FFF2-40B4-BE49-F238E27FC236}">
                <a16:creationId xmlns:a16="http://schemas.microsoft.com/office/drawing/2014/main" id="{CFDC75A7-A27C-FF92-D56F-86DB25415C29}"/>
              </a:ext>
            </a:extLst>
          </p:cNvPr>
          <p:cNvSpPr txBox="1"/>
          <p:nvPr/>
        </p:nvSpPr>
        <p:spPr>
          <a:xfrm>
            <a:off x="3773150" y="2881893"/>
            <a:ext cx="5043802" cy="707886"/>
          </a:xfrm>
          <a:prstGeom prst="rect">
            <a:avLst/>
          </a:prstGeom>
          <a:noFill/>
        </p:spPr>
        <p:txBody>
          <a:bodyPr wrap="square" rtlCol="0">
            <a:spAutoFit/>
          </a:bodyPr>
          <a:lstStyle/>
          <a:p>
            <a:pPr algn="ctr">
              <a:defRPr/>
            </a:pPr>
            <a:r>
              <a:rPr lang="zh-CN" altLang="en-US" sz="4000" b="1" dirty="0">
                <a:solidFill>
                  <a:schemeClr val="accent2"/>
                </a:solidFill>
                <a:latin typeface="微软雅黑" panose="020B0503020204020204" pitchFamily="34" charset="-122"/>
              </a:rPr>
              <a:t>实验验证</a:t>
            </a:r>
          </a:p>
        </p:txBody>
      </p:sp>
    </p:spTree>
    <p:extLst>
      <p:ext uri="{BB962C8B-B14F-4D97-AF65-F5344CB8AC3E}">
        <p14:creationId xmlns:p14="http://schemas.microsoft.com/office/powerpoint/2010/main" val="873479522"/>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761899-E507-CF08-1ABF-4C2BF501B956}"/>
            </a:ext>
          </a:extLst>
        </p:cNvPr>
        <p:cNvGrpSpPr/>
        <p:nvPr/>
      </p:nvGrpSpPr>
      <p:grpSpPr>
        <a:xfrm>
          <a:off x="0" y="0"/>
          <a:ext cx="0" cy="0"/>
          <a:chOff x="0" y="0"/>
          <a:chExt cx="0" cy="0"/>
        </a:xfrm>
      </p:grpSpPr>
      <p:cxnSp>
        <p:nvCxnSpPr>
          <p:cNvPr id="102" name="直接连接符 101">
            <a:extLst>
              <a:ext uri="{FF2B5EF4-FFF2-40B4-BE49-F238E27FC236}">
                <a16:creationId xmlns:a16="http://schemas.microsoft.com/office/drawing/2014/main" id="{173CA8F1-6F04-9370-3CB2-9EBF2BDDC30D}"/>
              </a:ext>
            </a:extLst>
          </p:cNvPr>
          <p:cNvCxnSpPr/>
          <p:nvPr/>
        </p:nvCxnSpPr>
        <p:spPr>
          <a:xfrm>
            <a:off x="8301449" y="30045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3" name="直接连接符 102">
            <a:extLst>
              <a:ext uri="{FF2B5EF4-FFF2-40B4-BE49-F238E27FC236}">
                <a16:creationId xmlns:a16="http://schemas.microsoft.com/office/drawing/2014/main" id="{F564BD18-BD6F-5461-9F55-3A3CDD4CDC3D}"/>
              </a:ext>
            </a:extLst>
          </p:cNvPr>
          <p:cNvCxnSpPr/>
          <p:nvPr/>
        </p:nvCxnSpPr>
        <p:spPr>
          <a:xfrm>
            <a:off x="8301449" y="25181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4" name="直接连接符 103">
            <a:extLst>
              <a:ext uri="{FF2B5EF4-FFF2-40B4-BE49-F238E27FC236}">
                <a16:creationId xmlns:a16="http://schemas.microsoft.com/office/drawing/2014/main" id="{2B9E12B3-1051-128D-74D2-8BF9E9AB6F99}"/>
              </a:ext>
            </a:extLst>
          </p:cNvPr>
          <p:cNvCxnSpPr/>
          <p:nvPr/>
        </p:nvCxnSpPr>
        <p:spPr>
          <a:xfrm>
            <a:off x="6599649" y="25181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05" name="矩形 4">
            <a:extLst>
              <a:ext uri="{FF2B5EF4-FFF2-40B4-BE49-F238E27FC236}">
                <a16:creationId xmlns:a16="http://schemas.microsoft.com/office/drawing/2014/main" id="{30571A4C-FCC9-1CD6-E7A1-F6EC3F54E5D7}"/>
              </a:ext>
            </a:extLst>
          </p:cNvPr>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p>
        </p:txBody>
      </p:sp>
      <p:cxnSp>
        <p:nvCxnSpPr>
          <p:cNvPr id="106" name="直接连接符 105">
            <a:extLst>
              <a:ext uri="{FF2B5EF4-FFF2-40B4-BE49-F238E27FC236}">
                <a16:creationId xmlns:a16="http://schemas.microsoft.com/office/drawing/2014/main" id="{618A90D9-E532-79DF-D77C-C6FFA9AFEFAB}"/>
              </a:ext>
            </a:extLst>
          </p:cNvPr>
          <p:cNvCxnSpPr/>
          <p:nvPr/>
        </p:nvCxnSpPr>
        <p:spPr>
          <a:xfrm>
            <a:off x="4895713" y="285093"/>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7" name="直接连接符 106">
            <a:extLst>
              <a:ext uri="{FF2B5EF4-FFF2-40B4-BE49-F238E27FC236}">
                <a16:creationId xmlns:a16="http://schemas.microsoft.com/office/drawing/2014/main" id="{A527C65A-785B-9942-8099-EEAE98103305}"/>
              </a:ext>
            </a:extLst>
          </p:cNvPr>
          <p:cNvCxnSpPr/>
          <p:nvPr/>
        </p:nvCxnSpPr>
        <p:spPr>
          <a:xfrm>
            <a:off x="6599472"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08" name="TextBox 7">
            <a:extLst>
              <a:ext uri="{FF2B5EF4-FFF2-40B4-BE49-F238E27FC236}">
                <a16:creationId xmlns:a16="http://schemas.microsoft.com/office/drawing/2014/main" id="{AA599160-B94A-A912-6D84-0FD887734750}"/>
              </a:ext>
            </a:extLst>
          </p:cNvPr>
          <p:cNvSpPr txBox="1"/>
          <p:nvPr/>
        </p:nvSpPr>
        <p:spPr>
          <a:xfrm>
            <a:off x="5076749" y="215904"/>
            <a:ext cx="1344000" cy="343159"/>
          </a:xfrm>
          <a:prstGeom prst="rect">
            <a:avLst/>
          </a:prstGeom>
          <a:noFill/>
        </p:spPr>
        <p:txBody>
          <a:bodyPr wrap="square" lIns="0" tIns="48000" rIns="0" bIns="48000" rtlCol="0">
            <a:spAutoFit/>
          </a:bodyPr>
          <a:lstStyle/>
          <a:p>
            <a:pPr algn="ctr"/>
            <a:r>
              <a:rPr lang="en-US" altLang="zh-CN" sz="1600" b="1" dirty="0">
                <a:solidFill>
                  <a:schemeClr val="bg1">
                    <a:lumMod val="50000"/>
                  </a:schemeClr>
                </a:solidFill>
                <a:latin typeface="微软雅黑" panose="020B0503020204020204" pitchFamily="34" charset="-122"/>
                <a:ea typeface="微软雅黑" panose="020B0503020204020204" pitchFamily="34" charset="-122"/>
              </a:rPr>
              <a:t>LIBS</a:t>
            </a:r>
            <a:r>
              <a:rPr lang="zh-CN" altLang="en-US" sz="1600" b="1" dirty="0">
                <a:solidFill>
                  <a:schemeClr val="bg1">
                    <a:lumMod val="50000"/>
                  </a:schemeClr>
                </a:solidFill>
                <a:latin typeface="微软雅黑" panose="020B0503020204020204" pitchFamily="34" charset="-122"/>
                <a:ea typeface="微软雅黑" panose="020B0503020204020204" pitchFamily="34" charset="-122"/>
              </a:rPr>
              <a:t>应用领域</a:t>
            </a:r>
          </a:p>
        </p:txBody>
      </p:sp>
      <p:sp>
        <p:nvSpPr>
          <p:cNvPr id="109" name="TextBox 9">
            <a:extLst>
              <a:ext uri="{FF2B5EF4-FFF2-40B4-BE49-F238E27FC236}">
                <a16:creationId xmlns:a16="http://schemas.microsoft.com/office/drawing/2014/main" id="{84EE50E0-4BB6-861C-1639-4B31D9E849F4}"/>
              </a:ext>
            </a:extLst>
          </p:cNvPr>
          <p:cNvSpPr txBox="1"/>
          <p:nvPr/>
        </p:nvSpPr>
        <p:spPr>
          <a:xfrm>
            <a:off x="3382541" y="215904"/>
            <a:ext cx="1344000" cy="340995"/>
          </a:xfrm>
          <a:prstGeom prst="rect">
            <a:avLst/>
          </a:prstGeom>
          <a:noFill/>
        </p:spPr>
        <p:txBody>
          <a:bodyPr wrap="square" lIns="0" tIns="48000" rIns="0" bIns="48000" rtlCol="0">
            <a:spAutoFit/>
          </a:bodyPr>
          <a:lstStyle/>
          <a:p>
            <a:pPr algn="ctr"/>
            <a:r>
              <a:rPr lang="en-US" altLang="zh-CN" sz="1600" b="1" dirty="0">
                <a:solidFill>
                  <a:schemeClr val="bg1">
                    <a:lumMod val="50000"/>
                  </a:schemeClr>
                </a:solidFill>
                <a:latin typeface="微软雅黑" panose="020B0503020204020204" pitchFamily="34" charset="-122"/>
                <a:ea typeface="微软雅黑" panose="020B0503020204020204" pitchFamily="34" charset="-122"/>
              </a:rPr>
              <a:t>LIBS</a:t>
            </a:r>
            <a:r>
              <a:rPr lang="zh-CN" altLang="en-US" sz="1600" b="1" dirty="0">
                <a:solidFill>
                  <a:schemeClr val="bg1">
                    <a:lumMod val="50000"/>
                  </a:schemeClr>
                </a:solidFill>
                <a:latin typeface="微软雅黑" panose="020B0503020204020204" pitchFamily="34" charset="-122"/>
                <a:ea typeface="微软雅黑" panose="020B0503020204020204" pitchFamily="34" charset="-122"/>
              </a:rPr>
              <a:t>概述</a:t>
            </a:r>
          </a:p>
        </p:txBody>
      </p:sp>
      <p:pic>
        <p:nvPicPr>
          <p:cNvPr id="112" name="图片 111">
            <a:extLst>
              <a:ext uri="{FF2B5EF4-FFF2-40B4-BE49-F238E27FC236}">
                <a16:creationId xmlns:a16="http://schemas.microsoft.com/office/drawing/2014/main" id="{84CDF286-7499-3251-5D8C-A169269CF6D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8557" y="100193"/>
            <a:ext cx="2184731" cy="630736"/>
          </a:xfrm>
          <a:prstGeom prst="rect">
            <a:avLst/>
          </a:prstGeom>
        </p:spPr>
      </p:pic>
      <p:sp>
        <p:nvSpPr>
          <p:cNvPr id="114" name="TextBox 6">
            <a:extLst>
              <a:ext uri="{FF2B5EF4-FFF2-40B4-BE49-F238E27FC236}">
                <a16:creationId xmlns:a16="http://schemas.microsoft.com/office/drawing/2014/main" id="{6F4EB4DC-62F7-7B4A-68D8-893F4AA001D3}"/>
              </a:ext>
            </a:extLst>
          </p:cNvPr>
          <p:cNvSpPr txBox="1"/>
          <p:nvPr/>
        </p:nvSpPr>
        <p:spPr>
          <a:xfrm>
            <a:off x="6988735" y="215904"/>
            <a:ext cx="1448188" cy="340995"/>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pitchFamily="34" charset="-122"/>
                <a:ea typeface="微软雅黑" panose="020B0503020204020204" pitchFamily="34" charset="-122"/>
              </a:rPr>
              <a:t>仪器化</a:t>
            </a:r>
            <a:r>
              <a:rPr lang="en-US" altLang="zh-CN" sz="1600" b="1" dirty="0">
                <a:solidFill>
                  <a:schemeClr val="bg1"/>
                </a:solidFill>
                <a:latin typeface="微软雅黑" panose="020B0503020204020204" pitchFamily="34" charset="-122"/>
                <a:ea typeface="微软雅黑" panose="020B0503020204020204" pitchFamily="34" charset="-122"/>
              </a:rPr>
              <a:t>LIBS</a:t>
            </a:r>
            <a:endParaRPr lang="zh-CN" altLang="en-US" sz="1600" b="1" dirty="0">
              <a:solidFill>
                <a:schemeClr val="bg1"/>
              </a:solidFill>
              <a:latin typeface="微软雅黑" panose="020B0503020204020204" pitchFamily="34" charset="-122"/>
              <a:ea typeface="微软雅黑" panose="020B0503020204020204" pitchFamily="34" charset="-122"/>
            </a:endParaRPr>
          </a:p>
        </p:txBody>
      </p:sp>
      <p:cxnSp>
        <p:nvCxnSpPr>
          <p:cNvPr id="115" name="直接连接符 114">
            <a:extLst>
              <a:ext uri="{FF2B5EF4-FFF2-40B4-BE49-F238E27FC236}">
                <a16:creationId xmlns:a16="http://schemas.microsoft.com/office/drawing/2014/main" id="{D8DB57BA-1B76-E246-861F-455A89BBC020}"/>
              </a:ext>
            </a:extLst>
          </p:cNvPr>
          <p:cNvCxnSpPr/>
          <p:nvPr/>
        </p:nvCxnSpPr>
        <p:spPr>
          <a:xfrm>
            <a:off x="6599649" y="275365"/>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 name="矩形 21">
            <a:extLst>
              <a:ext uri="{FF2B5EF4-FFF2-40B4-BE49-F238E27FC236}">
                <a16:creationId xmlns:a16="http://schemas.microsoft.com/office/drawing/2014/main" id="{77B77C5B-97D1-0F0F-03DD-3EBFD4702A1B}"/>
              </a:ext>
            </a:extLst>
          </p:cNvPr>
          <p:cNvSpPr/>
          <p:nvPr/>
        </p:nvSpPr>
        <p:spPr>
          <a:xfrm>
            <a:off x="3036168" y="1335502"/>
            <a:ext cx="7641992" cy="520684"/>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94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4" name="矩形 3">
            <a:extLst>
              <a:ext uri="{FF2B5EF4-FFF2-40B4-BE49-F238E27FC236}">
                <a16:creationId xmlns:a16="http://schemas.microsoft.com/office/drawing/2014/main" id="{3870AB1C-F48F-94C3-5ABC-639A1DBBBDFB}"/>
              </a:ext>
            </a:extLst>
          </p:cNvPr>
          <p:cNvSpPr/>
          <p:nvPr/>
        </p:nvSpPr>
        <p:spPr>
          <a:xfrm>
            <a:off x="666750" y="1335486"/>
            <a:ext cx="4410075" cy="520700"/>
          </a:xfrm>
          <a:prstGeom prst="rect">
            <a:avLst/>
          </a:prstGeom>
          <a:solidFill>
            <a:srgbClr val="A630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94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5" name="TextBox 64">
            <a:extLst>
              <a:ext uri="{FF2B5EF4-FFF2-40B4-BE49-F238E27FC236}">
                <a16:creationId xmlns:a16="http://schemas.microsoft.com/office/drawing/2014/main" id="{0BA2A939-D3EF-95E9-48C6-6FA776051E6E}"/>
              </a:ext>
            </a:extLst>
          </p:cNvPr>
          <p:cNvSpPr txBox="1"/>
          <p:nvPr/>
        </p:nvSpPr>
        <p:spPr>
          <a:xfrm>
            <a:off x="718820" y="1419860"/>
            <a:ext cx="2932430" cy="369332"/>
          </a:xfrm>
          <a:prstGeom prst="rect">
            <a:avLst/>
          </a:prstGeom>
          <a:noFill/>
        </p:spPr>
        <p:txBody>
          <a:bodyPr wrap="square" rtlCol="0">
            <a:spAutoFit/>
          </a:bodyPr>
          <a:lstStyle/>
          <a:p>
            <a:pPr algn="ctr"/>
            <a:r>
              <a:rPr lang="zh-CN" altLang="en-US" b="1" u="sng" dirty="0">
                <a:solidFill>
                  <a:schemeClr val="bg1"/>
                </a:solidFill>
                <a:latin typeface="+mj-ea"/>
                <a:ea typeface="+mj-ea"/>
                <a:cs typeface="+mn-ea"/>
                <a:sym typeface="Arial" panose="020B0604020202020204" pitchFamily="34" charset="0"/>
              </a:rPr>
              <a:t>基准测试</a:t>
            </a:r>
          </a:p>
        </p:txBody>
      </p:sp>
      <p:cxnSp>
        <p:nvCxnSpPr>
          <p:cNvPr id="6" name="直接连接符 5">
            <a:extLst>
              <a:ext uri="{FF2B5EF4-FFF2-40B4-BE49-F238E27FC236}">
                <a16:creationId xmlns:a16="http://schemas.microsoft.com/office/drawing/2014/main" id="{F73D2983-CC2A-1406-116D-72EE5F74CCCA}"/>
              </a:ext>
            </a:extLst>
          </p:cNvPr>
          <p:cNvCxnSpPr/>
          <p:nvPr/>
        </p:nvCxnSpPr>
        <p:spPr>
          <a:xfrm flipV="1">
            <a:off x="598472" y="1195628"/>
            <a:ext cx="3043167" cy="1515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A31B96D4-6E77-3F0F-A5FD-2A0A3AD42CBE}"/>
              </a:ext>
            </a:extLst>
          </p:cNvPr>
          <p:cNvSpPr txBox="1"/>
          <p:nvPr/>
        </p:nvSpPr>
        <p:spPr>
          <a:xfrm>
            <a:off x="827309" y="800617"/>
            <a:ext cx="3189937" cy="402590"/>
          </a:xfrm>
          <a:prstGeom prst="rect">
            <a:avLst/>
          </a:prstGeom>
          <a:noFill/>
        </p:spPr>
        <p:txBody>
          <a:bodyPr wrap="square" lIns="0" tIns="48000" rIns="0" bIns="48000" rtlCol="0">
            <a:spAutoFit/>
          </a:bodyPr>
          <a:lstStyle/>
          <a:p>
            <a:r>
              <a:rPr lang="zh-CN" altLang="en-US" sz="2000" b="1" dirty="0">
                <a:solidFill>
                  <a:schemeClr val="tx1">
                    <a:lumMod val="65000"/>
                    <a:lumOff val="35000"/>
                  </a:schemeClr>
                </a:solidFill>
                <a:latin typeface="微软雅黑" panose="020B0503020204020204" pitchFamily="34" charset="-122"/>
                <a:ea typeface="微软雅黑" panose="020B0503020204020204" pitchFamily="34" charset="-122"/>
              </a:rPr>
              <a:t>四、实验验证</a:t>
            </a:r>
          </a:p>
        </p:txBody>
      </p:sp>
      <p:sp>
        <p:nvSpPr>
          <p:cNvPr id="2" name="TextBox 64">
            <a:extLst>
              <a:ext uri="{FF2B5EF4-FFF2-40B4-BE49-F238E27FC236}">
                <a16:creationId xmlns:a16="http://schemas.microsoft.com/office/drawing/2014/main" id="{3235D2C7-F508-8F3B-7D23-E936A033FC61}"/>
              </a:ext>
            </a:extLst>
          </p:cNvPr>
          <p:cNvSpPr txBox="1"/>
          <p:nvPr/>
        </p:nvSpPr>
        <p:spPr>
          <a:xfrm>
            <a:off x="5076749" y="1389647"/>
            <a:ext cx="2932430" cy="369332"/>
          </a:xfrm>
          <a:prstGeom prst="rect">
            <a:avLst/>
          </a:prstGeom>
          <a:noFill/>
        </p:spPr>
        <p:txBody>
          <a:bodyPr wrap="square" rtlCol="0">
            <a:spAutoFit/>
          </a:bodyPr>
          <a:lstStyle/>
          <a:p>
            <a:pPr algn="ctr"/>
            <a:r>
              <a:rPr lang="zh-CN" altLang="en-US" b="1" u="sng" dirty="0">
                <a:latin typeface="+mj-ea"/>
                <a:ea typeface="+mj-ea"/>
                <a:cs typeface="+mn-ea"/>
                <a:sym typeface="Arial" panose="020B0604020202020204" pitchFamily="34" charset="0"/>
              </a:rPr>
              <a:t>台式</a:t>
            </a:r>
            <a:r>
              <a:rPr lang="en-US" altLang="zh-CN" b="1" u="sng" dirty="0">
                <a:latin typeface="+mj-ea"/>
                <a:ea typeface="+mj-ea"/>
                <a:cs typeface="+mn-ea"/>
                <a:sym typeface="Arial" panose="020B0604020202020204" pitchFamily="34" charset="0"/>
              </a:rPr>
              <a:t>LIBS</a:t>
            </a:r>
            <a:endParaRPr lang="zh-CN" altLang="en-US" b="1" u="sng" dirty="0">
              <a:latin typeface="+mj-ea"/>
              <a:ea typeface="+mj-ea"/>
              <a:cs typeface="+mn-ea"/>
              <a:sym typeface="Arial" panose="020B0604020202020204" pitchFamily="34" charset="0"/>
            </a:endParaRPr>
          </a:p>
        </p:txBody>
      </p:sp>
      <p:grpSp>
        <p:nvGrpSpPr>
          <p:cNvPr id="11" name="组合 10">
            <a:extLst>
              <a:ext uri="{FF2B5EF4-FFF2-40B4-BE49-F238E27FC236}">
                <a16:creationId xmlns:a16="http://schemas.microsoft.com/office/drawing/2014/main" id="{38310163-A290-027A-D77A-C2C6AD29DA12}"/>
              </a:ext>
            </a:extLst>
          </p:cNvPr>
          <p:cNvGrpSpPr/>
          <p:nvPr/>
        </p:nvGrpSpPr>
        <p:grpSpPr>
          <a:xfrm>
            <a:off x="0" y="-4353"/>
            <a:ext cx="12192000" cy="799230"/>
            <a:chOff x="0" y="-4353"/>
            <a:chExt cx="12192000" cy="799230"/>
          </a:xfrm>
        </p:grpSpPr>
        <p:grpSp>
          <p:nvGrpSpPr>
            <p:cNvPr id="12" name="组合 11">
              <a:extLst>
                <a:ext uri="{FF2B5EF4-FFF2-40B4-BE49-F238E27FC236}">
                  <a16:creationId xmlns:a16="http://schemas.microsoft.com/office/drawing/2014/main" id="{10683533-BFF6-6E7B-ECAA-4E7604842382}"/>
                </a:ext>
              </a:extLst>
            </p:cNvPr>
            <p:cNvGrpSpPr/>
            <p:nvPr/>
          </p:nvGrpSpPr>
          <p:grpSpPr>
            <a:xfrm>
              <a:off x="0" y="-4353"/>
              <a:ext cx="12192000" cy="799230"/>
              <a:chOff x="0" y="-39052"/>
              <a:chExt cx="12192000" cy="799230"/>
            </a:xfrm>
          </p:grpSpPr>
          <p:sp>
            <p:nvSpPr>
              <p:cNvPr id="14" name="矩形 4">
                <a:extLst>
                  <a:ext uri="{FF2B5EF4-FFF2-40B4-BE49-F238E27FC236}">
                    <a16:creationId xmlns:a16="http://schemas.microsoft.com/office/drawing/2014/main" id="{DAF63C7C-B78B-4D33-8E79-C863F8F45587}"/>
                  </a:ext>
                </a:extLst>
              </p:cNvPr>
              <p:cNvSpPr/>
              <p:nvPr/>
            </p:nvSpPr>
            <p:spPr>
              <a:xfrm>
                <a:off x="0" y="-31822"/>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dirty="0"/>
              </a:p>
            </p:txBody>
          </p:sp>
          <p:cxnSp>
            <p:nvCxnSpPr>
              <p:cNvPr id="15" name="直接连接符 14">
                <a:extLst>
                  <a:ext uri="{FF2B5EF4-FFF2-40B4-BE49-F238E27FC236}">
                    <a16:creationId xmlns:a16="http://schemas.microsoft.com/office/drawing/2014/main" id="{EAF32C98-0942-FB80-71FC-493B31DFA6A8}"/>
                  </a:ext>
                </a:extLst>
              </p:cNvPr>
              <p:cNvCxnSpPr>
                <a:cxnSpLocks/>
              </p:cNvCxnSpPr>
              <p:nvPr/>
            </p:nvCxnSpPr>
            <p:spPr>
              <a:xfrm>
                <a:off x="9464907" y="282851"/>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6" name="矩形 15">
                <a:extLst>
                  <a:ext uri="{FF2B5EF4-FFF2-40B4-BE49-F238E27FC236}">
                    <a16:creationId xmlns:a16="http://schemas.microsoft.com/office/drawing/2014/main" id="{1624BE44-1283-2E82-481C-A4EAED6D59C1}"/>
                  </a:ext>
                </a:extLst>
              </p:cNvPr>
              <p:cNvSpPr/>
              <p:nvPr/>
            </p:nvSpPr>
            <p:spPr>
              <a:xfrm>
                <a:off x="9464907" y="-39052"/>
                <a:ext cx="1453981" cy="79200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endParaRPr>
              </a:p>
            </p:txBody>
          </p:sp>
          <p:sp>
            <p:nvSpPr>
              <p:cNvPr id="17" name="TextBox 6">
                <a:extLst>
                  <a:ext uri="{FF2B5EF4-FFF2-40B4-BE49-F238E27FC236}">
                    <a16:creationId xmlns:a16="http://schemas.microsoft.com/office/drawing/2014/main" id="{E98C133C-78FD-4C55-6D66-74E522F35CF4}"/>
                  </a:ext>
                </a:extLst>
              </p:cNvPr>
              <p:cNvSpPr txBox="1"/>
              <p:nvPr/>
            </p:nvSpPr>
            <p:spPr>
              <a:xfrm>
                <a:off x="3263055" y="236420"/>
                <a:ext cx="1665999" cy="343159"/>
              </a:xfrm>
              <a:prstGeom prst="rect">
                <a:avLst/>
              </a:prstGeom>
              <a:noFill/>
            </p:spPr>
            <p:txBody>
              <a:bodyPr wrap="square" lIns="0" tIns="48000" rIns="0" bIns="48000" rtlCol="0">
                <a:spAutoFit/>
              </a:bodyPr>
              <a:lstStyle/>
              <a:p>
                <a:pPr algn="ctr"/>
                <a:r>
                  <a:rPr lang="en-US" altLang="zh-CN" sz="1600" b="1" dirty="0">
                    <a:solidFill>
                      <a:schemeClr val="bg1">
                        <a:lumMod val="50000"/>
                      </a:schemeClr>
                    </a:solidFill>
                    <a:latin typeface="微软雅黑" panose="020B0503020204020204" pitchFamily="34" charset="-122"/>
                    <a:ea typeface="微软雅黑" panose="020B0503020204020204" pitchFamily="34" charset="-122"/>
                  </a:rPr>
                  <a:t>SEA-RAFT</a:t>
                </a:r>
                <a:r>
                  <a:rPr lang="zh-CN" altLang="en-US" sz="1600" b="1" dirty="0">
                    <a:solidFill>
                      <a:schemeClr val="bg1">
                        <a:lumMod val="50000"/>
                      </a:schemeClr>
                    </a:solidFill>
                    <a:latin typeface="微软雅黑" panose="020B0503020204020204" pitchFamily="34" charset="-122"/>
                    <a:ea typeface="微软雅黑" panose="020B0503020204020204" pitchFamily="34" charset="-122"/>
                  </a:rPr>
                  <a:t>的目的</a:t>
                </a:r>
              </a:p>
            </p:txBody>
          </p:sp>
          <p:sp>
            <p:nvSpPr>
              <p:cNvPr id="18" name="TextBox 7">
                <a:extLst>
                  <a:ext uri="{FF2B5EF4-FFF2-40B4-BE49-F238E27FC236}">
                    <a16:creationId xmlns:a16="http://schemas.microsoft.com/office/drawing/2014/main" id="{8AC7E149-E8A5-6FBB-460F-315CE8C00F9E}"/>
                  </a:ext>
                </a:extLst>
              </p:cNvPr>
              <p:cNvSpPr txBox="1"/>
              <p:nvPr/>
            </p:nvSpPr>
            <p:spPr>
              <a:xfrm>
                <a:off x="5270217" y="236420"/>
                <a:ext cx="1502091"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pitchFamily="34" charset="-122"/>
                    <a:ea typeface="微软雅黑" panose="020B0503020204020204" pitchFamily="34" charset="-122"/>
                  </a:rPr>
                  <a:t>采取的解决方案</a:t>
                </a:r>
              </a:p>
            </p:txBody>
          </p:sp>
          <p:sp>
            <p:nvSpPr>
              <p:cNvPr id="19" name="TextBox 10">
                <a:extLst>
                  <a:ext uri="{FF2B5EF4-FFF2-40B4-BE49-F238E27FC236}">
                    <a16:creationId xmlns:a16="http://schemas.microsoft.com/office/drawing/2014/main" id="{B31AAAA4-ED04-3401-945E-BF416B195302}"/>
                  </a:ext>
                </a:extLst>
              </p:cNvPr>
              <p:cNvSpPr txBox="1"/>
              <p:nvPr/>
            </p:nvSpPr>
            <p:spPr>
              <a:xfrm>
                <a:off x="7373388" y="236420"/>
                <a:ext cx="1893714"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pitchFamily="34" charset="-122"/>
                    <a:ea typeface="微软雅黑" panose="020B0503020204020204" pitchFamily="34" charset="-122"/>
                  </a:rPr>
                  <a:t>选择这种方法的缘由</a:t>
                </a:r>
              </a:p>
            </p:txBody>
          </p:sp>
          <p:cxnSp>
            <p:nvCxnSpPr>
              <p:cNvPr id="20" name="直接连接符 19">
                <a:extLst>
                  <a:ext uri="{FF2B5EF4-FFF2-40B4-BE49-F238E27FC236}">
                    <a16:creationId xmlns:a16="http://schemas.microsoft.com/office/drawing/2014/main" id="{500B5609-26EC-1229-E759-7EA30984CD88}"/>
                  </a:ext>
                </a:extLst>
              </p:cNvPr>
              <p:cNvCxnSpPr>
                <a:cxnSpLocks/>
              </p:cNvCxnSpPr>
              <p:nvPr/>
            </p:nvCxnSpPr>
            <p:spPr>
              <a:xfrm>
                <a:off x="7171149" y="282851"/>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21" name="图片 20">
                <a:extLst>
                  <a:ext uri="{FF2B5EF4-FFF2-40B4-BE49-F238E27FC236}">
                    <a16:creationId xmlns:a16="http://schemas.microsoft.com/office/drawing/2014/main" id="{38577D45-C453-A45A-1FB9-05EA1946240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8557" y="100193"/>
                <a:ext cx="2184731" cy="630736"/>
              </a:xfrm>
              <a:prstGeom prst="rect">
                <a:avLst/>
              </a:prstGeom>
            </p:spPr>
          </p:pic>
          <p:cxnSp>
            <p:nvCxnSpPr>
              <p:cNvPr id="22" name="直接连接符 21">
                <a:extLst>
                  <a:ext uri="{FF2B5EF4-FFF2-40B4-BE49-F238E27FC236}">
                    <a16:creationId xmlns:a16="http://schemas.microsoft.com/office/drawing/2014/main" id="{FC4D09D9-C884-8F6B-C753-32A856E197C8}"/>
                  </a:ext>
                </a:extLst>
              </p:cNvPr>
              <p:cNvCxnSpPr>
                <a:cxnSpLocks/>
              </p:cNvCxnSpPr>
              <p:nvPr/>
            </p:nvCxnSpPr>
            <p:spPr>
              <a:xfrm>
                <a:off x="11761897" y="282851"/>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3" name="直接连接符 22">
                <a:extLst>
                  <a:ext uri="{FF2B5EF4-FFF2-40B4-BE49-F238E27FC236}">
                    <a16:creationId xmlns:a16="http://schemas.microsoft.com/office/drawing/2014/main" id="{894935BF-9643-2007-5770-D3EE40391E97}"/>
                  </a:ext>
                </a:extLst>
              </p:cNvPr>
              <p:cNvCxnSpPr>
                <a:cxnSpLocks/>
              </p:cNvCxnSpPr>
              <p:nvPr/>
            </p:nvCxnSpPr>
            <p:spPr>
              <a:xfrm>
                <a:off x="10918888" y="282851"/>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4" name="TextBox 7">
                <a:extLst>
                  <a:ext uri="{FF2B5EF4-FFF2-40B4-BE49-F238E27FC236}">
                    <a16:creationId xmlns:a16="http://schemas.microsoft.com/office/drawing/2014/main" id="{604D49BC-E8F0-12E5-7D11-8AEC7C6B6748}"/>
                  </a:ext>
                </a:extLst>
              </p:cNvPr>
              <p:cNvSpPr txBox="1"/>
              <p:nvPr/>
            </p:nvSpPr>
            <p:spPr>
              <a:xfrm>
                <a:off x="9626117" y="236420"/>
                <a:ext cx="1121401"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pitchFamily="34" charset="-122"/>
                    <a:ea typeface="微软雅黑" panose="020B0503020204020204" pitchFamily="34" charset="-122"/>
                  </a:rPr>
                  <a:t>实验验证</a:t>
                </a:r>
              </a:p>
            </p:txBody>
          </p:sp>
          <p:sp>
            <p:nvSpPr>
              <p:cNvPr id="25" name="TextBox 7">
                <a:extLst>
                  <a:ext uri="{FF2B5EF4-FFF2-40B4-BE49-F238E27FC236}">
                    <a16:creationId xmlns:a16="http://schemas.microsoft.com/office/drawing/2014/main" id="{AEA471DC-6933-CCD5-5EA2-B37C719AD20A}"/>
                  </a:ext>
                </a:extLst>
              </p:cNvPr>
              <p:cNvSpPr txBox="1"/>
              <p:nvPr/>
            </p:nvSpPr>
            <p:spPr>
              <a:xfrm>
                <a:off x="10995166" y="236420"/>
                <a:ext cx="705374"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pitchFamily="34" charset="-122"/>
                    <a:ea typeface="微软雅黑" panose="020B0503020204020204" pitchFamily="34" charset="-122"/>
                  </a:rPr>
                  <a:t>看法</a:t>
                </a:r>
              </a:p>
            </p:txBody>
          </p:sp>
        </p:grpSp>
        <p:cxnSp>
          <p:nvCxnSpPr>
            <p:cNvPr id="13" name="直接连接符 12">
              <a:extLst>
                <a:ext uri="{FF2B5EF4-FFF2-40B4-BE49-F238E27FC236}">
                  <a16:creationId xmlns:a16="http://schemas.microsoft.com/office/drawing/2014/main" id="{F45F9AD7-6155-084A-5F36-9E31D019DD6A}"/>
                </a:ext>
              </a:extLst>
            </p:cNvPr>
            <p:cNvCxnSpPr>
              <a:cxnSpLocks/>
            </p:cNvCxnSpPr>
            <p:nvPr/>
          </p:nvCxnSpPr>
          <p:spPr>
            <a:xfrm>
              <a:off x="5132451" y="317550"/>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42" name="文本框 41">
            <a:extLst>
              <a:ext uri="{FF2B5EF4-FFF2-40B4-BE49-F238E27FC236}">
                <a16:creationId xmlns:a16="http://schemas.microsoft.com/office/drawing/2014/main" id="{03C0DFC4-192B-03F1-DAB7-23DB0EE6C450}"/>
              </a:ext>
            </a:extLst>
          </p:cNvPr>
          <p:cNvSpPr txBox="1"/>
          <p:nvPr/>
        </p:nvSpPr>
        <p:spPr>
          <a:xfrm>
            <a:off x="666750" y="2601899"/>
            <a:ext cx="6330718" cy="1477328"/>
          </a:xfrm>
          <a:prstGeom prst="rect">
            <a:avLst/>
          </a:prstGeom>
          <a:noFill/>
        </p:spPr>
        <p:txBody>
          <a:bodyPr wrap="square">
            <a:spAutoFit/>
          </a:bodyPr>
          <a:lstStyle/>
          <a:p>
            <a:pPr algn="l" fontAlgn="base" latinLnBrk="0">
              <a:buNone/>
            </a:pPr>
            <a:r>
              <a:rPr lang="zh-CN" altLang="en-US" b="0" dirty="0">
                <a:solidFill>
                  <a:srgbClr val="000000"/>
                </a:solidFill>
                <a:effectLst/>
                <a:latin typeface="-apple-system"/>
              </a:rPr>
              <a:t>​</a:t>
            </a:r>
            <a:r>
              <a:rPr lang="en-US" altLang="zh-CN" b="1" dirty="0">
                <a:solidFill>
                  <a:srgbClr val="000000"/>
                </a:solidFill>
                <a:effectLst/>
                <a:latin typeface="-apple-system"/>
              </a:rPr>
              <a:t>Spring</a:t>
            </a:r>
            <a:r>
              <a:rPr lang="zh-CN" altLang="en-US" b="1" dirty="0">
                <a:solidFill>
                  <a:srgbClr val="000000"/>
                </a:solidFill>
                <a:effectLst/>
                <a:latin typeface="-apple-system"/>
              </a:rPr>
              <a:t>基准</a:t>
            </a:r>
            <a:r>
              <a:rPr lang="zh-CN" altLang="en-US" b="0" dirty="0">
                <a:solidFill>
                  <a:srgbClr val="000000"/>
                </a:solidFill>
                <a:effectLst/>
                <a:latin typeface="-apple-system"/>
              </a:rPr>
              <a:t>​：</a:t>
            </a:r>
          </a:p>
          <a:p>
            <a:pPr algn="l" fontAlgn="base" latinLnBrk="0">
              <a:buFont typeface="Arial" panose="020B0604020202020204" pitchFamily="34" charset="0"/>
              <a:buChar char="•"/>
            </a:pPr>
            <a:r>
              <a:rPr lang="zh-CN" altLang="en-US" b="0" i="0" dirty="0">
                <a:solidFill>
                  <a:srgbClr val="000000"/>
                </a:solidFill>
                <a:effectLst/>
                <a:latin typeface="inherit"/>
              </a:rPr>
              <a:t>零样本评估：</a:t>
            </a:r>
            <a:r>
              <a:rPr lang="en-US" altLang="zh-CN" b="0" i="0" dirty="0">
                <a:solidFill>
                  <a:srgbClr val="000000"/>
                </a:solidFill>
                <a:effectLst/>
                <a:latin typeface="inherit"/>
              </a:rPr>
              <a:t>SEA-RAFT</a:t>
            </a:r>
            <a:r>
              <a:rPr lang="zh-CN" altLang="en-US" b="0" i="0" dirty="0">
                <a:solidFill>
                  <a:srgbClr val="000000"/>
                </a:solidFill>
                <a:effectLst/>
                <a:latin typeface="inherit"/>
              </a:rPr>
              <a:t>在训练集上</a:t>
            </a:r>
            <a:r>
              <a:rPr lang="en-US" altLang="zh-CN" b="0" i="0" dirty="0">
                <a:solidFill>
                  <a:srgbClr val="000000"/>
                </a:solidFill>
                <a:effectLst/>
                <a:latin typeface="inherit"/>
              </a:rPr>
              <a:t>EPE</a:t>
            </a:r>
            <a:r>
              <a:rPr lang="zh-CN" altLang="en-US" b="0" i="0" dirty="0">
                <a:solidFill>
                  <a:srgbClr val="000000"/>
                </a:solidFill>
                <a:effectLst/>
                <a:latin typeface="inherit"/>
              </a:rPr>
              <a:t>为</a:t>
            </a:r>
            <a:r>
              <a:rPr lang="en-US" altLang="zh-CN" b="0" i="0" dirty="0">
                <a:solidFill>
                  <a:srgbClr val="000000"/>
                </a:solidFill>
                <a:effectLst/>
                <a:latin typeface="inherit"/>
              </a:rPr>
              <a:t>3.69</a:t>
            </a:r>
            <a:r>
              <a:rPr lang="zh-CN" altLang="en-US" b="0" i="0" dirty="0">
                <a:solidFill>
                  <a:srgbClr val="000000"/>
                </a:solidFill>
                <a:effectLst/>
                <a:latin typeface="inherit"/>
              </a:rPr>
              <a:t>，</a:t>
            </a:r>
            <a:r>
              <a:rPr lang="en-US" altLang="zh-CN" b="0" i="0" dirty="0">
                <a:solidFill>
                  <a:srgbClr val="000000"/>
                </a:solidFill>
                <a:effectLst/>
                <a:latin typeface="inherit"/>
              </a:rPr>
              <a:t>1px</a:t>
            </a:r>
            <a:r>
              <a:rPr lang="zh-CN" altLang="en-US" b="0" i="0" dirty="0">
                <a:solidFill>
                  <a:srgbClr val="000000"/>
                </a:solidFill>
                <a:effectLst/>
                <a:latin typeface="inherit"/>
              </a:rPr>
              <a:t>异常率为</a:t>
            </a:r>
            <a:r>
              <a:rPr lang="en-US" altLang="zh-CN" b="0" i="0" dirty="0">
                <a:solidFill>
                  <a:srgbClr val="000000"/>
                </a:solidFill>
                <a:effectLst/>
                <a:latin typeface="inherit"/>
              </a:rPr>
              <a:t>0.36</a:t>
            </a:r>
            <a:r>
              <a:rPr lang="zh-CN" altLang="en-US" b="0" i="0" dirty="0">
                <a:solidFill>
                  <a:srgbClr val="000000"/>
                </a:solidFill>
                <a:effectLst/>
                <a:latin typeface="inherit"/>
              </a:rPr>
              <a:t>，比最佳现有方法误差降低</a:t>
            </a:r>
            <a:r>
              <a:rPr lang="en-US" altLang="zh-CN" b="0" i="0" dirty="0">
                <a:solidFill>
                  <a:srgbClr val="000000"/>
                </a:solidFill>
                <a:effectLst/>
                <a:latin typeface="inherit"/>
              </a:rPr>
              <a:t>22.9%</a:t>
            </a:r>
            <a:r>
              <a:rPr lang="zh-CN" altLang="en-US" b="0" i="0" dirty="0">
                <a:solidFill>
                  <a:srgbClr val="000000"/>
                </a:solidFill>
                <a:effectLst/>
                <a:latin typeface="inherit"/>
              </a:rPr>
              <a:t>和</a:t>
            </a:r>
            <a:r>
              <a:rPr lang="en-US" altLang="zh-CN" b="0" i="0" dirty="0">
                <a:solidFill>
                  <a:srgbClr val="000000"/>
                </a:solidFill>
                <a:effectLst/>
                <a:latin typeface="inherit"/>
              </a:rPr>
              <a:t>17.8%</a:t>
            </a:r>
            <a:r>
              <a:rPr lang="zh-CN" altLang="en-US" b="0" i="0" dirty="0">
                <a:solidFill>
                  <a:srgbClr val="000000"/>
                </a:solidFill>
                <a:effectLst/>
                <a:latin typeface="inherit"/>
              </a:rPr>
              <a:t>。</a:t>
            </a:r>
          </a:p>
          <a:p>
            <a:pPr algn="l" fontAlgn="base" latinLnBrk="0">
              <a:buFont typeface="Arial" panose="020B0604020202020204" pitchFamily="34" charset="0"/>
              <a:buChar char="•"/>
            </a:pPr>
            <a:r>
              <a:rPr lang="zh-CN" altLang="en-US" b="0" i="0" dirty="0">
                <a:solidFill>
                  <a:srgbClr val="000000"/>
                </a:solidFill>
                <a:effectLst/>
                <a:latin typeface="inherit"/>
              </a:rPr>
              <a:t>微调后：</a:t>
            </a:r>
            <a:r>
              <a:rPr lang="en-US" altLang="zh-CN" b="0" i="0" dirty="0">
                <a:solidFill>
                  <a:srgbClr val="000000"/>
                </a:solidFill>
                <a:effectLst/>
                <a:latin typeface="inherit"/>
              </a:rPr>
              <a:t>SEA-RAFT(S)</a:t>
            </a:r>
            <a:r>
              <a:rPr lang="zh-CN" altLang="en-US" b="0" i="0" dirty="0">
                <a:solidFill>
                  <a:srgbClr val="000000"/>
                </a:solidFill>
                <a:effectLst/>
                <a:latin typeface="inherit"/>
              </a:rPr>
              <a:t>在</a:t>
            </a:r>
            <a:r>
              <a:rPr lang="en-US" altLang="zh-CN" b="0" i="0" dirty="0">
                <a:solidFill>
                  <a:srgbClr val="000000"/>
                </a:solidFill>
                <a:effectLst/>
                <a:latin typeface="inherit"/>
              </a:rPr>
              <a:t>1080p</a:t>
            </a:r>
            <a:r>
              <a:rPr lang="zh-CN" altLang="en-US" b="0" i="0" dirty="0">
                <a:solidFill>
                  <a:srgbClr val="000000"/>
                </a:solidFill>
                <a:effectLst/>
                <a:latin typeface="inherit"/>
              </a:rPr>
              <a:t>图像上达</a:t>
            </a:r>
            <a:r>
              <a:rPr lang="en-US" altLang="zh-CN" b="0" i="0" dirty="0">
                <a:solidFill>
                  <a:srgbClr val="000000"/>
                </a:solidFill>
                <a:effectLst/>
                <a:latin typeface="inherit"/>
              </a:rPr>
              <a:t>21fps</a:t>
            </a:r>
            <a:r>
              <a:rPr lang="zh-CN" altLang="en-US" b="0" i="0" dirty="0">
                <a:solidFill>
                  <a:srgbClr val="000000"/>
                </a:solidFill>
                <a:effectLst/>
                <a:latin typeface="inherit"/>
              </a:rPr>
              <a:t>（</a:t>
            </a:r>
            <a:r>
              <a:rPr lang="en-US" altLang="zh-CN" b="0" i="0" dirty="0">
                <a:solidFill>
                  <a:srgbClr val="000000"/>
                </a:solidFill>
                <a:effectLst/>
                <a:latin typeface="inherit"/>
              </a:rPr>
              <a:t>RTX3090</a:t>
            </a:r>
            <a:r>
              <a:rPr lang="zh-CN" altLang="en-US" b="0" i="0" dirty="0">
                <a:solidFill>
                  <a:srgbClr val="000000"/>
                </a:solidFill>
                <a:effectLst/>
                <a:latin typeface="inherit"/>
              </a:rPr>
              <a:t>），比</a:t>
            </a:r>
            <a:r>
              <a:rPr lang="en-US" altLang="zh-CN" b="0" i="0" dirty="0">
                <a:solidFill>
                  <a:srgbClr val="000000"/>
                </a:solidFill>
                <a:effectLst/>
                <a:latin typeface="inherit"/>
              </a:rPr>
              <a:t>RAFT</a:t>
            </a:r>
            <a:r>
              <a:rPr lang="zh-CN" altLang="en-US" b="0" i="0" dirty="0">
                <a:solidFill>
                  <a:srgbClr val="000000"/>
                </a:solidFill>
                <a:effectLst/>
                <a:latin typeface="inherit"/>
              </a:rPr>
              <a:t>快</a:t>
            </a:r>
            <a:r>
              <a:rPr lang="en-US" altLang="zh-CN" b="0" i="0" dirty="0">
                <a:solidFill>
                  <a:srgbClr val="000000"/>
                </a:solidFill>
                <a:effectLst/>
                <a:latin typeface="inherit"/>
              </a:rPr>
              <a:t>3</a:t>
            </a:r>
            <a:r>
              <a:rPr lang="zh-CN" altLang="en-US" b="0" i="0" dirty="0">
                <a:solidFill>
                  <a:srgbClr val="000000"/>
                </a:solidFill>
                <a:effectLst/>
                <a:latin typeface="inherit"/>
              </a:rPr>
              <a:t>倍，且精度领先（</a:t>
            </a:r>
            <a:r>
              <a:rPr lang="en-US" altLang="zh-CN" b="0" i="0" dirty="0">
                <a:solidFill>
                  <a:srgbClr val="000000"/>
                </a:solidFill>
                <a:effectLst/>
                <a:latin typeface="inherit"/>
              </a:rPr>
              <a:t>Tab.1</a:t>
            </a:r>
            <a:r>
              <a:rPr lang="zh-CN" altLang="en-US" b="0" i="0" dirty="0">
                <a:solidFill>
                  <a:srgbClr val="000000"/>
                </a:solidFill>
                <a:effectLst/>
                <a:latin typeface="inherit"/>
              </a:rPr>
              <a:t>）。</a:t>
            </a:r>
          </a:p>
        </p:txBody>
      </p:sp>
      <p:sp>
        <p:nvSpPr>
          <p:cNvPr id="44" name="文本框 43">
            <a:extLst>
              <a:ext uri="{FF2B5EF4-FFF2-40B4-BE49-F238E27FC236}">
                <a16:creationId xmlns:a16="http://schemas.microsoft.com/office/drawing/2014/main" id="{703AC30A-FB00-6682-65B9-960CF4A9F0A5}"/>
              </a:ext>
            </a:extLst>
          </p:cNvPr>
          <p:cNvSpPr txBox="1"/>
          <p:nvPr/>
        </p:nvSpPr>
        <p:spPr>
          <a:xfrm>
            <a:off x="667333" y="4845806"/>
            <a:ext cx="6330718" cy="1754326"/>
          </a:xfrm>
          <a:prstGeom prst="rect">
            <a:avLst/>
          </a:prstGeom>
          <a:noFill/>
        </p:spPr>
        <p:txBody>
          <a:bodyPr wrap="square">
            <a:spAutoFit/>
          </a:bodyPr>
          <a:lstStyle/>
          <a:p>
            <a:pPr algn="l" fontAlgn="base" latinLnBrk="0">
              <a:buFont typeface="Arial" panose="020B0604020202020204" pitchFamily="34" charset="0"/>
              <a:buChar char="•"/>
            </a:pPr>
            <a:r>
              <a:rPr lang="en-US" altLang="zh-CN" b="0" i="0" dirty="0">
                <a:solidFill>
                  <a:srgbClr val="000000"/>
                </a:solidFill>
                <a:effectLst/>
                <a:latin typeface="inherit"/>
              </a:rPr>
              <a:t>​</a:t>
            </a:r>
            <a:r>
              <a:rPr lang="en-US" altLang="zh-CN" b="1" i="0" dirty="0">
                <a:solidFill>
                  <a:srgbClr val="000000"/>
                </a:solidFill>
                <a:effectLst/>
                <a:latin typeface="-apple-system"/>
              </a:rPr>
              <a:t>Sintel</a:t>
            </a:r>
            <a:r>
              <a:rPr lang="zh-CN" altLang="en-US" b="1" i="0" dirty="0">
                <a:solidFill>
                  <a:srgbClr val="000000"/>
                </a:solidFill>
                <a:effectLst/>
                <a:latin typeface="-apple-system"/>
              </a:rPr>
              <a:t>和</a:t>
            </a:r>
            <a:r>
              <a:rPr lang="en-US" altLang="zh-CN" b="1" i="0" dirty="0">
                <a:solidFill>
                  <a:srgbClr val="000000"/>
                </a:solidFill>
                <a:effectLst/>
                <a:latin typeface="-apple-system"/>
              </a:rPr>
              <a:t>KITTI</a:t>
            </a:r>
            <a:r>
              <a:rPr lang="en-US" altLang="zh-CN" b="0" i="0" dirty="0">
                <a:solidFill>
                  <a:srgbClr val="000000"/>
                </a:solidFill>
                <a:effectLst/>
                <a:latin typeface="inherit"/>
              </a:rPr>
              <a:t>​</a:t>
            </a:r>
            <a:r>
              <a:rPr lang="zh-CN" altLang="en-US" b="0" i="0" dirty="0">
                <a:solidFill>
                  <a:srgbClr val="000000"/>
                </a:solidFill>
                <a:effectLst/>
                <a:latin typeface="inherit"/>
              </a:rPr>
              <a:t>：</a:t>
            </a:r>
          </a:p>
          <a:p>
            <a:pPr algn="l" fontAlgn="base" latinLnBrk="0">
              <a:buFont typeface="Arial" panose="020B0604020202020204" pitchFamily="34" charset="0"/>
              <a:buChar char="•"/>
            </a:pPr>
            <a:r>
              <a:rPr lang="zh-CN" altLang="en-US" b="0" i="0" dirty="0">
                <a:solidFill>
                  <a:srgbClr val="000000"/>
                </a:solidFill>
                <a:effectLst/>
                <a:latin typeface="inherit"/>
              </a:rPr>
              <a:t>零样本：</a:t>
            </a:r>
            <a:r>
              <a:rPr lang="en-US" altLang="zh-CN" b="0" i="0" dirty="0">
                <a:solidFill>
                  <a:srgbClr val="000000"/>
                </a:solidFill>
                <a:effectLst/>
                <a:latin typeface="inherit"/>
              </a:rPr>
              <a:t>KITTI</a:t>
            </a:r>
            <a:r>
              <a:rPr lang="zh-CN" altLang="en-US" b="0" i="0" dirty="0">
                <a:solidFill>
                  <a:srgbClr val="000000"/>
                </a:solidFill>
                <a:effectLst/>
                <a:latin typeface="inherit"/>
              </a:rPr>
              <a:t>上</a:t>
            </a:r>
            <a:r>
              <a:rPr lang="en-US" altLang="zh-CN" b="0" i="0" dirty="0">
                <a:solidFill>
                  <a:srgbClr val="000000"/>
                </a:solidFill>
                <a:effectLst/>
                <a:latin typeface="inherit"/>
              </a:rPr>
              <a:t>Fl-EPE</a:t>
            </a:r>
            <a:r>
              <a:rPr lang="zh-CN" altLang="en-US" b="0" i="0" dirty="0">
                <a:solidFill>
                  <a:srgbClr val="000000"/>
                </a:solidFill>
                <a:effectLst/>
                <a:latin typeface="inherit"/>
              </a:rPr>
              <a:t>从</a:t>
            </a:r>
            <a:r>
              <a:rPr lang="en-US" altLang="zh-CN" b="0" i="0" dirty="0">
                <a:solidFill>
                  <a:srgbClr val="000000"/>
                </a:solidFill>
                <a:effectLst/>
                <a:latin typeface="inherit"/>
              </a:rPr>
              <a:t>4.09</a:t>
            </a:r>
            <a:r>
              <a:rPr lang="zh-CN" altLang="en-US" b="0" i="0" dirty="0">
                <a:solidFill>
                  <a:srgbClr val="000000"/>
                </a:solidFill>
                <a:effectLst/>
                <a:latin typeface="inherit"/>
              </a:rPr>
              <a:t>提升至</a:t>
            </a:r>
            <a:r>
              <a:rPr lang="en-US" altLang="zh-CN" b="0" i="0" dirty="0">
                <a:solidFill>
                  <a:srgbClr val="000000"/>
                </a:solidFill>
                <a:effectLst/>
                <a:latin typeface="inherit"/>
              </a:rPr>
              <a:t>3.62</a:t>
            </a:r>
            <a:r>
              <a:rPr lang="zh-CN" altLang="en-US" b="0" i="0" dirty="0">
                <a:solidFill>
                  <a:srgbClr val="000000"/>
                </a:solidFill>
                <a:effectLst/>
                <a:latin typeface="inherit"/>
              </a:rPr>
              <a:t>（</a:t>
            </a:r>
            <a:r>
              <a:rPr lang="en-US" altLang="zh-CN" b="0" i="0" dirty="0">
                <a:solidFill>
                  <a:srgbClr val="000000"/>
                </a:solidFill>
                <a:effectLst/>
                <a:latin typeface="inherit"/>
              </a:rPr>
              <a:t>Tab.2</a:t>
            </a:r>
            <a:r>
              <a:rPr lang="zh-CN" altLang="en-US" b="0" i="0" dirty="0">
                <a:solidFill>
                  <a:srgbClr val="000000"/>
                </a:solidFill>
                <a:effectLst/>
                <a:latin typeface="inherit"/>
              </a:rPr>
              <a:t>）。</a:t>
            </a:r>
          </a:p>
          <a:p>
            <a:pPr algn="l" fontAlgn="base" latinLnBrk="0">
              <a:buFont typeface="Arial" panose="020B0604020202020204" pitchFamily="34" charset="0"/>
              <a:buChar char="•"/>
            </a:pPr>
            <a:r>
              <a:rPr lang="zh-CN" altLang="en-US" b="0" i="0" dirty="0">
                <a:solidFill>
                  <a:srgbClr val="000000"/>
                </a:solidFill>
                <a:effectLst/>
                <a:latin typeface="inherit"/>
              </a:rPr>
              <a:t>微调：</a:t>
            </a:r>
            <a:r>
              <a:rPr lang="en-US" altLang="zh-CN" b="0" i="0" dirty="0">
                <a:solidFill>
                  <a:srgbClr val="000000"/>
                </a:solidFill>
                <a:effectLst/>
                <a:latin typeface="inherit"/>
              </a:rPr>
              <a:t>Sintel</a:t>
            </a:r>
            <a:r>
              <a:rPr lang="zh-CN" altLang="en-US" b="0" i="0" dirty="0">
                <a:solidFill>
                  <a:srgbClr val="000000"/>
                </a:solidFill>
                <a:effectLst/>
                <a:latin typeface="inherit"/>
              </a:rPr>
              <a:t>清洁通路上比</a:t>
            </a:r>
            <a:r>
              <a:rPr lang="en-US" altLang="zh-CN" b="0" i="0" dirty="0">
                <a:solidFill>
                  <a:srgbClr val="000000"/>
                </a:solidFill>
                <a:effectLst/>
                <a:latin typeface="inherit"/>
              </a:rPr>
              <a:t>RAFT</a:t>
            </a:r>
            <a:r>
              <a:rPr lang="zh-CN" altLang="en-US" b="0" i="0" dirty="0">
                <a:solidFill>
                  <a:srgbClr val="000000"/>
                </a:solidFill>
                <a:effectLst/>
                <a:latin typeface="inherit"/>
              </a:rPr>
              <a:t>提升</a:t>
            </a:r>
            <a:r>
              <a:rPr lang="en-US" altLang="zh-CN" b="0" i="0" dirty="0">
                <a:solidFill>
                  <a:srgbClr val="000000"/>
                </a:solidFill>
                <a:effectLst/>
                <a:latin typeface="inherit"/>
              </a:rPr>
              <a:t>19.9%</a:t>
            </a:r>
            <a:r>
              <a:rPr lang="zh-CN" altLang="en-US" b="0" i="0" dirty="0">
                <a:solidFill>
                  <a:srgbClr val="000000"/>
                </a:solidFill>
                <a:effectLst/>
                <a:latin typeface="inherit"/>
              </a:rPr>
              <a:t>，延迟仅</a:t>
            </a:r>
            <a:r>
              <a:rPr lang="en-US" altLang="zh-CN" b="0" i="0" dirty="0">
                <a:solidFill>
                  <a:srgbClr val="000000"/>
                </a:solidFill>
                <a:effectLst/>
                <a:latin typeface="inherit"/>
              </a:rPr>
              <a:t>70ms</a:t>
            </a:r>
            <a:r>
              <a:rPr lang="zh-CN" altLang="en-US" b="0" i="0" dirty="0">
                <a:solidFill>
                  <a:srgbClr val="000000"/>
                </a:solidFill>
                <a:effectLst/>
                <a:latin typeface="inherit"/>
              </a:rPr>
              <a:t>，比同类方法快</a:t>
            </a:r>
            <a:r>
              <a:rPr lang="en-US" altLang="zh-CN" b="0" i="0" dirty="0">
                <a:solidFill>
                  <a:srgbClr val="000000"/>
                </a:solidFill>
                <a:effectLst/>
                <a:latin typeface="inherit"/>
              </a:rPr>
              <a:t>1.8-4.6</a:t>
            </a:r>
            <a:r>
              <a:rPr lang="zh-CN" altLang="en-US" b="0" i="0" dirty="0">
                <a:solidFill>
                  <a:srgbClr val="000000"/>
                </a:solidFill>
                <a:effectLst/>
                <a:latin typeface="inherit"/>
              </a:rPr>
              <a:t>倍（</a:t>
            </a:r>
            <a:r>
              <a:rPr lang="en-US" altLang="zh-CN" b="0" i="0" dirty="0">
                <a:solidFill>
                  <a:srgbClr val="000000"/>
                </a:solidFill>
                <a:effectLst/>
                <a:latin typeface="inherit"/>
              </a:rPr>
              <a:t>Tab.3</a:t>
            </a:r>
            <a:r>
              <a:rPr lang="zh-CN" altLang="en-US" b="0" i="0" dirty="0">
                <a:solidFill>
                  <a:srgbClr val="000000"/>
                </a:solidFill>
                <a:effectLst/>
                <a:latin typeface="inherit"/>
              </a:rPr>
              <a:t>）。</a:t>
            </a:r>
          </a:p>
          <a:p>
            <a:pPr>
              <a:buNone/>
            </a:pPr>
            <a:br>
              <a:rPr lang="en-US" altLang="zh-CN" dirty="0"/>
            </a:br>
            <a:endParaRPr lang="zh-CN" altLang="en-US" dirty="0"/>
          </a:p>
        </p:txBody>
      </p:sp>
    </p:spTree>
    <p:extLst>
      <p:ext uri="{BB962C8B-B14F-4D97-AF65-F5344CB8AC3E}">
        <p14:creationId xmlns:p14="http://schemas.microsoft.com/office/powerpoint/2010/main" val="2544313420"/>
      </p:ext>
    </p:ext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71BD4F-7154-7923-9497-426FAEB8C86E}"/>
            </a:ext>
          </a:extLst>
        </p:cNvPr>
        <p:cNvGrpSpPr/>
        <p:nvPr/>
      </p:nvGrpSpPr>
      <p:grpSpPr>
        <a:xfrm>
          <a:off x="0" y="0"/>
          <a:ext cx="0" cy="0"/>
          <a:chOff x="0" y="0"/>
          <a:chExt cx="0" cy="0"/>
        </a:xfrm>
      </p:grpSpPr>
      <p:cxnSp>
        <p:nvCxnSpPr>
          <p:cNvPr id="102" name="直接连接符 101">
            <a:extLst>
              <a:ext uri="{FF2B5EF4-FFF2-40B4-BE49-F238E27FC236}">
                <a16:creationId xmlns:a16="http://schemas.microsoft.com/office/drawing/2014/main" id="{CE0C9167-85BD-A71A-E731-8025FFCEB64C}"/>
              </a:ext>
            </a:extLst>
          </p:cNvPr>
          <p:cNvCxnSpPr/>
          <p:nvPr/>
        </p:nvCxnSpPr>
        <p:spPr>
          <a:xfrm>
            <a:off x="8301449" y="30045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3" name="直接连接符 102">
            <a:extLst>
              <a:ext uri="{FF2B5EF4-FFF2-40B4-BE49-F238E27FC236}">
                <a16:creationId xmlns:a16="http://schemas.microsoft.com/office/drawing/2014/main" id="{AC70750B-56E6-6819-8639-B8B930E77B0B}"/>
              </a:ext>
            </a:extLst>
          </p:cNvPr>
          <p:cNvCxnSpPr/>
          <p:nvPr/>
        </p:nvCxnSpPr>
        <p:spPr>
          <a:xfrm>
            <a:off x="8301449" y="25181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4" name="直接连接符 103">
            <a:extLst>
              <a:ext uri="{FF2B5EF4-FFF2-40B4-BE49-F238E27FC236}">
                <a16:creationId xmlns:a16="http://schemas.microsoft.com/office/drawing/2014/main" id="{A01EEBD4-7918-ACE7-74F0-C72494EB967C}"/>
              </a:ext>
            </a:extLst>
          </p:cNvPr>
          <p:cNvCxnSpPr/>
          <p:nvPr/>
        </p:nvCxnSpPr>
        <p:spPr>
          <a:xfrm>
            <a:off x="6599649" y="25181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05" name="矩形 4">
            <a:extLst>
              <a:ext uri="{FF2B5EF4-FFF2-40B4-BE49-F238E27FC236}">
                <a16:creationId xmlns:a16="http://schemas.microsoft.com/office/drawing/2014/main" id="{CF96763A-C067-D8FC-729B-B1827FF965AB}"/>
              </a:ext>
            </a:extLst>
          </p:cNvPr>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p>
        </p:txBody>
      </p:sp>
      <p:cxnSp>
        <p:nvCxnSpPr>
          <p:cNvPr id="106" name="直接连接符 105">
            <a:extLst>
              <a:ext uri="{FF2B5EF4-FFF2-40B4-BE49-F238E27FC236}">
                <a16:creationId xmlns:a16="http://schemas.microsoft.com/office/drawing/2014/main" id="{A41609B1-046D-B0B0-1E33-1B57CA6D7306}"/>
              </a:ext>
            </a:extLst>
          </p:cNvPr>
          <p:cNvCxnSpPr/>
          <p:nvPr/>
        </p:nvCxnSpPr>
        <p:spPr>
          <a:xfrm>
            <a:off x="4895713" y="285093"/>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7" name="直接连接符 106">
            <a:extLst>
              <a:ext uri="{FF2B5EF4-FFF2-40B4-BE49-F238E27FC236}">
                <a16:creationId xmlns:a16="http://schemas.microsoft.com/office/drawing/2014/main" id="{0A1EE4CA-BF9A-F459-1F05-0A4763760586}"/>
              </a:ext>
            </a:extLst>
          </p:cNvPr>
          <p:cNvCxnSpPr/>
          <p:nvPr/>
        </p:nvCxnSpPr>
        <p:spPr>
          <a:xfrm>
            <a:off x="6599472"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08" name="TextBox 7">
            <a:extLst>
              <a:ext uri="{FF2B5EF4-FFF2-40B4-BE49-F238E27FC236}">
                <a16:creationId xmlns:a16="http://schemas.microsoft.com/office/drawing/2014/main" id="{599B207C-C7B0-29BB-52DD-B7984EB4FF47}"/>
              </a:ext>
            </a:extLst>
          </p:cNvPr>
          <p:cNvSpPr txBox="1"/>
          <p:nvPr/>
        </p:nvSpPr>
        <p:spPr>
          <a:xfrm>
            <a:off x="5076749" y="215904"/>
            <a:ext cx="1344000" cy="343159"/>
          </a:xfrm>
          <a:prstGeom prst="rect">
            <a:avLst/>
          </a:prstGeom>
          <a:noFill/>
        </p:spPr>
        <p:txBody>
          <a:bodyPr wrap="square" lIns="0" tIns="48000" rIns="0" bIns="48000" rtlCol="0">
            <a:spAutoFit/>
          </a:bodyPr>
          <a:lstStyle/>
          <a:p>
            <a:pPr algn="ctr"/>
            <a:r>
              <a:rPr lang="en-US" altLang="zh-CN" sz="1600" b="1" dirty="0">
                <a:solidFill>
                  <a:schemeClr val="bg1">
                    <a:lumMod val="50000"/>
                  </a:schemeClr>
                </a:solidFill>
                <a:latin typeface="微软雅黑" panose="020B0503020204020204" pitchFamily="34" charset="-122"/>
                <a:ea typeface="微软雅黑" panose="020B0503020204020204" pitchFamily="34" charset="-122"/>
              </a:rPr>
              <a:t>LIBS</a:t>
            </a:r>
            <a:r>
              <a:rPr lang="zh-CN" altLang="en-US" sz="1600" b="1" dirty="0">
                <a:solidFill>
                  <a:schemeClr val="bg1">
                    <a:lumMod val="50000"/>
                  </a:schemeClr>
                </a:solidFill>
                <a:latin typeface="微软雅黑" panose="020B0503020204020204" pitchFamily="34" charset="-122"/>
                <a:ea typeface="微软雅黑" panose="020B0503020204020204" pitchFamily="34" charset="-122"/>
              </a:rPr>
              <a:t>应用领域</a:t>
            </a:r>
          </a:p>
        </p:txBody>
      </p:sp>
      <p:sp>
        <p:nvSpPr>
          <p:cNvPr id="109" name="TextBox 9">
            <a:extLst>
              <a:ext uri="{FF2B5EF4-FFF2-40B4-BE49-F238E27FC236}">
                <a16:creationId xmlns:a16="http://schemas.microsoft.com/office/drawing/2014/main" id="{44C78768-DEB8-5DA3-BEF7-DED1347C2C70}"/>
              </a:ext>
            </a:extLst>
          </p:cNvPr>
          <p:cNvSpPr txBox="1"/>
          <p:nvPr/>
        </p:nvSpPr>
        <p:spPr>
          <a:xfrm>
            <a:off x="3382541" y="215904"/>
            <a:ext cx="1344000" cy="340995"/>
          </a:xfrm>
          <a:prstGeom prst="rect">
            <a:avLst/>
          </a:prstGeom>
          <a:noFill/>
        </p:spPr>
        <p:txBody>
          <a:bodyPr wrap="square" lIns="0" tIns="48000" rIns="0" bIns="48000" rtlCol="0">
            <a:spAutoFit/>
          </a:bodyPr>
          <a:lstStyle/>
          <a:p>
            <a:pPr algn="ctr"/>
            <a:r>
              <a:rPr lang="en-US" altLang="zh-CN" sz="1600" b="1" dirty="0">
                <a:solidFill>
                  <a:schemeClr val="bg1">
                    <a:lumMod val="50000"/>
                  </a:schemeClr>
                </a:solidFill>
                <a:latin typeface="微软雅黑" panose="020B0503020204020204" pitchFamily="34" charset="-122"/>
                <a:ea typeface="微软雅黑" panose="020B0503020204020204" pitchFamily="34" charset="-122"/>
              </a:rPr>
              <a:t>LIBS</a:t>
            </a:r>
            <a:r>
              <a:rPr lang="zh-CN" altLang="en-US" sz="1600" b="1" dirty="0">
                <a:solidFill>
                  <a:schemeClr val="bg1">
                    <a:lumMod val="50000"/>
                  </a:schemeClr>
                </a:solidFill>
                <a:latin typeface="微软雅黑" panose="020B0503020204020204" pitchFamily="34" charset="-122"/>
                <a:ea typeface="微软雅黑" panose="020B0503020204020204" pitchFamily="34" charset="-122"/>
              </a:rPr>
              <a:t>概述</a:t>
            </a:r>
          </a:p>
        </p:txBody>
      </p:sp>
      <p:pic>
        <p:nvPicPr>
          <p:cNvPr id="112" name="图片 111">
            <a:extLst>
              <a:ext uri="{FF2B5EF4-FFF2-40B4-BE49-F238E27FC236}">
                <a16:creationId xmlns:a16="http://schemas.microsoft.com/office/drawing/2014/main" id="{D9D80EC1-9A3F-90E1-729D-A6EA679BFD7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8557" y="100193"/>
            <a:ext cx="2184731" cy="630736"/>
          </a:xfrm>
          <a:prstGeom prst="rect">
            <a:avLst/>
          </a:prstGeom>
        </p:spPr>
      </p:pic>
      <p:sp>
        <p:nvSpPr>
          <p:cNvPr id="114" name="TextBox 6">
            <a:extLst>
              <a:ext uri="{FF2B5EF4-FFF2-40B4-BE49-F238E27FC236}">
                <a16:creationId xmlns:a16="http://schemas.microsoft.com/office/drawing/2014/main" id="{6A42CD2F-D3B2-7557-B7E9-3F1DB77D7909}"/>
              </a:ext>
            </a:extLst>
          </p:cNvPr>
          <p:cNvSpPr txBox="1"/>
          <p:nvPr/>
        </p:nvSpPr>
        <p:spPr>
          <a:xfrm>
            <a:off x="6988735" y="215904"/>
            <a:ext cx="1448188" cy="340995"/>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pitchFamily="34" charset="-122"/>
                <a:ea typeface="微软雅黑" panose="020B0503020204020204" pitchFamily="34" charset="-122"/>
              </a:rPr>
              <a:t>仪器化</a:t>
            </a:r>
            <a:r>
              <a:rPr lang="en-US" altLang="zh-CN" sz="1600" b="1" dirty="0">
                <a:solidFill>
                  <a:schemeClr val="bg1"/>
                </a:solidFill>
                <a:latin typeface="微软雅黑" panose="020B0503020204020204" pitchFamily="34" charset="-122"/>
                <a:ea typeface="微软雅黑" panose="020B0503020204020204" pitchFamily="34" charset="-122"/>
              </a:rPr>
              <a:t>LIBS</a:t>
            </a:r>
            <a:endParaRPr lang="zh-CN" altLang="en-US" sz="1600" b="1" dirty="0">
              <a:solidFill>
                <a:schemeClr val="bg1"/>
              </a:solidFill>
              <a:latin typeface="微软雅黑" panose="020B0503020204020204" pitchFamily="34" charset="-122"/>
              <a:ea typeface="微软雅黑" panose="020B0503020204020204" pitchFamily="34" charset="-122"/>
            </a:endParaRPr>
          </a:p>
        </p:txBody>
      </p:sp>
      <p:cxnSp>
        <p:nvCxnSpPr>
          <p:cNvPr id="115" name="直接连接符 114">
            <a:extLst>
              <a:ext uri="{FF2B5EF4-FFF2-40B4-BE49-F238E27FC236}">
                <a16:creationId xmlns:a16="http://schemas.microsoft.com/office/drawing/2014/main" id="{7CB5CAB9-01FA-70EB-8882-9E08C466553B}"/>
              </a:ext>
            </a:extLst>
          </p:cNvPr>
          <p:cNvCxnSpPr/>
          <p:nvPr/>
        </p:nvCxnSpPr>
        <p:spPr>
          <a:xfrm>
            <a:off x="6599649" y="275365"/>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 name="矩形 21">
            <a:extLst>
              <a:ext uri="{FF2B5EF4-FFF2-40B4-BE49-F238E27FC236}">
                <a16:creationId xmlns:a16="http://schemas.microsoft.com/office/drawing/2014/main" id="{51FA1854-197D-590E-810F-421D33CCB6BE}"/>
              </a:ext>
            </a:extLst>
          </p:cNvPr>
          <p:cNvSpPr/>
          <p:nvPr/>
        </p:nvSpPr>
        <p:spPr>
          <a:xfrm>
            <a:off x="3036168" y="1335502"/>
            <a:ext cx="7641992" cy="520684"/>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94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4" name="矩形 3">
            <a:extLst>
              <a:ext uri="{FF2B5EF4-FFF2-40B4-BE49-F238E27FC236}">
                <a16:creationId xmlns:a16="http://schemas.microsoft.com/office/drawing/2014/main" id="{E589D12F-67D4-A33D-5BE5-20C7DEA63AEF}"/>
              </a:ext>
            </a:extLst>
          </p:cNvPr>
          <p:cNvSpPr/>
          <p:nvPr/>
        </p:nvSpPr>
        <p:spPr>
          <a:xfrm>
            <a:off x="666750" y="1335486"/>
            <a:ext cx="4410075" cy="520700"/>
          </a:xfrm>
          <a:prstGeom prst="rect">
            <a:avLst/>
          </a:prstGeom>
          <a:solidFill>
            <a:srgbClr val="A630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94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5" name="TextBox 64">
            <a:extLst>
              <a:ext uri="{FF2B5EF4-FFF2-40B4-BE49-F238E27FC236}">
                <a16:creationId xmlns:a16="http://schemas.microsoft.com/office/drawing/2014/main" id="{FABEA44B-FE0C-E664-E397-0B448BC19234}"/>
              </a:ext>
            </a:extLst>
          </p:cNvPr>
          <p:cNvSpPr txBox="1"/>
          <p:nvPr/>
        </p:nvSpPr>
        <p:spPr>
          <a:xfrm>
            <a:off x="718820" y="1419860"/>
            <a:ext cx="2932430" cy="369332"/>
          </a:xfrm>
          <a:prstGeom prst="rect">
            <a:avLst/>
          </a:prstGeom>
          <a:noFill/>
        </p:spPr>
        <p:txBody>
          <a:bodyPr wrap="square" rtlCol="0">
            <a:spAutoFit/>
          </a:bodyPr>
          <a:lstStyle/>
          <a:p>
            <a:pPr algn="ctr"/>
            <a:r>
              <a:rPr lang="zh-CN" altLang="en-US" b="1" u="sng" dirty="0">
                <a:solidFill>
                  <a:schemeClr val="bg1"/>
                </a:solidFill>
                <a:latin typeface="+mj-ea"/>
                <a:ea typeface="+mj-ea"/>
                <a:cs typeface="+mn-ea"/>
                <a:sym typeface="Arial" panose="020B0604020202020204" pitchFamily="34" charset="0"/>
              </a:rPr>
              <a:t>仪器化</a:t>
            </a:r>
            <a:r>
              <a:rPr lang="en-US" altLang="zh-CN" b="1" u="sng" dirty="0">
                <a:solidFill>
                  <a:schemeClr val="bg1"/>
                </a:solidFill>
                <a:latin typeface="+mj-ea"/>
                <a:ea typeface="+mj-ea"/>
                <a:cs typeface="+mn-ea"/>
                <a:sym typeface="Arial" panose="020B0604020202020204" pitchFamily="34" charset="0"/>
              </a:rPr>
              <a:t>LIBS</a:t>
            </a:r>
            <a:r>
              <a:rPr lang="zh-CN" altLang="en-US" b="1" u="sng" dirty="0">
                <a:solidFill>
                  <a:schemeClr val="bg1"/>
                </a:solidFill>
                <a:latin typeface="+mj-ea"/>
                <a:ea typeface="+mj-ea"/>
                <a:cs typeface="+mn-ea"/>
                <a:sym typeface="Arial" panose="020B0604020202020204" pitchFamily="34" charset="0"/>
              </a:rPr>
              <a:t>研究现状</a:t>
            </a:r>
          </a:p>
        </p:txBody>
      </p:sp>
      <p:cxnSp>
        <p:nvCxnSpPr>
          <p:cNvPr id="6" name="直接连接符 5">
            <a:extLst>
              <a:ext uri="{FF2B5EF4-FFF2-40B4-BE49-F238E27FC236}">
                <a16:creationId xmlns:a16="http://schemas.microsoft.com/office/drawing/2014/main" id="{88AD2ECB-3B42-FA77-AE8E-BE3B3EDD6398}"/>
              </a:ext>
            </a:extLst>
          </p:cNvPr>
          <p:cNvCxnSpPr/>
          <p:nvPr/>
        </p:nvCxnSpPr>
        <p:spPr>
          <a:xfrm flipV="1">
            <a:off x="598472" y="1195628"/>
            <a:ext cx="3043167" cy="1515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8F6A6CE0-A75D-4612-95EA-433A4774C10B}"/>
              </a:ext>
            </a:extLst>
          </p:cNvPr>
          <p:cNvSpPr txBox="1"/>
          <p:nvPr/>
        </p:nvSpPr>
        <p:spPr>
          <a:xfrm>
            <a:off x="827309" y="800617"/>
            <a:ext cx="3189937" cy="402590"/>
          </a:xfrm>
          <a:prstGeom prst="rect">
            <a:avLst/>
          </a:prstGeom>
          <a:noFill/>
        </p:spPr>
        <p:txBody>
          <a:bodyPr wrap="square" lIns="0" tIns="48000" rIns="0" bIns="48000" rtlCol="0">
            <a:spAutoFit/>
          </a:bodyPr>
          <a:lstStyle/>
          <a:p>
            <a:r>
              <a:rPr lang="zh-CN" altLang="en-US" sz="2000" b="1" dirty="0">
                <a:solidFill>
                  <a:schemeClr val="tx1">
                    <a:lumMod val="65000"/>
                    <a:lumOff val="35000"/>
                  </a:schemeClr>
                </a:solidFill>
                <a:latin typeface="微软雅黑" panose="020B0503020204020204" pitchFamily="34" charset="-122"/>
                <a:ea typeface="微软雅黑" panose="020B0503020204020204" pitchFamily="34" charset="-122"/>
              </a:rPr>
              <a:t>四、实验验证</a:t>
            </a:r>
          </a:p>
        </p:txBody>
      </p:sp>
      <p:sp>
        <p:nvSpPr>
          <p:cNvPr id="2" name="TextBox 64">
            <a:extLst>
              <a:ext uri="{FF2B5EF4-FFF2-40B4-BE49-F238E27FC236}">
                <a16:creationId xmlns:a16="http://schemas.microsoft.com/office/drawing/2014/main" id="{680F1A32-8DBF-D6D8-1CB2-EB6455AFF750}"/>
              </a:ext>
            </a:extLst>
          </p:cNvPr>
          <p:cNvSpPr txBox="1"/>
          <p:nvPr/>
        </p:nvSpPr>
        <p:spPr>
          <a:xfrm>
            <a:off x="5076749" y="1389647"/>
            <a:ext cx="2932430" cy="369332"/>
          </a:xfrm>
          <a:prstGeom prst="rect">
            <a:avLst/>
          </a:prstGeom>
          <a:noFill/>
        </p:spPr>
        <p:txBody>
          <a:bodyPr wrap="square" rtlCol="0">
            <a:spAutoFit/>
          </a:bodyPr>
          <a:lstStyle/>
          <a:p>
            <a:pPr algn="ctr"/>
            <a:r>
              <a:rPr lang="zh-CN" altLang="en-US" b="1" u="sng" dirty="0">
                <a:latin typeface="+mj-ea"/>
                <a:ea typeface="+mj-ea"/>
                <a:cs typeface="+mn-ea"/>
                <a:sym typeface="Arial" panose="020B0604020202020204" pitchFamily="34" charset="0"/>
              </a:rPr>
              <a:t>台式</a:t>
            </a:r>
            <a:r>
              <a:rPr lang="en-US" altLang="zh-CN" b="1" u="sng" dirty="0">
                <a:latin typeface="+mj-ea"/>
                <a:ea typeface="+mj-ea"/>
                <a:cs typeface="+mn-ea"/>
                <a:sym typeface="Arial" panose="020B0604020202020204" pitchFamily="34" charset="0"/>
              </a:rPr>
              <a:t>LIBS</a:t>
            </a:r>
            <a:endParaRPr lang="zh-CN" altLang="en-US" b="1" u="sng" dirty="0">
              <a:latin typeface="+mj-ea"/>
              <a:ea typeface="+mj-ea"/>
              <a:cs typeface="+mn-ea"/>
              <a:sym typeface="Arial" panose="020B0604020202020204" pitchFamily="34" charset="0"/>
            </a:endParaRPr>
          </a:p>
        </p:txBody>
      </p:sp>
      <p:sp>
        <p:nvSpPr>
          <p:cNvPr id="27" name="文本框 26">
            <a:extLst>
              <a:ext uri="{FF2B5EF4-FFF2-40B4-BE49-F238E27FC236}">
                <a16:creationId xmlns:a16="http://schemas.microsoft.com/office/drawing/2014/main" id="{9875F7E3-9006-8A5F-66F2-A3EE9690CA5E}"/>
              </a:ext>
            </a:extLst>
          </p:cNvPr>
          <p:cNvSpPr txBox="1"/>
          <p:nvPr/>
        </p:nvSpPr>
        <p:spPr>
          <a:xfrm>
            <a:off x="666750" y="2798787"/>
            <a:ext cx="6330718" cy="2031325"/>
          </a:xfrm>
          <a:prstGeom prst="rect">
            <a:avLst/>
          </a:prstGeom>
          <a:noFill/>
        </p:spPr>
        <p:txBody>
          <a:bodyPr wrap="square">
            <a:spAutoFit/>
          </a:bodyPr>
          <a:lstStyle/>
          <a:p>
            <a:pPr algn="l" fontAlgn="base" latinLnBrk="0">
              <a:buNone/>
            </a:pPr>
            <a:r>
              <a:rPr lang="zh-CN" altLang="en-US" b="0" dirty="0">
                <a:solidFill>
                  <a:srgbClr val="000000"/>
                </a:solidFill>
                <a:effectLst/>
                <a:latin typeface="-apple-system"/>
              </a:rPr>
              <a:t>在</a:t>
            </a:r>
            <a:r>
              <a:rPr lang="en-US" altLang="zh-CN" b="0" dirty="0">
                <a:solidFill>
                  <a:srgbClr val="000000"/>
                </a:solidFill>
                <a:effectLst/>
                <a:latin typeface="-apple-system"/>
              </a:rPr>
              <a:t>Spring</a:t>
            </a:r>
            <a:r>
              <a:rPr lang="zh-CN" altLang="en-US" b="0" dirty="0">
                <a:solidFill>
                  <a:srgbClr val="000000"/>
                </a:solidFill>
                <a:effectLst/>
                <a:latin typeface="-apple-system"/>
              </a:rPr>
              <a:t>子集上测试各改进贡献：</a:t>
            </a:r>
          </a:p>
          <a:p>
            <a:pPr algn="l" fontAlgn="base" latinLnBrk="0">
              <a:buFont typeface="Arial" panose="020B0604020202020204" pitchFamily="34" charset="0"/>
              <a:buChar char="•"/>
            </a:pPr>
            <a:r>
              <a:rPr lang="zh-CN" altLang="en-US" b="0" i="0" dirty="0">
                <a:solidFill>
                  <a:srgbClr val="000000"/>
                </a:solidFill>
                <a:effectLst/>
                <a:latin typeface="inherit"/>
              </a:rPr>
              <a:t>​</a:t>
            </a:r>
            <a:r>
              <a:rPr lang="zh-CN" altLang="en-US" b="1" i="0" dirty="0">
                <a:solidFill>
                  <a:srgbClr val="000000"/>
                </a:solidFill>
                <a:effectLst/>
                <a:latin typeface="-apple-system"/>
              </a:rPr>
              <a:t>预训练</a:t>
            </a:r>
            <a:r>
              <a:rPr lang="zh-CN" altLang="en-US" b="0" i="0" dirty="0">
                <a:solidFill>
                  <a:srgbClr val="000000"/>
                </a:solidFill>
                <a:effectLst/>
                <a:latin typeface="inherit"/>
              </a:rPr>
              <a:t>​：</a:t>
            </a:r>
            <a:r>
              <a:rPr lang="en-US" altLang="zh-CN" b="0" i="0" dirty="0" err="1">
                <a:solidFill>
                  <a:srgbClr val="000000"/>
                </a:solidFill>
                <a:effectLst/>
                <a:latin typeface="inherit"/>
              </a:rPr>
              <a:t>TartanAir</a:t>
            </a:r>
            <a:r>
              <a:rPr lang="zh-CN" altLang="en-US" b="0" i="0" dirty="0">
                <a:solidFill>
                  <a:srgbClr val="000000"/>
                </a:solidFill>
                <a:effectLst/>
                <a:latin typeface="inherit"/>
              </a:rPr>
              <a:t>预训练提升泛化，即使无预训练，</a:t>
            </a:r>
            <a:r>
              <a:rPr lang="en-US" altLang="zh-CN" b="0" i="0" dirty="0">
                <a:solidFill>
                  <a:srgbClr val="000000"/>
                </a:solidFill>
                <a:effectLst/>
                <a:latin typeface="inherit"/>
              </a:rPr>
              <a:t>SEA-RAFT</a:t>
            </a:r>
            <a:r>
              <a:rPr lang="zh-CN" altLang="en-US" b="0" i="0" dirty="0">
                <a:solidFill>
                  <a:srgbClr val="000000"/>
                </a:solidFill>
                <a:effectLst/>
                <a:latin typeface="inherit"/>
              </a:rPr>
              <a:t>仍强。</a:t>
            </a:r>
          </a:p>
          <a:p>
            <a:pPr algn="l" fontAlgn="base" latinLnBrk="0">
              <a:buFont typeface="Arial" panose="020B0604020202020204" pitchFamily="34" charset="0"/>
              <a:buChar char="•"/>
            </a:pPr>
            <a:r>
              <a:rPr lang="zh-CN" altLang="en-US" b="0" i="0" dirty="0">
                <a:solidFill>
                  <a:srgbClr val="000000"/>
                </a:solidFill>
                <a:effectLst/>
                <a:latin typeface="inherit"/>
              </a:rPr>
              <a:t>​</a:t>
            </a:r>
            <a:r>
              <a:rPr lang="zh-CN" altLang="en-US" b="1" i="0" dirty="0">
                <a:solidFill>
                  <a:srgbClr val="000000"/>
                </a:solidFill>
                <a:effectLst/>
                <a:latin typeface="-apple-system"/>
              </a:rPr>
              <a:t>损失设计</a:t>
            </a:r>
            <a:r>
              <a:rPr lang="zh-CN" altLang="en-US" b="0" i="0" dirty="0">
                <a:solidFill>
                  <a:srgbClr val="000000"/>
                </a:solidFill>
                <a:effectLst/>
                <a:latin typeface="inherit"/>
              </a:rPr>
              <a:t>​：朴素拉普拉斯回归差于</a:t>
            </a:r>
            <a:r>
              <a:rPr lang="en-US" altLang="zh-CN" b="0" i="0" dirty="0">
                <a:solidFill>
                  <a:srgbClr val="000000"/>
                </a:solidFill>
                <a:effectLst/>
                <a:latin typeface="inherit"/>
              </a:rPr>
              <a:t>L1</a:t>
            </a:r>
            <a:r>
              <a:rPr lang="zh-CN" altLang="en-US" b="0" i="0" dirty="0">
                <a:solidFill>
                  <a:srgbClr val="000000"/>
                </a:solidFill>
                <a:effectLst/>
                <a:latin typeface="inherit"/>
              </a:rPr>
              <a:t>；混合拉普拉斯（</a:t>
            </a:r>
            <a:r>
              <a:rPr lang="en-US" altLang="zh-CN" b="0" i="0" dirty="0">
                <a:solidFill>
                  <a:srgbClr val="000000"/>
                </a:solidFill>
                <a:effectLst/>
                <a:latin typeface="inherit"/>
              </a:rPr>
              <a:t>β₁=0</a:t>
            </a:r>
            <a:r>
              <a:rPr lang="zh-CN" altLang="en-US" b="0" i="0" dirty="0">
                <a:solidFill>
                  <a:srgbClr val="000000"/>
                </a:solidFill>
                <a:effectLst/>
                <a:latin typeface="inherit"/>
              </a:rPr>
              <a:t>）关键；高斯混合不适用光流。</a:t>
            </a:r>
          </a:p>
          <a:p>
            <a:pPr algn="l" fontAlgn="base" latinLnBrk="0">
              <a:buFont typeface="Arial" panose="020B0604020202020204" pitchFamily="34" charset="0"/>
              <a:buChar char="•"/>
            </a:pPr>
            <a:r>
              <a:rPr lang="zh-CN" altLang="en-US" b="0" i="0" dirty="0">
                <a:solidFill>
                  <a:srgbClr val="000000"/>
                </a:solidFill>
                <a:effectLst/>
                <a:latin typeface="inherit"/>
              </a:rPr>
              <a:t>​</a:t>
            </a:r>
            <a:r>
              <a:rPr lang="zh-CN" altLang="en-US" b="1" i="0" dirty="0">
                <a:solidFill>
                  <a:srgbClr val="000000"/>
                </a:solidFill>
                <a:effectLst/>
                <a:latin typeface="-apple-system"/>
              </a:rPr>
              <a:t>直接回归</a:t>
            </a:r>
            <a:r>
              <a:rPr lang="zh-CN" altLang="en-US" b="0" i="0" dirty="0">
                <a:solidFill>
                  <a:srgbClr val="000000"/>
                </a:solidFill>
                <a:effectLst/>
                <a:latin typeface="inherit"/>
              </a:rPr>
              <a:t>​：暖启动无效，直接回归显著减少迭代。</a:t>
            </a:r>
          </a:p>
          <a:p>
            <a:pPr algn="l" fontAlgn="base" latinLnBrk="0">
              <a:buFont typeface="Arial" panose="020B0604020202020204" pitchFamily="34" charset="0"/>
              <a:buChar char="•"/>
            </a:pPr>
            <a:r>
              <a:rPr lang="zh-CN" altLang="en-US" b="0" i="0" dirty="0">
                <a:solidFill>
                  <a:srgbClr val="000000"/>
                </a:solidFill>
                <a:effectLst/>
                <a:latin typeface="inherit"/>
              </a:rPr>
              <a:t>​</a:t>
            </a:r>
            <a:r>
              <a:rPr lang="en-US" altLang="zh-CN" b="1" i="0" dirty="0">
                <a:solidFill>
                  <a:srgbClr val="000000"/>
                </a:solidFill>
                <a:effectLst/>
                <a:latin typeface="-apple-system"/>
              </a:rPr>
              <a:t>RNN</a:t>
            </a:r>
            <a:r>
              <a:rPr lang="zh-CN" altLang="en-US" b="1" i="0" dirty="0">
                <a:solidFill>
                  <a:srgbClr val="000000"/>
                </a:solidFill>
                <a:effectLst/>
                <a:latin typeface="-apple-system"/>
              </a:rPr>
              <a:t>设计</a:t>
            </a:r>
            <a:r>
              <a:rPr lang="zh-CN" altLang="en-US" b="0" i="0" dirty="0">
                <a:solidFill>
                  <a:srgbClr val="000000"/>
                </a:solidFill>
                <a:effectLst/>
                <a:latin typeface="inherit"/>
              </a:rPr>
              <a:t>​：</a:t>
            </a:r>
            <a:r>
              <a:rPr lang="en-US" altLang="zh-CN" b="0" i="0" dirty="0">
                <a:solidFill>
                  <a:srgbClr val="000000"/>
                </a:solidFill>
                <a:effectLst/>
                <a:latin typeface="inherit"/>
              </a:rPr>
              <a:t>2</a:t>
            </a:r>
            <a:r>
              <a:rPr lang="zh-CN" altLang="en-US" b="0" i="0" dirty="0">
                <a:solidFill>
                  <a:srgbClr val="000000"/>
                </a:solidFill>
                <a:effectLst/>
                <a:latin typeface="inherit"/>
              </a:rPr>
              <a:t>个</a:t>
            </a:r>
            <a:r>
              <a:rPr lang="en-US" altLang="zh-CN" b="0" i="0" dirty="0" err="1">
                <a:solidFill>
                  <a:srgbClr val="000000"/>
                </a:solidFill>
                <a:effectLst/>
                <a:latin typeface="inherit"/>
              </a:rPr>
              <a:t>ConvNeXt</a:t>
            </a:r>
            <a:r>
              <a:rPr lang="zh-CN" altLang="en-US" b="0" i="0" dirty="0">
                <a:solidFill>
                  <a:srgbClr val="000000"/>
                </a:solidFill>
                <a:effectLst/>
                <a:latin typeface="inherit"/>
              </a:rPr>
              <a:t>块比</a:t>
            </a:r>
            <a:r>
              <a:rPr lang="en-US" altLang="zh-CN" b="0" i="0" dirty="0">
                <a:solidFill>
                  <a:srgbClr val="000000"/>
                </a:solidFill>
                <a:effectLst/>
                <a:latin typeface="inherit"/>
              </a:rPr>
              <a:t>4</a:t>
            </a:r>
            <a:r>
              <a:rPr lang="zh-CN" altLang="en-US" b="0" i="0" dirty="0">
                <a:solidFill>
                  <a:srgbClr val="000000"/>
                </a:solidFill>
                <a:effectLst/>
                <a:latin typeface="inherit"/>
              </a:rPr>
              <a:t>个或</a:t>
            </a:r>
            <a:r>
              <a:rPr lang="en-US" altLang="zh-CN" b="0" i="0" dirty="0">
                <a:solidFill>
                  <a:srgbClr val="000000"/>
                </a:solidFill>
                <a:effectLst/>
                <a:latin typeface="inherit"/>
              </a:rPr>
              <a:t>GRU</a:t>
            </a:r>
            <a:r>
              <a:rPr lang="zh-CN" altLang="en-US" b="0" i="0" dirty="0">
                <a:solidFill>
                  <a:srgbClr val="000000"/>
                </a:solidFill>
                <a:effectLst/>
                <a:latin typeface="inherit"/>
              </a:rPr>
              <a:t>更高效。</a:t>
            </a:r>
          </a:p>
        </p:txBody>
      </p:sp>
      <p:grpSp>
        <p:nvGrpSpPr>
          <p:cNvPr id="28" name="组合 27">
            <a:extLst>
              <a:ext uri="{FF2B5EF4-FFF2-40B4-BE49-F238E27FC236}">
                <a16:creationId xmlns:a16="http://schemas.microsoft.com/office/drawing/2014/main" id="{2379D531-6831-0B39-B7BF-86B66927DF19}"/>
              </a:ext>
            </a:extLst>
          </p:cNvPr>
          <p:cNvGrpSpPr/>
          <p:nvPr/>
        </p:nvGrpSpPr>
        <p:grpSpPr>
          <a:xfrm>
            <a:off x="0" y="-4353"/>
            <a:ext cx="12192000" cy="799230"/>
            <a:chOff x="0" y="-4353"/>
            <a:chExt cx="12192000" cy="799230"/>
          </a:xfrm>
        </p:grpSpPr>
        <p:grpSp>
          <p:nvGrpSpPr>
            <p:cNvPr id="29" name="组合 28">
              <a:extLst>
                <a:ext uri="{FF2B5EF4-FFF2-40B4-BE49-F238E27FC236}">
                  <a16:creationId xmlns:a16="http://schemas.microsoft.com/office/drawing/2014/main" id="{0FCC12B9-4296-BF99-9A64-7E5D08AECAE5}"/>
                </a:ext>
              </a:extLst>
            </p:cNvPr>
            <p:cNvGrpSpPr/>
            <p:nvPr/>
          </p:nvGrpSpPr>
          <p:grpSpPr>
            <a:xfrm>
              <a:off x="0" y="-4353"/>
              <a:ext cx="12192000" cy="799230"/>
              <a:chOff x="0" y="-39052"/>
              <a:chExt cx="12192000" cy="799230"/>
            </a:xfrm>
          </p:grpSpPr>
          <p:sp>
            <p:nvSpPr>
              <p:cNvPr id="31" name="矩形 4">
                <a:extLst>
                  <a:ext uri="{FF2B5EF4-FFF2-40B4-BE49-F238E27FC236}">
                    <a16:creationId xmlns:a16="http://schemas.microsoft.com/office/drawing/2014/main" id="{5DC60E33-C76B-30C8-3443-3355698C8F98}"/>
                  </a:ext>
                </a:extLst>
              </p:cNvPr>
              <p:cNvSpPr/>
              <p:nvPr/>
            </p:nvSpPr>
            <p:spPr>
              <a:xfrm>
                <a:off x="0" y="-31822"/>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dirty="0"/>
              </a:p>
            </p:txBody>
          </p:sp>
          <p:cxnSp>
            <p:nvCxnSpPr>
              <p:cNvPr id="32" name="直接连接符 31">
                <a:extLst>
                  <a:ext uri="{FF2B5EF4-FFF2-40B4-BE49-F238E27FC236}">
                    <a16:creationId xmlns:a16="http://schemas.microsoft.com/office/drawing/2014/main" id="{5FEC112C-EDFF-4D2D-BC85-0D2E5889B842}"/>
                  </a:ext>
                </a:extLst>
              </p:cNvPr>
              <p:cNvCxnSpPr>
                <a:cxnSpLocks/>
              </p:cNvCxnSpPr>
              <p:nvPr/>
            </p:nvCxnSpPr>
            <p:spPr>
              <a:xfrm>
                <a:off x="9464907" y="282851"/>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3" name="矩形 32">
                <a:extLst>
                  <a:ext uri="{FF2B5EF4-FFF2-40B4-BE49-F238E27FC236}">
                    <a16:creationId xmlns:a16="http://schemas.microsoft.com/office/drawing/2014/main" id="{756D8D6C-6CDE-4FE2-6129-95A83B6011C7}"/>
                  </a:ext>
                </a:extLst>
              </p:cNvPr>
              <p:cNvSpPr/>
              <p:nvPr/>
            </p:nvSpPr>
            <p:spPr>
              <a:xfrm>
                <a:off x="9464907" y="-39052"/>
                <a:ext cx="1453981" cy="79200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endParaRPr>
              </a:p>
            </p:txBody>
          </p:sp>
          <p:sp>
            <p:nvSpPr>
              <p:cNvPr id="34" name="TextBox 6">
                <a:extLst>
                  <a:ext uri="{FF2B5EF4-FFF2-40B4-BE49-F238E27FC236}">
                    <a16:creationId xmlns:a16="http://schemas.microsoft.com/office/drawing/2014/main" id="{45A870E9-CCD8-44BB-FFF1-E2AC3F61AC16}"/>
                  </a:ext>
                </a:extLst>
              </p:cNvPr>
              <p:cNvSpPr txBox="1"/>
              <p:nvPr/>
            </p:nvSpPr>
            <p:spPr>
              <a:xfrm>
                <a:off x="3263055" y="236420"/>
                <a:ext cx="1665999" cy="343159"/>
              </a:xfrm>
              <a:prstGeom prst="rect">
                <a:avLst/>
              </a:prstGeom>
              <a:noFill/>
            </p:spPr>
            <p:txBody>
              <a:bodyPr wrap="square" lIns="0" tIns="48000" rIns="0" bIns="48000" rtlCol="0">
                <a:spAutoFit/>
              </a:bodyPr>
              <a:lstStyle/>
              <a:p>
                <a:pPr algn="ctr"/>
                <a:r>
                  <a:rPr lang="en-US" altLang="zh-CN" sz="1600" b="1" dirty="0">
                    <a:solidFill>
                      <a:schemeClr val="bg1">
                        <a:lumMod val="50000"/>
                      </a:schemeClr>
                    </a:solidFill>
                    <a:latin typeface="微软雅黑" panose="020B0503020204020204" pitchFamily="34" charset="-122"/>
                    <a:ea typeface="微软雅黑" panose="020B0503020204020204" pitchFamily="34" charset="-122"/>
                  </a:rPr>
                  <a:t>SEA-RAFT</a:t>
                </a:r>
                <a:r>
                  <a:rPr lang="zh-CN" altLang="en-US" sz="1600" b="1" dirty="0">
                    <a:solidFill>
                      <a:schemeClr val="bg1">
                        <a:lumMod val="50000"/>
                      </a:schemeClr>
                    </a:solidFill>
                    <a:latin typeface="微软雅黑" panose="020B0503020204020204" pitchFamily="34" charset="-122"/>
                    <a:ea typeface="微软雅黑" panose="020B0503020204020204" pitchFamily="34" charset="-122"/>
                  </a:rPr>
                  <a:t>的目的</a:t>
                </a:r>
              </a:p>
            </p:txBody>
          </p:sp>
          <p:sp>
            <p:nvSpPr>
              <p:cNvPr id="35" name="TextBox 7">
                <a:extLst>
                  <a:ext uri="{FF2B5EF4-FFF2-40B4-BE49-F238E27FC236}">
                    <a16:creationId xmlns:a16="http://schemas.microsoft.com/office/drawing/2014/main" id="{734167B3-D4E8-37D0-FD5D-671693C3F1F4}"/>
                  </a:ext>
                </a:extLst>
              </p:cNvPr>
              <p:cNvSpPr txBox="1"/>
              <p:nvPr/>
            </p:nvSpPr>
            <p:spPr>
              <a:xfrm>
                <a:off x="5270217" y="236420"/>
                <a:ext cx="1502091"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pitchFamily="34" charset="-122"/>
                    <a:ea typeface="微软雅黑" panose="020B0503020204020204" pitchFamily="34" charset="-122"/>
                  </a:rPr>
                  <a:t>采取的解决方案</a:t>
                </a:r>
              </a:p>
            </p:txBody>
          </p:sp>
          <p:sp>
            <p:nvSpPr>
              <p:cNvPr id="36" name="TextBox 10">
                <a:extLst>
                  <a:ext uri="{FF2B5EF4-FFF2-40B4-BE49-F238E27FC236}">
                    <a16:creationId xmlns:a16="http://schemas.microsoft.com/office/drawing/2014/main" id="{F50029BC-5C88-E69C-68C9-6C7A8BA15E5F}"/>
                  </a:ext>
                </a:extLst>
              </p:cNvPr>
              <p:cNvSpPr txBox="1"/>
              <p:nvPr/>
            </p:nvSpPr>
            <p:spPr>
              <a:xfrm>
                <a:off x="7373388" y="236420"/>
                <a:ext cx="1893714"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pitchFamily="34" charset="-122"/>
                    <a:ea typeface="微软雅黑" panose="020B0503020204020204" pitchFamily="34" charset="-122"/>
                  </a:rPr>
                  <a:t>选择这种方法的缘由</a:t>
                </a:r>
              </a:p>
            </p:txBody>
          </p:sp>
          <p:cxnSp>
            <p:nvCxnSpPr>
              <p:cNvPr id="37" name="直接连接符 36">
                <a:extLst>
                  <a:ext uri="{FF2B5EF4-FFF2-40B4-BE49-F238E27FC236}">
                    <a16:creationId xmlns:a16="http://schemas.microsoft.com/office/drawing/2014/main" id="{C71C606F-6159-94E7-E714-86329C5F4C30}"/>
                  </a:ext>
                </a:extLst>
              </p:cNvPr>
              <p:cNvCxnSpPr>
                <a:cxnSpLocks/>
              </p:cNvCxnSpPr>
              <p:nvPr/>
            </p:nvCxnSpPr>
            <p:spPr>
              <a:xfrm>
                <a:off x="7171149" y="282851"/>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38" name="图片 37">
                <a:extLst>
                  <a:ext uri="{FF2B5EF4-FFF2-40B4-BE49-F238E27FC236}">
                    <a16:creationId xmlns:a16="http://schemas.microsoft.com/office/drawing/2014/main" id="{61E483AF-78B1-1F13-5066-D83341EF8AD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8557" y="100193"/>
                <a:ext cx="2184731" cy="630736"/>
              </a:xfrm>
              <a:prstGeom prst="rect">
                <a:avLst/>
              </a:prstGeom>
            </p:spPr>
          </p:pic>
          <p:cxnSp>
            <p:nvCxnSpPr>
              <p:cNvPr id="39" name="直接连接符 38">
                <a:extLst>
                  <a:ext uri="{FF2B5EF4-FFF2-40B4-BE49-F238E27FC236}">
                    <a16:creationId xmlns:a16="http://schemas.microsoft.com/office/drawing/2014/main" id="{F85825C2-9728-6F0A-3EE5-3414CC36C5F7}"/>
                  </a:ext>
                </a:extLst>
              </p:cNvPr>
              <p:cNvCxnSpPr>
                <a:cxnSpLocks/>
              </p:cNvCxnSpPr>
              <p:nvPr/>
            </p:nvCxnSpPr>
            <p:spPr>
              <a:xfrm>
                <a:off x="11761897" y="282851"/>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0" name="直接连接符 39">
                <a:extLst>
                  <a:ext uri="{FF2B5EF4-FFF2-40B4-BE49-F238E27FC236}">
                    <a16:creationId xmlns:a16="http://schemas.microsoft.com/office/drawing/2014/main" id="{59C1D3F7-C6C2-7B8D-6B98-65572E790FD2}"/>
                  </a:ext>
                </a:extLst>
              </p:cNvPr>
              <p:cNvCxnSpPr>
                <a:cxnSpLocks/>
              </p:cNvCxnSpPr>
              <p:nvPr/>
            </p:nvCxnSpPr>
            <p:spPr>
              <a:xfrm>
                <a:off x="10918888" y="282851"/>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1" name="TextBox 7">
                <a:extLst>
                  <a:ext uri="{FF2B5EF4-FFF2-40B4-BE49-F238E27FC236}">
                    <a16:creationId xmlns:a16="http://schemas.microsoft.com/office/drawing/2014/main" id="{71FBC336-6410-88D5-F5F5-1B22F4862B0B}"/>
                  </a:ext>
                </a:extLst>
              </p:cNvPr>
              <p:cNvSpPr txBox="1"/>
              <p:nvPr/>
            </p:nvSpPr>
            <p:spPr>
              <a:xfrm>
                <a:off x="9626117" y="236420"/>
                <a:ext cx="1121401"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pitchFamily="34" charset="-122"/>
                    <a:ea typeface="微软雅黑" panose="020B0503020204020204" pitchFamily="34" charset="-122"/>
                  </a:rPr>
                  <a:t>实验验证</a:t>
                </a:r>
              </a:p>
            </p:txBody>
          </p:sp>
          <p:sp>
            <p:nvSpPr>
              <p:cNvPr id="42" name="TextBox 7">
                <a:extLst>
                  <a:ext uri="{FF2B5EF4-FFF2-40B4-BE49-F238E27FC236}">
                    <a16:creationId xmlns:a16="http://schemas.microsoft.com/office/drawing/2014/main" id="{9494D150-072C-1D67-4C16-011BE55436D5}"/>
                  </a:ext>
                </a:extLst>
              </p:cNvPr>
              <p:cNvSpPr txBox="1"/>
              <p:nvPr/>
            </p:nvSpPr>
            <p:spPr>
              <a:xfrm>
                <a:off x="10995166" y="236420"/>
                <a:ext cx="705374"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pitchFamily="34" charset="-122"/>
                    <a:ea typeface="微软雅黑" panose="020B0503020204020204" pitchFamily="34" charset="-122"/>
                  </a:rPr>
                  <a:t>看法</a:t>
                </a:r>
              </a:p>
            </p:txBody>
          </p:sp>
        </p:grpSp>
        <p:cxnSp>
          <p:nvCxnSpPr>
            <p:cNvPr id="30" name="直接连接符 29">
              <a:extLst>
                <a:ext uri="{FF2B5EF4-FFF2-40B4-BE49-F238E27FC236}">
                  <a16:creationId xmlns:a16="http://schemas.microsoft.com/office/drawing/2014/main" id="{24EBB013-460F-C89E-6389-7173596E1B2F}"/>
                </a:ext>
              </a:extLst>
            </p:cNvPr>
            <p:cNvCxnSpPr>
              <a:cxnSpLocks/>
            </p:cNvCxnSpPr>
            <p:nvPr/>
          </p:nvCxnSpPr>
          <p:spPr>
            <a:xfrm>
              <a:off x="5132451" y="317550"/>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559401469"/>
      </p:ext>
    </p:extLst>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8C3F4C-484B-C44A-DC99-17AF564D9284}"/>
            </a:ext>
          </a:extLst>
        </p:cNvPr>
        <p:cNvGrpSpPr/>
        <p:nvPr/>
      </p:nvGrpSpPr>
      <p:grpSpPr>
        <a:xfrm>
          <a:off x="0" y="0"/>
          <a:ext cx="0" cy="0"/>
          <a:chOff x="0" y="0"/>
          <a:chExt cx="0" cy="0"/>
        </a:xfrm>
      </p:grpSpPr>
      <p:sp>
        <p:nvSpPr>
          <p:cNvPr id="2" name="文本框 1">
            <a:extLst>
              <a:ext uri="{FF2B5EF4-FFF2-40B4-BE49-F238E27FC236}">
                <a16:creationId xmlns:a16="http://schemas.microsoft.com/office/drawing/2014/main" id="{DD97D2A3-5271-CF1A-E7B2-E3CEBABA6555}"/>
              </a:ext>
            </a:extLst>
          </p:cNvPr>
          <p:cNvSpPr txBox="1"/>
          <p:nvPr/>
        </p:nvSpPr>
        <p:spPr>
          <a:xfrm>
            <a:off x="3773150" y="2881893"/>
            <a:ext cx="5043802" cy="707886"/>
          </a:xfrm>
          <a:prstGeom prst="rect">
            <a:avLst/>
          </a:prstGeom>
          <a:noFill/>
        </p:spPr>
        <p:txBody>
          <a:bodyPr wrap="square" rtlCol="0">
            <a:spAutoFit/>
          </a:bodyPr>
          <a:lstStyle/>
          <a:p>
            <a:pPr algn="ctr">
              <a:defRPr/>
            </a:pPr>
            <a:r>
              <a:rPr lang="zh-CN" altLang="en-US" sz="4000" b="1" dirty="0">
                <a:solidFill>
                  <a:schemeClr val="accent2"/>
                </a:solidFill>
                <a:latin typeface="微软雅黑" panose="020B0503020204020204" pitchFamily="34" charset="-122"/>
              </a:rPr>
              <a:t>看法</a:t>
            </a:r>
          </a:p>
        </p:txBody>
      </p:sp>
    </p:spTree>
    <p:extLst>
      <p:ext uri="{BB962C8B-B14F-4D97-AF65-F5344CB8AC3E}">
        <p14:creationId xmlns:p14="http://schemas.microsoft.com/office/powerpoint/2010/main" val="3595740677"/>
      </p:ext>
    </p:ext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BFC98D-40FA-CC39-7F43-96B495F32F25}"/>
            </a:ext>
          </a:extLst>
        </p:cNvPr>
        <p:cNvGrpSpPr/>
        <p:nvPr/>
      </p:nvGrpSpPr>
      <p:grpSpPr>
        <a:xfrm>
          <a:off x="0" y="0"/>
          <a:ext cx="0" cy="0"/>
          <a:chOff x="0" y="0"/>
          <a:chExt cx="0" cy="0"/>
        </a:xfrm>
      </p:grpSpPr>
      <p:cxnSp>
        <p:nvCxnSpPr>
          <p:cNvPr id="102" name="直接连接符 101">
            <a:extLst>
              <a:ext uri="{FF2B5EF4-FFF2-40B4-BE49-F238E27FC236}">
                <a16:creationId xmlns:a16="http://schemas.microsoft.com/office/drawing/2014/main" id="{B3B34CAC-BC24-A4C9-2EFF-AC5B4E39DE39}"/>
              </a:ext>
            </a:extLst>
          </p:cNvPr>
          <p:cNvCxnSpPr/>
          <p:nvPr/>
        </p:nvCxnSpPr>
        <p:spPr>
          <a:xfrm>
            <a:off x="8301449" y="30045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3" name="直接连接符 102">
            <a:extLst>
              <a:ext uri="{FF2B5EF4-FFF2-40B4-BE49-F238E27FC236}">
                <a16:creationId xmlns:a16="http://schemas.microsoft.com/office/drawing/2014/main" id="{851257E8-F29C-E6EE-3E09-BB2BC7F25158}"/>
              </a:ext>
            </a:extLst>
          </p:cNvPr>
          <p:cNvCxnSpPr/>
          <p:nvPr/>
        </p:nvCxnSpPr>
        <p:spPr>
          <a:xfrm>
            <a:off x="8301449" y="25181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4" name="直接连接符 103">
            <a:extLst>
              <a:ext uri="{FF2B5EF4-FFF2-40B4-BE49-F238E27FC236}">
                <a16:creationId xmlns:a16="http://schemas.microsoft.com/office/drawing/2014/main" id="{264FFBC6-AEFC-0409-1C4E-FF20A0384B85}"/>
              </a:ext>
            </a:extLst>
          </p:cNvPr>
          <p:cNvCxnSpPr/>
          <p:nvPr/>
        </p:nvCxnSpPr>
        <p:spPr>
          <a:xfrm>
            <a:off x="6599649" y="25181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05" name="矩形 4">
            <a:extLst>
              <a:ext uri="{FF2B5EF4-FFF2-40B4-BE49-F238E27FC236}">
                <a16:creationId xmlns:a16="http://schemas.microsoft.com/office/drawing/2014/main" id="{47597D1E-873E-99CF-619C-0AAD049F8EC1}"/>
              </a:ext>
            </a:extLst>
          </p:cNvPr>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p>
        </p:txBody>
      </p:sp>
      <p:cxnSp>
        <p:nvCxnSpPr>
          <p:cNvPr id="106" name="直接连接符 105">
            <a:extLst>
              <a:ext uri="{FF2B5EF4-FFF2-40B4-BE49-F238E27FC236}">
                <a16:creationId xmlns:a16="http://schemas.microsoft.com/office/drawing/2014/main" id="{BF350F77-5925-9705-01B5-C3DA72C732C6}"/>
              </a:ext>
            </a:extLst>
          </p:cNvPr>
          <p:cNvCxnSpPr/>
          <p:nvPr/>
        </p:nvCxnSpPr>
        <p:spPr>
          <a:xfrm>
            <a:off x="4895713" y="285093"/>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7" name="直接连接符 106">
            <a:extLst>
              <a:ext uri="{FF2B5EF4-FFF2-40B4-BE49-F238E27FC236}">
                <a16:creationId xmlns:a16="http://schemas.microsoft.com/office/drawing/2014/main" id="{B88FCE96-1B2E-8A0D-2AAD-97884382BBC4}"/>
              </a:ext>
            </a:extLst>
          </p:cNvPr>
          <p:cNvCxnSpPr/>
          <p:nvPr/>
        </p:nvCxnSpPr>
        <p:spPr>
          <a:xfrm>
            <a:off x="6599472"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08" name="TextBox 7">
            <a:extLst>
              <a:ext uri="{FF2B5EF4-FFF2-40B4-BE49-F238E27FC236}">
                <a16:creationId xmlns:a16="http://schemas.microsoft.com/office/drawing/2014/main" id="{B9CA73DF-9D0F-695D-0F0D-75CFEA83B64E}"/>
              </a:ext>
            </a:extLst>
          </p:cNvPr>
          <p:cNvSpPr txBox="1"/>
          <p:nvPr/>
        </p:nvSpPr>
        <p:spPr>
          <a:xfrm>
            <a:off x="5076749" y="215904"/>
            <a:ext cx="1344000" cy="343159"/>
          </a:xfrm>
          <a:prstGeom prst="rect">
            <a:avLst/>
          </a:prstGeom>
          <a:noFill/>
        </p:spPr>
        <p:txBody>
          <a:bodyPr wrap="square" lIns="0" tIns="48000" rIns="0" bIns="48000" rtlCol="0">
            <a:spAutoFit/>
          </a:bodyPr>
          <a:lstStyle/>
          <a:p>
            <a:pPr algn="ctr"/>
            <a:r>
              <a:rPr lang="en-US" altLang="zh-CN" sz="1600" b="1" dirty="0">
                <a:solidFill>
                  <a:schemeClr val="bg1">
                    <a:lumMod val="50000"/>
                  </a:schemeClr>
                </a:solidFill>
                <a:latin typeface="微软雅黑" panose="020B0503020204020204" pitchFamily="34" charset="-122"/>
                <a:ea typeface="微软雅黑" panose="020B0503020204020204" pitchFamily="34" charset="-122"/>
              </a:rPr>
              <a:t>LIBS</a:t>
            </a:r>
            <a:r>
              <a:rPr lang="zh-CN" altLang="en-US" sz="1600" b="1" dirty="0">
                <a:solidFill>
                  <a:schemeClr val="bg1">
                    <a:lumMod val="50000"/>
                  </a:schemeClr>
                </a:solidFill>
                <a:latin typeface="微软雅黑" panose="020B0503020204020204" pitchFamily="34" charset="-122"/>
                <a:ea typeface="微软雅黑" panose="020B0503020204020204" pitchFamily="34" charset="-122"/>
              </a:rPr>
              <a:t>应用领域</a:t>
            </a:r>
          </a:p>
        </p:txBody>
      </p:sp>
      <p:sp>
        <p:nvSpPr>
          <p:cNvPr id="109" name="TextBox 9">
            <a:extLst>
              <a:ext uri="{FF2B5EF4-FFF2-40B4-BE49-F238E27FC236}">
                <a16:creationId xmlns:a16="http://schemas.microsoft.com/office/drawing/2014/main" id="{6F0D6C2D-C25B-F06B-52C0-57B65172CBE1}"/>
              </a:ext>
            </a:extLst>
          </p:cNvPr>
          <p:cNvSpPr txBox="1"/>
          <p:nvPr/>
        </p:nvSpPr>
        <p:spPr>
          <a:xfrm>
            <a:off x="3382541" y="215904"/>
            <a:ext cx="1344000" cy="340995"/>
          </a:xfrm>
          <a:prstGeom prst="rect">
            <a:avLst/>
          </a:prstGeom>
          <a:noFill/>
        </p:spPr>
        <p:txBody>
          <a:bodyPr wrap="square" lIns="0" tIns="48000" rIns="0" bIns="48000" rtlCol="0">
            <a:spAutoFit/>
          </a:bodyPr>
          <a:lstStyle/>
          <a:p>
            <a:pPr algn="ctr"/>
            <a:r>
              <a:rPr lang="en-US" altLang="zh-CN" sz="1600" b="1" dirty="0">
                <a:solidFill>
                  <a:schemeClr val="bg1">
                    <a:lumMod val="50000"/>
                  </a:schemeClr>
                </a:solidFill>
                <a:latin typeface="微软雅黑" panose="020B0503020204020204" pitchFamily="34" charset="-122"/>
                <a:ea typeface="微软雅黑" panose="020B0503020204020204" pitchFamily="34" charset="-122"/>
              </a:rPr>
              <a:t>LIBS</a:t>
            </a:r>
            <a:r>
              <a:rPr lang="zh-CN" altLang="en-US" sz="1600" b="1" dirty="0">
                <a:solidFill>
                  <a:schemeClr val="bg1">
                    <a:lumMod val="50000"/>
                  </a:schemeClr>
                </a:solidFill>
                <a:latin typeface="微软雅黑" panose="020B0503020204020204" pitchFamily="34" charset="-122"/>
                <a:ea typeface="微软雅黑" panose="020B0503020204020204" pitchFamily="34" charset="-122"/>
              </a:rPr>
              <a:t>概述</a:t>
            </a:r>
          </a:p>
        </p:txBody>
      </p:sp>
      <p:pic>
        <p:nvPicPr>
          <p:cNvPr id="112" name="图片 111">
            <a:extLst>
              <a:ext uri="{FF2B5EF4-FFF2-40B4-BE49-F238E27FC236}">
                <a16:creationId xmlns:a16="http://schemas.microsoft.com/office/drawing/2014/main" id="{2D446776-90ED-DFFE-CE0E-799B6CA6C3A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8557" y="100193"/>
            <a:ext cx="2184731" cy="630736"/>
          </a:xfrm>
          <a:prstGeom prst="rect">
            <a:avLst/>
          </a:prstGeom>
        </p:spPr>
      </p:pic>
      <p:sp>
        <p:nvSpPr>
          <p:cNvPr id="114" name="TextBox 6">
            <a:extLst>
              <a:ext uri="{FF2B5EF4-FFF2-40B4-BE49-F238E27FC236}">
                <a16:creationId xmlns:a16="http://schemas.microsoft.com/office/drawing/2014/main" id="{6B816F9E-1BEB-F534-AEAC-6B5E64108AF5}"/>
              </a:ext>
            </a:extLst>
          </p:cNvPr>
          <p:cNvSpPr txBox="1"/>
          <p:nvPr/>
        </p:nvSpPr>
        <p:spPr>
          <a:xfrm>
            <a:off x="6988735" y="215904"/>
            <a:ext cx="1448188" cy="340995"/>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pitchFamily="34" charset="-122"/>
                <a:ea typeface="微软雅黑" panose="020B0503020204020204" pitchFamily="34" charset="-122"/>
              </a:rPr>
              <a:t>仪器化</a:t>
            </a:r>
            <a:r>
              <a:rPr lang="en-US" altLang="zh-CN" sz="1600" b="1" dirty="0">
                <a:solidFill>
                  <a:schemeClr val="bg1"/>
                </a:solidFill>
                <a:latin typeface="微软雅黑" panose="020B0503020204020204" pitchFamily="34" charset="-122"/>
                <a:ea typeface="微软雅黑" panose="020B0503020204020204" pitchFamily="34" charset="-122"/>
              </a:rPr>
              <a:t>LIBS</a:t>
            </a:r>
            <a:endParaRPr lang="zh-CN" altLang="en-US" sz="1600" b="1" dirty="0">
              <a:solidFill>
                <a:schemeClr val="bg1"/>
              </a:solidFill>
              <a:latin typeface="微软雅黑" panose="020B0503020204020204" pitchFamily="34" charset="-122"/>
              <a:ea typeface="微软雅黑" panose="020B0503020204020204" pitchFamily="34" charset="-122"/>
            </a:endParaRPr>
          </a:p>
        </p:txBody>
      </p:sp>
      <p:cxnSp>
        <p:nvCxnSpPr>
          <p:cNvPr id="115" name="直接连接符 114">
            <a:extLst>
              <a:ext uri="{FF2B5EF4-FFF2-40B4-BE49-F238E27FC236}">
                <a16:creationId xmlns:a16="http://schemas.microsoft.com/office/drawing/2014/main" id="{23958DA2-9771-0DE6-D060-7151F2EFFEF9}"/>
              </a:ext>
            </a:extLst>
          </p:cNvPr>
          <p:cNvCxnSpPr/>
          <p:nvPr/>
        </p:nvCxnSpPr>
        <p:spPr>
          <a:xfrm>
            <a:off x="6599649" y="275365"/>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 name="矩形 21">
            <a:extLst>
              <a:ext uri="{FF2B5EF4-FFF2-40B4-BE49-F238E27FC236}">
                <a16:creationId xmlns:a16="http://schemas.microsoft.com/office/drawing/2014/main" id="{D95F3F4B-DF97-2D51-7786-1D412A47347A}"/>
              </a:ext>
            </a:extLst>
          </p:cNvPr>
          <p:cNvSpPr/>
          <p:nvPr/>
        </p:nvSpPr>
        <p:spPr>
          <a:xfrm>
            <a:off x="3036168" y="1335502"/>
            <a:ext cx="7641992" cy="520684"/>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94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4" name="矩形 3">
            <a:extLst>
              <a:ext uri="{FF2B5EF4-FFF2-40B4-BE49-F238E27FC236}">
                <a16:creationId xmlns:a16="http://schemas.microsoft.com/office/drawing/2014/main" id="{64DB4F3A-80AA-680D-365B-F5D41E37E598}"/>
              </a:ext>
            </a:extLst>
          </p:cNvPr>
          <p:cNvSpPr/>
          <p:nvPr/>
        </p:nvSpPr>
        <p:spPr>
          <a:xfrm>
            <a:off x="666750" y="1335486"/>
            <a:ext cx="4410075" cy="520700"/>
          </a:xfrm>
          <a:prstGeom prst="rect">
            <a:avLst/>
          </a:prstGeom>
          <a:solidFill>
            <a:srgbClr val="A630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94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5" name="TextBox 64">
            <a:extLst>
              <a:ext uri="{FF2B5EF4-FFF2-40B4-BE49-F238E27FC236}">
                <a16:creationId xmlns:a16="http://schemas.microsoft.com/office/drawing/2014/main" id="{5F94DD8C-37DA-8769-07A0-79F97887F842}"/>
              </a:ext>
            </a:extLst>
          </p:cNvPr>
          <p:cNvSpPr txBox="1"/>
          <p:nvPr/>
        </p:nvSpPr>
        <p:spPr>
          <a:xfrm>
            <a:off x="718820" y="1419860"/>
            <a:ext cx="2932430" cy="369332"/>
          </a:xfrm>
          <a:prstGeom prst="rect">
            <a:avLst/>
          </a:prstGeom>
          <a:noFill/>
        </p:spPr>
        <p:txBody>
          <a:bodyPr wrap="square" rtlCol="0">
            <a:spAutoFit/>
          </a:bodyPr>
          <a:lstStyle/>
          <a:p>
            <a:pPr algn="ctr"/>
            <a:r>
              <a:rPr lang="zh-CN" altLang="en-US" b="1" u="sng" dirty="0">
                <a:solidFill>
                  <a:schemeClr val="bg1"/>
                </a:solidFill>
                <a:latin typeface="+mj-ea"/>
                <a:ea typeface="+mj-ea"/>
                <a:cs typeface="+mn-ea"/>
                <a:sym typeface="Arial" panose="020B0604020202020204" pitchFamily="34" charset="0"/>
              </a:rPr>
              <a:t>仪器化</a:t>
            </a:r>
            <a:r>
              <a:rPr lang="en-US" altLang="zh-CN" b="1" u="sng" dirty="0">
                <a:solidFill>
                  <a:schemeClr val="bg1"/>
                </a:solidFill>
                <a:latin typeface="+mj-ea"/>
                <a:ea typeface="+mj-ea"/>
                <a:cs typeface="+mn-ea"/>
                <a:sym typeface="Arial" panose="020B0604020202020204" pitchFamily="34" charset="0"/>
              </a:rPr>
              <a:t>LIBS</a:t>
            </a:r>
            <a:r>
              <a:rPr lang="zh-CN" altLang="en-US" b="1" u="sng" dirty="0">
                <a:solidFill>
                  <a:schemeClr val="bg1"/>
                </a:solidFill>
                <a:latin typeface="+mj-ea"/>
                <a:ea typeface="+mj-ea"/>
                <a:cs typeface="+mn-ea"/>
                <a:sym typeface="Arial" panose="020B0604020202020204" pitchFamily="34" charset="0"/>
              </a:rPr>
              <a:t>研究现状</a:t>
            </a:r>
          </a:p>
        </p:txBody>
      </p:sp>
      <p:cxnSp>
        <p:nvCxnSpPr>
          <p:cNvPr id="6" name="直接连接符 5">
            <a:extLst>
              <a:ext uri="{FF2B5EF4-FFF2-40B4-BE49-F238E27FC236}">
                <a16:creationId xmlns:a16="http://schemas.microsoft.com/office/drawing/2014/main" id="{B1985351-B081-1723-646B-3ADEF108A08E}"/>
              </a:ext>
            </a:extLst>
          </p:cNvPr>
          <p:cNvCxnSpPr/>
          <p:nvPr/>
        </p:nvCxnSpPr>
        <p:spPr>
          <a:xfrm flipV="1">
            <a:off x="598472" y="1195628"/>
            <a:ext cx="3043167" cy="1515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B9F7607C-610C-9F2A-6DF1-E6091EC84F06}"/>
              </a:ext>
            </a:extLst>
          </p:cNvPr>
          <p:cNvSpPr txBox="1"/>
          <p:nvPr/>
        </p:nvSpPr>
        <p:spPr>
          <a:xfrm>
            <a:off x="827309" y="800617"/>
            <a:ext cx="3189937" cy="402590"/>
          </a:xfrm>
          <a:prstGeom prst="rect">
            <a:avLst/>
          </a:prstGeom>
          <a:noFill/>
        </p:spPr>
        <p:txBody>
          <a:bodyPr wrap="square" lIns="0" tIns="48000" rIns="0" bIns="48000" rtlCol="0">
            <a:spAutoFit/>
          </a:bodyPr>
          <a:lstStyle/>
          <a:p>
            <a:r>
              <a:rPr lang="zh-CN" altLang="en-US" sz="2000" b="1" dirty="0">
                <a:solidFill>
                  <a:schemeClr val="tx1">
                    <a:lumMod val="65000"/>
                    <a:lumOff val="35000"/>
                  </a:schemeClr>
                </a:solidFill>
                <a:latin typeface="微软雅黑" panose="020B0503020204020204" pitchFamily="34" charset="-122"/>
                <a:ea typeface="微软雅黑" panose="020B0503020204020204" pitchFamily="34" charset="-122"/>
              </a:rPr>
              <a:t>四、实验验证</a:t>
            </a:r>
          </a:p>
        </p:txBody>
      </p:sp>
      <p:sp>
        <p:nvSpPr>
          <p:cNvPr id="2" name="TextBox 64">
            <a:extLst>
              <a:ext uri="{FF2B5EF4-FFF2-40B4-BE49-F238E27FC236}">
                <a16:creationId xmlns:a16="http://schemas.microsoft.com/office/drawing/2014/main" id="{31479E6B-F870-6534-2F6C-D4A053159E16}"/>
              </a:ext>
            </a:extLst>
          </p:cNvPr>
          <p:cNvSpPr txBox="1"/>
          <p:nvPr/>
        </p:nvSpPr>
        <p:spPr>
          <a:xfrm>
            <a:off x="5076749" y="1389647"/>
            <a:ext cx="2932430" cy="369332"/>
          </a:xfrm>
          <a:prstGeom prst="rect">
            <a:avLst/>
          </a:prstGeom>
          <a:noFill/>
        </p:spPr>
        <p:txBody>
          <a:bodyPr wrap="square" rtlCol="0">
            <a:spAutoFit/>
          </a:bodyPr>
          <a:lstStyle/>
          <a:p>
            <a:pPr algn="ctr"/>
            <a:r>
              <a:rPr lang="zh-CN" altLang="en-US" b="1" u="sng" dirty="0">
                <a:latin typeface="+mj-ea"/>
                <a:ea typeface="+mj-ea"/>
                <a:cs typeface="+mn-ea"/>
                <a:sym typeface="Arial" panose="020B0604020202020204" pitchFamily="34" charset="0"/>
              </a:rPr>
              <a:t>台式</a:t>
            </a:r>
            <a:r>
              <a:rPr lang="en-US" altLang="zh-CN" b="1" u="sng" dirty="0">
                <a:latin typeface="+mj-ea"/>
                <a:ea typeface="+mj-ea"/>
                <a:cs typeface="+mn-ea"/>
                <a:sym typeface="Arial" panose="020B0604020202020204" pitchFamily="34" charset="0"/>
              </a:rPr>
              <a:t>LIBS</a:t>
            </a:r>
            <a:endParaRPr lang="zh-CN" altLang="en-US" b="1" u="sng" dirty="0">
              <a:latin typeface="+mj-ea"/>
              <a:ea typeface="+mj-ea"/>
              <a:cs typeface="+mn-ea"/>
              <a:sym typeface="Arial" panose="020B0604020202020204" pitchFamily="34" charset="0"/>
            </a:endParaRPr>
          </a:p>
        </p:txBody>
      </p:sp>
      <p:grpSp>
        <p:nvGrpSpPr>
          <p:cNvPr id="11" name="组合 10">
            <a:extLst>
              <a:ext uri="{FF2B5EF4-FFF2-40B4-BE49-F238E27FC236}">
                <a16:creationId xmlns:a16="http://schemas.microsoft.com/office/drawing/2014/main" id="{D3F0CFD7-BDFF-9DE6-F197-A2FF7F5FADDF}"/>
              </a:ext>
            </a:extLst>
          </p:cNvPr>
          <p:cNvGrpSpPr/>
          <p:nvPr/>
        </p:nvGrpSpPr>
        <p:grpSpPr>
          <a:xfrm>
            <a:off x="0" y="2877"/>
            <a:ext cx="12192000" cy="808684"/>
            <a:chOff x="0" y="2877"/>
            <a:chExt cx="12192000" cy="808684"/>
          </a:xfrm>
        </p:grpSpPr>
        <p:grpSp>
          <p:nvGrpSpPr>
            <p:cNvPr id="12" name="组合 11">
              <a:extLst>
                <a:ext uri="{FF2B5EF4-FFF2-40B4-BE49-F238E27FC236}">
                  <a16:creationId xmlns:a16="http://schemas.microsoft.com/office/drawing/2014/main" id="{D1E2A9F5-F7F3-7AA5-6DBE-D19A19EA8A92}"/>
                </a:ext>
              </a:extLst>
            </p:cNvPr>
            <p:cNvGrpSpPr/>
            <p:nvPr/>
          </p:nvGrpSpPr>
          <p:grpSpPr>
            <a:xfrm>
              <a:off x="0" y="2877"/>
              <a:ext cx="12192000" cy="808684"/>
              <a:chOff x="0" y="-31822"/>
              <a:chExt cx="12192000" cy="808684"/>
            </a:xfrm>
          </p:grpSpPr>
          <p:sp>
            <p:nvSpPr>
              <p:cNvPr id="14" name="矩形 4">
                <a:extLst>
                  <a:ext uri="{FF2B5EF4-FFF2-40B4-BE49-F238E27FC236}">
                    <a16:creationId xmlns:a16="http://schemas.microsoft.com/office/drawing/2014/main" id="{2DE24817-F927-2EF2-24EA-345ECF731406}"/>
                  </a:ext>
                </a:extLst>
              </p:cNvPr>
              <p:cNvSpPr/>
              <p:nvPr/>
            </p:nvSpPr>
            <p:spPr>
              <a:xfrm>
                <a:off x="0" y="-31822"/>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dirty="0"/>
              </a:p>
            </p:txBody>
          </p:sp>
          <p:cxnSp>
            <p:nvCxnSpPr>
              <p:cNvPr id="15" name="直接连接符 14">
                <a:extLst>
                  <a:ext uri="{FF2B5EF4-FFF2-40B4-BE49-F238E27FC236}">
                    <a16:creationId xmlns:a16="http://schemas.microsoft.com/office/drawing/2014/main" id="{573D0EE8-8C04-577C-9C25-EF863ABC632C}"/>
                  </a:ext>
                </a:extLst>
              </p:cNvPr>
              <p:cNvCxnSpPr>
                <a:cxnSpLocks/>
              </p:cNvCxnSpPr>
              <p:nvPr/>
            </p:nvCxnSpPr>
            <p:spPr>
              <a:xfrm>
                <a:off x="9464907" y="282851"/>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6" name="矩形 15">
                <a:extLst>
                  <a:ext uri="{FF2B5EF4-FFF2-40B4-BE49-F238E27FC236}">
                    <a16:creationId xmlns:a16="http://schemas.microsoft.com/office/drawing/2014/main" id="{4F1E7CC6-2BC3-9F8C-FBEE-A7B069D7EED1}"/>
                  </a:ext>
                </a:extLst>
              </p:cNvPr>
              <p:cNvSpPr/>
              <p:nvPr/>
            </p:nvSpPr>
            <p:spPr>
              <a:xfrm>
                <a:off x="10918888" y="-15138"/>
                <a:ext cx="843010" cy="79200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endParaRPr>
              </a:p>
            </p:txBody>
          </p:sp>
          <p:sp>
            <p:nvSpPr>
              <p:cNvPr id="17" name="TextBox 6">
                <a:extLst>
                  <a:ext uri="{FF2B5EF4-FFF2-40B4-BE49-F238E27FC236}">
                    <a16:creationId xmlns:a16="http://schemas.microsoft.com/office/drawing/2014/main" id="{6CF89567-E290-D16F-9C1B-F5E8FE05BCC7}"/>
                  </a:ext>
                </a:extLst>
              </p:cNvPr>
              <p:cNvSpPr txBox="1"/>
              <p:nvPr/>
            </p:nvSpPr>
            <p:spPr>
              <a:xfrm>
                <a:off x="3263055" y="236420"/>
                <a:ext cx="1665999" cy="343159"/>
              </a:xfrm>
              <a:prstGeom prst="rect">
                <a:avLst/>
              </a:prstGeom>
              <a:noFill/>
            </p:spPr>
            <p:txBody>
              <a:bodyPr wrap="square" lIns="0" tIns="48000" rIns="0" bIns="48000" rtlCol="0">
                <a:spAutoFit/>
              </a:bodyPr>
              <a:lstStyle/>
              <a:p>
                <a:pPr algn="ctr"/>
                <a:r>
                  <a:rPr lang="en-US" altLang="zh-CN" sz="1600" b="1" dirty="0">
                    <a:solidFill>
                      <a:schemeClr val="bg1">
                        <a:lumMod val="50000"/>
                      </a:schemeClr>
                    </a:solidFill>
                    <a:latin typeface="微软雅黑" panose="020B0503020204020204" pitchFamily="34" charset="-122"/>
                    <a:ea typeface="微软雅黑" panose="020B0503020204020204" pitchFamily="34" charset="-122"/>
                  </a:rPr>
                  <a:t>SEA-RAFT</a:t>
                </a:r>
                <a:r>
                  <a:rPr lang="zh-CN" altLang="en-US" sz="1600" b="1" dirty="0">
                    <a:solidFill>
                      <a:schemeClr val="bg1">
                        <a:lumMod val="50000"/>
                      </a:schemeClr>
                    </a:solidFill>
                    <a:latin typeface="微软雅黑" panose="020B0503020204020204" pitchFamily="34" charset="-122"/>
                    <a:ea typeface="微软雅黑" panose="020B0503020204020204" pitchFamily="34" charset="-122"/>
                  </a:rPr>
                  <a:t>的目的</a:t>
                </a:r>
              </a:p>
            </p:txBody>
          </p:sp>
          <p:sp>
            <p:nvSpPr>
              <p:cNvPr id="18" name="TextBox 7">
                <a:extLst>
                  <a:ext uri="{FF2B5EF4-FFF2-40B4-BE49-F238E27FC236}">
                    <a16:creationId xmlns:a16="http://schemas.microsoft.com/office/drawing/2014/main" id="{D60024CB-EBF9-A695-DC43-81DAB6485EE9}"/>
                  </a:ext>
                </a:extLst>
              </p:cNvPr>
              <p:cNvSpPr txBox="1"/>
              <p:nvPr/>
            </p:nvSpPr>
            <p:spPr>
              <a:xfrm>
                <a:off x="5270217" y="236420"/>
                <a:ext cx="1502091"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pitchFamily="34" charset="-122"/>
                    <a:ea typeface="微软雅黑" panose="020B0503020204020204" pitchFamily="34" charset="-122"/>
                  </a:rPr>
                  <a:t>采取的解决方案</a:t>
                </a:r>
              </a:p>
            </p:txBody>
          </p:sp>
          <p:sp>
            <p:nvSpPr>
              <p:cNvPr id="19" name="TextBox 10">
                <a:extLst>
                  <a:ext uri="{FF2B5EF4-FFF2-40B4-BE49-F238E27FC236}">
                    <a16:creationId xmlns:a16="http://schemas.microsoft.com/office/drawing/2014/main" id="{70D56862-8AA4-8722-6051-68DF7C218524}"/>
                  </a:ext>
                </a:extLst>
              </p:cNvPr>
              <p:cNvSpPr txBox="1"/>
              <p:nvPr/>
            </p:nvSpPr>
            <p:spPr>
              <a:xfrm>
                <a:off x="7373388" y="236420"/>
                <a:ext cx="1893714"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pitchFamily="34" charset="-122"/>
                    <a:ea typeface="微软雅黑" panose="020B0503020204020204" pitchFamily="34" charset="-122"/>
                  </a:rPr>
                  <a:t>选择这种方法的缘由</a:t>
                </a:r>
              </a:p>
            </p:txBody>
          </p:sp>
          <p:cxnSp>
            <p:nvCxnSpPr>
              <p:cNvPr id="20" name="直接连接符 19">
                <a:extLst>
                  <a:ext uri="{FF2B5EF4-FFF2-40B4-BE49-F238E27FC236}">
                    <a16:creationId xmlns:a16="http://schemas.microsoft.com/office/drawing/2014/main" id="{143CB6A0-8224-9A12-CBC0-1AECBC82AE1C}"/>
                  </a:ext>
                </a:extLst>
              </p:cNvPr>
              <p:cNvCxnSpPr>
                <a:cxnSpLocks/>
              </p:cNvCxnSpPr>
              <p:nvPr/>
            </p:nvCxnSpPr>
            <p:spPr>
              <a:xfrm>
                <a:off x="7171149" y="282851"/>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21" name="图片 20">
                <a:extLst>
                  <a:ext uri="{FF2B5EF4-FFF2-40B4-BE49-F238E27FC236}">
                    <a16:creationId xmlns:a16="http://schemas.microsoft.com/office/drawing/2014/main" id="{0DD58746-804E-9628-0CA9-2AE54F885FA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8557" y="100193"/>
                <a:ext cx="2184731" cy="630736"/>
              </a:xfrm>
              <a:prstGeom prst="rect">
                <a:avLst/>
              </a:prstGeom>
            </p:spPr>
          </p:pic>
          <p:cxnSp>
            <p:nvCxnSpPr>
              <p:cNvPr id="22" name="直接连接符 21">
                <a:extLst>
                  <a:ext uri="{FF2B5EF4-FFF2-40B4-BE49-F238E27FC236}">
                    <a16:creationId xmlns:a16="http://schemas.microsoft.com/office/drawing/2014/main" id="{06EB18FA-60FF-1000-05CF-4A9A1490F069}"/>
                  </a:ext>
                </a:extLst>
              </p:cNvPr>
              <p:cNvCxnSpPr>
                <a:cxnSpLocks/>
              </p:cNvCxnSpPr>
              <p:nvPr/>
            </p:nvCxnSpPr>
            <p:spPr>
              <a:xfrm>
                <a:off x="11761897" y="282851"/>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3" name="直接连接符 22">
                <a:extLst>
                  <a:ext uri="{FF2B5EF4-FFF2-40B4-BE49-F238E27FC236}">
                    <a16:creationId xmlns:a16="http://schemas.microsoft.com/office/drawing/2014/main" id="{28BCD3EB-9792-8C9E-3860-4FFCE8A00F4A}"/>
                  </a:ext>
                </a:extLst>
              </p:cNvPr>
              <p:cNvCxnSpPr>
                <a:cxnSpLocks/>
              </p:cNvCxnSpPr>
              <p:nvPr/>
            </p:nvCxnSpPr>
            <p:spPr>
              <a:xfrm>
                <a:off x="10918888" y="282851"/>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4" name="TextBox 7">
                <a:extLst>
                  <a:ext uri="{FF2B5EF4-FFF2-40B4-BE49-F238E27FC236}">
                    <a16:creationId xmlns:a16="http://schemas.microsoft.com/office/drawing/2014/main" id="{DD68AD67-01F5-EF63-2AFF-B01B5E9B9F7B}"/>
                  </a:ext>
                </a:extLst>
              </p:cNvPr>
              <p:cNvSpPr txBox="1"/>
              <p:nvPr/>
            </p:nvSpPr>
            <p:spPr>
              <a:xfrm>
                <a:off x="9626117" y="236420"/>
                <a:ext cx="1121401"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pitchFamily="34" charset="-122"/>
                    <a:ea typeface="微软雅黑" panose="020B0503020204020204" pitchFamily="34" charset="-122"/>
                  </a:rPr>
                  <a:t>实验验证</a:t>
                </a:r>
              </a:p>
            </p:txBody>
          </p:sp>
          <p:sp>
            <p:nvSpPr>
              <p:cNvPr id="25" name="TextBox 7">
                <a:extLst>
                  <a:ext uri="{FF2B5EF4-FFF2-40B4-BE49-F238E27FC236}">
                    <a16:creationId xmlns:a16="http://schemas.microsoft.com/office/drawing/2014/main" id="{24C3337B-F0C2-9902-67D0-D3F3903C7B68}"/>
                  </a:ext>
                </a:extLst>
              </p:cNvPr>
              <p:cNvSpPr txBox="1"/>
              <p:nvPr/>
            </p:nvSpPr>
            <p:spPr>
              <a:xfrm>
                <a:off x="10995166" y="236420"/>
                <a:ext cx="705374"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pitchFamily="34" charset="-122"/>
                    <a:ea typeface="微软雅黑" panose="020B0503020204020204" pitchFamily="34" charset="-122"/>
                  </a:rPr>
                  <a:t>看法</a:t>
                </a:r>
              </a:p>
            </p:txBody>
          </p:sp>
        </p:grpSp>
        <p:cxnSp>
          <p:nvCxnSpPr>
            <p:cNvPr id="13" name="直接连接符 12">
              <a:extLst>
                <a:ext uri="{FF2B5EF4-FFF2-40B4-BE49-F238E27FC236}">
                  <a16:creationId xmlns:a16="http://schemas.microsoft.com/office/drawing/2014/main" id="{E83E7928-76CA-143C-1967-8CB7449C2A7C}"/>
                </a:ext>
              </a:extLst>
            </p:cNvPr>
            <p:cNvCxnSpPr>
              <a:cxnSpLocks/>
            </p:cNvCxnSpPr>
            <p:nvPr/>
          </p:nvCxnSpPr>
          <p:spPr>
            <a:xfrm>
              <a:off x="5132451" y="317550"/>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9" name="文本框 8">
            <a:extLst>
              <a:ext uri="{FF2B5EF4-FFF2-40B4-BE49-F238E27FC236}">
                <a16:creationId xmlns:a16="http://schemas.microsoft.com/office/drawing/2014/main" id="{E6EBF31D-A0CF-1022-79E9-56DCF3C94523}"/>
              </a:ext>
            </a:extLst>
          </p:cNvPr>
          <p:cNvSpPr txBox="1"/>
          <p:nvPr/>
        </p:nvSpPr>
        <p:spPr>
          <a:xfrm>
            <a:off x="718820" y="2136257"/>
            <a:ext cx="10196346" cy="3693319"/>
          </a:xfrm>
          <a:prstGeom prst="rect">
            <a:avLst/>
          </a:prstGeom>
          <a:noFill/>
        </p:spPr>
        <p:txBody>
          <a:bodyPr wrap="square">
            <a:spAutoFit/>
          </a:bodyPr>
          <a:lstStyle/>
          <a:p>
            <a:pPr algn="l" fontAlgn="base" latinLnBrk="0">
              <a:buNone/>
            </a:pPr>
            <a:r>
              <a:rPr lang="zh-CN" altLang="en-US" b="0" dirty="0">
                <a:solidFill>
                  <a:srgbClr val="000000"/>
                </a:solidFill>
                <a:effectLst/>
                <a:latin typeface="-apple-system"/>
              </a:rPr>
              <a:t>作为研究者，我认为</a:t>
            </a:r>
            <a:r>
              <a:rPr lang="en-US" altLang="zh-CN" b="0" dirty="0">
                <a:solidFill>
                  <a:srgbClr val="000000"/>
                </a:solidFill>
                <a:effectLst/>
                <a:latin typeface="-apple-system"/>
              </a:rPr>
              <a:t>SEA-RAFT</a:t>
            </a:r>
            <a:r>
              <a:rPr lang="zh-CN" altLang="en-US" b="0" dirty="0">
                <a:solidFill>
                  <a:srgbClr val="000000"/>
                </a:solidFill>
                <a:effectLst/>
                <a:latin typeface="-apple-system"/>
              </a:rPr>
              <a:t>的贡献显著，但仍有可改进空间：</a:t>
            </a:r>
          </a:p>
          <a:p>
            <a:pPr algn="l" fontAlgn="base">
              <a:buNone/>
            </a:pPr>
            <a:r>
              <a:rPr lang="zh-CN" altLang="en-US" b="1" dirty="0">
                <a:solidFill>
                  <a:srgbClr val="000000"/>
                </a:solidFill>
                <a:effectLst/>
              </a:rPr>
              <a:t>优点：</a:t>
            </a:r>
          </a:p>
          <a:p>
            <a:pPr algn="l" fontAlgn="base" latinLnBrk="0">
              <a:buFont typeface="Arial" panose="020B0604020202020204" pitchFamily="34" charset="0"/>
              <a:buChar char="•"/>
            </a:pPr>
            <a:r>
              <a:rPr lang="zh-CN" altLang="en-US" b="0" i="0" dirty="0">
                <a:solidFill>
                  <a:srgbClr val="000000"/>
                </a:solidFill>
                <a:effectLst/>
                <a:latin typeface="inherit"/>
              </a:rPr>
              <a:t>​</a:t>
            </a:r>
            <a:r>
              <a:rPr lang="zh-CN" altLang="en-US" b="1" i="0" dirty="0">
                <a:solidFill>
                  <a:srgbClr val="000000"/>
                </a:solidFill>
                <a:effectLst/>
                <a:latin typeface="-apple-system"/>
              </a:rPr>
              <a:t>创新性</a:t>
            </a:r>
            <a:r>
              <a:rPr lang="zh-CN" altLang="en-US" b="0" i="0" dirty="0">
                <a:solidFill>
                  <a:srgbClr val="000000"/>
                </a:solidFill>
                <a:effectLst/>
                <a:latin typeface="inherit"/>
              </a:rPr>
              <a:t>​：混合损失和直接回归是</a:t>
            </a:r>
            <a:r>
              <a:rPr lang="en-US" altLang="zh-CN" b="0" i="0" dirty="0">
                <a:solidFill>
                  <a:srgbClr val="000000"/>
                </a:solidFill>
                <a:effectLst/>
                <a:latin typeface="inherit"/>
              </a:rPr>
              <a:t>RAFT</a:t>
            </a:r>
            <a:r>
              <a:rPr lang="zh-CN" altLang="en-US" b="0" i="0" dirty="0">
                <a:solidFill>
                  <a:srgbClr val="000000"/>
                </a:solidFill>
                <a:effectLst/>
                <a:latin typeface="inherit"/>
              </a:rPr>
              <a:t>框架的新颖扩展，正交于现有工作，提供新思路。</a:t>
            </a:r>
          </a:p>
          <a:p>
            <a:pPr algn="l" fontAlgn="base" latinLnBrk="0">
              <a:buFont typeface="Arial" panose="020B0604020202020204" pitchFamily="34" charset="0"/>
              <a:buChar char="•"/>
            </a:pPr>
            <a:r>
              <a:rPr lang="zh-CN" altLang="en-US" b="0" i="0" dirty="0">
                <a:solidFill>
                  <a:srgbClr val="000000"/>
                </a:solidFill>
                <a:effectLst/>
                <a:latin typeface="inherit"/>
              </a:rPr>
              <a:t>​</a:t>
            </a:r>
            <a:r>
              <a:rPr lang="zh-CN" altLang="en-US" b="1" i="0" dirty="0">
                <a:solidFill>
                  <a:srgbClr val="000000"/>
                </a:solidFill>
                <a:effectLst/>
                <a:latin typeface="-apple-system"/>
              </a:rPr>
              <a:t>实用性</a:t>
            </a:r>
            <a:r>
              <a:rPr lang="zh-CN" altLang="en-US" b="0" i="0" dirty="0">
                <a:solidFill>
                  <a:srgbClr val="000000"/>
                </a:solidFill>
                <a:effectLst/>
                <a:latin typeface="inherit"/>
              </a:rPr>
              <a:t>​：在</a:t>
            </a:r>
            <a:r>
              <a:rPr lang="en-US" altLang="zh-CN" b="0" i="0" dirty="0">
                <a:solidFill>
                  <a:srgbClr val="000000"/>
                </a:solidFill>
                <a:effectLst/>
                <a:latin typeface="inherit"/>
              </a:rPr>
              <a:t>Spring</a:t>
            </a:r>
            <a:r>
              <a:rPr lang="zh-CN" altLang="en-US" b="0" i="0" dirty="0">
                <a:solidFill>
                  <a:srgbClr val="000000"/>
                </a:solidFill>
                <a:effectLst/>
                <a:latin typeface="inherit"/>
              </a:rPr>
              <a:t>、</a:t>
            </a:r>
            <a:r>
              <a:rPr lang="en-US" altLang="zh-CN" b="0" i="0" dirty="0">
                <a:solidFill>
                  <a:srgbClr val="000000"/>
                </a:solidFill>
                <a:effectLst/>
                <a:latin typeface="inherit"/>
              </a:rPr>
              <a:t>KITTI</a:t>
            </a:r>
            <a:r>
              <a:rPr lang="zh-CN" altLang="en-US" b="0" i="0" dirty="0">
                <a:solidFill>
                  <a:srgbClr val="000000"/>
                </a:solidFill>
                <a:effectLst/>
                <a:latin typeface="inherit"/>
              </a:rPr>
              <a:t>等基准上实现</a:t>
            </a:r>
            <a:r>
              <a:rPr lang="en-US" altLang="zh-CN" b="0" i="0" dirty="0">
                <a:solidFill>
                  <a:srgbClr val="000000"/>
                </a:solidFill>
                <a:effectLst/>
                <a:latin typeface="inherit"/>
              </a:rPr>
              <a:t>SOTA</a:t>
            </a:r>
            <a:r>
              <a:rPr lang="zh-CN" altLang="en-US" b="0" i="0" dirty="0">
                <a:solidFill>
                  <a:srgbClr val="000000"/>
                </a:solidFill>
                <a:effectLst/>
                <a:latin typeface="inherit"/>
              </a:rPr>
              <a:t>，效率提升</a:t>
            </a:r>
            <a:r>
              <a:rPr lang="en-US" altLang="zh-CN" b="0" i="0" dirty="0">
                <a:solidFill>
                  <a:srgbClr val="000000"/>
                </a:solidFill>
                <a:effectLst/>
                <a:latin typeface="inherit"/>
              </a:rPr>
              <a:t>2.3</a:t>
            </a:r>
            <a:r>
              <a:rPr lang="zh-CN" altLang="en-US" b="0" i="0" dirty="0">
                <a:solidFill>
                  <a:srgbClr val="000000"/>
                </a:solidFill>
                <a:effectLst/>
                <a:latin typeface="inherit"/>
              </a:rPr>
              <a:t>倍以上，适合实时应用（如自动驾驶）。</a:t>
            </a:r>
          </a:p>
          <a:p>
            <a:pPr algn="l" fontAlgn="base" latinLnBrk="0">
              <a:buFont typeface="Arial" panose="020B0604020202020204" pitchFamily="34" charset="0"/>
              <a:buChar char="•"/>
            </a:pPr>
            <a:r>
              <a:rPr lang="zh-CN" altLang="en-US" b="0" i="0" dirty="0">
                <a:solidFill>
                  <a:srgbClr val="000000"/>
                </a:solidFill>
                <a:effectLst/>
                <a:latin typeface="inherit"/>
              </a:rPr>
              <a:t>​</a:t>
            </a:r>
            <a:r>
              <a:rPr lang="zh-CN" altLang="en-US" b="1" i="0" dirty="0">
                <a:solidFill>
                  <a:srgbClr val="000000"/>
                </a:solidFill>
                <a:effectLst/>
                <a:latin typeface="-apple-system"/>
              </a:rPr>
              <a:t>可复现性</a:t>
            </a:r>
            <a:r>
              <a:rPr lang="zh-CN" altLang="en-US" b="0" i="0" dirty="0">
                <a:solidFill>
                  <a:srgbClr val="000000"/>
                </a:solidFill>
                <a:effectLst/>
                <a:latin typeface="inherit"/>
              </a:rPr>
              <a:t>​：代码开源，架构简化易于扩展。</a:t>
            </a:r>
          </a:p>
          <a:p>
            <a:pPr algn="l" fontAlgn="base">
              <a:buNone/>
            </a:pPr>
            <a:r>
              <a:rPr lang="zh-CN" altLang="en-US" b="1" dirty="0">
                <a:solidFill>
                  <a:srgbClr val="000000"/>
                </a:solidFill>
                <a:effectLst/>
              </a:rPr>
              <a:t>潜在问题：</a:t>
            </a:r>
          </a:p>
          <a:p>
            <a:pPr algn="l" fontAlgn="base" latinLnBrk="0">
              <a:buFont typeface="Arial" panose="020B0604020202020204" pitchFamily="34" charset="0"/>
              <a:buChar char="•"/>
            </a:pPr>
            <a:r>
              <a:rPr lang="zh-CN" altLang="en-US" b="0" i="0" dirty="0">
                <a:solidFill>
                  <a:srgbClr val="000000"/>
                </a:solidFill>
                <a:effectLst/>
                <a:latin typeface="inherit"/>
              </a:rPr>
              <a:t>​</a:t>
            </a:r>
            <a:r>
              <a:rPr lang="zh-CN" altLang="en-US" b="1" i="0" dirty="0">
                <a:solidFill>
                  <a:srgbClr val="000000"/>
                </a:solidFill>
                <a:effectLst/>
                <a:latin typeface="-apple-system"/>
              </a:rPr>
              <a:t>局限性</a:t>
            </a:r>
            <a:r>
              <a:rPr lang="zh-CN" altLang="en-US" b="0" i="0" dirty="0">
                <a:solidFill>
                  <a:srgbClr val="000000"/>
                </a:solidFill>
                <a:effectLst/>
                <a:latin typeface="inherit"/>
              </a:rPr>
              <a:t>​：刚性预训练依赖</a:t>
            </a:r>
            <a:r>
              <a:rPr lang="en-US" altLang="zh-CN" b="0" i="0" dirty="0" err="1">
                <a:solidFill>
                  <a:srgbClr val="000000"/>
                </a:solidFill>
                <a:effectLst/>
                <a:latin typeface="inherit"/>
              </a:rPr>
              <a:t>TartanAir</a:t>
            </a:r>
            <a:r>
              <a:rPr lang="zh-CN" altLang="en-US" b="0" i="0" dirty="0">
                <a:solidFill>
                  <a:srgbClr val="000000"/>
                </a:solidFill>
                <a:effectLst/>
                <a:latin typeface="inherit"/>
              </a:rPr>
              <a:t>，可能对非刚性运动泛化不足；混合损失需调参（如</a:t>
            </a:r>
            <a:r>
              <a:rPr lang="en-US" altLang="zh-CN" b="0" i="0" dirty="0">
                <a:solidFill>
                  <a:srgbClr val="000000"/>
                </a:solidFill>
                <a:effectLst/>
                <a:latin typeface="inherit"/>
              </a:rPr>
              <a:t>β</a:t>
            </a:r>
            <a:r>
              <a:rPr lang="zh-CN" altLang="en-US" b="0" i="0" dirty="0">
                <a:solidFill>
                  <a:srgbClr val="000000"/>
                </a:solidFill>
                <a:effectLst/>
                <a:latin typeface="inherit"/>
              </a:rPr>
              <a:t>上限</a:t>
            </a:r>
            <a:r>
              <a:rPr lang="en-US" altLang="zh-CN" b="0" i="0" dirty="0">
                <a:solidFill>
                  <a:srgbClr val="000000"/>
                </a:solidFill>
                <a:effectLst/>
                <a:latin typeface="inherit"/>
              </a:rPr>
              <a:t>10</a:t>
            </a:r>
            <a:r>
              <a:rPr lang="zh-CN" altLang="en-US" b="0" i="0" dirty="0">
                <a:solidFill>
                  <a:srgbClr val="000000"/>
                </a:solidFill>
                <a:effectLst/>
                <a:latin typeface="inherit"/>
              </a:rPr>
              <a:t>）。</a:t>
            </a:r>
          </a:p>
          <a:p>
            <a:pPr algn="l" fontAlgn="base" latinLnBrk="0">
              <a:buFont typeface="Arial" panose="020B0604020202020204" pitchFamily="34" charset="0"/>
              <a:buChar char="•"/>
            </a:pPr>
            <a:r>
              <a:rPr lang="zh-CN" altLang="en-US" b="0" i="0" dirty="0">
                <a:solidFill>
                  <a:srgbClr val="000000"/>
                </a:solidFill>
                <a:effectLst/>
                <a:latin typeface="inherit"/>
              </a:rPr>
              <a:t>​</a:t>
            </a:r>
            <a:r>
              <a:rPr lang="zh-CN" altLang="en-US" b="1" i="0" dirty="0">
                <a:solidFill>
                  <a:srgbClr val="000000"/>
                </a:solidFill>
                <a:effectLst/>
                <a:latin typeface="-apple-system"/>
              </a:rPr>
              <a:t>对比不足</a:t>
            </a:r>
            <a:r>
              <a:rPr lang="zh-CN" altLang="en-US" b="0" i="0" dirty="0">
                <a:solidFill>
                  <a:srgbClr val="000000"/>
                </a:solidFill>
                <a:effectLst/>
                <a:latin typeface="inherit"/>
              </a:rPr>
              <a:t>​：与部分最新方法（如扩散模型）对比较少，未来可探索更广基准。</a:t>
            </a:r>
          </a:p>
          <a:p>
            <a:pPr algn="l" fontAlgn="base">
              <a:buNone/>
            </a:pPr>
            <a:r>
              <a:rPr lang="zh-CN" altLang="en-US" b="1" dirty="0">
                <a:solidFill>
                  <a:srgbClr val="000000"/>
                </a:solidFill>
                <a:effectLst/>
              </a:rPr>
              <a:t>展望：</a:t>
            </a:r>
          </a:p>
          <a:p>
            <a:pPr algn="l" fontAlgn="base" latinLnBrk="0">
              <a:buNone/>
            </a:pPr>
            <a:r>
              <a:rPr lang="en-US" altLang="zh-CN" b="0" dirty="0">
                <a:solidFill>
                  <a:srgbClr val="000000"/>
                </a:solidFill>
                <a:effectLst/>
                <a:latin typeface="-apple-system"/>
              </a:rPr>
              <a:t>SEA-RAFT</a:t>
            </a:r>
            <a:r>
              <a:rPr lang="zh-CN" altLang="en-US" b="0" dirty="0">
                <a:solidFill>
                  <a:srgbClr val="000000"/>
                </a:solidFill>
                <a:effectLst/>
                <a:latin typeface="-apple-system"/>
              </a:rPr>
              <a:t>为光流估计提供了高效基础，未来可结合</a:t>
            </a:r>
            <a:r>
              <a:rPr lang="en-US" altLang="zh-CN" b="0" dirty="0">
                <a:solidFill>
                  <a:srgbClr val="000000"/>
                </a:solidFill>
                <a:effectLst/>
                <a:latin typeface="-apple-system"/>
              </a:rPr>
              <a:t>Transformer</a:t>
            </a:r>
            <a:r>
              <a:rPr lang="zh-CN" altLang="en-US" b="0" dirty="0">
                <a:solidFill>
                  <a:srgbClr val="000000"/>
                </a:solidFill>
                <a:effectLst/>
                <a:latin typeface="-apple-system"/>
              </a:rPr>
              <a:t>等模块进一步优化。其概率框架也可扩展到其他运动估计任务。</a:t>
            </a:r>
          </a:p>
          <a:p>
            <a:pPr algn="l" fontAlgn="base" latinLnBrk="0">
              <a:buNone/>
            </a:pPr>
            <a:r>
              <a:rPr lang="zh-CN" altLang="en-US" b="0" dirty="0">
                <a:solidFill>
                  <a:srgbClr val="000000"/>
                </a:solidFill>
                <a:effectLst/>
                <a:latin typeface="-apple-system"/>
              </a:rPr>
              <a:t>总之，</a:t>
            </a:r>
            <a:r>
              <a:rPr lang="en-US" altLang="zh-CN" b="0" dirty="0">
                <a:solidFill>
                  <a:srgbClr val="000000"/>
                </a:solidFill>
                <a:effectLst/>
                <a:latin typeface="-apple-system"/>
              </a:rPr>
              <a:t>SEA-RAFT</a:t>
            </a:r>
            <a:r>
              <a:rPr lang="zh-CN" altLang="en-US" b="0" dirty="0">
                <a:solidFill>
                  <a:srgbClr val="000000"/>
                </a:solidFill>
                <a:effectLst/>
                <a:latin typeface="-apple-system"/>
              </a:rPr>
              <a:t>通过简单而有效的改进，实现了精度、效率和泛化的平衡，为实际应用提供了有力工具。</a:t>
            </a:r>
          </a:p>
        </p:txBody>
      </p:sp>
    </p:spTree>
    <p:extLst>
      <p:ext uri="{BB962C8B-B14F-4D97-AF65-F5344CB8AC3E}">
        <p14:creationId xmlns:p14="http://schemas.microsoft.com/office/powerpoint/2010/main" val="1916534201"/>
      </p:ext>
    </p:extLst>
  </p:cSld>
  <p:clrMapOvr>
    <a:masterClrMapping/>
  </p:clrMapOvr>
  <p:transition/>
</p:sld>
</file>

<file path=ppt/tags/tag1.xml><?xml version="1.0" encoding="utf-8"?>
<p:tagLst xmlns:a="http://schemas.openxmlformats.org/drawingml/2006/main" xmlns:r="http://schemas.openxmlformats.org/officeDocument/2006/relationships" xmlns:p="http://schemas.openxmlformats.org/presentationml/2006/main">
  <p:tag name="ISPRING_PRESENTATION_TITLE" val="PowerPoint 演示文稿"/>
  <p:tag name="ISPRING_FIRST_PUBLISH" val="1"/>
  <p:tag name="KSO_WPP_MARK_KEY" val="6a169455-684a-4a92-82b8-cc7b52c4ddd6"/>
  <p:tag name="COMMONDATA" val="eyJoZGlkIjoiYWJmNTAxYTA0NTllZTU0OWY5NWY0MWNlMzBjNGU2OTYifQ=="/>
</p:tagLst>
</file>

<file path=ppt/tags/tag2.xml><?xml version="1.0" encoding="utf-8"?>
<p:tagLst xmlns:a="http://schemas.openxmlformats.org/drawingml/2006/main" xmlns:r="http://schemas.openxmlformats.org/officeDocument/2006/relationships" xmlns:p="http://schemas.openxmlformats.org/presentationml/2006/main">
  <p:tag name="KSO_WM_DIAGRAM_VIRTUALLY_FRAME" val="{&quot;height&quot;:416.7301773271676,&quot;left&quot;:485.57636802932967,&quot;top&quot;:56.65802157263671,&quot;width&quot;:399.19284456909566}"/>
</p:tagLst>
</file>

<file path=ppt/tags/tag3.xml><?xml version="1.0" encoding="utf-8"?>
<p:tagLst xmlns:a="http://schemas.openxmlformats.org/drawingml/2006/main" xmlns:r="http://schemas.openxmlformats.org/officeDocument/2006/relationships" xmlns:p="http://schemas.openxmlformats.org/presentationml/2006/main">
  <p:tag name="KSO_WM_DIAGRAM_VIRTUALLY_FRAME" val="{&quot;height&quot;:416.7301773271676,&quot;left&quot;:485.57636802932967,&quot;top&quot;:56.65802157263671,&quot;width&quot;:399.19284456909566}"/>
</p:tagLst>
</file>

<file path=ppt/tags/tag4.xml><?xml version="1.0" encoding="utf-8"?>
<p:tagLst xmlns:a="http://schemas.openxmlformats.org/drawingml/2006/main" xmlns:r="http://schemas.openxmlformats.org/officeDocument/2006/relationships" xmlns:p="http://schemas.openxmlformats.org/presentationml/2006/main">
  <p:tag name="KSO_WM_DIAGRAM_VIRTUALLY_FRAME" val="{&quot;height&quot;:416.7301773271676,&quot;left&quot;:485.57636802932967,&quot;top&quot;:56.65802157263671,&quot;width&quot;:399.19284456909566}"/>
</p:tagLst>
</file>

<file path=ppt/tags/tag5.xml><?xml version="1.0" encoding="utf-8"?>
<p:tagLst xmlns:a="http://schemas.openxmlformats.org/drawingml/2006/main" xmlns:r="http://schemas.openxmlformats.org/officeDocument/2006/relationships" xmlns:p="http://schemas.openxmlformats.org/presentationml/2006/main">
  <p:tag name="KSO_WM_DIAGRAM_VIRTUALLY_FRAME" val="{&quot;height&quot;:416.7301773271676,&quot;left&quot;:485.57636802932967,&quot;top&quot;:56.65802157263671,&quot;width&quot;:399.19284456909566}"/>
</p:tagLst>
</file>

<file path=ppt/tags/tag6.xml><?xml version="1.0" encoding="utf-8"?>
<p:tagLst xmlns:a="http://schemas.openxmlformats.org/drawingml/2006/main" xmlns:r="http://schemas.openxmlformats.org/officeDocument/2006/relationships" xmlns:p="http://schemas.openxmlformats.org/presentationml/2006/main">
  <p:tag name="KSO_WM_DIAGRAM_VIRTUALLY_FRAME" val="{&quot;height&quot;:416.7301773271676,&quot;left&quot;:485.57636802932967,&quot;top&quot;:56.65802157263671,&quot;width&quot;:399.19284456909566}"/>
</p:tagLst>
</file>

<file path=ppt/tags/tag7.xml><?xml version="1.0" encoding="utf-8"?>
<p:tagLst xmlns:a="http://schemas.openxmlformats.org/drawingml/2006/main" xmlns:r="http://schemas.openxmlformats.org/officeDocument/2006/relationships" xmlns:p="http://schemas.openxmlformats.org/presentationml/2006/main">
  <p:tag name="KSO_WM_DIAGRAM_VIRTUALLY_FRAME" val="{&quot;height&quot;:416.7301773271676,&quot;left&quot;:485.57636802932967,&quot;top&quot;:56.65802157263671,&quot;width&quot;:399.19284456909566}"/>
</p:tagLst>
</file>

<file path=ppt/tags/tag8.xml><?xml version="1.0" encoding="utf-8"?>
<p:tagLst xmlns:a="http://schemas.openxmlformats.org/drawingml/2006/main" xmlns:r="http://schemas.openxmlformats.org/officeDocument/2006/relationships" xmlns:p="http://schemas.openxmlformats.org/presentationml/2006/main">
  <p:tag name="KSO_WM_DIAGRAM_VIRTUALLY_FRAME" val="{&quot;height&quot;:416.7301773271676,&quot;left&quot;:485.57636802932967,&quot;top&quot;:56.65802157263671,&quot;width&quot;:399.19284456909566}"/>
</p:tagLst>
</file>

<file path=ppt/tags/tag9.xml><?xml version="1.0" encoding="utf-8"?>
<p:tagLst xmlns:a="http://schemas.openxmlformats.org/drawingml/2006/main" xmlns:r="http://schemas.openxmlformats.org/officeDocument/2006/relationships" xmlns:p="http://schemas.openxmlformats.org/presentationml/2006/main">
  <p:tag name="KSO_WM_DIAGRAM_VIRTUALLY_FRAME" val="{&quot;height&quot;:416.7301773271676,&quot;left&quot;:485.57636802932967,&quot;top&quot;:56.65802157263671,&quot;width&quot;:399.19284456909566}"/>
</p:tagLst>
</file>

<file path=ppt/tags/tag10.xml><?xml version="1.0" encoding="utf-8"?>
<p:tagLst xmlns:a="http://schemas.openxmlformats.org/drawingml/2006/main" xmlns:r="http://schemas.openxmlformats.org/officeDocument/2006/relationships" xmlns:p="http://schemas.openxmlformats.org/presentationml/2006/main">
  <p:tag name="KSO_WM_DIAGRAM_VIRTUALLY_FRAME" val="{&quot;height&quot;:416.7301773271676,&quot;left&quot;:485.57636802932967,&quot;top&quot;:56.65802157263671,&quot;width&quot;:399.19284456909566}"/>
</p:tagLst>
</file>

<file path=ppt/tags/tag11.xml><?xml version="1.0" encoding="utf-8"?>
<p:tagLst xmlns:a="http://schemas.openxmlformats.org/drawingml/2006/main" xmlns:r="http://schemas.openxmlformats.org/officeDocument/2006/relationships" xmlns:p="http://schemas.openxmlformats.org/presentationml/2006/main">
  <p:tag name="KSO_WM_DIAGRAM_VIRTUALLY_FRAME" val="{&quot;height&quot;:416.7301773271676,&quot;left&quot;:485.57636802932967,&quot;top&quot;:56.65802157263671,&quot;width&quot;:399.19284456909566}"/>
</p:tagLst>
</file>

<file path=ppt/tags/tag12.xml><?xml version="1.0" encoding="utf-8"?>
<p:tagLst xmlns:a="http://schemas.openxmlformats.org/drawingml/2006/main" xmlns:r="http://schemas.openxmlformats.org/officeDocument/2006/relationships" xmlns:p="http://schemas.openxmlformats.org/presentationml/2006/main">
  <p:tag name="KSO_WM_DIAGRAM_VIRTUALLY_FRAME" val="{&quot;height&quot;:416.7301773271676,&quot;left&quot;:485.57636802932967,&quot;top&quot;:56.65802157263671,&quot;width&quot;:399.19284456909566}"/>
</p:tagLst>
</file>

<file path=ppt/tags/tag13.xml><?xml version="1.0" encoding="utf-8"?>
<p:tagLst xmlns:a="http://schemas.openxmlformats.org/drawingml/2006/main" xmlns:r="http://schemas.openxmlformats.org/officeDocument/2006/relationships" xmlns:p="http://schemas.openxmlformats.org/presentationml/2006/main">
  <p:tag name="KSO_WM_DIAGRAM_VIRTUALLY_FRAME" val="{&quot;height&quot;:416.7301773271676,&quot;left&quot;:485.57636802932967,&quot;top&quot;:56.65802157263671,&quot;width&quot;:399.19284456909566}"/>
</p:tagLst>
</file>

<file path=ppt/tags/tag14.xml><?xml version="1.0" encoding="utf-8"?>
<p:tagLst xmlns:a="http://schemas.openxmlformats.org/drawingml/2006/main" xmlns:r="http://schemas.openxmlformats.org/officeDocument/2006/relationships" xmlns:p="http://schemas.openxmlformats.org/presentationml/2006/main">
  <p:tag name="KSO_WM_DIAGRAM_VIRTUALLY_FRAME" val="{&quot;height&quot;:416.7301773271676,&quot;left&quot;:485.57636802932967,&quot;top&quot;:56.65802157263671,&quot;width&quot;:399.19284456909566}"/>
</p:tagLst>
</file>

<file path=ppt/tags/tag15.xml><?xml version="1.0" encoding="utf-8"?>
<p:tagLst xmlns:a="http://schemas.openxmlformats.org/drawingml/2006/main" xmlns:r="http://schemas.openxmlformats.org/officeDocument/2006/relationships" xmlns:p="http://schemas.openxmlformats.org/presentationml/2006/main">
  <p:tag name="KSO_WM_DIAGRAM_VIRTUALLY_FRAME" val="{&quot;height&quot;:416.7301773271676,&quot;left&quot;:485.57636802932967,&quot;top&quot;:56.65802157263671,&quot;width&quot;:399.19284456909566}"/>
</p:tagLst>
</file>

<file path=ppt/tags/tag16.xml><?xml version="1.0" encoding="utf-8"?>
<p:tagLst xmlns:a="http://schemas.openxmlformats.org/drawingml/2006/main" xmlns:r="http://schemas.openxmlformats.org/officeDocument/2006/relationships" xmlns:p="http://schemas.openxmlformats.org/presentationml/2006/main">
  <p:tag name="KSO_WM_DIAGRAM_VIRTUALLY_FRAME" val="{&quot;height&quot;:416.7301773271676,&quot;left&quot;:485.57636802932967,&quot;top&quot;:56.65802157263671,&quot;width&quot;:399.19284456909566}"/>
</p:tagLst>
</file>

<file path=ppt/tags/tag17.xml><?xml version="1.0" encoding="utf-8"?>
<p:tagLst xmlns:a="http://schemas.openxmlformats.org/drawingml/2006/main" xmlns:r="http://schemas.openxmlformats.org/officeDocument/2006/relationships" xmlns:p="http://schemas.openxmlformats.org/presentationml/2006/main">
  <p:tag name="KSO_WM_DIAGRAM_VIRTUALLY_FRAME" val="{&quot;height&quot;:416.7301773271676,&quot;left&quot;:485.57636802932967,&quot;top&quot;:56.65802157263671,&quot;width&quot;:399.19284456909566}"/>
</p:tagLst>
</file>

<file path=ppt/tags/tag18.xml><?xml version="1.0" encoding="utf-8"?>
<p:tagLst xmlns:a="http://schemas.openxmlformats.org/drawingml/2006/main" xmlns:r="http://schemas.openxmlformats.org/officeDocument/2006/relationships" xmlns:p="http://schemas.openxmlformats.org/presentationml/2006/main">
  <p:tag name="KSO_WM_DIAGRAM_VIRTUALLY_FRAME" val="{&quot;height&quot;:416.7301773271676,&quot;left&quot;:485.57636802932967,&quot;top&quot;:56.65802157263671,&quot;width&quot;:399.19284456909566}"/>
</p:tagLst>
</file>

<file path=ppt/tags/tag19.xml><?xml version="1.0" encoding="utf-8"?>
<p:tagLst xmlns:a="http://schemas.openxmlformats.org/drawingml/2006/main" xmlns:r="http://schemas.openxmlformats.org/officeDocument/2006/relationships" xmlns:p="http://schemas.openxmlformats.org/presentationml/2006/main">
  <p:tag name="KSO_WM_DIAGRAM_VIRTUALLY_FRAME" val="{&quot;height&quot;:416.7301773271676,&quot;left&quot;:485.57636802932967,&quot;top&quot;:56.65802157263671,&quot;width&quot;:399.19284456909566}"/>
</p:tagLst>
</file>

<file path=ppt/tags/tag20.xml><?xml version="1.0" encoding="utf-8"?>
<p:tagLst xmlns:a="http://schemas.openxmlformats.org/drawingml/2006/main" xmlns:r="http://schemas.openxmlformats.org/officeDocument/2006/relationships" xmlns:p="http://schemas.openxmlformats.org/presentationml/2006/main">
  <p:tag name="KSO_WM_DIAGRAM_VIRTUALLY_FRAME" val="{&quot;height&quot;:416.7301773271676,&quot;left&quot;:485.57636802932967,&quot;top&quot;:56.65802157263671,&quot;width&quot;:399.19284456909566}"/>
</p:tagLst>
</file>

<file path=ppt/tags/tag21.xml><?xml version="1.0" encoding="utf-8"?>
<p:tagLst xmlns:a="http://schemas.openxmlformats.org/drawingml/2006/main" xmlns:r="http://schemas.openxmlformats.org/officeDocument/2006/relationships" xmlns:p="http://schemas.openxmlformats.org/presentationml/2006/main">
  <p:tag name="KSO_WM_DIAGRAM_VIRTUALLY_FRAME" val="{&quot;height&quot;:416.7301773271676,&quot;left&quot;:485.57636802932967,&quot;top&quot;:56.65802157263671,&quot;width&quot;:399.19284456909566}"/>
</p:tagLst>
</file>

<file path=ppt/theme/theme1.xml><?xml version="1.0" encoding="utf-8"?>
<a:theme xmlns:a="http://schemas.openxmlformats.org/drawingml/2006/main" name="Office 主题​​">
  <a:themeElements>
    <a:clrScheme name="母校模板-终稿">
      <a:dk1>
        <a:srgbClr val="000000"/>
      </a:dk1>
      <a:lt1>
        <a:srgbClr val="FFFFFF"/>
      </a:lt1>
      <a:dk2>
        <a:srgbClr val="768395"/>
      </a:dk2>
      <a:lt2>
        <a:srgbClr val="F0F0F0"/>
      </a:lt2>
      <a:accent1>
        <a:srgbClr val="B92917"/>
      </a:accent1>
      <a:accent2>
        <a:srgbClr val="DA1D1C"/>
      </a:accent2>
      <a:accent3>
        <a:srgbClr val="FF2800"/>
      </a:accent3>
      <a:accent4>
        <a:srgbClr val="FF4F1E"/>
      </a:accent4>
      <a:accent5>
        <a:srgbClr val="979997"/>
      </a:accent5>
      <a:accent6>
        <a:srgbClr val="AD0000"/>
      </a:accent6>
      <a:hlink>
        <a:srgbClr val="4472C4"/>
      </a:hlink>
      <a:folHlink>
        <a:srgbClr val="BFBFBF"/>
      </a:folHlink>
    </a:clrScheme>
    <a:fontScheme name="母校模板">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DengXian Light"/>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DengXian"/>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DengXian Light"/>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DengXian"/>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item1.xml><?xml version="1.0" encoding="utf-8"?>
<s:customData xmlns="http://www.wps.cn/officeDocument/2013/wpsCustomData" xmlns:s="http://www.wps.cn/officeDocument/2013/wpsCustomData">
  <extobjs>
    <extobj name="ECB019B1-382A-4266-B25C-5B523AA43C14-1">
      <extobjdata type="ECB019B1-382A-4266-B25C-5B523AA43C14" data="ewoJIkZpbGVJZCIgOiAiMzU5OTI4MjE1NzM2IiwKCSJHcm91cElkIiA6ICIxMzg4OTU2MDc0IiwKCSJJbWFnZSIgOiAiaVZCT1J3MEtHZ29BQUFBTlNVaEVVZ0FBQkRNQUFBSllDQVlBQUFCLzFLMFlBQUFBQVhOU1IwSUFyczRjNlFBQUlBQkpSRUZVZUp6czNYbFVWV1gvLy8vWEFRUlVSSEJPelFISE5LZlVSTDB0UzgwaDU3blV0Qnh6S0tvYk5mdUVtR00yS09MWUpPWThmYVBVVXNzY1NjdFp5Nmx3U0hNQ1Vaa0VEbkIrZi9qajNKNDR3RUV4MnZCOHJNVmFzYTlyWC91OVhhMno0Y1cxcjh0a3NWZ3NBZ0FBQUFBQU1BaW4zQzRBQUFBQUFBQWdPd2d6QUFBQUFBQ0FvUkJtQUFBQUFBQUFReUhNQUFBQUFBQUFoa0tZQVFBQUFBQUFESVV3QXdBQUFBQUFHQXBoQmdBQUFBQUFNQlRDREFBQUFBQUFZQ2lFR1FBQUFBQUF3RkFJTXdBQUFBQUFnS0VRWmdBQUFBQUFBRU1oekFBQUFBQUFBSVpDbUFFQUFBQUFBQXlGTUFNQUFBQUFBQmdLWVFZQUFBQUFBREFVd2d3QUFBQUFBR0FvaEJrQUFBQUFBTUJRQ0RNQUFBQUFBSUNoRUdZQUFBQUFBQUJESWN3QUFBQUFBQUNHUXBnQkFBQUFBQUFNaFRBREFBQUFBQUFZQ21FR0FBQUFBQUF3Rk1JTUFBQUFBQUJnS0lRWkFBQUFBQURBVUFnekFBQUFBQUNBb1JCbUFBQUFBQUFBUXlITUFBQUFBQUFBaGtLWUFRQUFBQUFBRElVd0F3QUFBQUFBR0FwaEJnQUFBQUFBTUJUQ0RBQUFBQUFBWUNpRUdRQUFBQUFBd0ZBSU13QUFBQUFBZ0tFUVpnQUFBQUFBQUVNaHpBQUFBQUFBQUlaQ21BRUFBQUFBQUF5Rk1BTUFnSDlJZ3dZTlpES1orREw0bDd1N3V6Ny8vUFBjL3Q4SkFJQjh6U1czQ3dBQUlMODRjdVNJbWpScG9uYnQydVYyS1hnQWt5Wk4wcVZMbDNLN0RBQUE4alhDREFBQS9rRyt2cjRLREF6TTdUTHdBQ1pObXBUYkpRQUFrTy94bWdrQUFBQUFBREFVd2d3QUFQSUJpOFdTMnlVQUFBRGtHTUlNQUFEeWdZQ0FBTld2WDE4blRweklrZkUyYk5pZ1FZTUc2ZnIxNituYWR1M2FwZGF0Vyt1SEgzNlFKQ1VrSkJDbUFBQ0FIRVdZQVFCQUhoY2ZINi81OCtmcjFxMWJxbDY5ZW82TWVmVG9VUzFac2tUUjBkSHAycUtqbzdWdDJ6Yjk5ZGRmU2twS1VzZU9IZFc1YzJlN2ZRRUFBTzRIQzRBQ0FKREhmZjc1NTRxS2l0Sjc3NzBuRjVmc1AvcFRVbEswZmZ0Mm0yUGg0ZUdTcEo5Kytrbm56NSszSHE5V3Jab0tGU29rU1VwT1RwYXJxNnVlZXVvcFRadzRVVTgrK2FTKy9mWmIrZmo0Mkl5MWZ2MTZEUnc0TU50MS9kMkVDUk0wWWNLRUJ4NEhBQUQ4K3hGbUFBQ1FSMXk1Y2tWVHAwNU5kencwTkZTU2RPalFJWTBlUGRyaDhWNTU1UlU5OGNRVHVuUG5qdHEwYVdPM3o5OURpT25UcCt1Wlo1NlJKSm5OWmtsM1gzR3BXTEdpQmc4ZXJHYk5tdW43Nzc5WG5UcDFyT2Q0ZVhtcGZ2MzZHZFp4NE1BQkpTWW1xbm56NXBuV1c2Wk1HWWZ1Q3dBQUdCOWhCZ0FBZWNTTkd6YzBiOTY4RE51LytPS0xiSTMzbi8vOFIwODg4WVFLRnk2c2l4Y3YyclRObVROSEgzendnWGJ2M3ExS2xTcFpqeGN0V2xSLy92bW5wTHV2dDZRWk9IQ2dYRnhjRkJ3Y3JITGx5dG1NMWFwVks3VnExU3JET3NxVUthT0VoQVR0MmJNblcvVURBSUM4aXpBREFJQThvbGF0V29xSmliRituNUtTb3ZyMTYrdjI3ZHM2ZGVxVTlmVVBSN203dTB1U1RDYVR5cGN2YjlQbTZla3A2VzdROFBjMkR3OFBTVkpjWEp6TjhYNzkrdW1GRjE2UWsxUDJsdXk2ZGV1V0huMzAwV3lkQXdBQThqYkNEQUFBOGdnbkp5ZHJrQ0JKaXhjdjF2bno1elZ4NGtTVktsWEtlbnpYcmwwYU9YS2tBZ0lDMUx0Mzd5ekhMVk9takdKalkyMk9wYjFDVXE5ZVBabE1KcHUydEoxTEprK2VyUGZmZjkvdW1MVnExZEl2di95UzViWGo0dUtVbUppbzBxVkxaOWtYQUFEa0g0UVpBQURrUWNuSnlab3laWXFLRkNtaTExOS8zYVl0T2pwYXYvMzJtNktpb2h3YWE5U29VVXBNVExSK0h4TVRvOHVYTDZ0R2pSb1puak4xNmxROTl0aGo2dFNwazkxMlI4T0p0SVZHcTFTcDRsQi9BQUNRUHhCbUFBQ1FCeTFldkZobno1N1ZoQWtUNU8zdC9VQmp2ZnZ1dXpiZlQ1a3lSWFBtek5GWFgzMmxybDI3MmoxbjNyeDU4dkh4MFpRcFV6SWQrKzh6UHY3dTExOS9sU1JWcUZBaHk3NXBDaFVxbE8xWFdRQUFnTEVRWmdBQWtNY2tKU1ZwNnRTcDh2VDAxRnR2dmZYQTQwVkZSZW55NWN1UzdzNzRtRDE3dGg1NTVCRlZybHpaR2piY3ExYXRXaXBac3FRaUlpSnNqaTlZc0VEbHk1ZTN6dFpJVGs1V2tTSkZIS3BoeXBRcFdRWWphWTRmUDY3SEgzL2NvYjRBQU1DWUNETUFBTWhqTm0zYXBBc1hMcWhhdFdvS0NBaEkxMzcrL0hsSjB1clZxKzJHRWRXcVZiTjVOV1hGaWhVYU0yWk11bjRaYmFjYUV4T2o4dVhMNjQ4Ly9yQWVpNHlNbEwrL3Y2cFdyYXFPSFR2S1pETEp5Y2xKUFhyMHlQUmV0bXpab3RqWVdIWHYzajNkMmh3WktWcTBxRVA5QUFDQWNSRm1BQUNReDZUdEl2TDc3Ny9yOTk5L3o3RGZqaDA3dEdQSGpuVEhuMzc2YVpzd28wK2ZQdkwxOWRVZmYveWhGMTk4VWQyNmRkUGJiNyt0VzdkdXljbkp5YnF6U1pwQ2hRcXBTcFVxMnJsenB4SVNFdVR1N3E0UFAveFFjWEZ4bWpwMXFqV1VjSEp5MHJwMTZ6S3NMeUlpUW84ODhvanExS21qOWV2WFordmZBQUFBNUcyRUdRQUE1REg5Ky9kWC8vNzlNMnpmdUhHak9uWHFwQVVMRm1qRWlCRlpqbGV5WkVtVktGRkMvdjcrOHZMeTByeDU4MVNtVEJuVnJGbFRsU3BWMHViTm05T2RVNk5HRGFXbXB1cmt5Wk1xVnF5WWdvT0QxYng1Y3ozLy9QTU8zOGVhTld1VWtwS2l0bTNiU3BKdTM3NHRzOW1zRWlWS09Ed0dBQURJbXdnekFBQkFsajcrK0dQdDJMRkRFeVpNVUdSa3BDSWpJNVdVbEtUWTJGaWJWMVZjWFYxVnZYcDFQZkhFRTVLa1gzNzVSUnMyYkZCQ1FvSSsrT0FEaDY5bnNWZ1VIQndzU1Jvd1lJQWs2Zm5ubjFkWVdKak1ack5jWFBnUkJnQ0EvSXlmQkFBQVFKYjI3dDByU1pvMmJacW1UWnRtUFg3dTNEblZxVlBIK24zRmloVjEvdng1TldyVVNDNHVMcG8rZmJvdVhMaWcxMTkvWFUyYk5uWDRlcXRXcmRMcDA2ZlZyRmt6MWExYk4rZHVCQUFBNUFtRUdRQUE1QkdPYmwyYWtKQWdTVXBNVE16eW5MUnRUbWZPbktueDQ4ZmJ0UFhzMlZObHk1YlZuRGx6ck1mYzNOd2tTWjZlbm1yU3BJbkN3c0pVcFVvVm13QWtKU1ZGenM3T0dWNHpKaVpHNDhhTmt5Uzk5OTU3RHQyVGRIZDNGR1pzQUFDUVAvREVCd0FnajNCMG05TTBmbjUrOHZQenk3UlAyamFuUGo0Kzh2SHhzV2x6ZDNlWHA2ZW5HalZxWkQyV0ZvN2N1blZMVVZGUmtxUXhZOGFvVUtGQzFqN05talZUNjlhdE5YWHFWTHZYSERseXBDNWV2S2p1M2J1clZhdFdEdC9QN05tenRXYk5HZ1VGQldWckZnZ0FBREFld2d3QUFQS0lVYU5HT2RUdi9QbnoyclJwazFxMmJLbmF0V3RuMnJkNDhlTDY5ZGRmZGZMa1NkMitmZHNhVWtSRlJlbktsU3U2ZnYyNkdqUm9vSWlJQ0VWRVJLaFFvVUs2ZlBteU9uWHFwSk1uVDhySnlVa2hJU0hXM1ZGU1UxTjE3Tmd4VmE1YzJlNzFaczZjcVdYTGxxbFVxVkthUDM5K3R1Ny85dTNiMnI5L3Z5NWZ2cHl0OHdBQWdQRVFaZ0FBa0VmTW5UdlhvWDRiTjI3VXBrMmIxS2RQSDRkMk0vbnNzODhVRUJCZ2M2eEVpUks2YytlT2loVXJwdnIxNjZ0VXFWSXFWYXFVU3BjdXJUNTkrbWpQbmowYU4yNmN6R2F6UHY3NFk0V0VoR2pRb0VFS0R3OVhRa0tDelRvYmFZS0NnalIrL0hpNXVia3BORFJVcFV1WHRtbFAyOUxWWXJIWXJmUHExYXVTcEFvVktqajA3d0FBQUl5TE1BTUFBR1NxZCsvZWV2VFJSMVd4WWtWVnJGaFI1Y3FWazV1Ym0zVnIxc1dMRjB1U3JseTVvcTVkdStxWFgzN1I0TUdETldQR0ROMjhlVk1oSVNIeTgvTlQ5ZXJWdFhQblRrbFN3NFlOcmVNbkpTVnA3Tml4Q2dvS2twdWJtOWF1WFd2M05SRnZiMjlKMHFsVHA5S0ZJUmFMUlFjUEhwU2tkSy9EQUFDQXZJY3dBd0FBWktwR2pScXFVYU5HcG4yaW82UFZ0R2xUWGJod1FhKzk5cHBtelpvbDZXNEFzWGp4WW5YcjFrM05temVYZEhkdGo2ZWVla3FTZFBEZ1FRMGJOa3lIRGgyU3Q3ZTMxcTVkbStFNkdVOC8vYlEyYk5pZ0RoMDZxR1BIanRiRlJsTlRVM1g0OEdFZFBueFlEUnMyVlBIaXhYUHExZ0VBd0w4VVlRWUFBSGhnbnA2ZUNnNE8xb1VMRnpSNjlHaWJ0czZkTyt2cnI3K1d2Nysvcmw2OXFybHo1MXJYMW1qUm9vWHUzTG1qeG8wYmEvWHExUm11cFNGSm8wZVAxdG16WjdWdTNUb3RYTGpRcHExbzBhSnExNjZkemM0cUFBQWc3ekpaTW5yeEZBQUE1Q2lUeWFUWFgzOWRzMmZQenUxUy9qVSsvZlJUM2I1OVcyKzg4VWFtMjdYK201aE1KZ1VHQm1yaXhJbTVYUW9BQVBrV016TUFBRUN1R1RwMGFHNlhBQUFBRE1ncHR3c0FBQUFBQUFESURzSU1BQUFBQUFCZ0tJUVpBQUFBQUFEQVVBZ3pBQUFBQUFDQW9SQm1BQUFBdTFKVFU3VnMyVEt0WDcvK3ZzZFl2bnk1dnY3NjZ4eXNDZ0FBZ04xTUFBQkFCaUlpSWpSZ3dBRFZybDFiUFhyMHVLOHhKaytlclBMbHk2dExseTQyeHhNU0VwU2NuSnpoZVM0dUxuSjNkNyt2YXdJQWdMeVBtUmtBQU1DdWlJZ0lTVks1Y3VWeWZPeisvZnVyU0pFaUdYNzE3OTgveDY4SkFBRHlEbVptQUFBQXU5TENqTEpseXo2MGEvVHQyMWR1Ym03Vzd4TVRFN1ZxMWFxSGRqMEFBSkEzRUdZQUFBQzd3c1BESldWdlpzYjU4K2UxYnQwNjYvZFJVVkZLVFUzVmh4OStLRWtxVmFxVVhucnBKV3Q3Y0hDd1NwUW9ZZjArTWpLU01BTUFBR1NKTUFNQUFOaDE5T2hSU1ZKc2JLekQ1NXc2ZFVyKy92NDJ4eUlpSXF6SDZ0V3JaeE5tQUFBQTNBL1d6QUFBQUhZZE8zWk1rclI1ODJhSHoyblRwbzFpWW1JVUV4T2ozMzc3VFpMVXNtVkw2N0c5ZS9jK2xGb0JBRUQrUXBnQkFBRFNTVXhNMU1HREJ5VkpwMCtmMXRtelp4MDZ6OW5aV1I0ZUh2THc4TkRPblR2VEhTdFlzT0JEcXhrQUFPUWZoQmtBQUNDZEgzLzhVWEZ4Y2RiRlAxZXNXSkh0TWU1ZE95TXBLU25IYWdNQUFDRE1BQUFBNld6WXNFR1NOSDc4ZUpVdlgxNGhJU0haT3YvczJiUGF2bjI3Sk9uU3BVdXFVYU1HQzNzQ0FJQWNRNWdCQUFCc3hNZkhhL1hxMVRLWlRPcldyWnQ2OWVxbDhQRHdiSzJkTVhmdVhCVXJWa3crUGo3eTlQUlVpUklsMUs5ZlB5MWF0TWltbjhsa3l1bnlBUUJBUGtDWUFRQUFiQ3hac2tSUlVWRjY3cm5uVkw1OGVRMGRPbFNTTkdYS0ZJZk92M2J0bWhZdVhLaGV2WHFwUUlFQzh2VDAxTmF0Vy9YWVk0OXAvUGp4aW95TXRMNTJVcUJBZ1lkMkh3QUFJTzhpekFBQUFGWm1zMW16WnMyU0pMMzY2cXVTcE1jZWUweXRXclZTV0ZpWXZ2MzIyeXpIQ0F3TTFKMDdkelJ5NUVqck1XOXZiMjNkdWxWYnRteFJpUklsZE9QR0RVbVN1N3Y3UTdnTEFBQ1ExeEZtQUFBQXE0OCsra2kvLy82NzZ0V3JwODZkTzF1UEJ3UUVTSkpHalJxbCtQajRETS9mdjMrL1B2bmtFN1Z2MzE1MTZ0U3hhU3RidHF5ZWZQSkpTZEtOR3pmazZla3BWMWZYaDNBWEFBQWdyeVBNQUFBQWtxUno1ODVwOHVUSmtxU3BVNmZhckdmeDFGTlBxVjI3ZGpwLy9yemVldXV0RE1jNGYvNjhUQ2FUcGsrZm5tRWZzOW1zUzVjdXFYejU4ZzdWdFhidFdzWEZ4VGw0RndBQUlEOGd6QUFBQUlxTGkxTzNidDBVSHgrdm5qMTc2dm5ubjAvWForN2N1U3BZc0tBV0xseW9MNzc0d3U0NG5UdDMxclJwMDFTdlhyME1yN1YvLzM3RnhjV2xtN21Sa1ZHalJxbDkrL2FPM1FnQUFNZ1hDRE1BQU1qblVsSlNOR0RBQUIwOWVsU1BQUEtJNXM2ZGE3ZGZsU3BWOVA3NzcwdVNoZzhmcmpWcjFxVHI0K2JtcHJGangyWjZ2VzNidGttU2ZIMTlzNnpOWXJIbzVzMmJLbGFzV0paOUFRQkEva0dZQVFCQVBwYVFrS0NlUFh2cXE2KytrcXVycTlhdlg2L1NwVXRuMkgvTW1ERjY4Y1VYbFp5Y3JCZGZmRkhCd2NIWnZ0N0NoUXNseWFIWkZ0ZXVYVk55Y3JMRHI2UUFBSUQ4Z1RBREFJQjg2cSsvL2xMcjFxMFZHaHFxQWdVS2FNMmFOV3JhdEdtVzUzM3h4UmRxMjdhdFVsSlM5TnBycjZsYnQyNzY2NisvSExybWdnVUxkUG55WmZuNitxcEdqUnJwMnAyZG5TVkpkKzdja1NUOTl0dHZraVFmSHg5SGJ3c0FBT1FEaEJrQUFPUkRYMzc1cFI1Ly9IR0ZoWVhKdzhORDY5ZXZWNWN1WFJ3NjE4M05UYUdob2VyUm80Y2tLVFEwVk5XcVZkUHExYXN6UGUvbm4zL1dPKys4STBrYVAzNjgzVDVlWGw3eThQRFE5OTkvcno1OSttaklrQ0dTcEJZdFdqaDZhd0FBSUI4Z3pBQUFJSjlKVGs3V1o1OTlwbHUzYnFsNjllb0tDd3RUcDA2ZHNqV0d1N3U3MXE1ZHEyblRwc25WMVZVVktsUlEyN1p0TSt5ZmxKU2tidDI2NmM2ZE8yclhybDJHd1luSlpOTDc3Nzh2SnljbnJWbXpSbi8rK2FkR2p4NnR4bzBiWjZzK0FBQ1F0eEZtQUFDUXo3aTR1R2o5K3ZVS0NBalFrU05IVkxkdTNmc2F4MlF5NmUyMzM5Ymh3NGYxN2JmZnlzdkxLOE8rcnE2dWV1MjExMVNsU2hVdFdiSWswM0ZIamh5cDJOaFlSVVpHS2k0dUx0dnJjZ0FBZ0x6UEpiY0xBQUFBLzd5U0pVdHEwcVJKT1RKV3JWcTFNbXc3ZGVxVTliL0hqUnVuUVlNR3FWU3BVbG1PNmVMaW91TEZpK2RJZlFBQUlPOWhaZ1lBQVBoSG1Fd21sU2xUSnJmTEFBQUFlUUJoQmdBQUFBQUFNQlRDREFBQUFBQUFZQ2lFR1FBQUFBQUF3RkJZQUJRQWdIK0ltNXViZ29LQ0ZCUVVsTnVsNURobloyYzVPenRMa2xKU1VwU1NrcExMRlQwOFRrNU9jbkhoUnlnQUFISVRUMklBQVA0aDgrYk4wNlZMbDNLN2pJZmk5T25UT24zNnRDU3BSbzBhcWxHalJpNVg5UEM0dUxpb1U2ZE91VjBHQUFENUdtRUdBQUQva01HREIrZDJDUS9OSjU5OFlnMHpXclpzcVdIRGh1VnlSUUFBSUM5anpRd0FBQUFBQUdBb2hCa0FBQUFBQU1CUUNETUFBQUFBQUlDaEVHWUFBQUFBQUFCREljd0FBQUFBQUFDR1FwZ0JBQUFBQUFBTWhUQURBQUFBQUFBWUNtRUdBQUFBQUFBd0ZNSU1BQUFBQUFCZ0tJUVpBQUFBQUFEQVVBZ3pBQUFBQUFDQW9SQm1BQUFBQUFBQVF5SE1BQUFBQUFBQWhrS1lBUUFBQUFBQURJVXdBd0FBQUFBQUdBcGhCZ0FBQUFBQU1CVENEQUFBQUFBQVlDaUVHUUFBQUFBQXdGQUlNd0FBQUFBQWdLRVFaZ0FBQUFBQUFFTWh6QUFBQUFBQUFJWkNtQUVBQUFBQUFBeUZNQU1BQUFBQUFCZ0tZUVlBQUFBQUFEQVV3Z3dBQUFBQUFHQW9oQmtBQUFBQUFNQlFDRE1BQUFBQUFJQ2hFR1lBQUFBQUFBQkRJY3dBQUFBQUFBQ0dRcGdCQUFBQUFBQU1oVEFEQUFBQUFBQVlDbUVHQUFBQUFBQXdGTUlNQUFBQUFBQmdLSVFaQUFBQUFBREFVQWd6QUFBQUFBQ0FvUkJtQUFBQUFBQUFReUhNQUFBQUFBQUFoa0tZQVFBQUFBQUFESVV3QXdBQUFBQUFHSXJKWXJGWWNyc0lBQUR5Z3dZTkd1aklrU081WFFZZWtKdWJtK2JObTZmQmd3Zm5kaWtBQU9SYkxybGRBQUFBK2NXUkkwZlVwRWtUdFd2WExyZEx3UU9ZTkdtU0xsMjZsTnRsQUFDUXJ4Rm1BQUR3RC9MMTlWVmdZR0J1bDRFSE1HblNwTnd1QVFDQWZJODFNd0FBQUFBQWdLRVFaZ0FBQUFBQUFFTWh6QUFBQUFBQUFJWkNtQUVBQUFBQUFBeUZNQU1BQUFBQUFCZ0tZUVlBQUFBQUFEQVV3Z3dBQUFBQUFHQW9oQmtBQUFBQUFNQlFDRE1BQUFBQUFJQ2hFR1lBQUFBQUFBQkRJY3dBQUFBQUFBQ0dRcGdCQUFBQUFBQU1oVEFEQUFBQUFBQVlDbUVHQUFBQUFBQXdGTUlNQUFBQUFBQmdLSVFaQUFBQUFBREFVQWd6QUFESTUySmlZdXdlajQrUFY5V3FWVFZ1M0xoc25aY1RMQmFMWnMrZXJSOS8vUEdoWFFNQUFCaVhTMjRYQUFBQWNzK05HemZVdkhselBmSEVFMXEwYUpHS0ZDbGliVXROVFZWNGVMaXVYYnVXN3J3REJ3Nm9jK2ZPR2pac21BSURBMjNhZHUvZXJZTUhEenAwL1lJRkMycjQ4T0V5bTgxS1RFeFU0Y0tGWlRLWmxKS1NvamZlZUVQRGh3L1hzODgrKzJBM0NRQUE4aHpDREFBQThyRWlSWXFvVFpzMm1qdDNydmJ2MzYvUTBGRFZybDA3MDNOV3JWcWxWMTU1UmFtcHFhcFVxVks2OXErLy9sb2ZmZlNSUTljdlhyeTRoZzhmcnFDZ0lQbjcrK3ZjdVhOMnh3UUFBTGdYcjVrQUFKQ1B1YnE2S2pnNFdGOTg4WVV1WExpZ3BrMmJhdnYyN1hiN0ppVWxhZlRvMFhyaGhSZFV1blJwaFlXRmFkQ2dRZW42VFpzMlRURXhNVHAxNnBRa2FjS0VDWXFKaVZGTVRJek9uejh2U1hyenpUY1ZFeE9qQ3hjdVBMeWJBd0FBZVJaaEJnQUEwTXN2djZ6Tm16ZXJjdVhLcWxtenB0MCt6czdPaW9xS1V0ZXVYWFhvMENFMWJOalFiajlYVjFkNWVIaW9VS0ZDa2lRM056ZDVlSGpJdzhORGhRc1hsaVFWS0ZEQTVuc0FBSURzNERVVEFBRHlvWFBuemlrc0xDemQ4YmZlZWt2YnRtMlRKQ1VtSmtxU3pwNDlxMlhMbGttUzJyVnJKeWNuSjIzYXRNbm12Q0pGaXFoTGx5NTJyK1hreE45T0FBQkF6aUxNQUFBZ0h3b0xDOU9BQVFNYzZydDc5Mjd0M3IwNzB6NVZxbFJSbHk1ZGRPN2NPWjArZlZxU2RQMzZkVWxTZUhpNE5tL2VMRW1Lam82V2REZE1TVHYyeUNPUDNOYzlBQUNBL0lzd0F3Q0FmS2g3OSs1cTJiS2wzYmFkTzNkcTlPalJxbGF0bXZidjM2K2VQWHZxK2VlZlY4dVdMZVhpWXY5SGg3VGpxMWV2MXR0dnYyM1RGaElTb3BDUUVKdGphOWFzMFpvMWF5UkpmZnIwVWFOR2pSNzBsZ0FBUUQ1Q21BRUFRRDVVcUZBaDY1b1dhVzdkdXFWSmt5WnB6cHc1NnRxMXF4WXRXcVNTSlV0cTM3NTlXcjkrdmNxVUthT1hYMzVaUTRZTVVlWEtsZTJPTzJUSUVIWHMyRkdTdEhuelp2bjcrMnZldkhsNjZxbW5yTmRvMGFLRkJnOGVMRDgvUDBtU2w1ZVhWcTFhOVJEdkZnQUE1RFc4eEFvQVFENTM2OVl0ZmZEQkI2cFNwWXJtenAycmdJQUFyVjI3VnU3dTdwS2tWcTFhNmNTSkUrcmV2YnVDZzROVnRXcFZ0Vy9mWHFHaG9VcEpTYkVacTBTSkVucjg4Y2YxK09PUDYvang0NUtrTGwyNldJK2xMUzU2YjcveTVjdXJjZVBHZXV1dHQxUzBhTkYvOXVZQkFJQWhFV1lBQUpBUHBhU2thUHYyN1JvK2ZMaktseSt2c1dQSHFsU3BVdHE5ZTdjbVRweVlidEhPbWpWcmF1N2N1YnA0OGFKbXpKaWhYMy85VmQyNmRWUGx5cFUxYmRvMFJVWkcydlRmdTNldmxpOWZydGF0VzZ0Y3VYSloxdlAwMDAvcnd3OC9sTGUzdDZUL3JiZkI0cUVBQU1BZVhqTUJBQ0FmYXQrK3ZiNy8vbnRKVXVuU3BmWEJCeDlvNk5DaE5tdGlGQ3BVU0JjdlhyVFpQclZvMGFMeTkvZVhuNStmbGl4Wm9oa3padWlkZDk3UjVNbVR0V2ZQSGpWczJGREhqaDFUdDI3ZFpES1pOR1hLRklkcjZ0Ky92OXpkM2VYcTZtcmRhY1hIeHllSDdoZ0FBT1FsaEJrQUFPUkQwNlpOazlsczFwQWhROVN6WjArNXVibWw2M1BpeEFuVnFWTkhmbjUrbWpWcmxrMWJnUUlGTkdUSUVBMGFORWdoSVNGYXVYS2xHalJvSUVsNjU1MTNkTzNhTlgzMDBVZHEwcVNKelhuT3pzNnFVcVdLU3BRb2tlNTYrL2J0VTNoNHVMVmY2OWF0TlhUbzBKeTZaUUFBa0ljUVpnQUFrQS9WclZ0WEd6WnNrQ1NaeldhWnplWjBmWDc3N1RkSlVvVUtGUlFiRzV2aFdIMzc5bFhmdm4ydHI0UjgrZVdYQ2cwTjFjc3Z2NXl1cjdlM3QvNzQ0dzlObkRoUkxWdTIxSGZmZmFlQ0JRdEtrbzRkT3lhejJTeVR5YVNDQlF1cVFJRUNEM3lmQUFBZ2J5TE1BQUFnSHdvSUNORDc3Ny92VU44MzMzeFRiNzc1WnBiOTd0eTVJM2QzZDNsN2U2dGZ2MzZaQmlESGpoM1R6cDA3RlIwZGJiT0lxTE96c3lRcE1URlJpWW1KS2x5NHNFd21rME4xQWdDQS9JTXdBd0NBZktodDI3Ynk4UERJc0QwNU9WbFRwMDVWY25LeUpLbGR1M1pxM3J4NXBtUGVPNVBpdmZmZTA5U3BVN09zbzB5Wk1wbTJYN2x5SmNzK0FBQWcveUhNQUFBZ0gzcm1tV2YwekRQUFpOZ2VIQnlzNU9Sa2pSZ3hRdDk4ODQzMjd0MnJtVE5ucWs2ZE9nNk5uMVZZc256NWN2MzY2NithTkdtU1hGMWRNK3hYcEVnUmg2NEhBQUR5RjhJTUFBQmc0NGNmZnBDL3Y3L0tsU3VuYWRPbXFYZnYzbXJidHEzYXQyK3ZkZXZXeWRmWE44c3hXclJvb1JZdFdtVFlmdURBQWYzNjY2OTY4ODAzTXcwOUFBQUE3R0h6ZGdBQUlFbEtTVW5SQng5OG9PZWZmMTZ1cnE1YXQyNmR2TDI5OWN3enoyalZxbFdLakl6VWYvN3pINDBiTjA3eDhmRzVYUzRBQU1qSG1Ka0JBRUErRnhFUm9kV3JWMnYyN05rS0R3K1hqNCtQMXF4Wm80WU5HMXI3ZE8vZVhidDI3VkwvL3YwMWMrWk1MVnk0VUMrODhJSmVmdmxsTldyVXlMcHc1N2ZmZnF1dFc3ZG1lYzJqUjQ5S2tzYU5HK2ZRcmlXelo4Kyt6N3NEQUFCNUVXRUdBQUQ1MEpkZmZxbkRodzhyTEN4TWh3NGRVa3BLaWp3OVBmWHV1KzlxN05peGRsLzllUExKSjNYOCtISE5tVE5ISDMvOHNSWXRXcVJGaXhiSjNkMWR0V3ZYMXVqUm8zWHg0a1Y5OXRsbkR0VlF1SEJoTFZteXhLRytoQmtBQU9CZWhCa0FBT1JEKy9mdjE5eTVjMVd3WUVFOTk5eHo2dDY5dS9yMjdadmwraFZ1Ym03eTkvZVhuNStmdnZubUc2MWZ2MTdidG0xVGVIaTQyclZycHpKbHl1amRkOS85aCs0Q0FBRGtWNFFaQUFEa1ExT21UTkhBZ1FOVnIxNDloMTd6K0xzQ0JRcW9SNDhlNnRHamh5UXBLaXBLeFlvVnkra3lBUUFBN0NMTUFBQWdIeXBhdEtnYU5XcVVZK01SWkFBQWdIOFN1NWtBQUFBQUFBQkRJY3dBQUFBQUFBQ0dRcGdCQUFBQUFBQU1oVEFEQUFBQUFBQVlDbUVHQUFBQUFBQXdGTUlNQUFBQUFBQmdLSVFaQUFBQUFBREFVQWd6QUFBQUFBQ0FvUkJtQUFBQUFBQUFReUhNQUFBQUFBQUFoa0tZQVFBQUFBQUFESVV3QXdBQUFBQUFHQXBoQmdBQUFBQUFNQlRDREFBQUFBQUFZQ2lFR1FBQUFBQUF3RkFJTXdBQUFBQUFnS0VRWmdBQUFBQUFBRU54eWUwQ0FBRElMOXpjM0JRVUZLU2dvS0RjTGdVUHdNbkpTUzR1L0FnRkFFQnU0a2tNQU1BL1pONjhlYnAwNlZKdWwvRlFyRisvWHNlUEg1Y2tWYWhRUWErODhrb3VWL1R3dUxpNHFGT25UcmxkQmdBQStackpZckZZY3JzSUFBQmdiUFhyMTlmUm8wY2xTYVZLbGRLMWE5ZHl1U0lBQUpDWHNXWUdBQUFBQUFBd0ZNSU1BQUFBQUFCZ0tJUVpBQUFBQUFEQVVBZ3pBQUFBQUFDQW9SQm1BQUFBQUFBQVF5SE1BQUFBQUFBQWhrS1lBUUFBQUFBQURJVXdBd0FBQUFBQUdBcGhCZ0FBQUFBQU1CVENEQUFBQUFBQVlDaUVHUUFBQUFBQXdGQUlNd0FBQUFBQWdLRVFaZ0FBQUFBQUFFTWh6QUFBQUFBQUFJWkNtQUVBQUFBQUFBeUZNQU1BQUFBQUFCZ0tZUVlBQUFBQUFEQVV3Z3dBQUFBQUFHQW9oQmtBQUFBQUFNQlFDRE1BQUFBQUFJQ2hFR1lBQUFBQUFBQkRJY3dBQUFBQUFBQ0dRcGdCQUFBQUFBQU1oVEFEQUFBQUFBQVlDbUVHQUFBQUFBQXdGTUlNQUFBQUFBQmdLSVFaQUFBQUFBREFVRXdXaThXUzIwWEF1QTRkT3FUUm8wZHI3OTY5dVYwS0FBQUFBSU40NG9rbjlPbW5uK3FKSjU3STdWSmdVTXpNd0FQWnRtMmI5dS9mbjl0bEFBQUFBRENRbzBlUGF0dTJiYmxkQmd5TU1BTVBKRDQrWHNuSnlibGRCZ0FBQUFBRFNVbEpVWHg4Zkc2WEFRTnp5ZTBDa0hjRUJnWnE0c1NKdVYwR0FDQVhCQVVGeWMvUFQ1TGs1K2VuV2JObTVYSkZBSUIvbzBtVEppa3dNREMzeTBBZXdNd01BQUFBQUFCZ0tJUVpBQUFBQUFEQVVBZ3pBQUFBQUFDQW9SQm1BQUFBQUFBQVF5SE1BQUFBQUFBQWhrS1lBUUFBQUFBQURJVXdBd0FBQUFBQUdBcGhCZ0FBQUFBQU1CVENEQUFBQUFBQVlDaUVHUUFBQUFBQXdGQUlNd0FBQUFBQWdLRVFaZ0FBQUFBQUFFTWh6QUFBQUFBQUFJWkNtQUVBQUFBQUFBeUZNQU1BQUFDZFFkUnBBQUFnQUVsRVFWUUFBQmdLWVFZQUFBQUFBREFVd2d3QUFBQUFBR0FvaEJrQUFBQUFBTUJRQ0RNQUFBQUFBSUNoRUdZQUFBQUFBQUJESWN3QUFBQUFBQUNHUXBnQkFBQUFBQUFNaFRBREFBQUFBQUFZQ21FR0FBQUFBQUF3Rk1JTUFBQUFBQUJnS0lRWkFBQUFBQURBVUFnekFBQUFBQUNBb1JCbUFBQUFBQUFBUTNISjdRSmdiQ05HakZEWHJsMGxTV1hLbE1ubGFnQUF1YVZmdjM1cTJiS2xKS2xreVpLNVhBMEFBTWpyVEJhTHhaTGJSZVIxRFJvMDBKRWpSM0s3RER3Z056YzN6WnMzVDRNSEQ4N3RVZ0FZRk0rRHZJSG5BWUNIamVkRjNzRHo0dUZpWnNZLzRNaVJJM3I2NmFldGY3R0NNVTJhTkVtWExsM0s3VElBR05pUkkwZlVwRWtUdFd2WExyZEx3UVBnZVFEZ1llUDNoN3lCNThYRFJaanhEMm5ac3FVQ0F3Tnp1d3c4Z0VtVEp1VjJDUUR5QUY5Zlg1NEhCc2Z6QU1BL2dkOGZqSS9ueGNQRkFxQUFBQUFBQU1CUUNETUFBQUFBQUlDaEVHYmdnZno4ODg4YU1XS0VFaE1UYzdzVUFFQVdObTdjcUpZdFcycm8wS0ZLU2txNnJ6Rk9uanlwUllzV1pkais5ZGRmYThHQ0JicDU4K2I5bGdrQXlPTzJiTm1pWmN1V0tUbzZPa2ZIRFFvS1V1dldyWFh4NHNVY0hSZi9UcXlaa1FlOC8vNzd1bkxsU282TTFidDNielZyMXN5aHZxbXBxWHI5OWRmMTg4OC9LeTR1VGt1WExuWG92RTgrK1VSdnZ2bG1sdjMyNzkrdjRjT0g2OUNoUTVuMisvenp6OVduVHgrSHJnMEErZFdLRlNzMGNPQkFWYTVjV2N1WEw1ZXJxK3Q5alRONThtU3RXclZLVmF0V1ZhdFdyZEsxdi8vKys5cS9mNys2ZE9raWIyL3ZMTWVyVkttU0lpTWpNKzNUclZzMzlldlhUejE3OXN5MFg1VXFWWFQwNk5Fc3J3a0F5RjErZm40NmRlcVVJaUlpY25UY2t5ZFBhdHUyYllxTGk4dlJjZkh2UkppUkJ5eGR1bFMvL2ZaYmpveFZzMlpObXpBak5qWTIwLzZmZnZxcG1qVnJwcTFidCtySWtTT3FXclZxaG4zZDNkM2w0dUtpM3IxN3EwYU5HaktielNwZnZueTZmb2NPSFZLL2Z2MlVrcEtpcFV1WEtpb3FTZ1VMRmt6WEx6NCtYZzBiTnBUWmJNN0dIUUpBL3BLYW1xckF3RUJObVRKRkZvdEZyVnUzMXVMRmk3TThyMi9mdm5ZLzB6LysrR045OTkxM0dqeDRzSDc5OVZkNWVIaFkyODZjT2FPOWUvZXFUNTgrS2x1MnJFUDEvZkRERHpwMjdKZ3FWYXFrUW9VS3BXdC81WlZYZE9mT0hiVm8wVUo3OXV5Um01dWJUQ1pUdW40elo4N1VybDI3SExvbUFFQmF2MzY5Qmc0YytNRGpUSmd3UVJNbVRNaldPUkVSRVhKemMxT0pFaVVjUG1mczJMR0tqNC9QdE0rZVBYc2tTVk9tVEpHWGwxZW1mVDA5UFRWdDJqU0hyNDkvSDhLTVBLSjY5ZXFaL2pYcTFLbFRjbloyVnJWcTFleTI3OXExUzIzYnRyVTVGaHNicXlKRmlqaDAvZGpZV0RWbzBDRFRQaXRYcmxUZnZuM2w1ZVdsSDM3NFFkT25UMWZCZ2dWVnMyWk4xYWxUUjNYcjF0V29VYVBTL1lYdWlTZWVVS2xTcFZTeFlrVlZybHhaVmFwVVVmdjI3Yk84SGdEa2Q5ZXZYOWVnUVlQMDNYZmZXWTh0V0xEQW9YUHIxNjl2RFRQTVpyUDFkVUlQRHc4RkJBUm8wNlpOMXM5ckZ4Y1h1YnU3S3lnb1NOTGRaOHJqanorZTZmZ1ZLbFRRdDk5K3ErTEZpMnZvMEtHNmVmT21LbFNvb05xMWE2dHUzYnJxMnJXcm1qUnBZZzA0Q2hjdXJLQ2dJSzFjdVZJVktsUlFwVXFWNU9Qam95cFZxdWkxMTE1VHNXTEZzdmVQQXdENW5KZVhsK3JYcjU5aCs0RURCNVNZbUtqbXpadG5PazZaTW1XeWRkMlVsQlJGUlVXcFlzV0syVHB2eFlvVnVuWHJWcVo5MHA1VlgzMzFsZDNnKzE2bFM1Y216REE0d293OHdtUXl5ZDNkUGNQMnRCQmgzNzU5ZHRzem0yNWNxVktsZEVGSGRodzllalRkZFNkUG5xei8rNy8vMDZsVHAzVDQ4R0VkUEhoUU8zZnVsSitmbjAyL2loVXI2dHExYXdvUEQ3ZjV5bXBLTWdEa2QydlhydFhJa1NNVkdSbXBVYU5HYWVyVXFYSjJkczZ3LzZGRGh6Umt5QkQ5L3Z2dkdqMTZ0RnEzYm0xdCsraWpqL1QyMjIrbk82ZHk1Y3FTcEI0OWVpZzRPRmdoSVNHcVZxMmE2dGF0bTJWOWp6enlpQ1RKMjl0Yk4yN2MwT1hMbDNYOCtIRWRQSGhRaHc0ZDBsOS8vWlh1bklVTEYycmN1SEUyejRORGh3N0p6YzB0eStzQkFHeTFhdFhLN3V1Q2FjcVVLYU9FaEFUcmJJZWNjdTdjT1Zrc0ZwVXJWeTViNTEyNmRDbkxQaU5Hak5DaVJZdDA4T0JCMWF4WjgzNUxoRUVRWmlCTDllclYwOEtGQysvNy9BOC8vTkFteklpT2p0YlpzMmQxL2ZwMVhiMTZWVmV2WHBYRllsRnFhcW9hTkdpZ1diTm1XZnNlT1hKRVo4K2VWV1JrcEs1ZnY2N3IxNjhyT2pwYTA2ZFBWMHhNekFQZEZ3RGtSV2ZPbk5GYmI3MmxqUnMzcW5EaHdscStmTGxlZU9FRjNieDVVMFdMRmszWDMydzJhOHFVS1pvMmJacTh2THkwWWNNR2RlelkwYVpQeTVZdE5YMzZkRzNac2tVN2R1eFFZR0NnVFlCUXMyWk5CUVlHS2o0K1hpRWhJUTZ2dlNSSjRlSGh1bnIxcXE1ZnY2N0xseThyTmpaV2hRb1YwcHc1Yy9Ubm4zOWErOTIrZlZ2Nzl1MVRSRVNFSWlJaWRPM2FOZDI4ZVZQWHIxOVhtelp0Vks5ZXZmdjQxd0lBWk9UV3JWdDY5TkZIYzN6Y3RObmtXYjNPbnBIYnQyOW51RjVnMnN5TmMrZk9aWGgrNWNxVkNjSHpDTUtNUEdiSWtDRmF0V3BWdXVQeDhmRXltVXcyN3phbkdUUm9VSmFMcXVXa0gzNzRRWDUrZnFwWXNhSWVmZlJSVmFoUVFUVnIxbFNyVnExVXJsdzVPVGs1cVdMRmluSjFkZFczMzM2ck0yZk9xR3pac2lwWHJweHExNjZ0a2lWTHFsU3BVaXBac3FRcVZxeG85NTRBSUQ4NmZ2eTRHalZxcEtTa0pEMzMzSE5hc0dDQmZIeDgxS3RYTHgwN2RrdzdkKzYwbVE2OGNlTkdUWmd3UWNlUEgxZnIxcTMxNVpkZldtZE0zTXZYMTFlK3ZyNjZjZU9HZHV6WUlYOS9mNXYxTGZidDI2ZlBQdnRNYmRxMHlWYVFJVW45Ky9kWGJHeXM5Wm53NktPUHFsV3JWaXBidHF6cTFxMnJBd2NPeU5QVFU3ZHYzOVlYWDN5aHNtWExxbXpac3FwVHA0NmVmZlpabFN4WlVtWExsdFhubjM5dWR4MG1BRUQyeGNYRktURXhVYVZMbDg3eHNZOGRPeWJwYnFoeDVjb1Z1OCtkekt4ZHUxWkRodzdOdEUrSERoMHliRHQ4K0hDbXI5ZkFPQWd6OHBnMmJkcllYVWpuMDA4L2xidTd1d1lNR0pDdTdja25uN1E3VnVIQ2hYWHg0a1c3aTI5bXg3Qmh3OVN6WjArVkxGbFNrdFM5ZTNkMTc5NWRWNjVjU2JmT1IxUlVsS1M3VTRuUG5qMnJ1blhycHB1dUhCc2JxOWpZV0owOWUxYjc5dTNMOW50NkFKQlgxYWxUUndFQkFhcFVxWkw2OWV0blBmN3l5eStyVzdkdWF0MjZ0WGJzMktHalI0L3EvLzd2LzdSdjN6NVZybHhacTFldlZ1L2V2Yk1jUDIwN1Z4Y1gyeDhmWnN5WUlaUEpwS1pObStxLy8vMnZRN1gyN05sVHZyNisycnQzcnlScDkrN2ROcXZQcDZTazZQRGh3K3Jmdjc4azZjU0pFM3I1NVpkdHhraE5UZFcxYTlkMDdkbzFQZlhVVTlsZWdBNEFZRjk0ZUxpa3U3dEU1YlN3c0REcmYzLzMzWGQ2NVpWWDdtdWNnSUFBTlc3YzJPSCtLMWFzME1xVksrL3JXdmgzSXN6SVkvcjA2V04zbTlMUTBGQjVlWGxweG93WmRzL2JzV05IdW1OTm1qVFJpUk1uY3JTK2E5ZXVxWERod3BLa2JkdTJhY0NBQVdyYXRLbWNuSnpTOVUyN2RxMWF0ZEsxcGFTa2FOKytmZFpGUlFFQWQ3M3p6anZwam5YbzBFSExseTlYcjE2OVZMVnFWZDIrZlZ1ZW5wNmFNV09HL1B6OEhKNXVteFptSkNZbVd2L2JaREpwd1lJRmF0Njh1Y0xEdzdWbzBTS0h4cXBhdGFwOGZYMnQzNy84OHN0S1NFaFFwVXFWMHZXTmpZM1YwYU5IVmE5ZVBidXo4YzZkTzZjaVJZcm8xS2xURGwwYkFQSzdyRjd4K1BYWFh5WGRYYXpaMGRkQkNoVXFaUGRuK250RlIwZHIxNjVkOHZEd2tNbGswb29WSys0N3pHamN1SEc2MXlJemMrREFnZnU2RHY2OUNET1FvYVpObXpxMHRkNFBQL3lnaElRRWh6NU03QzArOTlWWFgxa0RqbnYxNnRWTDB0MnBaSDkzKy9adHBoTURnQU4rLy8xM2hZU0U2TXN2djVSME4zenc5L2RYczJiTk5ISGlSRzNjdUZFclY2NTA2RE0xYlpWNFQwOVA2N0dpUll2cTFxMWI4dmYzMTUwN2QyeEM4MisrK1VZREJ3N1V1blhyckl2TVRaOCtYVE5uenJUNzE3UWVQWHBvNnRTcDZZNGZQbnhZVHozMWxJS0RnKzN1WkRWdTNEaHQyN1l0eS9vQkFGSnljckxET3haT21USkZVNlpNY2FqdjhlUEhzOXpKYXZQbXpUS2J6ZXJTcFl0Y1hWMjFjdVZLL2Zubm42cFFvWUpEMTdqWDZ0V3JkZVRJRVlmN3MzMTMza09Za1VldFhidFdwMCtmdG41LzQ4WU54Y1hGMlh3WVBmYllZK3JSbzBlR1k2UnRzWmVWcWxXcjZ1clZxd29ORGIydldqUGFsc2xzTmt0U3R2YWZCZ0RjWFFSMDQ4YU4rbi8vNy85WnAvUFdxRkZEOCtiTjA4Q0JBeFVTRXFMZXZYdXJjdVhLQ2cwTmRUZ2NUa3BLa3B1Ym13SURBeVZKSVNFaHVubnpwclc5WU1HQ05xOG0zcnV0cXBlWGwyN2V2S2xGaXhhcFZhdFdhdGl3WWJyeDU4MmJaM2RtaDhWaWtTUzFidDNhN2xaN3ljbkoxbTFrQVFDWmMzSnl5dlIzQUVuYXNtV0xZbU5qMWIxNzl5eTNPRTFqYjVIcHYvdmlpeThrU1YyN2RsV1JJa1cwWXNVS3paOC9QOFBaNDVuNTVwdHZWS0JBQVlmN3g4ZkhaL3NhK0hjanpNaWpsaTlmcm0rKytjWm1nYlo3LzJJV0h4K3Y3dDI3Wi9sQmx1YjQ4ZU1hUFhxMCt2WHJwMkhEaHVWb3JaR1JrWGFuRGFmTjlOaTRjV082dGx1M2JzbmIyenRINndBQW81c3dZWUxXclZ1bjMzLy9YWkpVcEVnUjllM2JWeSs5OUpMYXRXdW5pSWdJRFJ3NFVPdlhyNWNrL2ZISEg2cFdyVnFHNDgyZlA5L21NejhwS1VtZW5wNGFQMzY4SkduNzl1MDJQeHd1WGJwVUtTa3BHalJva04zeG9xS2kxS0ZEQjQwWU1jSnV1NStmbno3ODhNTjB4dzhjT0tER2pSc3JMQ3hNalJvMXNudmU1czJiTTd3UEFNRC9PRGs1YWQyNmRSbTJSMFJFNkpGSEhsR2RPbldzejR1Y2NQTGtTVzNkdWxYZTN0N3EzcjI3Q2hRb29ITGx5bW4rL1BrYU8zYXNpaFVybHEzeGxpOWZucTNYVEFJREF6VnAwcVRzbG8xL01jS01QS3hzMmJJWjdzZWMzVVV6angwN3BsMjdkcWxGaXhZNVVacU5KNTk4MHU3N2RXbGI4dG1icnBhYW1wcmpkUUNBMFJVdVhGZ1JFUkVhTUdDQWV2YnNxYlp0MjFyWHcxaTVjcVhHakJtanFLZ29EUmd3UUtWS2xiSTd4dFdyVjdWOCtYSkpTdmVEWlV4TWpNMWYzc3htczgxNkc3Tm56NWFycTJ1R1lVYVZLbFcwWXNXS0RPc1BDUW14RzBva0pDUklrdnIyN1N0M2QzZTdOVE9MRHdCeXhwbzFhNVNTa3FLMmJkdEt1dnQ2dDlsc2Z1RFAyWmt6WjhwaXNXamd3SUhXV1h3alJvelF1KysrcXhrelptam16Sm5aR20vLy92M1o2bi9tekpsczljZS9IMkVHSEpLMnFGcEc3OEVsSkNSa3VyMXI1ODZkOWRKTEw5bHRDd29LVXNHQ0JiVnc0VUp0M0xqUjdrd01TZXJTcFl1ZWUrNDVqUm8xU3JHeHNXcmZ2bjAyN3dJQThyYng0OGRyN05peE50TnVmL25sRi8zM3YvL1Y3dDI3VmE1Y09YMy8vZmZXOVN2KzdzS0ZDMnJkdXJVazZkMTMzMDMzdVI0VkZXVXpLeTd0dFpNMENRa0pOdXRwcE9uV3JWdTZOWlBTdHQyK1Y1czJiVFJxMUNnbEpTV3BWYXRXZXVPTk45UzllL2QwNDMzOTlkZjY4TU1QdFhYclZoVXNXRkJ6NXN5eGJ2VUhBTGgvRm90RndjSEJrbVRkQmZINTU1OVhXRmlZekdaenV0MnNITFYzNzE0dFdiSkU3dTd1OHZmM3R4NGZNMmFNUHY3NFk4MmFOVXNEQmd4UW5UcDFIQjd6dmZmZXU2OWFrSGNRWnNBaGFjbG5Sak16VWxKU01wM2lXNk5HRFp2dm82T2oxYkpsU3gwL2ZseWxTNWVXeVdSUzhlTEY1ZXpzckpvMWE5b2R3OFhGUmNXS0ZWUE5talZsc1ZoMC9QaHhlWGw1S1RZMjF1NXJLZ0NRM3pnN08xdERnOE9IRDJ2NjlPbGF1M2F0bkp5YzlPcXJyMnI2OU9rMnJ4L2VhOGVPSGVyZHU3Y2lJeU0xYmRvMHZmMzIyK242UkVWRnljZkh4L3I5MzhPTXVMZzRlWGw1cFR1dlhidDI2ZFpIU2x2NE9UazVXYmR1M2RMR2pSdmw1dWFtSWtXS1dCY2FMVjI2dE4xbndzOC8veXhKcWw2OXVnb1hMcXozMzM5ZmlZbUppb3lNVkxGaXhiSmNUUjhBWU4rcVZhdDArdlJwTld2V1RIWHIxczJSTWMxbXMwYU1HQ0dMeGFMUm8wZmJCTmxGaXhiVnVISGpOSDc4ZUEwY09GQS8vZlNUM1JsNDlvU0VoR1FZenR1VEZwb2c3eURNeU1NdVg3NmM0Uy81MlZrQTUvYnQyL3J4eHgvbDZ1cHFkOWNSNmU0UHBZNXUyeVJKTDd6d2dyWnMyV0p6TERVMVZSYUxKY05YWUZKU1VyUmd3WUowaThNTkhEaFFuMy8rdWNQWEJvQzhiTStlUFpvNGNhSisvUEZIU1ZMTGxpMzF3UWNmcUZHalJ2cmhoeDgwYU5BZ3JWcTFTdi81ejM4azNRMGtKaytlckJrelpzak56VTNyMXEyek94c2lLU2xKRnk1YzBOTlBQMjA5bHBDUVlGMFJQekV4VVpjdVhWS25UcDNTblR0OCtIQzFhOWZPYnIwSER4NVU4K2JON2JaTm1EREI3bGF6YVF1Q1ZxbFNKVjFiZUhoNGhndExBd0F5RmhNVG8zSGp4a25LM3F5SDVPVGtUR2RzakJ3NVVzZU9IVlBGaWhXdEMwamY2ODAzMzlTeVpjdDArUEJoRFJzMnpMcjdWbGFLRnkrZXJkME43YzBjaExFUlp1UmhIaDRlZXZQTk4rMjIyVnRnTFNNYk5teXc3aXp5MFVjZmFmTGt5UTljMjZaTm05SWRHejkrdkQ3NzdETkZSa2JhUGFkTW1UTHEzNzkvdG1vSGdQekd6YzNOdXNiUmhBa1RiRUtFeXBVckt6VTFWWjA3ZDFaWVdKZ3VYTGlndDk1NlN5ZE9uRkREaGcyMWRPbFNQZmJZWTNiSFBYbnlwTXhtcytyVnEyYzlkdWZPSFpVc1dWS1NkUHIwYWFXa3BOamRnanN6VFpvMFVYSnlzczJ4aElRRUZTeFlVRUZCUVJvOWVuUzZjeFl1WEtoWFgzMVZ0MjdkWW1ZZUFPU1FrU05INnVMRmkrcmV2WHUyWmp6TW5qMWJhOWFzVVZCUWtKbzJiV3JUTm12V0xIMzIyV2R5ZG5iVzRzV0w3ZjVodEVDQkFscThlTEdhTjIrdXBVdVhxbGl4WXBvOWUzYVcxKzNWcTFlMm5qbEpTVWtPOTRVeEVHYmtVYzgrKzZ4OGZIenNwcCtTZFBQbVRWV3ZYajNMY1ZKVFUvWEJCeDlJa3NxWEw2OVpzMmFwZCsvZTJYcWY3ZS8yN05tanExZXZwanQrK3ZScEpTVWxaYmk2Y21KaW9zNmNPV08zdlV5Wk10YS9NZ0pBZnRhNGNXUDk4Y2NmZG1jblZLbFNSUnMyYkpDdnI2OGFOV3FrK1BoNEZTcFVTTys5OTU3ZWZ2dnRUUCt5dG5mdlhrbXlDVE5pWTJPdGk3Z2RPblJJa3JSbzBTSU5HelpNdFdyVnlyTFdxS2dvNnd5U2U2VUY2RWVPSExIN21YLzQ4R0ZKVW1ob3FOM3B5TTgrKzJ5MlY4VUhnUHhzNXN5WldyWnNtVXFWS3FYNTgrZG42OXpidDI5ci8vNzl1bno1c3MzeDZkT25hOEtFQ2RieG4zbm1tUXpIYU5Tb2tZS0RnelY4K0hBRkJRWHA1czJiV3Jod29jMTIzMy8zNG9zdlpoakEyN04xNjFaOS8vMzNEdmZIdng5aFJoNzEybXV2WmRvZUZCVGswRGhMbGl6UnNXUEgxSzVkT3dVRUJLaEZpeGJxMUttVHRtM2JabmQ2cnlOQ1EwTzFiOTgrdTIxMTY5Yk5NSW10WGJ1Mm9xS2k3TGI3K3ZvU1pnREEvODlla0hIKy9IbXRXTEZDbjMvK3VaS1RrNjByeWsrZE9sWGx5cFhMY3N4MTY5YkowOU5UVHo3NXBQWFk3ZHUzcld0a3JGdTNUbTV1YmlwVXFKQTZkKzZzSFR0MlpEbm0xYXRYTS96TWI5Njh1VTZkT21WZGdOcGUrOEtGQysyMjFhcFZpekFEQUJ3VUZCU2s4ZVBIeTgzTlRhR2hvU3BkdXJSTnU4bGtrdlMvVi96K0x1MlBsQlVxVkpCMGQzYmRHMis4WWYyTUhqdDJiSWF6eGU4MWJOZ3dYYjU4V1pNbVRkS1hYMzZwQXdjT2FQSGl4VGJQblh0MTY5WXRXMXV6eHNiR0VtYmtNWVFaZWNTWk0yY2VhS3B0U2twS3VtTm56NTYxdmpjM2FkSWtQZm5ra3dvT0R0YklrU05WcjE0OUJRWUdxbCsvZnRtK2xyM1hSRTZkT3FYTm16ZHJ5NVl0cWxHalJyb2ZidWZPbmF2MTY5ZkwxOWRYVFpvMGthK3ZiN2EzbHdXQS9DUTZPbG8vL2ZTVGR1M2FwVTJiTmxsMysvRHc4TkNZTVdQMHhodHZxSExseWc2TmRmYnNXZTNZc1VNREJneXd6b1FJQ3d2VG5UdDM1T1Bqb3hzM2J1ajc3NzlYeDQ0ZDljSUxMNmgzNzk1cTNMaXgyclJwayttNHRXclYwcDQ5ZTJ5T3hjWEZhZnYyN2RxeVpZdCsrdWtuclZpeHdtWVI2Ymk0T0xWdTNWcFZxMWExUGhQcTFhdG5zNE1MQUNCclNVbEpHanQycklLQ2d1VG01cWExYTllbWUwMUVrblVYcTFPblRxV2JuVzJ4V0hUdzRFRkprbytQajM3NTVSY05IRGpRR2tRSEJBUm8wcVJKRHRjVUdCZ29kM2QzdmZQT096cHg0b1I4ZlgzbDUrZW5sMTU2U2FHaG9aTCtOeE53eFlvVk9uRGdnTU5qcDRYc0N4Y3V0UDRlMGJ0M2I0ZG1FdUxmaVRBamovRHc4RkNIRGgzdSsvenIxNjlyKy9idDF1K2pvcUxVdm4xN1JVUkVxRy9mdnRaRTlOVlhYNVczdDdkR2pod3BmMzkvalIwNzFycHEvTFBQUGlzbkp5YzVPVG5KWkRMSnljbEpack5aU1VsSlNrcEtrdGxzMW9RSkU5U3laVXNkUEhoUUJ3OGUxS0ZEaC9Uenp6L3I0c1dMOHZiMjFuUFBQYWVHRFJ1bVcwaW9XYk5taW82TzFzNmRPelYzN2x6RnhzYXFldlhxYXRXcWxWcTFhcVZubm5tR3Y4SUJ5UGQrKyswM0JRUUU2UGp4NHdvUEQxZHFhcXFrdSt0b2RPalFRUysrK0tLNmR1MmE0V0xPR1JrL2ZyeFNVbExVcVZNbitmajR5TnZiV3lkUG5wU1RrNVA2OXUycnlaTW5LeWtwU2YzNjlWUDM3dDMxeVNlZmFOU29VVnE2ZEtrazZlMjMzOWFTSlV0VXVIQmhtVXdtcGFhbXltUXlhZEdpUlRweDRvVDFlWER3NEVFZE9IQkFack5aRFJvMFVJY09IZEtGN2FtcHFSb3pab3gyN3R5cE9YUG02TXlaTXlwVXFKQmF0R2hoZlNiVXIxK2ZIVTBBSUJNSER4N1VzR0hEZE9qUUlYbDdlMnZ0MnJVWnJwUHg5Tk5QYThPR0RlclFvWU02ZHV4bzNjVXFOVFZWaHc4ZjF1SERoOVd3WVVNVkwxNWNIMzMwa1U2ZE9pVlBUMDk5OHNrbjZ0T25UN1pyR3o5K3ZPclVxYVBCZ3djckppWkcvZnYzMTVFalI5S0ZJaXRYcnN6K2pVczJtd2s4L3ZqamhCbEdac0ZESjhreWNlTEVoelorN2RxMUxUVnExSGlnTWJadjMyNlJaRm13WUlIRllyRllybDI3WmlsV3JKamxzY2NlczBSSFI2ZnJmL1BtVGN1c1diTXN6ejMzbktWQ2hRb1dMeTh2aTd1N3U4WFoyZGtpeWU2WHM3T3o1ZXJWcTVhUFAvN1lJc25pNWVWbGFkdTJyZVc5OTk2ejdONjkyNUtjbk94UXJXYXoyUklXRm1ZSkNBaXdOR25TeE9MazVHU1pOV3ZXQTkyL0l5UlpBZ01ESC9wMUFPUmRraXl2di83NlF4dmZiRFpiYXRldWJmSHk4ckswYk5uUzh0Ly8vdGZ5M1hmZldlTGk0aDVvWEg5L2YwdWZQbjBzRm92RjByWnRXNHV2cjYrbGMrZk9sazJiTmxtdVhyMXFLVkNnZ0tWV3JWbzJuK08vLy82NzVmWFhYN2ZVclZ2WDR1M3RiU2xRb0lETk02Rk5temFXMk5oWVM5bXlaUzBtazhsU3ExWXR5NUFoUXl3aElTR1d5NWN2TzF6YmxTdFhMRXVXTExHOCtPS0xscElsUzFyS2xDbGppWStQZjZEN3pRclBBd0FQMjhQOC9lR3Z2LzZ5RkN4WTBDTEowcmh4WTh2WnMyY3o3WitRa0dBWk9YS2twVlNwVXVsK3ZpOWF0S2lsWGJ0MmxqTm56bGdzRm9zbEpTWEZNbkhpUk11ZmYvNzV3SFhldUhIRHNtZlBIb3ZGY3ZmNUZoTVRrK05manY3K2NiOTRYanhjSm9zbGc1ZWZrR05NSnBNbVRweVk0V0tjRHlydHIxYlpYVUUrSzZ0WHIxYURCZzBjV2lqVVhrMXBmeEUwbVV3eW1Velcrc3htczg2Y09hTmF0V3BaMzhGN0VGRlJVU3BjdUxBMUpYNVlUQ2FUQWdNRE5YSGl4SWQ2SFFCNWw4bGswdXV2dis3UUt1MzNLeTR1THRzekw3SmlzVmgwOCtiTkRHZkFMVjI2VkNWTGxzeHcrOVY3eDBsSlNiSHVldUxpNHFLelo4K3FXTEZpMXJVM0hyVE82OWV2cDN2Zk82ZnhQQUR3c0QzczN4OCsvZlJUM2I1OVcyKzg4VWFPL3c2Qi8rRjU4WER4bWtrZThMQStnTzVuV2xnYVoyZm5ET3NxVUtDQWF0ZXVmZDlqL3gydmx3REEvK1Iwa0NIZC9XRXNzOC9hQVFNR09EeU9pNHVMeld1RVBqNCtEMXpmdmVNLzdDQURBUEtDb1VPSDVuWUp3QVBqaFZJQUFBQUFBR0FvaEJrQUFBQUFBTUJRQ0RNQUFBQUFBSUNoRUdZQUFBQUFBQUJESWN6QUE3bHk1WXFXTFZ1bVBYdjIzTmY1OGZIeG1qdDNyZzRjT0pERGxRRUEvbWxidG16UnNtWExGQjBkZlYvbjc5aXhRL1BuejgvaHFnQUF1ZUgwNmROYXQyNmQvdnJyTDRmNkwxKytYRjkvL2ZWRHJncDVDV0VHSHNpdVhiczBZTUFBclZxMTZyN09qNDZPMXBneFk3UjU4K1owYlhGeGNZcU5qYzN3eTJ3MlAyajVBSUFjNU9mbnB3RURCaWdwS2VtK3psKzFhcFZlZSsyMWRNZk5abk9tejRPNHVMZ0hMUjBBY0o5U1UxUDExMTkvYWVmT25mcmtrMCswZCs5ZVNkSlhYMzJsWHIxNldiL1B5dVRKa3hVY0hKenVlRUpDUXFiUGdJU0VoQnk5SHhnSFc3UG1FUTBiTnRUcDAvOGZlM2NlRitQNi93LzhOZTFGc21YZk9ad3NCOGRPRGs1eExNbE85dlVJeHhJaHU2eHBRZGxsbHkxQ1pNbDJ4QWNoUzZMRmRpd1JLWXIyZFg1LzlKdjVHak5Ub1pydTV2VjhQSG9jN3V1Njczbm56TXg5MysvN3V0N1g0NTgrVG54OC9IZjFqNHFLQWdCVXJsejVwMS83VzlXclY4ZkhqeCtWdHE5ZnZ4NlRKMC9PODljbEloS3lvMGVQWXVUSWtUOTluSG56NW1IZXZIbmZ0VTlVVkJSMGRYVlJ0bXpabjM3OXIyM2R1aFZUcGt4UjJsNm1UQmxFUjBmbjZXc1NFVkdXMTY5Zkl5Z29DTkhSMFlpT2pzYjc5KzhSRVJHQmQrL2VJVHc4SE9IaDRUSko3R0hEaHFGTm16WjU5dnJEaGczRDBhTkhsYmIzNjljUFhsNWVlZlo2SkJ4TVpoUVJ2Lzc2Sy9UMTlSVzJmZmp3QVUrZlBrVzFhdFZRdFdyVlBIMWRTVEtqVXFWS2VYcGNpWklsUzZKWHIxNHkyMTY5ZWdVL1A3OThlVDBpSXFFcldiSWttalJwb3JUOXpwMDdTRWxKUWJ0MjdiSTlUb1VLRmI3cmRUTXlNdkRwMHlkVXIxNzl1L2I3SGgwN2RwUTdQb2NrRXhIbHIwdVhMbUhNbURFeTIwUWlFY1JpTWFwVnF3WkxTMHRVcTFZTk5XclVRTzNhdFdGaVlwSXZjVmhaV1VGWFYxZjY5NVNVbEI4ZUhVNUZBNU1aUmNUKy9mdVZ0bTNac2dVVEowN0U5T25UWVdOams2ZXYrL3o1Y3dEZk56TGpmLy83SDI3ZHVnVUFpSXVMQXdCY3YzNGRMaTR1QUxKR21YVHExRWw2M04yN2Q4dnM3K1hseFdRR0VaRVNabVptTURNelU5cGVvVUlGSkNjbi8zQ3RJMlZldkhnQnNWajhYZWVEakl3TXJGMjdWdnIzQnc4ZVFDd1dTODhIQUdSR1pQenp6ei9vMzcrL3pERWFObXlJOSsvZi8wVGtSRVNVbmU3ZHUrUHc0Y013TmphR3NiRXh5cGN2ajRDQUFIVHYzaDNEaHcvSDh1WExmK2k0TDErK2xCbFI4ZW5USjJSbVprclBBZVhLbGNPSUVTT2s3ZXZYcjVjWitSY2RIYzFraHBwak1rTU54TWJHQWdDTWpZM3ovTmdQSGp3QThIM1RVMDZmUGcxSFIwZVpiYjYrdnRLNkdkT21UWk1tTTRpSUtHL0Z4c2JtK1NnOTRNZk9CMmxwYVpnMWE1YmM5cSszalJzMzd1ZURJeUtpSDFhK2ZIa01HREJBWnB0SUpQcnA0NGFGaGNtZEE2S2lvcVRiR2pkdUxKUE1JUG9XQzRDcUFVbmRpZkxseStmcGNWTlRVNlYxT2hRVjhGUm02ZEtsaUl1TFExeGNITFpzMlFJQVdMaHdvWFNiazVOVG5zWkpSRVJaRWhJU2tKS1NrdWZuQXdBSUNnb0NrSlhVZVBmdVhhNzIwZFBUazM3M3g4WEZvVnExYXREVTFKVFpWckpreVR5UGxZaUlWSzl6NTg3Uzcvcmc0R0FBV2RNSkpkdHlXemlVMUJlVEdXcEFNaFdrZHUzYWVYcmMyMzFRUk5FQUFDQUFTVVJCVkxkdlMxY1VPWHYyYks3MzA5SFJRZkhpeFZHOGVISDgrKysvY3R0MGRIVHlORTRpSXNxU1grY0RJR3U2b01UM25CTWszLzNoNGVGNC9mcTF6TGJpeFl2bmVaeEVSRlE0YUdwcVNyL3JyMXk1SXJkTldUMUFJZ2xPTXhHNDFOVFVISmZBZS9Ma0NiUzF0Vkc2ZE9sY0RmL1YwdEtDbnA1ZWp2MThmSHdBWkJYL2ZQMzZOYTVkdXdaVFU5UGNCUTRnTVRGUjVvSTNOVFdWaVF3aW9wK1EwM2Y4bzBlUEFBRFZxbFhMOVhRUUF3TURhR2hrLyt6ank1Y3Z1SHIxS29vWEx3NlJTSVFEQnc3SUZZdkx5ZGZ6cG5rK0lDSlNMendIMEkvZ3lBeUJXN3AwS1F3TkRiUDlDUTRPUmxwYUdrcVdMSmxqWDBORFF3d2JOaXhYcnkxSlptemN1QkVBc0d2WHJ1K0szZFBUVTFvQTlQejU4NmhidDY3MFFwdUlpTDVQZW5wNmp0L3ZRNGNPQlFBc1g3NDhWK2NEUTBORGhJU0U1UGphdnI2K1NFdExROWV1WGRHelowLzgrKysvMGxFV3VTRVdpN0Z6NTA3cG43dDA2UUliR3h1SXhlSWYrOGNnSXFJODgvVm9PY2xQbno1OUFBQk9UazRLMjRzWEw0N0ZpeGNEQUlZUEh5N1habWRuSnozK2YvLzloOHVYTHdNQTNyeDVnM3IxNnJHd0orVUtSMllJWE1PR0RkR3ZYeitsN2VIaDRiaDkrelpNVEV4UXYzNzlYQjB6Tit0QzM3eDVFNkdob2FoVHB3NTY5KzZOcGsyYnd0UFRFMDVPVGloVHBreXVYbWZEaGcxbzBhSUZBZ0lDVUxGaVJZU0VoT0NQUC82QXI2OHZXclpzQ1NCdmlnc1JFYWtERFEyTmJNOEhBSER1M0RuRXg4ZWpiOSsrdWY1K05USXl5ckdQSkJIUnUzZHZHQm9hNHNDQkE5aTBhUk5XclZxVnE5Znc4ZkhCeTVjdjBhSkZDOXk3ZHc5MTY5YUZtNXNiWW1KaXBNY0dlRTRnSWxJRlJjdDl4OFRFSUNRa0JCVXFWRUMxYXRVVTd2Zm16UnU4ZXZVS05XclVrTHMvK0hybHF3MGJOcUIwNmRJd01qSkNpUklsSUJhTE1YVG9VSHorL0JuVzF0YlNmandIMExlWXpCQTRLeXNyV0ZsWktXMmZPblVxYnQrK2plWExsNk52Mzc1NTlycVNwZlRHamgwTEFCZy9mandtVHB5SXRXdlg1bXA1Smg4Zkg5eTdkdyt1cnE0SUNBaEFvMGFOTUh2MmJIVHExQW0ydHJiNDMvLytoOVRVVkdocmErZFp6RVJFUlptR2hvYk1NTjF2UlVWRm9XTEZpbWpVcUJHT0hqMmFaNjhiR2hxSzgrZlBvMVNwVXVqYnR5KzB0YlZSdVhKbGJOcTBDYk5uejBicDBxVnpQTWJTcFV2eDY2Ky80dmZmZjhlOWUvZXdkZXRXSkNVbHdjUERBOE9IRDVkT3ArUTVnWWlvNENsYXl0dmIyeHQ5K3ZTQnRiVTE1cytmcjNDL1ZhdFdZZTdjdVZpMmJKbmNzdG9Ta1pHUjJMSmxDMGFPSEluTGx5K2pSSWtTT0hMa0NOcTNiNDg1YythZ1g3OStQQWVRVXB4bVVvU2xwNmZEeThzTDJ0cmE2TlNwRTlMUzBoQWRIWTNFeE1TZk91NnpaODl3N05neDZPcnFTdWRFRHg4K0hFWkdSbGkvZmozZXYzK2ZZMXp6NTg5SHhZb1ZaUklzelpvMXc5bXpaM0hzMkRHa3BhVWhMaTR1VjdVN2lJZ29aNGNQSDBaR1JnYisrdXN2QU1Ebno1OFJIUjM5MDhkMWNuS0NXQ3pHeUpFam9hK3ZEeTB0TFV5WU1BRnhjWEc1R3BuaDZlbUp1M2Z2NHA5Ly9wRnVFNGxFMkxWckYwNmVQQWx6YzNQcHFsdzhKeEFSRlE2Uys0bWZMZFJzYjIrUHBLUWtUSm8wU2JxdFZLbFNPSC8rUE02ZE80ZXlaY3Z5SEVCS01abFJoQjArZkJqdjNyMkRoWVVGU3BVcWhTdFhyc0RZMkJnclY2NzhxZU5PbVRJRjZlbnBzTGEyUnJseTVRQUF4WW9WdzR3Wk0vRGx5eGRNbXpZdDIvMWRYVjN4OE9GRDJOall5R1ZZMjdWckIyTmpZK21YbHJHeDhVL0ZTa1JFV1hVbzFxOWZEeUFyK1F3QVBYcjBnTEd4TWRMVDAzLzR1UDcrL3Rpelp3LzA5UFF3YTlZczZmWXBVNmFnVktsU1dMdDJMUjQrZktoMC83aTRPTXlZTVFQR3hzWVlOV3FVVEp1V2xoWXNMQ3dBZ09jRUlxSkNScklFOTg5OEx3Y0VCTURkM1IzZHVuVkRvMGFOWk5vcVZhb2tuWGIrOGVOSGxDaFJna1ZCU1E2VEdVVlVlbm82VnF4WUFRQ1lPSEZpbmgzWDA5TVR2cjYrTURRMHhOeTVjMlhhcGsrZmpuTGx5dUh3NGNQdzlQUlVlb3dYTDE2Z1NwVXFtREpsaXRJKy8vMzNId0NnU3BVcU9jYjArZk5ubkR4NUVwbVptYm44TFlpSTFNdWhRNGZ3K1BGanRHM2JGci85OWx1ZUhETXRMUTBUSmt5QVdDekc1TW1UVWFsU0pXbWJrWkVSN096c2tKNmVqcEVqUnlJNU9WbmhNZUxqNHhFWkdZbEZpeFpsKzNUdmU4NEpGeTlleE51M2I3L3p0eUVpb3U4aFdlcTdldlhxUDN5TWx5OWZRaVFTd2NIQlFXbWZ0TFEwdkhuekpsZmYvd0J3NU1nUkpDUWsvSEJNSkN4TVpoUlJHelpzUUVoSUNFeE5UZEc1YytkYzc1ZmRFN3FRa0JDTUh6OGVBT0RnNElBS0ZTckl0QnNhR3NyVTBsRDJORzdVcUZGd2QzZlBkdTFvUHo4L0FKREwwaXJ5OXUxYjlPclZDL2IyOWpuMkpTSlNOM0Z4Y2RLcThVdVhMczMxZmptTjJKZzBhUktDZ29KUXZYcDFoZCsvTTJiTVFNT0dEWEgvL24zcHVlTmJGU3RXeEpJbFMyU0dGMzhyTFMwTk4yN2NRUG55NVhQMUJORGQzUjAxYXRSQVNrcEtqbjJKaU9qSFhMOStIUm9hR2orVklMZTB0TVRLbFN2UnVIRmpwWDBDQWdLUWtKQ1FxM3NDQVBqbm4zL1FyVnUzSDQ2SmhJWEpqQ0lvT0RnWWMrZk9oWmFXRnR6YzNMNXIzeG8xYWlnY01SRWRIUTFMUzB0OCtmSUY1dWJtU2tkN0RCa3lCSDM3OWtWQ1FnSzZkT21pY0VtL0ZpMWE1UGdsYytuU0pRQkE2OWF0YzR4Wk12dzROMFhtaUlqVXphUkpreEFlSG82K2ZmdkN6TXdzMS91NXVycWlaY3VXOFBmM2wydGJ1M1l0dG0vZkRrMU5UZXphdFF2RmloV1Q2Nk90clkxZHUzWkJSMGNISGg0ZXNMR3hVZmc2OCtmUGg0YUc4c3VSbXpkdklpRWhJVmZuQXlEcm5GQ3NXREhvNnVybXFqOFJFWDJmdTNmdklpZ29DQzFidG9TaG9lRVBIMGRYVnhlelo4L090cy8zM0JPSXhXTEV4TVR3bmtDTk1KbFJ4RVJHUnFKbno1NUlUazdHL1BuejhmdnZ2K2Q2My9UMGRMeDkrMVk2S2tMaTVjdVhNRFUxeGZQbnoxR2pSZzBjT25RbzJ3dlBYYnQyb1Y2OWVuai8vajA2ZHV5SUsxZXVmTmZ2OE9EQkExeStmQmtWSzFiTU5sTXJJUmxPbk52aFowUkU2c0xKeVFuNzl1MUR1WExsc0duVHB1L2E5L1BuendnSUNFQkVSSVRNZGdjSEI4eVlNVU42L0U2ZE9pazlSdlBtemFXMU90emMzREJ5NUVna0pTVjlWeHhyMXF3QmdGdy9hWHY3OWkzUEIwUkUrU1ExTlZYNlVQUHJaVlB6UTNKeU1yWnMyUUlnZCtlQXlNaElwS2VuOHh5Z1Jwak1LRUlpSWlKZ2JtNk9GeTllb0hmdjNsaTBhSkZNdTJSdFpyRllySEQveU1oSUFKQlpLOXJmM3g5dDI3YkY0OGVQVWFsU0pWeTRjRUZ1bmVodmxTaFJBdWZPblVQMTZ0VVJGUldGUC8vOEV3c1dMTWoxQmV5aVJZdWtsZkVWclNldHFha0pBTkxqQlFjSEF3QnExYXFWcStNVEVha0ROemMzekprekI3cTZ1dkQyOWtiNTh1Vmwybk02SjBoV3BwS2NFNUtUa3pGeDRrVE1temNQQURCNzlteHBVaU03NDhlUHgrTEZpd0VBZS9mdVJmUG16WEg3OXUxYy9RNzM3OS9IaVJNbm9LK3ZqMEdEQmluc282bXBpWlNVRklqRllpUWtKT0RseTVjOEh4QVI1WU8wdERRTUdUSUVBUUVCYU5HaUJVYU1HSkd2cjdkNTgyWkVSRVNnZGV2V3FGZXZubHc3N3dtSXlZd2k0dmJ0MjJqVHBnMGVQWG9FYzNOejdOKy9YMjcwUktsU3BRQUFZV0ZoQ284UkVCQUFBS2hkdXpaU1VsSmdaMmVIOXUzYjQ5MjdkNmhUcHc3OC9QeFFwMDZkWE1WVHZYcDErUG41b1g3OStzak16TVNLRlN2d3l5Ky9JRFEwTk52OTFxOWZqNU1uVDhMQXdFQnBnZENxVmFzQ0FGYXZYbzNCZ3dmRDFkVVZSa1pHdVo1TFIwUlVsS1dtcHNMR3hnWTJOamJRMGRIQmtTTkgwS1pORzdsKzJaMFR4R0l4N3Q2OUN5RHJvdkQyN2R0bzJyU3A5QW5ab2tXTDRPam9tT3VZN08zdDRlRGdBQTBORFlTRWhLQjE2OVk1SmtJK2Z2eUlRWU1HUVN3V3c5cmFHaVZMbGxUWXIyclZxb2lQajBlWExsMWdabWFHbEpRVXRHL2ZQdGV4RVJGUnpxS2lvdENsU3hjY1BYb1VGU3BVZ0plWFY3WWp0WC9XclZ1M01ILytmQURBbkRsekZQWXBXYklraWhjdmpnc1hMbURRb0VFWU4yNGNBUEFjb0VhMFZCMEEvWnprNUdRNE9UbGgrZkxsU0V0THc4Q0JBN0YzNzE2RmM0Vk5URXhRcmx3NUhEdDJESmFXbGpKWnk3aTRPQnc5ZWhRQTBLVkxGM3o0OEFHN2QrOUdSa1lHdW5Ycmh2Mzc5MHN2ZkhPclJvMGF1SG56SnNhUEg0OURodzZoZmZ2Mk1ERXhVZHIvd1lNSDBqblZpeFl0a3FtTS83WG16WnRqNk5DaE9IRGdBQTRkT2dRREF3TnMzcnhaYnBsWElpSjFjL2Z1WFl3ZlB4NzM3dDFEcVZLbGNPVElFYVYxTWpwMDZBQWZIeDkwNzk0ZEZoWVcwdk5HWm1ZbTd0Ky9qL3YzNzZOWnMyWW9VNllNVnE5ZWpiQ3dNSlFvVVFMdTd1NUtSMGxrWjg2Y09XalVxQkhHamgyTHVMZzREQnMyTE52KzF0YldlUHIwS1NwVnFvU0ZDeGNxN1RkdjNqd0VCQVRnNHNXTEFMS1crTTdMVmJ5SWlOVGRyVnUzWUdscGlROGZQcUJHalJydzlmV1ZHY21kMTFKVFU5R25UeDhrSlNXaGE5ZXU2TldybDhKK0lwRUlqbzZPbURGakJnNGZQZ3dORFExTW5qd1pMVnEweUxmWXFIQmhNa1BnN096c3NHN2RPdWpvNkdEMTZ0WFpQdW5TMTlmSGtTTkhZR05qZy9Qbno4dFVldGZTMGtLMWF0V3dZTUVDV0ZoWUFBQ09IVHVHME5CUWFaYnpSeGdhR3VMZ3dZTVlPM1lzVEUxTnMrMzcyMisvb1V1WEx0RFIwY0dzV2JPeTdidHYzejVzMjdZTmlZbUpLRm15cEhTWUdSR1J1b3FJaUVENzl1MlJsSlNFRmkxYXdOUFRFelZyMWxUYWYvTGt5Zmp2di8vZzVlVWxIWEVoWVdSa2hLNWR1MkxkdW5VQWdPWExsME5IUndkang0NlZqbzc3RVQxNjlFQklTQWhDUTBOenJPa2tPVmQ1ZW5wbVc4eXRiZHUyaUl5TXhLZFBuNkN0cmYxVHhlaUlpRWhldlhyMVlHaG9pR2JObW1IMzd0MG9WNjVjdnI2ZWpvNE9wazZkaXUzYnQyUFBuajNaOXAwMGFSTEdqeCtQejU4L28xaXhZdERUMDh2WDJLaHdFWW1WVFphbFBDTVNpYkI0OGVKOFdUcjB5NWN2bURScEV1YlBuNS90cUFlaCtQVHBVNkd0UWk4U2lXQnZieStkKzAxRTlMMUVJaEdtVFpzR1YxZlhmRG4rdG0zYjhQbnpaMHlmUHIxSUpIbmZ2WHVIaWhVcnFqb01PVHdmRUZGK3k4LzdoeDhSR1JrcFYzc3BQNG5GWWtSR1JxSkNoUW9GOXByNWdlZUwvTVdSR1FKWG9rUUo3TnUzVDlWaDVCa3VwVVJFOU9QKy92dHZWWWVRcHdwaklvT0lTQjBWWkNJRHlFb0NDRDJSUWZtUEJVQ0ppSWlJaUlpSVNGQ1l6Q0FpSWlJaUlpSWlRV0V5ZzRpSWlJaUlpSWdFaFRVekNvQ3VyaTZXTEZtQ0pVdVdxRHFVUEtlam93TjlmWDBBUUdKaUl0TFMwbFFjVWY3UjBOQ0FsaFkvTWtUMDQzUjFkZUhtNWdZM056ZFZoNUxuZEhWMVVieDRjUUJaNTRPa3BDUVZSNVIvZUQ0Z292eFdsTzhmTkRVMXBhdU9wS2FtOHY2QmZoai9aUXZBeG8wYjhlYk5HMVdIa1MvT25Uc25YZUpWWDE4Zm5UdDNWbkZFK1VkTFN3czllL1pVZFJoRUpHQkYrWHpnNit1TDFOUlVBRmtYcWoxNjlGQnhSUG1INXdNaXltOUYrWHh4Ly81OWhJZUhBd0FNREF4Z2JtNnU0b2p5RDg4WCtZdExzOUpQNmRxMUs2S2lvZ0FBbFN0WHhzbVRKMVVjRVJFUnFZSzV1VGxpWW1JQUFIcDZlcmgrL2JxS0l5SWlvc0pvNmRLbE9ISGlCQUNnYXRXcThQYjJWbkZFSkZTc21VRkVSRVJFUkVSRWdzSmtCaEVSRVJFUkVSRUpDcE1aUkVSRVJFUkVSQ1FvVEdZUUVSRVJFUkVSa2FBd21VRkVSRVJFUkVSRWdzSmtCaEVSRVJFUkVSRUpDcE1aUkVSRVJFUkVSQ1FvVEdZUUVSRVJFUkVSa2FBd21VRkVSRVJFUkVSRWdzSmtCaEVSRVJFUkVSRUpDcE1aUkVSRVJFUkVSQ1FvVEdZUUVSRVJFUkVSa2FBd21VRkVSRVJFUkVSRWdzSmtCaEVSRVJFUkVSRUpDcE1aUkVSRVJFUkVSQ1FvVEdZUUVSRVJFUkVSa2FBd21VRkVSRVJFUkVSRWdzSmtCaEVSRVJFUkVSRUpDcE1aUkVSRVJFUkVSQ1FvVEdZUUVSRVJFUkVSa2FBd21VRkVSRVJFUkVSRWdzSmtCaEVSRVJFUkVSRUpDcE1aUkVSRVJFUkVSQ1FvVEdZUUVSRVJFUkVSa2FBd21VRkVSRVJFUkVSRWdzSmtCaEVSRVJFUkVSRUpDcE1aUkVSRVJFUkVSQ1FvVEdZUUVSRVJFUkVSa2FBd21VRkVSRVJFUkVSRWdzSmtCaEVSRVJFUkVSRUpDcE1aUkVSRVJFUkVSQ1FvVEdZUUVSRVJFUkVSa2FBd21VRkVSRVJFUkVSRWdzSmtCaEVSRVJFUkVSRUpDcE1aUkVSRVJFUkVSQ1FvVEdZUUVSRVJFUkVSa2FBd21VRkVSRVJFUkVSRWdzSmtCaEVSRVJFUkVSRUpDcE1aUkVSRVJFUkVSQ1FvSXJGWUxGWjFFS3IwK3ZWck9EazV3ZC9mWDlXaENKSllMSVpJSkZKMUdJSldzMlpOekowN0Y4MmFOVk4xS0ZUSWhZYUd3dEhSRVE4ZlBsUjFLSlFEeWFsVm5iNGZlVDRnb1dyVXFCSHM3T3hnWW1LaTZsQklRSUtDZ3VEbzZJaXdzREJWaHlJNFBGL2tqZWJObTJQMjdObW9YYnUycWtOUkdiVWZtUkVXRm9ZN2QrNm9PZ3pCRW92RlVQTjgyRTk3K2ZJbExsMjZwT293U0FCdTM3Nk5rSkFRVllkQnBCRFBCeVJVSVNFaHVIMzd0cXJESUlHNWR1MGFuang1b3Vvd0JFa2tFdkY4a1FjQ0F3TVJHQmlvNmpCVVN1MlRHU2twS1VoTFMxTjFHSUxHTDZPZkl4YUxrWmlZcU9vd1NBQlNVbEtRa1pHaDZqQW9GMFFpa2RvOWRlTEZLUWxWUmtZR1VsSlNWQjBHQ1V4U1VoSXlNek5WSFlZZzhWeVJOOUxUMDlYK3UwdEwxUUVVSmoxNzlvUzl2YjJxd3hDVUF3Y09ZUFhxMVFDQUlVT0d3TmJXVnNVUkNZZVBqdy9mYi9URHJLMnRNWDc4ZUZXSFFVcXNYcjBhQnc0Y0FBRFkydHBpeUpBaEtvNklDb3E3dXp1MmJ0MEtnSi9Ud3U3ci8xZEVQNFBmODFTUXZyN0dVSGRxUHpLRGlJaUlpSWlJaUlTRnlRd2lJaUlpSWlJaUVoUW1NNGlJaUlpSWlJaElVSmpNSUNJaUlpSWlJaUpCWVRLRGlJaUlpSWlJaUFTRnlRd2lJaUlpSWlJaUVoUW1NNGlJaUlpSWlJaElVSmpNSUNJaUlpSWlJaUpCWVRLRGlJaUlpSWlJaUFTRnlRd2lJaUlpSWlJaUVoUW1NNGlJaUlpSWlJaElVSmpNSUNJaUlpSWlJaUpCWVRLRGlJaUlpSWlJaUFTRnlRd2lJaUlpSWlJaUVoUW1NNGlJaUlpSWlJaElVSmpNSUNJaUlpSWlJaUpCWVRLRGlJaUlpSWlJaUFTRnlRd2lJaUlpSWlJaUVoUW1NNGlJaUlpSWlJaElVSmpNSUNJaUlpSWlJaUpCWVRLRGlJaUlpSWlJaUFTRnlRd2lJaUlpSWlJaUVoUW1NNGlJaUlpSWlJaElVSmpNSUNJaUlpSWlJaUpCWVRLRGlJaUlpSWlJaUFTRnlRd2lJaUlpSWlJaUVoUW1NNGlJaUlpSWlJaElVSmpNSUNJaUlpSWlJaUpCWVRLRGlJaUlpSWlJaUFTRnlRd2lJaUlpSWlJaUVoUW1NNGlJaUlpSWlJaElVSmpNSUNJaUlpSWlJaUpCWVRLRGlJaUlpSWlJaUFTRnlRd2lJaUlpSWlJaUVoUW1NNGlJaUlpSWlJaElVSmpNSUNJaUlpSWlJaUpCWVRLRGlJaUlpSWlJaUFTRnlRd2lJaUlpSWlJaUVoUW1NNGlJaUlpSWlJaElVSmpNSUNJaUlpSWlJaUpCWVRLRGlJaUlpSWlJaUlSRlhFZzFhZEpFREtCSS8ranE2b3EzYjkvT2Y3dEM5Ry9IZnovNkVYelBDSU82L0g5eWRYVlY5VDkxb2FRdS8vLzVPUzM4UC95YzVoOTFlZjhJL1hOZUZQRzlweHBhS0tRQ0F3UFJvVU1IZE96WVVkV2g1SnNsUzViZ3paczNlWDdjd01CQXRHclZDbDI3ZHMzell4Y1crZlZ2Qi9DOVI5K1A3eGxoVUpmdnhwY3ZYNm82akVLSm4xTmg0T2VVZmdZLzU2UXFmTytwUnFGTlpnQkF4NDRkWVc5dnIrb3c4czJTSlV2eTdkaXRXN2ZtdjkxUDRIdVB2aGZmTThMQTcwYjF4cytwTVBCelNqK0RuM05TRmI3M0NoNXJaaEFSRVJFUkVSR1JvRENaUVVSRVJFUkVSRVNDd21RR0VSRVJFUkVSRVFrS2t4bEVSRVJFUkVSRUpDaE1aaEFSRVJFUkVSR1JvRENaUVVSRVJFUkVSRVNDd21RR0VSRVJFUkVSRVFrS2t4bEVSRVJFUkVSRUpDaE1aaEFSRVJFUkVSR1JvRENaUVVSRVJFUkVSRVNDd21RR0VSRVJFUkVSRVFrS2t4bEVSRVJFUkVSRUpDaE1aaEFSRVJFUkVSR1JvRENaUVVSRVJFUkVSRVNDd21RR0VSRVJFUkVSRVFrS2t4bEVSRVJFUkVSRUpDaE1aaEFSRVJFUkVSR1JvRENaUVVSRVJFUkVSRVNDd21RR0VSRVJFUkVSRVFrS2t4bEVSRVJFUkVSRUpDaE1aaEFSRVJFUkVSR1JvRENaUVQ5RkxCYkR3OE1EVmxaV3lNek1WSFU0Z3ZMdTNUdU1HemNPVDU4K1ZYVW9KQkFXRmhiNDU1OS9WQjBHNVpLN3V6dFdyVnFGaElRRVZZZENwSmF1WExtaWNMdWl6K1Q4K2ZQUnBFa1RQSC8rWEs0dE1URXh6Mk1qSXNwSlNFZ0k1c3laZzBlUEhzbTErZmo0d05IUkVaOCtmVkpCWklXSGxxb0R5Ry9XMXRaNWVpRzVaY3NXRkM5ZVBNK09KM1Fpa1FnZUhoNjRjT0VDbWpadENqczdPMVdISkJqZTN0N1lzV01ISGo5K2pLdFhyMElrRXFrNkpDcmtUcDgralFZTkdxZzZETXFGMU5SVXpKbzFDeVZLbE1DY09YTlVIUTdsTTdGWWpPblRwOFBDd2dMbTV1YlM3UmN2WHNUa3laT3hhdFVxOU83ZFc0VVJxcC85Ky9kajJMQmhHRFpzR0xadDJ3WTlQVDBBd096WnMrSHA2WWtyVjY2Z1JvMGEwdjZ2WHIzQ2d3Y1BrSlNVSkhPY3paczNZL1hxMVRoNjlDZ2FOMjVjb0w4REZWN1hyMStIZzRORHJ2cFdyVm9WbXpkdnp1ZUlxQ2g2OHVRSkhCMGQwYng1Y3pSczJGQ216Y1hGQlRkdjNzVGZmLyt0b3VnS2h5S2Z6UEQwOUVSY1hCejA5ZlYvNmpqSnljbkl5TWlBcTZzcmt4bmYyTDU5T3hvMmJJZ2xTNVpnMUtoUktGKyt2S3BERW9RSkV5Wmc3OTY5dUhidEdpNWV2SWpPblR1ck9pUWl5aU4rZm43NDh1VUxoZzRkcXVwUXFBQjRlWG5CemMwTkFRRUJNc21NU3BVcTRjbVRKMWk1Y2lXVEdRV3NWNjllNk55NU0vYnQyNGZuejUvajVNbVRLRnUyTEpvMmJRb1hGeGVZbTV2ajJyVnJxRkNoZ3RKajNMeDVFelkyTnNqSXlNRHIxNitaekZBamt5Wk53b2NQSHhTMjJkblo0ZDI3ZHpoOStqUU1EUTJobzZPajlEaXhzYkdvVTZkT2ZvVkpSZENiTjI5dzY5WXRkT3JVU1dtZlY2OWU0WC8vK3gvNjlldUgwcVZMRjJCMGhVK1JUMllBZ0ltSmlkenduUC8rK3c4M2J0eEF0MjdkVUtaTW1SeVAwYjkvZnh3OWVqUy9RaXpVWnN5WWdkZXZYMmZicDNUcDBqQXdNTWh4Q1B5R0RSdXl2WEFvU21iT25JbjQrUGhzKytqcjY2TkpreVk0ZXZSb3R1K3Z5cFVyWStIQ2hYa2RJaFV5RmhZV09mWjUvZnAxdHYxcTFhcUZkZXZXNVdWWXBNQ2lSWXVVWHVnQ3dMMTc5d0FBWVdGaG1EQmhRcmJIcWxDaEF1enQ3Zk0wUGlvNEdSa1pXTHg0TVFEQTBkRlJwcTErL2ZybzNyMDdUcDgrRFY5ZlgzVHQybFVWSWFxbDRzV0w0OVNwVTdDeXNzTHg0OGZSdG0xYkJBUUVZUERnd1hqKy9Ea1dMbHlJYnQyNjRlclZxekEwTkpUYi8rblRwN0MwdEVScWFpcmMzZDNSczJkUEZmd1dwQ3BuenB6QnExZXZGTFlOSHo1YyttZDNkM2RZV1ZrcFBVN0RoZzJSbnA2ZTUvRlIwWFg5K25WWVdWbkJ6ODlQYVI5M2QzZUl4V0sxSDVVQnFFa3lRNUZWcTFaaDI3WnQyTEpsQzZ5dHJWVWRUcUYyL3Z4NUJBY0g1NnB2YUdob3R1MnJWcTNLaTVBRVlmZnUzZmo0OFdPdStnWUdCbWJiM3FCQkF5WXoxTURwMDZlaG9hR1I3VWl5aElRRXBTZTRoSVFFUGprc0lBY09ITUNMRnk4VS9yL0t6TXhFVWxJU05EVTFjZnYyYmR5K2ZWdnBjWktTa3ZETEw3OHdtU0ZnVGs1T0NBME5oYVdsSlV4TlRlWGE1OCtmanpObnptRDgrUEY0OE9BQlNwVXFwWUlvMVpPT2pnNE9IejZNa1NOSG9sYXRXakF5TWdJQUxGaXdBSThlUGNMaHc0Zmg0K09ESVVPR3lPMDdac3dZUkVWRlljMmFOYnhoVUVNdlg3NlUyK2JvNklnNWMrYWdSSWtTdWI2K0kvcGU0ZUhoQUlBNmRlb2dJQ0JBcmowbEpRWGJ0bTBEQUF3ZVBEakhhZXBXVmxiWXNHRkQzZ2RhU0JUNVpNYmV2WHZsTGpZL2ZQZ0FEdzhQVktsU0JhTkhqODdWY1diT25Ba3JLeXVVS0ZFaVA4SVVoS1NrSk9tY1U4cWQrdlhyNCs3ZHUwcmJuejU5Q2sxTlRkU3FWVXRwSDNVWnlVSlpGSTBra3hDSlJEbTJVOEZwMUtpUndrVGttalZyWUd0cmkzYnQyaWt0UUNqQnAzYkNGaFFVQkh0N2V4Z2FHc0xOelUxaG56WnQybURhdEdsd2RYWEZ1SEhqMUhhVXA2cG9hV25CdzhNREdocXlOZTkzN3R3SmEydHJwVU81RHg0OGlIUG56bUhzMkxFRkVTWUpnR1NVY3FWS2xSUW1NMXhjWE9EaTRvSXJWNjZnWHIxNkJSMGVGUkdTQjhpYk5tMlNMaEp3Nk5BaEJBWUc0bzgvL3NDclY2OFFGUldGRGgwNm9IVHAwamgrL0RqcTFhdUhKazJhSUN3c0RBOGVQRURYcmwyaHJhME5IeDhmVmY0cUJhSklKek15TXpOeDdOZ3hBRm1Gb0NTZVAzK081T1JrRkM5ZUhPUEhqOC8xOGJTMXRkRy9mLzg4ajdNb0NBa0pRYTFhdFpqcytJWklKTXIyMzZSOSsvYW9XTEZpamlOYWlFZ1k0dVBqcFNQUWJ0NjhpY1RFUkJnWUdLZzRLc29QWDc1OHdaQWhRNUNhbW9vTkd6YklGSlA4bG9PREEzeDlmWEhzMkRIWTJkbkpUVWVodkxkNDhXTDA2OWNQdi8zMm0wd2l3OTNkWFRvTkRNaXFyUVpBT29KcTJiSmxNcU5uSkU5R1Y2eFlrYXRweVZSMGZQbnlCZnI2K3REVzFnYndmMC9NSzFldWpJY1BIOHIxajQrUFIyUmtKTkxTMGdvMFRpcGFBZ01Eb2FtcENUYzNOMlJrWkFDQWRLcGlabVltRGg0OGlBb1ZLdURzMmJQNDc3Ly9jUHo0Y1V5YU5BbFRwMDdGM0xsejhlREJBK3phdFF0ZnZueUJqNCtQd21sMFJVbVJUbWFJeFdKNGVYbkpiTXZJeUVCeWNqSzB0TFFRSGg0dS9XTEtEVDA5UGVtd0huVWxGb3NSR2hxSyt2WHJTN2ZaMjl0anlaSWxPSGZ1SExwMDZTTFRmK3ZXcmZEeThzS01HVFBRclZ1M2dnNVhwVnhkWFhPOGljbkl5SUN1cm02MmZkYXZYNDlpeFlybFpXaEVsRS9XckZtRHFLZ28xS3RYRDQ4ZlA4YlpzMmZScjE4L3BmMUhqeDR0dlZnaDRVaExTMFAvL3YwUkhCeU1IajE2NURnTlFVOVBEMGVQSHNVZmYvd0JKeWNuSkNVbHdjM05qYU9wOGtsQVFBQ1dMMThPWjJkbmJOcTBDYU5HalpLMm5UOS9QdHZSTVljUEgxYTRmYzZjT1V4bXFKRUhEeDZnVTZkT2NIQndrRTVIZi8zNk5TcFdyTWlGQUNqZmZQcjBDVUZCUWJDeHNjSHExYXZoN2UyTlBuMzZ3TVBEQS8zNzk4ZUdEUnZ3OHVWTHJGMjdGdnI2K2dnTEN3TUE2VW9uNzk2OWc3NitQaXBVcUlDSWlBZ0FZREpEeURRMU5lVUtNRnBaV2NIVDB4TW5UcHhBOSs3ZEFXVGRvQWNIQjhQQXdDRGI0ZjRFZE9yVUNiZHUzVUowZExUMEJ2dTMzMzREQVB6Nzc3OXl5WXd6Wjg3ZzRzV0wzelVDcHFnWU5td1lnS3luczYxYnQxYllKelUxTmR0a3h0V3JWMlVLVFZIUjkrSERCeXhZc09DSDI2bGduRDkvWG03WSt0T25UK0hzN0l6eTVjdmovUG56cUZ1M0xqdzhQSlFtTXo1OStnUmJXOXVDQ0pmeVVHWm1Kc2FORzRjTEZ5NmdmdjM2TWlNL3MxTy9mbjM0K3ZyaXp6Ly94UHIxNi9IMjdWdTR1N3Z6QmprZnRHalJBbDVlWGhnNmRDaEdqeDZOb0tBZ09EczdRMU5UVTlybnpaczMwaG9hMlprOGVUTDI3Tm1UbitGU0lkU2dRUU9VS2xVS3k1Y3Z4OGlSSTZHcHFZbXdzREMwYmR0VzFhRlJFU1laZmRHeFkwZTV0dWpvYUN4YXRBaTFhOWZHeElrVEFXU05LTlBVMUVUTGxpMEJBTStlUFVQdDJyVUJRSG9QekdSR3dndjVpQUFBSUFCSlJFRlVFWEw4K0hGNGVucWliOSsrMGtRR2tGVklwVkdqUm1qVnFoVnUzcnlwd2dnTHY2Wk5tK0xLbFN2dzlmV1ZYcUJMdnRqLy9mZGZtYjRaR1JtNGN1VUt0TFMwNUpJYzZzTGUzaDVMbHk2RnA2Y25CZ3dZSU5PV21abUoxTlJVdVRYdEpWeGNYREJyMWl3NE96dGo1c3laQlJFdUZRSlJVVkZZc1dMRkQ3ZFR3ZmcyOFoyYW1nb3JLeXZFeDhkajQ4YU5xRmF0R25yMDZJRVRKMDdneFlzWHFGbXpwa3ovdlh2M1l0cTBhWEJ4Y2VHY2ZBRkpTVW5CMEtGRGNmVG9VUmdiRytQVXFWTXlOOFNwcWFrWU1HQUFyS3lzTUhEZ1FKbWJad0JvM3J3NVRwOCtEVXRMU3h3N2RndzNidHpBdG0zYmNyV1NFWDJmUG4zNjROeTVjK2pac3lkY1hWM1JzMmRQbWZvWXhZb1Z5OVVUZGkwdHRicFVwdjlQUzBzTEN4Y3V4T2pSbzdGbHl4YVltcG9pSlNVRlRabzBVYnFQWkpTZFpGb0swZmM2ZGVvVTlQVDA4T2VmZjhxMUdSb2FZdWJNbVdqYXRLbjBRYWl2cnkrYU5Xc20vUzRMRGc2VzN1TW1KQ1JJOXl2S05ITHVValI4K3ZRSmt5Wk5RckZpeGVEcTZxcnFjQVJGTEJZRHlCcnAwcU5IRHdCWmlTR0pDaFVxb0diTm1yaDM3eDQrZi80czNYN256aDE4L3Z3WnBxYW11WHI2VVJTTkd6Y09GU3RXeFBEaHczSDE2bFdadHNqSVNBREFvMGVQNUFwSm5UMTdGbloyZHFoU3BRb0dEeDVjWVBHUzZwbVltQ0F1TGs3aFQyN2FTVFhtekptRGUvZnVvVStmUGhneFlnUUF3TWJHQmhrWkdUTDFFU1JMNjQ0Y09STEp5Y21zaUM4d1ZsWldPSHIwS01xWEw0K0xGeS9LSmFrMmJOaUFreWRQWXNtU0pVcW5EN1Z2M3g1Mzd0eEJvMGFOOFA3OWUvajYraFpFNkdxcGZmdjI4UFB6dzVvMWErUUtmU1lrSkNBK1BqN0hIeGJvVlYvRGh3OUgzYnAxNGVEZ2dNdVhMd1BJS3VpcmpPVG1rWFdTNkVkdDNyd1pHelpzVURpOVhDUVNZZkRnd2RKcCs2R2hvUWdLQ29LbHBTV0FyRkVac2JHeDBvU2I1SjZzcUM5ZW9UYkpqR25UcHVIOSsvZFl2SGd4cWxhdHF1cHdCQ1UxTlJWNmVuclExdGJHSDMvOGdlTEZpK1AwNmRNeUJZN2F0bTJMakl3TW1TVUl6NTQ5Q3dCcXZUWjdsU3BWY1ByMGFXaHJhNk5YcjE0eVM5eEtxbUtMeFdLY09YTkd1djNtelpzWU9IQWdpaGN2ampObnpxQnk1Y29GSGplcGpvYUdCb29YTDY3d0p6ZnRWUEEyYmRxRXRXdlhBb0JNWGFYMjdkdWpiZHUyMkw1OXUzUU92NG1KQ1U2ZlBnMXpjM01FQlFWaDl1elpxZ3FiZnNDY09YUFFzR0ZEWEwxNlZUckZVaUkyTmxZNmFtcnIxcTNRMGRGUmVwemF0V3ZqNXMyYldMeDRzZlM5US9talNaTW1zTEd4a2R0ZXBVb1ZHQm9hNXZqREtTYnFTMU5URXdzV0xNQ0hEeCt3ZE9sU0FFQzdkdTJVOXBjOFZPRDVtSDZVa1pHUnd0R2FibTV1cUZpeG9zdzFnNnVyS3pRME5LVFQyaVVKdC9idDJ3UElLbUFMRlAxa2h0cU1uVHQwNkJDQS95dFdxVWhBUUlEU0w2Q3laY3NxWEhOYUhTUWtKRWcvQ0RvNk9qQTNONGUzdHpldVg3OHVuZFBWdUhGajdOKy9Id0VCQWVqY3VUT0EvMHRtOU9yVlN6V0JGeEpObWpUQndZTUhZV2xwaVc3ZHVzSGYzeCtWSzFlR241OGZnS3liVTNkM2R3d2ZQaHozN3QxRDE2NWRJUmFMNGVQamcwYU5HcWs0ZWlMS3pyWnQyekI1OG1UcDM3K3RmN0IyN1ZxMGJ0MGFyVnUzUm1abUptcldyQWxuWitkc2k0SlM0ZFdxVlNzRUJRVXBMTnk1YU5FaWZQcjBDYU5HalVLSERoMXlQSmFCZ1FIczdlM3pJMHo2eXVQSGp4VXVrMmxqWTVOakFXNGc2MW9tS0Nnb1AwSWpBUmd5WkFpV0wxK09KMCtlb0VtVEpxaFVxWkxTdmk5ZnZvU2hvYUhNYWpoRTMwc3NGdVA2OWVzNGZQaXdkQ0dMYTlldW9XWExsdWpkdXplQXJBSzFPM2Jzd01DQkExRzllblVBV2FQbURRME4wYng1Y3dEcU16SkRiWklaSTBhTVVEcmtNeU1qQS92MjdVUHAwcVdsMHlpK1ZkVG5HeWtqRm92eDhlTkhWS3RXVGJwTmtzdzRmLzY4TkpraHFhSjc1ODRkQUZueit1L2N1WU1HRFJwSUM5R29Nd3NMQ3l4ZXZCajI5dlk0ZS9Zc3hvMGJCMjl2YitqcDZXSDA2TkhZdkhremJ0eTRnVDE3OWlBdExRMm5UNS9HSDMvOG9lcXdTUVV5TXpQbENoZC9UenNWbkMxYnRtRFNwRW5RMTlkSHBVcVY4T3paTTdrK0xWdTJ4UGp4NDdGMTYxWTBiZG9VL3Y3K3VicUJvc0pMVVNMandZTUgyTFJwRThxV0xRc1hGeGVadGhjdlhpQTRPSmgxTVZRZ0xTME5UWnMyUmFOR2pYRHIxaTJadHNXTEY2Tmt5Wkk1SGlNNk9wckpERFdtcWFtSk1XUEdZTTZjT2ZqOTk5K3o3UnNhR29veVpjckF6ODhQclZxMWdyNitmZ0ZGU1VYRnlaTW5NWEhpUk9sS0pKS0g3RHQyN01DWU1XTUFaRDFrSGp4NE1QVDA5S1RUV0NNaUluRGh3Z1ZZV1ZsSjYvekV4TVFBWURLanlOaXhZNGZTdHVUa1pPemJ0dysxYTlmRzd0MjdDekNxd2k4aUlnS3BxYW1vVWFPR2RKdGszdW01Yytld2N1VktBSkNPSUpDc3grN2o0NFBNekV6MDdkdTNnQ011dkJZdFdnUlRVMU9ZbVpuaDMzLy94YzJiTjlHelowL1kydHBpMjdadG1EcDFLdno5L1RGbHloUnBjb2pVVDJob2FMYkowNXphS2Y4bEp5ZGp5cFFwMkw1OU93d05EWEg2OUdtNHVia3BUR1lBV2N1MVhydDJEZmZ2MzhlYU5Xc3dkKzdjQW82WThsTkdSZ2FzcmEyUmtaRUJWMWRYbWRFNUdSa1o2TktsQzk2K2ZZdmJ0Mi96dTcyQTNiOS9IMGxKU1h4U1RqOUZVaWZPeThzTHpzN09LRjI2TkVxWExvMW16WnFoZE9uU0FJQ3dzREM4ZmZzV2hvYUc2TlNwRTU0K2ZZbzZkZXBnNnRTcHlNek1WR1g0SkNDcHFhbjQvUGt6Um80Y2lWR2pSaUVtSmdaOSsvYVZKaVFreTRLSGhvWmkrL2J0MG9mTnk1WXRRM3A2dXN3eTFKSmtSbEd2VzZnMnlRejZNWklhRDAyYk5wVnVxMSsvUHNxVks0Zjc5KzhqS2lvS3hzYkdxRktsQ243NTVSZjgvdnZ2U0V0THc3Rmp4d0JBYmdVUGRTWVNpV0JtWm9iNCtIaE1talFKQURCanhnelVybDBiMXRiVzJMaHhJK2JObXdkbloyY1ZSMHFxVktwVUthVkp3QjA3ZG1UYkRnRFZxbFdEdjc4LzlQWDFzNjI2VGovbTdkdTNzTFMweEwxNzkxQ3VYRG40K1BpZ1pjdVdjSE56VTdxUGdZRUJqaDgvRGxOVFU4eWJOdy94OGZGWXZueTV3aWY4SkR4T1RrNjRkZXNXQmcwYWhLRkRoOHEwYVdwcVl0MjZkZWpldlRzR0RoeUlnSUFBaFlYZEtIL2N1SEVEd1AvTklmOWFsU3BWY25XTWxKU1VQSTJKaE9YeTVjdTRkZXNXWnM2Y2lUVnIxc0RaMlJrT0RnNzQ4ODgvcGFPUkFXRFBuajBRaVVUbzBhT0hkR283QUl3ZlB4NXBhV21JalkzTjFVZ2dVbTlkdTNiRisvZnZwU015dkwyOXBXMUpTVWtZTUdBQWZIMTlNV0hDQkdsdGphQ2dJT3pZc1FNZE9uU0FtWm1adEwra3dEaVRHUUxtN2UyZHE2VldKZE5Qd3NQRE1XZk9uR3o3MXFoUkF4TW1UTWlUK0lSQWNpSHdkVElEQURwMjdJZ2JOMjdneFlzWE1EWTJCZ0E4ZWZJRVFGYkJtWXNYTDZKdTNicXMrZkNObEpRVURCczJESThmUDhhQUFRT2swM1FjSEJ6ZzYrc0xGeGNYVkt4WUVUTm16RkJ4cEtRcWxTcFZ3dmJ0MnhXMjdkaXhJOXQyQ1JzYkc3aTV1Y0hIeDRkRDIvT1lycTR1bmoxN2huYnQydUh3NGNQWnpwOEdzZ3JDM2J0M0R4MDZkTUM1YytkZ1ptYUdsU3RYNHVIRGg5aTJiUnZLbHk5ZlFKRlRmcmg5K3piczdlMVJyVm8xYk5teVJXR2ZidDI2WWZ6NDhYQjNkOGMvLy96REVhQUZ5Ti9mSDREaVpJYWxwV1cyUlZvbGJ0eTRnYWRQbitaNWJGVDRaV1ptWXNhTUdhaGF0U3BXckZpQng0OGZZLzM2OVpneFk0YjAyaGZJS3VpK2NlTkc5T3JWUzFxLzRHdnYzcjFEZ3dZTjRPam9LSDJZUmFSSWRzVmpZMkppRUJRVUJDc3JLMnpZc0FFQUVCOGZqNEVEQjBJc0ZzczlESTJPam9hMnRuYVJYMTJuU0NjemZIMTlzWFhyMWx6M2o0aUlrRmxDVDVGMjdkcXBWVExqeElrVDBORFFrS3ZmNE83dXJqVFQ1K1hsaFpTVUZBd1pNcVFnUWhTTXlNaElXRmxad2MvUER5WW1KaklYdm9hR2hqaHg0Z1E2ZE9nQVcxdGJ2SGp4QWs1T1RweHZxV1llUG53SVBUMjluejdPNDhlUEFRQy8vdnJyVHgrTFpKVXRXeGFuVHAxQ216WnRwUE5TRmZuMDZSUGMzTnl3YnQwNnRHblRCaDA2ZEVDVEprM2c3KzhQQ3dzTCtQajR3TVRFQkE0T0RoZzdkbXkyeDZMQzZjT0hEK2pmdnovUzA5UGg0ZUdSN1ZQWE5Xdlc0TktsUzlpelp3ODZkKzRzTjRLRDhzZTFhOWVnbzZPRGxpMWJ5clZ0MnJRcFYwL0t4NDBieDJTR21uSnhjVUZnWUNBMmI5NE1IUjBkVEpreUJUNCtQbkIwZEpUV3hrbEtTc0xnd1lPUm5wNE9GeGNYbVJXdEpPTGk0aEFmSDgvM0VmMlVTcFVxNGZyMTY2aGN1VEkwTkRTUWtwS0NBUU1HNFBIangxaTFhaFZhdEdnaDAvL3QyN2N5U2JlaXFraGZQYm01dWNrVjRsSWtKU1VGWmN1V1JZc1dMZkR2di85bTIxZFRVek92d2l2MEFnSUNFQmdZaUs1ZHU4b3RENXJka0tXOWUvY0NnSFNwSUhXWGtwS0NuVHQzWXQ2OGVZaU5qVVhqeG8xeDVzd1o2VHhMaVFZTkd1RGl4WXZvMmJNbk5tellnTE5uejJMRmloWG8zNysvV3IzdjFGbE84K21Oakl3UUhSMk5qSXdNcGUrSjJOaFkzTGh4QTJYTGxrV2RPblh5STB5MXArZ3ByNlFvNi9QbnorSHE2b3BkdTNZaElTRUJ2Lzc2SzBhT0hDbnRWN2R1WGR5K2ZSdFRwa3pCdm4zN01HSENCS3hjdVJMT3pzNFlPSEJnZ2YwTzlIT3VYYnVHa1NOSElqdzhISjA2ZFVKa1pDUThQRHlRbUppSXhNUkVKQ1VsSVNFaFFlWkhrcWljUEhreU9uYnN5R1czODluRGh3OFJFUkdCTm0zYTVFbVNtTlRMclZ1M3NHREJBdFNwVTBkYWVOSGMzQngxNnRUQnBVdVhJQmFMa1pDUUFFdExTOXk0Y1FQYnRtMVRXdkQrdzRjUEFJQUtGU29VV1B4VU5GV3RXaFZBVmhIUS92Mzd3OWZYRjFaV1ZuTEx2QWNHQnVMcDA2Zm8ycldyS3NJc1VFVTZtYUdycTV1cnF2R1NKMklhR2hwY0cvci9FNHZGMGcvR21ERmpFQmtabWVzTEw4bTBIVVZMb2UzY3VSTWpSb3pJdTBBTHNYdjM3dUhZc1dQWXRtMGJQbno0QUEwTkRVeVlNQUZyMXF4Uk91S2lTWk1tQ0FnSWdMVzFOVTZlUEFrckt5dFVyMTRkQXdZTXdNQ0JBK1d5cnFSZTJyZHZqMU9uVHFGVnExWUtFeCtwcWFuNDMvLytoeTlmdnNEYTJsb0ZFYXFuRHg4K1NGZEtxRnUzTGpJek02V2pyQ3dzTE9ScVk1UXNXUkllSGg2d3NyS0NuWjBkd3NQRDBhQkJBMVdFVGo4Z016TVRvMGVQeG4vLy9RY2dhMDc5NWN1WHM5MUhSMGNIaG9hR0tGZXVIRDU4K0lBeFk4YmczTGx6QlJHdTJycHc0UUtBckJHMVB5bzlQUjJQSGowQ0FJNlVWQ1BQbnorSHBhVWxBT0Rnd1lQUzZVZ2lrUWg3OSs1Rmt5Wk5FQmdZaUVHREJ1SHAwNmRZdW5RcHhvMGJCd0RTbWppUmtaSFNCd3FTMVhDK0xxWlA5S09lUEhtQ3ZuMzdJamc0R1AzNzk0ZUhod2RHalJxRmlJZ0lsQ3haRXVucDZiaDQ4U0xFWXJHMHJrWlJWcVNUR2ZUanJseTVBajgvUDdScjF3NzkrdlhEbHk5ZjhtVHVmVzRMYmdtZHJhMHQxcXhaQXlBclNkYXJWeThzV3JRb3gyVzlnS3pNL1lrVEozRHExQ2tzWHJ3WTkrN2RnNHVMQ3pwMDZKRGZZVk1odDJuVEpxU25wK1BLbFN1NGUvZXV3ajU2ZW5vWU1HQUFuSnljQ2pnNjlYWDU4bVhFeHNaQ0pCS2hWNjllc0xPelE2dFdyWExjcjBlUEh1aldyUnRldm55SldyVnFGVUNrbEJjME5EU3daTWtTckZxMUNvMGJOMGFsU3BWUXBrd1psQ2xUQmlWTGxrU3BVcVZRc21SSmxDaFJBa1pHUmpBeU1wTGVEQ1VtSnFKKy9mbzRmLzQ4ZHV6WW9SWVhtcXB5L3Z4NUFOK1h6TmkwYVJPV0xWdUdZc1dLUVVkSEI5SFIwWWlLaWtLVktsVlkzMGFOcEtlbjQ4dVhMM0J3Y0VEejVzMWwyaG8wYUlDRkN4ZGkzYnAxRUl2RjJMeDVzOHowODJiTm1nRUFoZ3daZ2c0ZE9pQXRMUTBuVDU2RWxwYVd3bEY5Uk45cjc5NjlDQTRPaHAyZEhWYXNXQUZOVFUxb2Ftcmk0c1dMMGo0VksxYkVpaFVyMEs5ZlB4VkdXakNZekNDRk9uYnNpR25UcG1IQ2hBblEwTkJBeVpJbFpTcnFVdmJtelp1SHUzZnZvblBuemhnOGVQQVAzYWhZV0ZqQXdzSUNOMjdjd0lNSEQxaklrVkMxYWxXY1BYc1dZckVZaVltSkVJdkZNdTBpa1FnR0JnWmNKYU9BRFJnd0FHZlBuc1drU1pNVXpzM1Bqb2FHQmhNWkFqUmt5SkFmcWd0bFlHQ0E5ZXZYdzh2TFN5MHVNbFhKek13TW56NTlRdHUyYlhPOXoyKy8vWVppeFlvaExTME5pWW1KME5iV2hxbXBhWTcxMUtob3FWZXZIbng4ZkdSV2hwQzRlL2N1M056Y1VMVnFWZXpldlZ1dXBsejM3dDFoYTJ1TDNidDN3OFBEQXdDa0JVUnpLaGhObEJ0TGx5N0ZYMy85SlpNYzI3WnRHOWF0VzRlMHREUm9hMnVyMVV3REpqT1E5U1R6MjVzQ0FseGRYVlVkZ21DVktWTUdmbjUrZVhLc3RtM2JmdGZGR0JWOUlwR0l5enNXSWhvYUdseWhnbkt0WjgrZTZObXpwNnJES1BKbXpacUZXYk5teVczMzh2SlN1bytwcVNtZVBYdVduMkdSUUppYm15dmMzcWxUSi9qNCtNRFUxRlRwRGFPTGkwdXVhdllSNWFSMzc5NXk5NmdhR2hweW8zdzBOVFhWS29IeE5TWXppSWlJaUlpSWNrRWRpaW9TQ1lXR3FnTWdJaUlpSWlJaUl2b2VUR1lRRVJFUkVSRVJrYUF3bVVGRVJFUkVSRVJFZ3NKa0JoRVJFUkVSRVJFSkNwTVpBRTZmUG8zang0K3JPZ3hCaUl1TGc0bUpDVHAxNm9Rdlg3Nm9PaHhCMkx4NWM2Nld0VjI5ZWpYNjkrOWZBQkdSRUowOGVSSzllL2ZHMGFOSFZSMEtmZVg2OWV2WXZuMDdVbEpTc3UwWEVCQ0E3ZHUzSXlZbXBvQWlvOEpnNnRTcHNMYTJSbHhjbktwRG9SekV4TVJnMjdadHFnNkRCT1Rnd1lObzNydzV6cDQ5cStwUWlHU2twcVlpUER3Y0FRRUJTRXhNVkhVNCtZcXJtUUJZdG13WlltTmowYWRQSDFXSFV1aE5uandaWVdGaEdEMTZORXFVS0tIcWNBVEIwZEVSelpzM1IrL2V2YlB0NSsvdnp4dFZVdXJ4NDhjNGNlSUUyclZycCtwUTZDc2VIaDdZdW5VcmV2ZnVEVjFkWGFYOWpoNDlDa2RIUjdSdTNScWxTcFVxd0FncHJ4MDZkQWhoWVdFSzIweE5UYVZMT3I1Nzl3NWJ0MjVGMDZaTllXaG9XSkFoRW9EWTJGaThmUGxTWVp1SmlZbmM1OVhhMmhwSGpoeUJ2cjQraGcwYlZoQWhrZ0JrWkdSQVUxTlRZVnRrWkNUdTNyMkxqeDgvL3REK1JNbzhlZklFQVFFQnlNaklRSHA2dXZRbk9Ua1pTVWxKU0V4TVJGSlNFaElTRXZENTgyZkV4c1lpTmpZV01URXhpSTZPeHFkUG42VEgycjU5TzhhT0hhdkMzeVovRmVsa1J2LysvYi9yNWxBa0V1WFlwMGVQSGpoMTZ0VFBoQ1ZZenM3TzJMdDNMd0JnNmRLbFdMcDBxZEsrTzNic3dLQkJnd29xTkVGcDI3WXRnb0tDNUxZbkp5Y0RnTkoxb3NlTkd3ZFhWOWQ4alkwS3IvVDBkQUNBam82T2lpTWhVbStIRGgzQ2lSTW41RzVRTWpJeVlHZG5KMDFtT0RzN0l6VTFGZFdxVllPTGk0dkNZNW1ibTZOSmt5YjVIck02OHZYMXhlREJneFcyaFlhRzR0ZGZmNVhaNXV6c2pIUG56bUhTcEVsbzNibzE2dFNwVXhCaFVpRVdFaEtDQVFNR1lOV3FWZWpacytkMzc3OS8vMzQ0T3p2ajRNR0RNREV4eVljSXFhZzZjK1lNcGsrZm5tMGZiVzF0Nk9ucHdjREFBQ1ZLbElDUmtSR3FWS21DQmcwYXdNaklTTHF0WExseUJSUzFhaFRwWk1hMGFkTnlmQm9PQVBiMjlraE1USVNUazFPT2ZhdFVxWklYb1FuT25qMTdZR2RuaCtiTm02TkhqeDRLK3lRbUptTHQyclhJeU1nbzhoK2NuekZ0MmpSRVJVWEpiZCt4WXdjQ0F3T3hhdFVxaGZzMWJOZ3d2ME9qUWt5U3pORFcxbFp4SkVSVXVYSmx2SG56UnZyMytQaDRtZEVYYjkrK3hlYk5td0VBUjQ0Y3daRWpSeFFlWi8zNjlVeG01TFBaczJlamFkT21BSUNWSzFmaTBhTkgwTmZYUjN4OHZFeS9NbVhLWU9YS2xiQ3pzOE90VzdkUW9VSUZ1V1BwNnVyeU8xaU5pTVZpaEllSHc4cktDbGV1WEVIejVzMXp2VzlBUUFER2pSdUhsSlFVUEh6NGtNa00raUdyVjY5R2p4NDlvS3VyQ3owOVBlbC85ZlQwSUJLSjRPbnBpZnYzNzhQT3prNXRSMzBXNldSRysvYnQwYjU5ZXdCQWNIQXcwdExTRlBZek1EQkFSa2FHMHB0RlRVMU5OR3JVS04vaUxPeldyMStQYWRPbW9XblRwcmg0OFNLTWpJemsrbVJtWnFKZnYzNUlUMC9IbWpWcjBLbFRKeFZFV25oRlJrWmkrdlRwY0haMlZqcGl4Yy9QRDRHQmdaZzhlWElCUjBkQ3dKRVpoVU42ZXJyTVRheWtGa0o0ZUxqMDVxaGl4WXJJek14RVJrYUd0Si9rL0pPVWxDUjNFNld0clozdEZCVVNIbHRiV3lRbko4UGUzaDYydHJZeWJRa0pDV2pSb2dXaW82UFJwVXNYRlVXb1B0cTNidzhMQ3d1a3A2ZGp3b1FKYU42OE9XeHRiYk1kdWF0c21vbURnd1BtekptVFg2RlNJZE9nUVFQczI3Y1B2WHYzaG9XRkJXN2V2SWthTldya3VOL3IxNi9SdTNkdkpDY25ZODJhTlJnNGNHQUJSRXRGVWJWcTFWQ3ZYajJsN1Q0K1B0aS9mejhtVEpqQVpFWlJaMlptaHNqSXlHejdTREwzM3lwV3JKamN4YWM2U0V0THcrelpzK0hxNm9vU0pVcGc5dXpaQ0FnSVVOalh5OHNMM3Q3ZU1EYzNSNk5HalhEeDRrV1o5alp0MnFCWXNXSUZFWGFoa0pTVWhLVkxsMkxVcUZFQWdEZHYzdURHalJzUWlVUVlObXdZMnJadEs3ZVA1R1pIVDA5UHJrMUxTMHN0MzRQcXhzcktTdVpHK1d1dlg3OEdBRGc1T1dIMzd0MDVIbXZyMXExbzBLQkJuc1pId011WEwvSExMNy9JYmYvOTk5K2xmL2IzOTRlTmpRMXUzYm9sMTY5bHk1Wnkyd1lOR29SRGh3N2xiYUNrTXI2K3Z2RDA5SVNtcGliYzNOd3dlZkprbENsVFJ0bytkKzVjaEllSHc5blpHWFhyMWxWaHBPcmwxcTFiK1B6NU0zcjE2b1VLRlNwSVIxNkVoWVhoMHFWTDZOaXhZNDdmbWMyYU5TdUlVS2tRc2JTMGhMMjlQUll2WG96dTNidmp4bzBiS0ZteXBOTCtFUkVSTURNelEwUkVCR2JPbkpualZBR2luR3pZc0FIUjBkRUsyeVRUMWwxZFhaVytMNXMzYnc0TEM0dDhpMC9WMUNhWkFRQkRodzdGbGkxYjVMYi8rZWVmK1B6NU0rN2V2U3ZYWm10cmkvMzc5eGRFZUlWS1VsSVN6TXpNNE8vdmp6LysrQU5YcjE2RmxaVlZqdnRkdkhoUkxwRUJBQThmUGxTcmFSS3ZYNy9HcWxXcllHWm1CaURyQW1qdzRNRndjSEJBeTVZdEZjNmZsa3d6VWRTbW9jR0ZoOVRCblR0MzhQejU4Mno3UEgzNkZFK2ZQczN4V0ttcHFYa1ZGbjNGMk5nWTY5ZXZsLzU5K2ZMbGlJeU14S3BWcTZRSjI1bzFhMkwwNk5IUzJna0E0T2JtaHZqNGVIVG8wQUdtcHFZeXgvenR0OThLSm5qS00yS3hXQ2JCbkpDUUFBQ0lpb3JDNk5HalVhWk1HWGg2ZXFKYnQyNndzYkdCaDRjSEFNRGIyeHNiTjI1RW16WnRlSk5Ud002ZE93Y0E2TjI3dDB6U1l0ZXVYYmgwNlJLR0RCbUN2Ly8rVzFYaFVTRzJZTUVDWEx0MkRSY3VYTUNnUVlPazc2VnZSVWRIdzl6Y0hNK2VQY1BFaVJQaDdPeGN3SkZTVWJSaHd3WThmdnc0Mno1dWJtNUsyNnl0clpuTUtDcWlvcUp3OCtaTnVlM3g4ZkZJU2twUzJKYlRhSTZpU2w5Zkh4TW5Ub1NGaFFWbXpacUY0T0RnSHpyT2xpMWJzSFhyMWp5T3J2Q1RQRVd2WHIyNmROdlNwVXRSdTNadC9QWFhYd3FMelY2NGNBR0JnWUZLaDdmR3hzYkN5TWdvVjRWcVNaaENRa0tRbVptcHNHM2N1SEhZdjM4L2poOC9qcTVkdXlvOWhwbVpHVzdjdUFGOWZmMzhDbE90R1JrWlNhZUNSVVJFWU9yVXFRQ0FzV1BIb216WnN0SisxdGJXMGovZnVuVUxLMWFzQUpDVlpGcStmSGtCUmt6NUlTSWlRdUVLSmNuSnlSQ0x4VmkvZmozTXpNd3diOTQ4TEZteUJQWHIxMGZidG0weGVQQmcxSzFiVjJFQlVjcGZQajQrcUYyN3R0em9DOGwzTHY5L2tESWFHaHJZdjM4L0xDd3NZRzl2cjdSZjhlTEYwYUJCQTdSdTNSb2JOMjRzd0FpcEtMdDM3MTYyMTRhZW5wNElEZzVHdFdyVkZQWXA2blYrMUNxWmNmSGlSVnk1Y2tWdXUrUUpwcUtzVlhwNnVzSmgvK3BnK1BEaDBqLy9hSUV5UlFXMDFNSHo1OCtob2FFaDg4V2lwYVVGc1ZpTTBxVkxaN3R2ZG5QZVltSmlzaDNlU01LV1hUMk1tSmdZQUZtZnFleStreVRUbFpqTXlIL0hqeCtIV0N3R0FKdy9meDZXbHBZS1Z5UDZlaVNIdjc4L1FrSkNVTDkrL1FLTGsvS2VrWkVSRml4WWdJY1BIMkx2M3IyWU5tMGFxbFNwZ2xhdFdzSEJ3VUg2M2I5NDhXSUVCd2RqL3Z6NU1EQXdRSmt5WlhEKy9Ia1lHeHVyK0RkUUwyL2V2RUZnWUtCYy9STGcvNjRCdngxdDh6WFd0U0ZqWTJPRlV3ZS9wcWVuaDhPSEQwTXNGdlBCRStVWkF3TURwVzFhV2xyU1BzcFdReXpxMUNhWk1XblNKTlNyVjA5aDhjWFdyVnNqTmpaVzRicngzdDdlU3V0RXFBdHZiKzhmWG5OZFhZZTZoNFNFb0diTm1uSVhQK2JtNWtxcjJ1ZUdPdFVkSVZrZlBud0FBSm1uLzRxa3BLUUFZREtqSU96Y3VSTWlrUWhpc1JnalJveEF1M2J0Y1Bic1daa0xqNGlJQ0J3NWNnUnQyclNCdjc4L21qWnRpaTFidG1EZHVuVXFqSngreHBFalI1Q1ptUWxkWFYxNGVYbGg3OTY5R0Rac21NS1ZEaUlqSTVHV2xnYXhXSXlFaEFSVXJWb1Z6NTQ5VS9vRWpmS0haQnB4aVJJbDVOb1NFeE1CWkQzaEhEZHVuTUw5SjB5WUlGMmRob3EreU1oSUxGdTJMTWQrRHg0OEFBRHMzYnRYNGVqdWIwMmJOazFoelNXaW5LU2xwVW12Nzc0bUtRNmZtSmlvTUJtckRnbU9JcC9NZVBQbURmejgvRkNyVmkya3BhVmgzNzU5Y24yaW82T1JtSmlvc0EwQVRFeE1FQllXSnJjbXVicW9YNzkrdHNQcXNuUCsvSGxjdUhBaGp5TXEvQjQ5ZXFUd3lXdU5HalZRbzBZTkhEbHlSR2FsZzV5MGJOa1N0V3JWeXNzUVNVREVZakhDd3NLZ3JhMHRNM1ZKa2VUa1pBQk1adVMzZ0lBQTNMdDNENjFidDhiTm16ZXhldlZxVEo4K0haYVdsamh6NW94MGxNMlNKVXZ3eXkrLzRJOC8vb0MvdnovR2pCbURXYk5tWWZiczJXcTcxTGZRblQ1OUdoRVJFWmcwYVpMU1Boa1pHZGk3ZHk5c2JXMFJFeE9EUG4zNndOVFVGSXNXTFlLWm1SbmF0R21EOGVQSG8wK2ZQZ3BYQ0tPODFiTm5UN1J1M1JxT2pvNFlNMmFNekdkUHNpSlIvLzc5VWI1OGVabjlQbjc4aUVPSERuRlVocHFKaVluNXJta2lGeTVjeU5XMWJ2LysvWm5Nb0Z5UlRDdVJqTHh3ZEhURXdvVUxsZlpYVnJ3NEtTbXB5TTh3S1BMSmpNREFRRXlZTUNIYlBrbEpTUkNMeFFyN2ljVmlKQ1ltWXUzYXRXcWJ6S2hidHk1bXpwejVRL3ZHeDhlclpUTGozTGx6U2lzUEExbFRlQlJsV0pYWnRtMGJreGxxN1BuejU0aVBqNGVKaVVtT2N4K1p6Q2dZam82T3FGT25EaG8zYm95Yk4yOWk2TkNoU0VoSXdQejU4ekZpeEFnY1BIZ1FUNTQ4d2M2ZE83RnUzVHE4ZXZVS0FOQ2hRd2RVcmx3WlM1Y3VoYnU3dTRwL0Mvb1IzdDdldUhQbmpzSmtSa0pDQW5idTNJazFhOWJnNWN1WEtGdTJMSGJ2M28yUkkwY0NBQVlPSElqRml4ZGo3OTY5OFBmM3g5OS8vNDJCQXdlcVphSHhncVNob1lIVnExZWpYYnQyY0hKeWtoa1pKVGxYTDErK1hHNEp4UHYzNytQUW9VTmNFbHZOMUt0WFQ1cmsrbGFuVHAzdzhPRkR1V3U4bmoxN3dzL1BEKy9mdjFjNmlwYm5aY290eVpUaGI2LzUvdjc3NzF5TjdEdHc0QUJDUTBQekpiYkNwc2duTXl3c0xISmMwaks3YVNiUG5qMVQreXpxNWN1WHBaWGF2OWVUSjAveU9CcGgwTmJXUnNXS0ZiUHQ4OWRmZitXNEhPT2xTNWZRdjMvL3ZBeU5CT2pNbVRNQXNwWTR6a2xTVWhKMGRIU2syWHpLZThIQndUaDI3QmlXTFZ1RzhQQnc2Zlo1OCtZaE9EZ1lEeDhCR1hzV0FBQWdBRWxFUVZRK1JFeE1ER2JObW9WeTVjcGg5T2pSMHRGdElwRUlOditQdmZ1TWFpcjdHakQraENJb29DQjJVZnlyMk11Z2lMMGhLbmF4RGZhR1loOTdBZXdORzNZczJFVWRPMVljQytLSTJOQnh3QzdpS0RwMkJLWFg5d052N2hnSnFET1NBRG0vdGJJMDk1NWs3V2h1a3J2dk9YdVBIY3U0Y2VNWU1XTEV2NjVISkdRdkRSczJSQ2FUMGJkdlgzYnMySUdPamc1VHBreGg2dFNwQ25XT3pNek0yTHg1TTdObXpXTE5talhzM0xsVDFFOVJrUVlOR2xDN2RtMjh2THh3ZDNlWFBpTmZ2SGdCb1BRN083T1c2VUx1SlpQSk1weWUvL0hqUjR5TmpkUHRseGVRTlRBdzBJaXAvVUxXa3A5M2ZmbGU2dGV2bjBKSHRJQ0FBQjQrZkVpM2J0MFV4Z1lHQm9wa1JtNXc5T2hSL3Y3Nzc2K09lL1BtRFRFeE1VcmJ0cjU5K3haSWU3UG82K3RqWkdSRTc5NjlmM2lzMmRtUUlVTysyaTVTK0g3UG56L1BjR21UbktaOEVBbVprMSsxYmRPbXpWZkhSa1ZGaWRvcVdXeml4SWxvYTJzemNPQkE1c3labzdCdjA2Wk5KQ1FrY096WU1ZNGRPOGJxMWF2VG5RZzVPam95Yjk0OCt2YnRTMkJnb0pqQ25ndjA3Tm1UWXNXS1lXdHJTOGVPSGJsNDhTSnhjWEdaTHRFc1hydzRZV0ZoMGdtemtQVmF0V3JGd29VTHVYZnZIdFdyVndmUzJsMmJtWmtwcmFjaG4ra21qbEVCMHFiK1AzLytuSExseXFrN0ZDR1hreGQ5ejZ3cEFLVE4zTjYyYlJ2Tm16ZlgyQ1Jhcms1bXJGdTNqb3NYTDM1MW5IeVppYktsRlBKSzlVZU9IT0hreVpPWW01dHJYRExqOU9uVEdSYnluRDE3Tm9VS0ZXTGt5SkZLOTY5WnMwYTBwOHJBL2Z2M21UcDFhcVpqdnFldWhwQTdIVDkrbkd2WHJsRzRjR0hhdFd1WDZkaVVsQlJpWTJPL1dpUlUrUGZPbkRuRHFWT242TisvUHlWS2xFaTNQMi9ldkh6NDhJRXhZOFpRcmx3NWhnd1prbTZNdnI0K1U2ZE9aZHk0Y2JpNHVMQjA2VkpWaEM1a29WR2pSaWtVQUowMmJScDM3OTdOY0hsQ1FrSUNWYXBVWWNxVUthSWxxQXJKbDJ2S0N5cEhSMGZ6NE1FRE9uVG9vSFM4S0tnc2ZDNGtKSVNZbUJneG0wckljcytmUHdkUStqdmpjL0x6TTAxZUNwZXJreGsrUGo3Zk5PNWJscGtzV3JTSXNXUEgvdWdRczczdzhIQUtGeTZNa1pFUmtGWW9LelUxbGZ6NTh4TVJFY0hwMDZmNTlPa1R2WHIxVWpvRmZ1clVxZFN0VzFka3NaV3dzN1BqK1BIam1ZNDVkZXJVTjEyTkYzS245Ky9mNCtUa0JNQ0VDUk8rK29QNjQ4ZVBBTkx4S3Z4NFptWm02T3JxNHV6c3JIUi9mSHc4UFhyMDRNT0hEK3pldlR2REs3b2pSNDVrNDhhTkxGdTJqRXFWS21YWVJVSEl1YXBVcWNMdDI3ZVY3dnZwcDUra0t2U0M2c2hud2NUR3hnSnBTem1Ua3BKbzI3YXQwdkh5VGllWnRVWVVOSWQ4eVdlZE9uVys2M0ZSVVZIa3padFhKQzZGYi9iNDhXTU1EUTIvZW5GS1hydmw4K1dNbWlaWEp6TUFRa05EQ1FnSXlIUk1adDFNWHI5K25WV2g1UWhMbHk3RjNkMGRmMzkvckt5c2FOeTRNZS9ldmVQNTgrY1lHeHV6WThjT09uVG9RSThlUGJoNTh5YUZDeGNHMHFabTZ1dnJjLzM2ZFFZTkdrUmNYSnpTSzVTYTdObXpaMHFYTm4zdTd0MjdLb3BHeUc0aUlpSm8zNzQ5Zi8vOU4zWHExR0hDaEFsZmZVeGtaQ1NndlAyZzhHTlVybHlaclZ1M1VxRkNCYVg3SFIwZHVYVHBFajE3OXNUT3ppN0Q1OUhWMVdYTm1qWFkydG95Yk5nd1NwWXNLUktYZ3BBRlhyeDR3WXNYTDRpT2ptYno1czBBMHBYMURSczJrQzlmUHJwMjdhcjBzU0taSWNnbEp5ZExSWnM3ZCs3OFhZODljK1lNbzBhTll2WHExWFRwMGlVcndoTnlrZmo0ZU83ZnY2KzAzZmVYYnQrK2pZbUpDVnBhV2lxSUxIdks5Y21NeTVjdi8rZHVKcHBzLy83OUdCa1paVmlrcmwyN2RreWFOSW5GaXhkejdOZ3hCZzBhQklDVmxSVzFhdFZpN2RxMWxDeFprckZqeDlLa1NaTjBsY0kxMmQyN2Q3L2FKVVlzTTlGTW9hR2hkTzNhbFZ1M2JsR3FWQ24yN2R2M1RRVTlnNE9EZ2E5UFN4VCttNHlXR3I1OCtaTHo1ODlUcmx5NXJ5WXFBV3hzYkpnMGFSSTdkKzdNTURraTVCenYzNy9uN3QyN05HN2NXTjJoQ0o4SkNBaFErSDNYdVhObnlwWXRTMkJnSUQ0K1Bvd1lNU0xEZGVueWpoYWlEcEd3ZVBGaTd0MjdoNTJkM1hmUE52NzQ4U04vLy8yM3FEOG5mSk5MbHk2Um1KaUl0YlcxdEsxaXhZcDA2dFFKVTFOVGFkdmh3NGVsMnBEbTV1YU1HaldLRVNOR1VMQmdRZXJXclF1Z0ViT0JjbjBhcDNmdjNrUkZSV1Y2cTFPbkRoVXFWRkM2THpnNEdEMDlQWTNzRFBENzc3OFRFaExDenovL25PbnJuejkvUHI2K3ZsSWlJejQrbm9jUEgvTFhYMzloWkdURTFxMWJpWTJOcFZldlhoblczdEJFZG5aMlgzMXZIajU4V04xaENpcTJlL2R1TEMwdHVYWHJGcVZMbDhiWDE1Y3laY29vakltS2lrcVhhSDM3OWkyelo4OEdVUGdDRkZTbmVQSGlYTGx5Qlc5djcyK2VIVE4vL254Ky8vMTNzUlF2aDRpTmpTVTZPcHJJeUVpV0wxL09saTFiQUxDMXRhVlFvVUkwYTlaTXpSRUtYMnJSb2dXT2pvNE1IVHFVYmR1MjhldXZ2eEliRzh2QWdRTXhOamJPdEVpcnZLV3lmTmFwb0psMjdkckY5T25UeVpzM0wwdVdMRkU2UmlhVFpmaDRlVE1CY2FGQitCWUhEaHdBMGdvV3kzWHYzaDF2YjI4cVY2NE1wUDFXN051M0wwWkdScXhkdTVZaVJZb3dmZnAwU3BVcXhjaVJJM0Z3Y01EYjJ6dGRhOWZjU1BQTzBMK1FtcHJLcTFldk1zektseTFiVnFwbXJXbm16WnVIVENaVEtPNXBhR2hJYUdnb1NVbEpVb0pEUjBlSDVzMmJTMk11WExoQVltS2lkSFdxZWZQbURCdzRrQzFidHJCNTgyYUdEeCt1MmhlU2c4bS9BRVh4c2R6djd0MjdqQmt6aG5QbnpnRnBQOEQzN05tajlFZDByMTY5T0hYcUZDWW1KbEo5akdmUG5wR1ltRWpod29XbHhLS2dlbVptWnBpWm1YM3plQjBkSGNxWEw1K0ZFUWsvVXAwNmRiaHo1dzRBNDhlUFJ5YVRVYnAwYWFwVnEwYTFhdFdvV2JPbU5QYmx5NWVNR2pWSzZmTzhlUEdDb2tXTHFpUm1UVmV3WUVFOFBUMmwrNG1KaVhUcDBvVTdkKzdnN2UyZDRacjAxNjlmUzh1UHhheFN6ZlRwMHlkbXpKakJpaFVyME5iV1p0dTJiVlNyVmszcFdIa0MrL1hyMSttNlNzaG5UWXFrdGZBMUh6NThZTmV1WFppYW1tSnJhNnV3Ny9YcjEzaDdlN054NDBadTNyeEpvVUtGT0hUb0VJMGJOMmI0OE9GNGUzc3pmLzU4UER3ODJMaHhJNzE2OVdMYXRHbFVxbFJKVGE5R05UUXVtUkVSRVlHdHJTMGxTNWJFeU1pSTBOQlFuajU5aW8yTmpicER5MWFpbzZOSlNrckN6czVPeWdJQzFLNWRtMHVYTG1Gblo2ZDBMVmRVVkJSNzkrNUZKcFBScTFjdmFmdlNwVXV4dExTVWloa0t5blhwMG9VWEwxNUl5WXZBd0VCa01obVdscFpxamt6SWFyNit2cHc3ZDQ2OGVmTXljK1pNcWYybk1oVXJWdVRZc1dPOGVmTkdxc3FmTjI5ZW1qWnRpcnU3dTdpS0tBaFpaTml3WVlTRWhFakppNnBWcTJaWWNEY2lJb0p0MjdZcDNSY2JHeXVTR1dydzl1MWJIQndjT0gvK1BLdFdyYUpqeDQ3U3ZtYk5taEVXRm9heHNURmFXbHJjdTNlUDZPaG91blRwSXY2dk5FeDRlRGllbnA2c1hMbVNseTlma2o5L2ZuYnQya1g3OXUwemZFeXRXclU0ZE9nUUhUdDJ4TmJXVnJvaUhob2FpcmUzTnlZbUp0U3FWVXRWTDBISW9hWlBuODdIang5eGRuWkdKcE94WnMwYS92enpUNjVjdWNLZE8zZElUVTFGWDE4Zkp5Y25acytlTFgwMnlXUXk3TzN0c2JlMzUralJvemc3TzdOanh3Njh2THh3Y0hEQXk4c3IwOWxET1puR0pUT01qWTE1K3ZRcE4yL2VKRFUxRlQwOVBXeHNiSmd6WjQ2NlE4dFdEQXdNOFBYMWxkcVN5Ym02dWhJU0VvS2ZuNTkwQmZsejhxdU1xMWV2cG1yVnF0SjJFeE9UREs5UUNmOG9YNzQ4RHg0ODROT25UOGhrTW43NjZTY0dEaHdvMm9CcGdGR2pSaEViRzB2WHJsMmw5b0VaV2JKa0NmUG16U01oSVlHa3BDUlNVMU14TVRISnRWOVVncEJkZk0vM1dPWEtsVVUzazJ4bTM3NTkzTGh4Z3oxNzl2RHp6ejhyN0t0WXNTTCsvdjZFaG9ZQ1VLeFlNUndjSERKY1ZpRGtYdmZ1M2NQRnhZV1VsQlI2OU9pQnU3czdKVXVXelBReFk4YU00ZkhqeC9qNCtMQnExU3BwdTZHaEliVnIxMmJCZ2dVYTNUNVQrRFk5ZXZUZ3hJa1RUSnc0RVYxZFhjNmRPeWN0WFczVHBnMGRPblNnZS9mdUNyVXp2dFN4WTBmYXQyL1B6cDA3bVRsekprV0xGczNWdnc4MUxwa0IvMHpkVDA1T1JrdExLMWYvQi85WFg3WVZMRnk0TUNkT25GQlRORG5UWDMvOWxXNWJSa3VYRmk5ZXpPTEZpN002SkNHYm1qUnAwamVQMWRQVHk3RHRwNkE2Njlldi82WmluMjV1YnJpNXVha2dJaUU3eUNpSklYZnIxaTBWUmFLNUhCd2NjSEJ3VU5nMmN1UklCZ3dZb0xTZzU0WU5HOWl3WVFNQUtTa3BHdDBkUU5NMWJOaVFmZnYyVWIxNmRTd3NMTDdwTVVaR1JsSU5IVUg0dDVvMGFVSndjTEMwVkduRGhnMHNXTENBaWhVcmZ0ZG5rcGFXRnYzNzk2ZG56NTY1UG5HdWtja01PVTJvOENvSWdpQUlnaUNrK1piT0pDS1JJWWdXcW9LNmZGNXpwVWlSSWhRcFV1UmZQMWVlUEhseS9Zd2c4V2t0Q0lJZ0NJSWdDSUlnQ0VLT0lwSVpnaUFJZ2lBSWdpQUlnaURrS0NLWklRaUNJQWlDSUFpQ0lBaENqaUtTR1lJZ0NJSWdDSUlnQ0lJZzVDZ2FsY3lZTm0wYWMrZk96WEIvWEZ3Y2ZmcjBZZm55NWRLMkwxdVRhcHJVMUZRaUlpTFVIVWFPbFppWXFPNFFoQndrTlRVVlB6OC9kWWNoZktObno1N2g1dWJHdlh2M3ZqclczZDJkRlN0V3FDQXFJYXVKNDFRUU5FZFNVaElqUm94ZzZ0U3BHWTZaUG4wNmJkdTI1ZFdyVnlxTVRNak50bS9menZIang5VWRSbzZnVWQxTWR1N2NpYkd4TWRPblQxZTZYMHRMaTEyN2RoRWVIczY0Y2VOd2QzZG53NFlON05xMUN5c3JLeFZIcTM2SmlZbTBiZHVXeU1oSS9QMzlwV3E0eDQ0ZDQ4R0RCOS8xWEhYcjFxVng0OFpaRVdhMnRXYk5HdGF2WDQrdnI2OUNKZUxJeUVoU1UxTy82N2wwZFhXL3FRSzdrTE5ObXphTlJZc1c4ZXV2di9Menp6K24yNzl1M1RxT0hUdkcvUG56c2JTMEJHRGl4SWxZV1ZuUnZYdDN0TFcxaVlpSXdOblptYUZEaC9MVFR6K3AraVZvbE5EUVVLWk5tMGFaTW1Xb1hMbHlwbU0zYnR5SWpvNE9ZOGVPVlZGMFFsWVJ4Mm5PRUJzYlMzSnk4Zzk5em56NThvbE9KeHBHUjBlSDBOQlF6cHc1UTlldVhhbFRwNDdDL3JpNE9OYXRXMGVCQWdYK1U5Y0pRWkI3L2ZvMW8wZVBSaWFUY2YzNmRTcFVxQ0R0dTNEaEFqdDM3dnptNXlwWXNDQ0xGeS9PaWpDekRZMUtabnhObmp4NTBOYldsbVpqdEdqUmdnMGJOdENnUVFQbXpwM0xwRW1UTk9wTFRGZFhseG8xYXVEdTdzNkVDUk5ZdlhvMUFQdjI3ZVB3NGNOZmZYeGlZaUlKQ1FrQVRKa3lSZU9TR1E4ZVBPRE9uVHZZMnRyaTUrZEh3WUlGQVNoWnNpVFIwZEhmOVZ5ZE9uWEMyOXM3SzhJVXNwRXhZOGF3WmNzV0JnMGFST1hLbGFsUm80YTBMelUxbFZXclZ2SG8wU05XclZvRlFIQndNTXVXTGFObXpaclNTWlducHlmcjFxM0QwTkJRbkNTcGdidTd1L1M1OTdudzhIQzB0TFJ3YzNOTHQ4L1MwcExXclZ1cklqemhCeERIYWM1UXAwNGQ3dHk1ODBPZk16ZzRtR3JWcXYzUTV4U3l2NlZMbC9MVFR6OHhjK1pNVHA0OHFiRFB5OHVMOSsvZlU2bFNKUllzV0pEcDg0d2NPUklURTVPc0RGWElCWW9XTGNycTFhc1pNR0FBOXZiMlhMMTZWV3JYZXUvZVBUWnYzdnpOejFXeVpFbVJ6TkEwZWZQbWxYNkkxcXhaazhEQVFIcjM3czNVcVZPcFZhc1dMVnUyVkhPRXFyVnc0VUxPblR2SG1qVnJhTm15SlIwN2RsVElDSHA0ZU5DbVRSdis5Ny8vU2R1aW9xSll2WG8xUzVjdUpTRWhnUkVqUmpCeDRrUjFoSzlXcTFhdElqSXlrcDA3ZDlLNmRXdDhmWDB4TWpMQ3lja3AzZktsMU5SVVBEdzhLRkdpQlBiMjl1bWVxMmJObXFvS1cxQ2pFaVZLc0dQSER0cTJiVXVYTGwwSURBekUyTmdZZ0JNblRuRC8vbjBHREJoQStmTGxnYlFUWjRCWnMyWWhrOGxJVEV4azllclZHQm9hTW5ueVpMVzlEazAyWThhTVRKT1YwNlpOUzdmTnljbEpKRE55RUhHYzVneHQyclQ1YXVMaDZkT25YTGx5SlYxU0tpUHkvMmNoOTF1L2ZqM3YzcjJUN3Rlb1VZT3FWYXN5Yjk0OGFkdlVxVk9sQzMyWExsM2kwcVZMbVQ2bmc0T0RTR1lJMzZSLy8vNmNPSEdDL2Z2M00zRGdRUGJ2M3cvQW9FR0RjSEJ3K09ibjBZU0w4QnFYekhqOStuVzZkVzhWSzFaazRNQ0JRTm9Vd3RqWVdHbWZrWkVSM3Q3ZStQcjZZbXRycTlKWXM0TThlZkt3WThjT3JLeXNHRHg0TUE4ZVBKQm1HRHg0OElEbHk1Y3pac3dZSEJ3Y0dEdDJMT2ZQbjJmeDRzWEV4Y1V4WXNRSUprMmFSS0ZDaGRUOEt0UkRKcE94ZWZObW5qOS96dm56NTFtMWFoVXVMaTRzVzdZczNkaWtwQ1E4UER5d3NMQmd6Wm8xYW9oV3lDN3M3T3dZTldvVXExZXZadlRvMFZMeWNOR2lSZWpvNk9EcTZncEFXRmdZdTNidG9sYXRXblR1M0JsSXUwSVVGaGFHaTR1THhoNTNXUzAyTnBhblQ1OENhVFV6QVA3KysyL3UzNzh2YlpNdnlmdGM3ZHExMGRiVzV0cTFhK24yNmVycVptSEVRbFlReDJuMnQyVEprcStPMmJwMUsxZXVYTUhlM3A3NTgrZXJJQ29ocDFpeFlrVzZKZFYvL1BHSHd2MUNoUW9SRkJURTRzV0xHVEpreUZlZk0zLysvRDgwUmlGMzI3QmhBNWN2WCtibzBhTmN2MzZkT25YcWtDZFBIcVcvTVRTWnhpVXozcjE3eDZKRml4UzJ0VzdkV2twbUdCZ1lLQ1F6SUMycjFiUnBVLzc2Nnk5TVRFd29VS0NBeXVMTkRtclVxTUdDQlFzd05qYVdFaG1RbGdTNmYvOCsrL2Z2eDgzTlRWcEgyTDU5ZTdadTNTcCtwSkYya25MZ3dBRTJiZHJFcEVtVEFGaXdZQUVQSGp4ZysvYnRYMzM4MzMvL1RZOGVQVml3WUFGTm1qVEo2bkNGYkdMUm9rWElaREtjblowQitQMzMzL0gzOTJmdzRNR1VLMWNPU1B1aG5waVl5Snc1Y3dCSVRrN0d6YzJOQWdVS01HSENCTFhGbnR2ZHVIRWozWks1Q1JNbVNQL21HVTFEbDhsa2FHbHBTVk5GaFp4UEhLYzVuM3dtcmlaY3ZSUyt6ODJiTjBsSlNhRjkrL1k4ZmZxVTRPQmdoZjNoNGVIVXJsMGJDd3NMeG80ZG0ybFNPalUxRlpsTWx0VWhDN21NaVlrSmUvZnV4ZERROEp0bWpta3FqVXRtVks1Y09kMlZNVzF0YmQ2OWU4ZlRwMDlKU1VuaDFhdFhUSjQ4bVdmUG5rbTNseTlma3BLU3dyWnQyK2pmdjcrYW9sZWZ6NWVKZUh0NzA2ZFBud3pISGo5K25ESmx5aWhzNjlDaEEzdjI3TW15K0xLemdnVUxLa3dsRGdrSlljZU9IZGpaMmRHelo4OU1IenR4NGtRdVhickVoUXNYUkRKRGcrVE5tNWVWSzFkSzkyZk9uSW1lbmg0elpzd0E0TVdMRjJ6Y3VKSEdqUnZUcmwwN0FIYnYzczNEaHcrWlAzKyttTWFhaFNwVnFpUjlsaDA5ZXBROWUvWXdac3dZNnRldkQwQ3BVcVhvMWFzWGh3NGRVbmljL0tSSlgxOWZZZnVlUFh1VUxpMFRzajl4bk9ZTXIxNjl3dFRVVk9uSnB2eTR6T3hFOU55NWM3Um8wU0xMNGhPeXAzejU4a2wvMTlQVFM1ZUlIanQyTE8vZXZXUHo1czNwM2o5aFlXSGN2SG1UcTFldmN2SGlSWjQ5ZThhOWUvY1VubE1RdmtXREJnM1VIVUsycDNISmpDK3ZqSjA4ZVpMdTNic1RFeE9qTUc3SmtpWG82dXBpWm1aRytmTGxhZEdpQmVibTVpSXpSdHFTaU9qb2FFYU9IS21RdE5pN2R5OTM3OTVsOXV6WkN1TVhMRmlRYnJaTGJoY1RFME5LU29wMC8vTnBZVXVXTE9IbzBhT01HaldLRmkxYVpGajkydGZYbHoxNzlsQzlldlZNVzRJSnVkdUZDeGZ3OC9Oai9QanhsQzVkR2tnN3B1TGo0NldpVGtsSlNjeWRPNWRpeFlxSmJobFpyRkNoUXRKNlZYa1JydnIxNnl1c1lVMUlTQ0FsSlVXNllxL013NGNQMmJObnp3L3Z0aUNvaHpoT3M2ZXJWNi9TdG0xYmV2ZnVMUlZrL1p5OGZYcEd5WXlOR3pmaTVPVEV4SWtUdjJuWmlwRDdKQ1VscFh0L3BLYW1rcGlZaUkyTkRSRVJFVXlmUHAzbno1L3o4T0ZEN3QrL1QzaDR1RFJXVzF1Yjh1WEw0Ky92VDZ0V3JWUWR2cERESkNjbnB6dG55cHMzTDlyYTJuVHYzcDJYTDEvK3ErZmR1WE9uUW4zRDNFVGpraGxmS2xPbURNMmJONmRNbVRLWW01dXpaODhlZ29LQ2VQcjBLY1dMRjlmWXFZZG56NTZWMXZmS1JVWkdvcTJ0TGQxM2NIQ2dVYU5HMHYzYnQyL3o1TW1UZE1VK05iRUdSTm15WlhuOStyVjBmOHFVS1ZJWEExTlRVK2JObThmdzRjT1pNR0dDMGhaTEh6OStaT0RBZ2VqbzZMQmx5eGF4cGw0RDJOallLTXdhczdhMnh0ZlhGMmRuWi9Mbnp5K2RHRDk1OG9STm16WmhiMjlQdlhyMWdMUjEzNDhlUGNMRHcwTmMrVkdSRHg4KzRPZm5sK0grUEhueU1HdldyQXozSHo5K1hHTm5xK1ZrNGpqTldhcFdyWXFKaVFtclY2K21TWk1tZE92V1RXRi9aR1FrZ05KMjZjK2ZQMmZTcEVubzZla3hZTUFBbGNRclpEOUpTVW04ZXZXS1VhTkdLV3hmdTNZdHFhbXBXRnBhOHZqeFkvVDA5Q2hjdUREaDRlRjA2OWFOZHUzYVViMTZkYXBXclpwdVJwNGdaT1RNbVRPMGFkTkdZWnVQanc5MmRuWThlUEJBcXRVRmFZbVBxS2dvdExTME1ESXl5dlI1NCtMaXNpVGU3RURqa3hsVnFsVGgrUEhqMHYyN2QrL3l4eDkvVUtCQUFZVkVocnU3TzFaV1Zob3oxZC9FeEVSS1ZOeTZkWXZYcjErbis3Sy9ldlVxVVZGUjB2MFhMMTZRbUpqSXFWT25GTVpwMnF3TWdOR2pSL1BwMHlkcEN1S1hoZ3dad3RxMWF6bHg0Z1J2M3J4UnFFVUNhVjFpbmoxN3h0eTVjN0d5c2xKVjJJSWFOV3pZVUpxbHMzLy9mbUppWWpoMzdod0JBUUZNblRvVlUxTlRJSzNEVUVKQ2dqU1ZIY0ROelkwaVJZcmc2T2lvbHRnMTBkR2pSMGxLU2dJZ0tDaUlwS1FraGVWM2lZbUpTdHV3eXNrTGhnbzVpemhPY3haRFEwTzh2THhvMUtnUmd3Y1BwbmJ0MmdwWEorWGRLbjcvL1hlRm1WUkpTVW4wN2R1WGp4OC9zbWpSSXFwV3JhcnkySVhzSVQ0K252RHdjTFp0Mndha3pieExURXhrL3Z6NVVnMjkxcTFiNCtQanc5dTNieWxhdENoTm16WVZDVERoWHpFM04yZmt5SkZBV3QyV3k1Y3ZTL3VDZ29JVXhzNmVQWnRaczJZeGF0UW9oU1dQbWlaWEp6TlNVbElVbG8ra3BxYVNrcEtpY0FLdW82T2prREV0WHJ3NEFDOWZ2c1RDd2dLQXdNQkFKazJhUlBueTVibDkrN1pHWENXdlhidTJsSlRvMXEwYkJ3OGVURGNtbzNhclgyWVVOWkdMaXd1UU5sdEZXVEpEVzF1Ym5UdDNVcXhZTVlvVUtTS2RGTWxObmp5WklrV0thR1I5RmswMWQrNWM2ZS9lM3Q1QVd2RmRBd01EZkgxOXBYMzE2dFhEMDlPVHMyZlA4dE5QUHdGcFY0czNiZHJFbjMvK0taSmZLdkxycjc5aVpXVkZZR0FnKy9idDQ4bVRKeVFuSjB2SGJFSkNna0lMdnkrSjVTVTVremhPYzU1Njllb3haY29VRml4WVFKOCtmZmo5OTkrbFdhWjM3OTRGNFB6NTgwUkdSa29ucHhNblRzVFB6dzhiR3h1TmJDMHYvQ011TG80R0RScHc4ZUpGSUsxV3hzcVZLeFhPSFhSMGRKREpaQlFwVWdSalkyTnUzNzZ0OEJ6eDhmRzhmUGt5WFQwNVFmaFM1Y3FWcFJudGJtNXVDc21NejRXSGgrUHU3azdCZ2dXWk9YT210UDNRb1VQVXIxOWZPcC9WQkxsNkRjWGR1M2N4TWpLU2JuLy8vVGYzN3QxVDJQWmxJVXY1QjQxOEdrOXljakpPVGs1QTJoUlJUVWhrZkt2OSsvZno1TWtUNmRhMWExZE1URXdVdGoxNThvU1NKVXVxTzlSc1FaNUlrOS9LbHkrUG9hRWhVVkZSUkVkSEEvOU1HWXVKaWFGSGp4N0V4c1pLNDcrczZ5TGtmb1VMRjJiVXFGRmN1M1pOT25IcTE2OGY1Y3VYeDgzTlRab2k3ZXJxU3A0OGVUS3QwU0Q4T0gvKytTZW5UcDJpUzVjdUFNeVpNd2Q3ZTNzR0R4NHNGZjQwTURCUU9ONi92TWw3eGdzNW56aE9zNzhaTTJaUXFWSWxRa0pDZVB6NE1aQ1djTHg2OVNveW1ZeUVoQVMyYnQwS1FGUlVGS2RQbjZaa3laTHMyYk5IWTVjYkMybGlZbUxJbXpldmREOCtQaDZaVEpaaGUweExTMHNDQWdLays1Y3VYYUptelpxMGF0Vks0V0txSVB3WGl4WXQ0dVBIajh5Y09WT2EzWDNqeGcyNmR1MUszNzU5RmVyMjVYWWE4UW5kc21WTGxpeFprdTZtVElVS0ZRQ2szdEtUSmszaTVzMmJqQjgvWGxTVS9VS3hZc1VvVTZhTWRETTBORVJMUzB0aFc1a3laZERSeWRVVGdMN1psOG0xejIvR3hzWUErUHY3WnpoRy90NFVOTXVrU1pNd01qSmkrdlRwcEtTa29LT2p3NHdaTTNqLy9yMzBPV1p1YnM2Z1FZTTRjK1lNRnk1Y1VIUEV1ZC84K2ZNcFg3NjgxTUZFUzBzTEx5OHZPbmJzaUxtNU9aQ1d2QXdNRE16d0ZoSVNvczZYSVB4ZzRqak4zdlQwOU5pL2Z6L0J3Y0hTZDZtM3R6ZXhzYkU0T2pwaVlHREFxbFdyU0VoSXdORFFrS3RYcjNMcTFLa01DM1FMbXVQVHAwOEs5UWppNCtQUjA5UExzTlZxdzRZTkNRNE9Kamc0bUtGRGg5SzRjV1BDd3NMbzM3Ky91Q0FxL0JDUEh6OW01Y3FWVks5ZW5SRWpSa2piYTlldXphQkJnemgzN2h5TEZpMVNZNFNxcFJGbm1RMGFORkE2VFhEU3BFbnB0c203bFFRRkJiRisvWHFXTDErT2xaV1Z3dFJTSWMydVhidnc5L2VYN2djSEJ4TWJHNXR1bmJqOHFwU21NekV4eVhEWlNHcHFLanQyN0tCbzBhTFkyZGtwSGZObFhRMUJNNWlhbWpKNjlHZ1dMRmpBN3QyNzZkT25ENzE3OTJiQmdnV3NXTEdDMGFOSFU3Um9VVnhjWE5pNmRTdk96czVjdW5SSjNXSG5XZzhlUE9EZ3dZTXNYTGhRWWJ1K3ZyNUNPOWJZMkZqcTFLbWo2dkFFTlJISGFmWlhyVm8xaGZ2eU5lYU9qbzdvNnVyaTRlR0J1N3M3VTZkT3hjaklLTjE0UWZPa3BLUVFHUmxKb1VLRnBHMnhzYkdaRnZSczA2WU44K2JObzFhdFdpUW5KK1BnNE1DaVJZc29WYXFVS2tJV05NQXZ2L3hDWW1JaUd6ZHVUSGZCZU1XS0ZadzdkNDRaTTJaZ1kyTkQzYnAxMVJTbDZtaEVNdU43RkN4WUVBc0xDdzRkT3NUbXpadXBVS0VDSjArZUZKV0lsZkR5OGxMb2JoSVRFME5TVWxLNlpNYkhqeDlWSFZxMlZMSmtTYW1BMUplU2twTFlzV01IbFNwVnluQ01vTGttVEpqQXlwVXJtVFZyRmc0T0R1am82T0RzN0V5L2Z2MXdjM05qK2ZMbG1KbVpNWGp3WUR3OFBEaHg0Z1R0MnJWVGQ5aTUwcE1uVHpBME5NVEp5WWsvL3ZnanczRjU4K1pWcUtId3BVdVhMb20xK0xtTU9FNXpqcDA3ZHhJUUVFRERoZzJ4dHJiR3pNeU1yVnUzTW5mdVhOcTNieThTR1FJQWI5KytKU1VsaFJJbFNramJZbU5qRlphZGZLbCsvZnFZbVpueDl1MWIvUDM5TmVKa1VsQ2RMVnUyY09MRUNVYU1HSUcxdFRVUkVSSFM3Y09IRDBSRVJOQ2lSUXUyYk5sQy8vNzl1WFhyVnE0L2g5V0laU2JmcTFLbFNsSkY0dE9uVDFPNGNHRUFybDI3eHR1M2I5VWNYZmJoNCtPamNCRDE2dFdMZ2dVTEtteUxpSWlnZE9uUzZnNVZFSEswZ2dVTE1uandZQjQvZml3bHUzcjI3RW5wMHFWWnYzNDlMMTY4QU5KT3ByUzF0WEYxZFZYYWFsRDQ3MXEwYU1HaVJZdWtRb0VaMGRMU29sNjllaG5lS2xhc3FLS0lCVlVSeDJuT0VCSVN3dGl4WTVISlpDeGV2QmlBRWlWS01IUG1UR0ppWXVqU3BRdnYzNzlYYzVSQ2RoQWFHZ3BBMmJKbHBXMHhNVEdadGxhV3lXUU1HVEtFK1BoNGhUYWFndkJmSFRseWhLRkRod0t3YmRzMmRIUjBNREV4NFgvLyt4K1dscGJZMk5qUXBVc1h0bXpaQXFUTkpKVTNKTWpOUkRMak14OC9mc1RCd1lGang0NEI0T1RrSksxL0JsaThlREhGaXhjWHl5YSs0c09IRHp4Ly9wekl5RWlwcmF1OEpvU211M1hyRnV2V3JWTjNHRUlPTkg3OGVIUjBkSmc3ZHk0SkNRbm82T2d3ZnZ4NDR1TGlwSzRaWmN1V3BlZHVlU1lBQUNBQVNVUkJWRXVYTHR5NmRVc1VtTXdpdXJxNkRCczI3S3Zqb3FPak1UUTB6UERXdlh0M0ZVUXJxSm80VHJPM0Z5OWUwTEpsUzhMRHc5UFZRcHM0Y1NKTm1qVGgwYU5IMk5qWWlJdFhndFNWNVBPWk90SFIwUmdZR0dUNnVKRWpSMkpvYU1pMGFkUDQ5T2xUbHNZb2FJNmFOV3VpcmEyTm1aa1o5ZXZYcDErL2ZreWVQSmxseTVheGZmdDJUcDQ4eWVYTGwzbnc0QUVoSVNFVUtsU0kxYXRYRXhZV3B1N1FzNVJJWnZ5LzQ4ZVA4OU5QUDdGMzcxNmFOR2xDOGVMRjJiUnBFM0Z4Y2RJWStSdmphMWZrY3BPWEwxOUtiWUhDdzhPLzZURVhMMTZrVktsU0dCc2JZMmxwU1Z4Y25KaEtDNnhkdTVaNjllb3BWTGtXaEMvRnhzWXFyVUp0Ym03T3p6Ly96TE5uei9EMDlBUmd5SkFobUpxYXNtM2JOajU4K0FDa3RmVUZXTDE2dGVxQ0Z0TEpreWNQcnE2dUdkNSsvdmxuZFljby9BZmlPTTE1cmx5NVF0MjZkZm5ycjc5bzA2Wk51Z0o1MnRyYUhEcDBpUExseXhNVUZJUzF0VFhYcmwxVFU3UkNkdURuNTRlK3ZyNUNNdVBUcDA5ZlRXYVltcG95ZmZwMEhqOSt6SkFoUTdJNlRDRVhldlRva2RSaFNmNDVWS1pNR1Y2K2ZFbFlXQmhuejU1bDI3WnRMRnEwaVBIang5T3ZYei9hdEdsRHZYcjFxRkNoQXVYS2xXUFRwazNTT1ZsdXBoRTFNeFlzV01EU3BVdVY3b3VPanFaTm16YWNPblVLTFMwdFhGeGNtRDE3Tm01dWJyaTZ1dUxzN0l5N3V6dUppWW5jdjMrZkprMmFxRGg2OVltTmphVmp4NDY4ZXZVS1hWMWR4bzBieDY1ZHU2aFdyUnB6NTg1Vm1MVUNNR3ZXTE1hTkc0ZVptUmt6Wjg0a1BqNGViVzF0R2pWcWxHRlJ5OXhPUGxWMS9mcjFSRVpHVXF0V0xZMlk4aVg4T3hFUkVYVG8wSUhFeEVTQ2dvSUlDQWhRdUhJNGVmSmtFaElTc0xlM0J5QmZ2bnk0dTd0VHBVb1ZURXhNQUxDeXNtTGx5cFgwN2R0WExhOUJTS09ycTh2VXFWTXozSC84K0hHMmI5K3V3b2lFSDBVY3B6bExiR3dzaXhjdlpzR0NCU1FrSk5DeFkwZjI3ZHVuVVBOTHp0VFVGRDgvUDFxMGFNR0RCdzlvMUtnUjQ4YU53OVhWVmFHamhaRDd4Y1hGNGVQalE1TW1UUlM2a0VSR1JsSzBhRkdsajNuNzlpM0xseS9IMU5TVWNlUEdjZWpRSWZidTNZdUppUWxyMTY0VmJYNkZiK0xyNjB1M2J0MzQ5T2tUdFd2WFp1Yk1tYngrL1pvNWMrWmdhbXI2emMvVHFWT25MSXd5KzlDSVpFYURCZzFvMXF4WnV1MnpaOC9Hd01DQVFvVUtVYWRPSGRhdlgwK3RXclVBR0R0MkxCczJiR0Q1OHVWRVJVVlJxRkFoNHVQanFWZXZucXJEVjV0Qmd3WVJHQmpJd29VTGlZdUxZL2JzMmVqcTZySjA2VkpjWFYzVGpTOVRwb3owOTFtelpxa3kxR3hMbmxXTmpJeGszTGh4dUxtNVpkaWJYTkJzYjkrK3hkYldscUNnSUxwMzc4NkZDeGRvMWFvVmJtNXVPRG82b3ErdlQ0MGFOZGkzYjUvQzQvcjE2NWZ1dWNhTUdhT3FzSVhQckYrL25sZXZYbkgzN2wwU0VoSXkvUng4K1BBaEFQdjI3ZVAyN2R2MDZkT0g4dVhMcXlwVTRWOFN4Mm5PRVJjWGg1ZVhGL1BtemVQcDA2ZG9hV25oNnVyS3JGbXpsQ1l5NUVxV0xFbEFRQUI5Ky9ibDVNbVRMRjY4bUsxYnR6Sml4QWlHRHgrZTRZbXNrTHZzM2J1WER4OCswS1ZMRjJsYldGZ1lZV0ZoMk5yYVN0dkN3OE41L2ZvMVRrNU83Tnk1azlqWVdGeGNYTkRWMVdYLy92M1VxMWVQOWV2WDgrVEpFelp1M0NqcXlBbVp1bm56SnExYnQwWkxTNHY5Ky9kaloyZEh0MjdkOFBEd3dOUFRrNFlORzFLdVhEbU1qWTNSMWRWRlIwY0hYVjFkNmFhdHJVMXNiQ3d4TVRIU256RXhNZlRxMVl2V3JWdXIrK1ZsQ1kxSVpqUnIxa3pwajByNWllWHExYXZSMXRaV3lKZ2FHQml3ZS9kdVdyWnNLVTBWQldqZnZyMUtZbGEzUTRjTzhldXZ2OUsyYlZ1bVRKbENVbElTSVNFaGJOKytuYjE3OTFLL2ZuMUtseTVOM3J4NXBRTkovbWRLU2dvSkNRbEtieXRXcktCa3laTHFmbmtxWTJabVJvRUNCZGkrZmJ2R1pFaUZmMmZBZ0FFRUJRWFJ2MzkvdG16WndzMmJON0czdDJmMDZORzR1cnBTcDA0ZFNwUW9nYmEydHRUZlhpYVRTWDlQU2tvaU1URlJ1aVVrSkZDdVhEbXAvYUNROWRhdlg4K2ZmLzRwM1o4OWUvWlhIeU92bVZDdlhqMlJ6TWdCeEhHYU03eDc5NDRhTldydzh1VkxJRzJ0dVllSGg4SU1tc3dVTEZpUTQ4ZVA0K25weWRTcFUzbjc5aTFMbGl5aFU2ZE9JcG1oQVpLVGsxbXdZSUZVNDZoejU4NFlHaHJpNys5UGFtcXFkRkxvNit2TGh3OGZDQXdNNU1hTkc3UnIxNDdSbzBmVHNtVkxBRXFWS3NYNTgrZXhzYkhodDk5K1k4V0tGYmk3dTZ2enBRblpYUFhxMVRFek0yUGh3b1YwN3R3WlNKdkp1WC8vZnJaczJjTGx5NWZ4OC9QN3J1ZlUxdFptd1lJRldSRnV0cENya3hsbHlwVEJ4OGNud3grSW45ZkRVS1pSbzBaY3ZIaVJNV1BHRUJ3Y3pPalJvN0cydHM2S1VMTWRXMXRiS2xhc3lOYXRXNUhKWk9qcTZ1TGw1VVgzN3QzWnZIa3pkKzdjNGVyVnE4VEZ4U2xkTjZ5TWhZV0ZSaVV5QUdiT25NbkFnUU1wVjY2Y3VrTVJzamtIQndlU2twTFl0R2tUV2xwYVdGbFpFUndjakllSEI0Y09IZUw2OWV2ZlhYeDR4WW9WV1JTdG9NeU5HemYrZFhlS3pLNFVDOW1IT0U1emhrS0ZDdUhpNHNLcVZhdHdkbmFtVDU4KzMzMk15V1F5aGc0ZFN2ZnUzWEYzZDhmUzBoSkxTOHNzaWxqSVRqNTkra1JrWkNTLy9QSUxWYXRXcFgvLy9pUW5KMk5xYXNya3laT2xBczd5QzNxOWUvZkd4Y1VGQ3d1TGRNOVZvVUlGYnR5NHdadzVjMWk0Y0tHcVg0cVF3K2pxNnVMdjc1L3VmS2w3OSs3Uyt5NDZPbG82LzBwT1RwWnVxYW1weUdReXRMUzBwRCsxdExUUTFkV2xZTUdDNm5nNUtwR3JreG1HaG9iL3VWYURsWldWUmhac3pKOC9QMWV1WEVuWGhhUlRwMDdwWmhna0pTVVJIeDlQZkh3OGlZbUpBTklCOVBuQnBJbkxLM1IxZGI4cGthR2pveU5hOUdtNFhyMTYwYmx6WjNSMC92bFlOalkyeHRuWkdXZG5ad0JTVTFOSlNrb2lPVG1abEpRVVVsTlRwUyt2ejIvYTJ0cnBacHNKUDE2elpzMFVqbHVSa01qOXhIR2FjNHdjT1pMaHc0Zi81MzlmRXhNVDVzNmQrNE9pRW5JQ1kyTmpEaHc0UUsxYXRjaVhMeDlKU1Vta3BLU2tleS9WcjErZnUzZnZLazFpZks1bzBhS3NYYnMySzBNV2NwR3ZYZmcxTURENGFoRmFUWktya3huQ2YvT3Q3VlIxZEhUUTBkRVJCNVlnL0FmYTJ0cGZMVEFubnlYMWVURXlRUkJVUnh5bk9ZdElGQW4vVnFOR2pSVHVaL1JlK2xvaVF4Q0VyQ1UrNVFWQkVBUkJFQVJCRUFSQnlGRkVNa01RQkVFUUJFRVFCRUVRaEJ4RkpETUVRUkFFUVJBRVFSQUVRY2hSUkRKREVBUkJFQVJCRUFSQkVJUWNSU1F6UG5QOCtIRWNIQng0L1BpeHVrUEpsbmJ2M3MzVnExY3ozUC9iYjc5eDU4NGRGVWFVY3h3N2RveXhZOGR5Ly81OXBmc1RFeFBwM0xtelZBMWZFSVlPSGNxK2ZmdVU3bnY2OUNsOSt2Umh5NVl0UUZyM2hKMDdkMHJkaEFUVlNVbEp3Y3ZMaTdkdjM2bzdGRUhGamg0OXlycDE2NzQ2N3ZidDJ4dy9mcHlRa0JBVlJDVjhqMXUzYnJGdDJ6WWVQbnlvN2xDRWJDZzJOamJkdHNqSVNPYk9uVXRNVEl6U3gweVpNa1g2YmhhRS8rTEVpUk9zVzdlTytQajRUTWVGaG9iaTV1YUd1N3U3UnY0T0ZOMU1Qak4zN2x6dTNidkhoZzBiMUIxS3RoTVZGY1hnd1lNeE56ZFhla0wrOE9GRDJyVnJSNTA2ZFFnSUNFQW1rNmtoeXV4cnk1WXRlSHQ3MDZWTEZ5cFZxcFJ1ZjNKeU1rZU9IT0hkdTNkcWlFN0liczZlUFl1bnB5ZlIwZEgwNk5FajNmN282R2gyN2RwRm5qeDVHRFJvRUNkUG5xUmZ2MzRzWDc2YzNidDNLMzJQQ1ZuajZ0V3I5TzNibDZsVHA3Snc0VUk4UER4NDl1elpOeisrZGV2V05HL2VQQXNqRkxMSzd0Mjd1WExsQ3NPSEQ4OXdUR1JrSkMxYXRPRE5temRNbVRJRk56YzNGVVlvZk0yQkF3ZVlQMzgrR3pkdXBFS0ZDdW9PUjhoR2R1M2F4WVFKRTlpN2R5OU5temFWdGg4OGVKQVpNMllRRXhQRHdvVUxGUjd6L3YxN2xpeFp3dURCZ3hrMGFKQ3FReFp5bVkwYk4rTHY3NCtUazFPR1kySmpZN0czdHljb0tJZzhlZkxRb0VFRDZ0V3JwOElvMVMvWEp6T2NuWjB6ekxpYm1Kamc2ZWtKZ0srdkw5ZXVYYU5HalJyU3RpODFhZElFYTJ2ckxJczFPenQ1OGlSeGNYSDA3dDFiNmY0S0ZTb3djdVJJVnExYXhlYk5tM0YwZEZSeGhObFhkSFEwdi8zMkc4V0xGMC9YNmtzUWxGbXlaQWs2T2pyTW1qVkw2ZjU4K2ZJQlNCbjRkdTNhY2VEQUFRWU9ISWlWbFJVN2R1eWdTNWN1S290WGt4MDdkZ3lBN3QyN0E3Qmp4dzZ1WGJzbS9SOWxKQ1VsaGRqWVdBd05EVVV5SXhlYlBuMDZiOTY4b1dUSmtpeGJ0b3llUFh0U3MyWk5kWWNsL0wvazVHUkF0SEFWMGl0WHJod0pDUW5ZMnRxeWNlTkdCZzRjQ01EQWdRUFp1SEVqeTVZdG8xKy9mbFN1WEZsNnpMbHo1MGhOVGNYT3prNWRZUXU1eU9YTGwybmV2SG1HbjA4cEtTa01IRGlRb0tBZ1pzeVl3YnAxNitqV3JSdlhyMStuZVBIaUtvNVdmWEo5TXNQWDE1ZUhEeDlTdG14WlFrTkRTVWhJb0ZLbFNqeC8vbHhoblB4cVNWQlFFSk1tVFZMNlhBc1hMdFRZWk1hZVBYdVF5V1EwYjk2Y1VhTkdLUjN6OGVOSDh1VEpnNStmSDdkdTNWSTZadmp3NFZTdFdqVXJRODEyamh3NVFteHNMTU9HRFJNL21JU3Z1bkxsQ3FkUG4yYm8wS0VaOXE4M01EQUFVSmg2MkxWclZ5cFZxa1RQbmowcFY2NmNTbUlWMHBZYWxDdFhqbHExYWtuYlNwUW9rZTQ3NWt1M2J0M0MwdEl5cThNVDFPaTMzMzVqelpvMTJOblo0ZUhoUWZYcTFlblZxeGNCQVFFVUtGQkEzZUVKUUZKU0VnRGEydHBxamtUSWJ1clZxOGY1OCtkcDFhb1Znd1lOb2xLbFN0U3ZYeCtaVENhZE5QNzk5OThLeVl6ZHUzY0RFQllXeHJadDI5STlwNjJ0TFdabVppcDdEVUxPRXhZV3h0T25UM256NWcxdjM3NmxSSWtTK1B2N1Mvc3JWNjZNcWFrcHFhbXBPRG82c25mdlhpWk1tTURzMmJOcDFLZ1JkbloyTkcvZW5MTm56MnJNZXkzWEp6TUFiR3hzT0hEZ0FBNE9EdnoxMTE5Y3VYS0ZpUk1uNHVYbEJhUmRXVHR6NWd3V0ZoYmN1SEZEWVlsRVVsSVM5ZXZYNTlHalI3UnUzVnBkTDBHdG5qOS96ckZqeDJqUm9nV21wcVpLUDZEbGRIVjE4ZmIyem5CLysvYnROUzZac1g3OWVnQUdEQmhBVkZTVTBqSHlrOUtVbEpRTXgyaHJhNU0zYjk2c0NWTElObWJNbUVHK2ZQbVlPWE1ta1BiZTBOUFRVeGdqVDJaOHVaN1h3c0tDdzRjUDgrTEZDM2J2M2syblRwMmtzY0tQZC8zNmRlN2N1WlBoREJvaDkzbi8vcjAwSXlvdUxvN2s1R1JldlhvRnBIMy9tWnFhQW1rL1NQdjA2WU94c1RHZW5wNlltWm14WXNVS2hnd1pRdGV1WGZIeDhVRlhWMWR0cjBOVDNMcDFDMmRuWjNidjNvMnhzWEc2L2ZKa2hvNk84cC9EcDA2ZHdzdkxpeVZMbG1qVWxVNGhUYzJhTmJsNDhTSW5UcHdnSUNDQWd3Y1BTdnM2ZCs2TWo0OFBQajQrQURnNk9uTHk1RWtBeG8wYnAvVDVqaDA3cGpFbm1NSy9zMzM3ZHFaUG55N2RYNzE2TmF0WHI1YnU3OSsvbjNidDJqRmd3QUQyN2R1SG82TWpTNVlzQWFCbHk1YXNYcjJha1NOSDBxaFJJL2J2MzArZE9uVlUvaHBVVFNPU0dabjU5T2tUSTBhTVFGZFhsMGVQSG5IdzRFRUdEQmdnN1YrNmRDbjM3OS9ubDE5KzBkaXJhQnMyYkNBNU9abFJvMFpSdVhMbERFKzJoZlR1M2J2SHhZc1hLVnUyTERWcTFQaHFMWkhMbHk5alpHU2tkRi9WcWxXNWZmdDJWb1FwWkJNK1BqNmNPWE9HbVROblVxSkVDZDY4ZVVPMWF0VVlQbnc0TTJmTzVOV3JWNFNGaFVrMUdmNzQ0dys2ZHUxS1dGZ1lZV0Zodkg3OW10VFVWT241YnR5NG9UQmpRUGl4dG16Wmdrd21VL2pPRUhLM3BrMmJwaXQwTFQvSmxYOUd2MzM3bGxhdFdoRWVIczZKRXlla2t4ZEhSMGZ1M0xuRGloVXJhTisrUFFjT0hNanc4MTc0TWJ5OXZmSHg4V0hnd0lFY1BudzQzWDc1TWhObGlhVlBuejdoNU9URXMyZlBzTFcxRmNlNWhxcFFvUUlWS2xUQTJ0cWF1M2Z2RWgwZGpZNk9UcnFMREM5ZXZDQXhNWkVqUjQ1aytMMWJxRkFoVllRczVHQk9UazUwN3R5WktWT21jT3ZXTFg3NzdUZUYvUWtKQ1RScTFJaWJOMi9TclZzM1pzeVl3WXNYTDZUOUhUdDI1TVdMRnl4WXNJQUdEUnJnNnVyS3hJa1RjL1dGTFkxUFpqZzdPL1A4K1hQV3JsM0x3WU1IY1hGeG9XUEhqaFFzV0pBSER4NHdlL1pzU3BRb3dkeTVjOVVkcWxwOC9QZ1JEdzhQOVBYMTZkQ2hnN1E5T2pwYTRhVHBXeGdhR3Y3bzhMSTlkM2QzQUdsR1JVWkZmSktUazltMGFSUEZpaFdqVTZkT1NzZVVMRmt5YTRJVXNvWDQrSGpHamgxTHFWS2xtRHg1TXBCV2xGamVKVU5QVDArNmlpajM0c1VMTGx5NFFPblNwYkcydHFaMDZkS1VLbFdLVXFWS1VicDBhU3BXcktqeTE2RXBJaU1qMmJObkQzWHExTUhjM0Z6ZDRRZ3E0dWJtUmtSRUJBQkRoZ3pCME5DUTVjdVhBMkJzYkN3bE11N2Z2OCtpUll2U3JaMWZ0bXdaa1pHUmJOMjZsU1pObXJCdjM3NE1sNU1KLzkyTUdUUHc4L1BEMjl1YkZTdFdNSGJzV0lYOThzOVVaY21NS1ZPbThPelpNK3p0N1VVaVE4TWtKQ1F3ZS9ac3hvMGJKeVVncmwyN1JrSkNBbnA2ZWpnNU9iRm16UnBwZkhCd01MVnIxNlpWcTFaMDdOaFJYV0VMdVVEaHdvVXBYTGd3ZCs3Y3dkYldsbXJWcWtuN1ZxNWNpYk96TTNGeGNiUnQyNVlEQnc1dzRNQUJwYy9qNU9URXNXUEhtRFZyRmg0ZUhwdzZkU3JYWHBUWCtHU0dpWWtKVFpvMFlkaXdZZGpZMkdCcGFjblBQLy9NcmwyN2FOKytQY25KeVJ3NmRFaGpyNTRzWDc2YzhQQndEQXdNRk9vOW1KcWFmclZWMEplK04vbVIwLzMxMTE5czM3NWRZWnQ4eWNtWDR1TGkyTFJwRStYS2xjdHdqSkM3VFo4K25ZY1BIN0preVJKQ1FrSjQrZklsR3pkdXBGS2xTcmk2dWhJZUhvNnBxYW1Vc09qZnZ6OG1KaWFpSGJLYXJGNjltc2pJU0tWTHZ6NSsvSWlycTJ1bWozLzkrblZXaFNaa29mYnQyd1B3NTU5L0VoY1hSOUdpUmVuVHB3OEFkKzdjb1c3ZHVqeDU4b1FKRXlaSVNjblBhV2xwc1huelp2TG56OC9LbFN1cFdiTW1TNVlzWWVUSWtTcDlIWnBDUzB1TEhUdDJVS05HRFNaUG5reXpaczM0NmFlZnBQMFpKVFA4L1B4WXYzNDl4WW9WWStQR2pTcU5XVkMvMzM3N2pZVUxGN0oxNjFhOHZMeXdzYkVCMHBZQ1EvcjN5OEtGQzlIUzB1TGR1M2NaTGlPeHM3TmowNlpOV1J1NGtDczhlZktFcDArZjBySmxTM3IzN2szUm9rVnhkM2ZuMGFOSGFHdHJjK1RJRWVyV3JjdU5HemN5ZkE1TFMwdmMzTndZTTJZTW9hR2h1YnJ3dE1Zbk0rYk1tY1BIangvUjB0S2lVcVZLckYyN2xzR0RCMU81Y21VaUlpSTRlUEFnZGV2V1ZYZVlhdkh1M1R2cGl0T1gzTnpjMGwwbEZoVE5temRQSS9zOUMvK08vRXRwMHFSSkNrV0kxNjVkaTY2dXJzS2FTVWdyTWhrV0ZxYlNHSVUwVVZGUnJGaXg0cHYzSnlZbWtwQ1FRTDU4K2FTbFp2SWZ4VUxPSkY4YkQybi92N3E2dW5oNmV2TGt5UlA2OXUyTGdZRkJwclZVS2xTb3dOYXRXeGt4WW9Tb2haVEZTcGN1emJKbHkzQjBkS1J2Mzc0RUJnWktTd1RrZFlmeTVNa2pqWC8rL0RrT0RnNEFiTnUyVFN3TjBFQWRPblRnMkxGajlPclZpNVl0VzdKZ3dRS21USm1TWWZKcitmTGxkT2pRZ2VUa1pFSkNRaFQyblQ1OW1zdVhMMzkxbWJFZ3lKMDVjd2FaVElhdHJTMXIxcXlSTGg0dlc3YU0wYU5IUzdOdXY5WTFKem82bWhrelpsQzRjT0ZjM1lCQUk1SVo3OSsveDkvZm4zZnYzdkhwMHlmOC9mMFYxaGZsejU5ZitudlpzbVV4TWpJaVBEeWMvLzN2ZnhwZHFHZkNoQWxFUmtaaWJHeWM3cVQ4eTZtYWdxTEF3RUMyYnQxSzFhcFZ4UlZZNFp1NHVyclNxVk1uVEUxTkNRb0tZdkhpeGZUcTFVdTZJdlNsSWtXSzhPZWZmNUthbW9wTUp1UGR1M2M4ZXZTSWtKQVE2VTl6YzNNV0xseW80bGVTKzgyWk00ZjM3OThyblpwdWFtcktUei85eE0yYk42VnQ4K2JOWS9yMDZkeTVjNGN5WmNvQUVCSVNncU9qbzFpaWtrUHQyclVMSFIwZG9xS2lxRjY5T2pObnptVFpzbVUwYmRvVUN3c0xxbGV2bnVuajVmVTFXclZxUllrU0pWUVV0ZVlhUEhnd2UvYnM0ZHk1YzdpNnVrb0Y4LzcrKzIrRlArUGk0ckMzdCtmMTY5ZE1uejVkWXd1L0Mya3R6d01DQXVqWXNhUFVJU3doSVFHQUZTdFc0T0hoSVkxMWNuSmkyYkpsNlo3RHg4ZUhoUXNYMHFoUm8wd1Q0SUx3dVJNblRsQ3paazJLRlN1bXNGMVBUNC9Bd0VDbE0vbVdMRm1DcGFXbDFGbFNYMStmTTJmT1lHOXZUM0J3Y0s3dW9LVVJ5UXcvUHo4YU4yNHMzWmYvdldqUm90SzJpSWdJcGt5WmdxZW5KNmFtcHZUcjE0OE5HelpnYlcxTjkrN2RHVDkrUE5iVzFocVRXZlh6ODJQSGpoM1kydHBTb0VBQlRwMDZwYkIvMnJScDN6M3JZT25TcFQ4eXhHd3JKU1dGNGNPSGs1S1N3b29WSzZRcHlITEp5Y25wL3Uza1dkZlUxRlRpNHVMU1BhZWVucDdHdlBjMFZmUG16V25ldkRueDhmSE1tVE9IZ2dVTFNqVlg1TjYvZnk4bEsxNjlla1ZTVWhLMWE5Y21ORFNVeU1oSWhiSDYrdnBpN1c0V3VIZnZIaXRXcktCVHAwN3Byc0JCMm8rUWIxRytmSG44L1B4K2RIaUNDbHkvZnAxNzkrN1J0R2xUUWtORHFWT25EbzZPanRTc1dSTjdlM3RTVWxMNDlPbVRORDQyTmhaOWZYMkZ6M0I1SzFDUnlGQ2RkZXZXVWIxNmRWYXVYTW1ZTVdNb1Zhb1U5Ky9mQjVDS2hNNllNWVBBd0VCYXRXb2x1aFFKVksxYWxYdjM3a2t6ZCtRemVabzFhMGFUSmsxSVRFeGt6cHc1U2g5NzRjSUZ1bmJ0aXFXbEpTZFBuc3pWQlJpRkh5Y21Kb2F6Wjg5bWVOSDR5Wk1uWEx0MmpTNWR1Z0JwaFlvUEhUckUrL2Z2Z2JSWmY4T0dEZE9venkrTlNHWTBhOWFNdVhQbk1tdldMRjYrZk1tR0RSdFl1M1l0NTgrZjUvbno1NnhjdVpLTkd6Znk4ZU5IMnJWcngrYk5teWxhdENnREJneGc1TWlSN051M2ozMzc5bEd5WkVrY0hCdzA0cVE4TWpJU0l5TWpObXpZb0hUZHI2ZW5wOUtUN3N4b3dyOGJwRTA1ZnZMa0NiMTc5OGJXMWpiZC9uWHIxakY2OUdpbGp3MElDRkE2NVRnNE9GaWhDSkNRZTgyWU1ZT0hEeCt5ZmZ0MktlSHE1K2VIdmIyOVZIandjeEVSRVRScDBnUUxDd3VGVzZsU3BVUUNMQXNFQlFXaHA2ZkhtalZyRktaNGhvYUdFaE1Uby9ReGI5NjhBZURodzRjWmRvTXlNek5UMmpwU3lIN2MzZDFwM0xneFJZb1VJVFEwRkE4UER5NWN1TUNVS1ZQdzl2WW1PRGhZcXN1d2UvZHVCZzRjeVBYcjE2bFJvd2FROW1OMThPREJkT3ZXVGZwQkttUTlDd3NMVnF4WVFjMmFOU2xWcWhTM2I5K1dabVNjUEhtU2lJZ0lYRnhjaUlxS1l1N2N1Ymw2V3JidzdUNWZnaVQvL0xhenMyUDgrUEZFUkVRd1o4NmNkSjFOQUhyMzdvMjV1VG1uVHAzUzJMcDd3dmU3Y3VVS01URXhCQVVGTVhic1dKNCtmY3I3OSs4Wk8zYXNOTE96U0pFaWJOdTJEVWliNVhubzBDRjFocXgyR3BITU1EVTFwVkdqUmhRcVZJaW9xQ2dhTldxRXQ3YzNBUDM2OWVQOCtmTllXRmpnNmVsSmp4NDlwTWRaV1ZseDVjb1Z2TDI5V2J4NE1WZXVYRkY2TXBFYnRXL2ZubDkvL1pXeVpjc3EzZi91M1RzVlI1Uno2T25wTVgzNmRQcjM3NS9wdUtaTm0xS3BVcVZNeDV3L2Y1NkhEeC8reVBDRWJPejgrZk1zWGJxVTl1M2IwNjlmUDJsNzBhSkZxVisvUGhZV0ZwUXZYeDRMQ3dzZVBYckVtREZqY0haMnh0SFJVUnA3NHNRSmhnNGRpcGVYbDFqcm5RVTZkZXBFZkh4OHVpV0l2WHIxNHVyVnE1aytOck1wNjF1M2JoVWRFM0tBUjQ4ZXNYLy9manc5UGFXV2VVWkdSaHc0Y0lEeTVjc3pZY0lFVnExYXhZc1hMeWhldkRnVktsUWdJU0VCWDE5ZktabngrKysvczJmUEhnb1VLQ0NTR1NvMmJOZ3c2ZTlidG13QjBvN0wzMzc3alUyYk5qRng0a1NGNVFPQ0VCUVVKQjI3OGhtUThsa1c4bG0xK3ZyNkxGMjZWS0dXM0ljUEh6QTFOVlVvNm01alk0TzF0YldxUWhkeUlHMXRiY3pOelFrT0RpWTRPSmp3OEhBK2Z2eUl0N2MzbHBhVzFLNWRtNWlZR0k0ZlB3N0F5NWN2MVJ5eCttbEVNaU16R3paczROeTVjeng2OUlpQWdBQUNBZ0tVanV2Y3VUT2JObTNLMVd1T1BxZXRyVTNidG0wejNCOFhGL2RkQlVDMXRiVTFxc2paTDcvODh0VXhmZnIwVVRnSlZXYkFnQUVpbWFFaG5qMTdScytlUFVsTlRhVnk1Y280T1RseC8vNTk3dHk1dzVRcFV4UUtEZ0pVcmx5Wk1XUEdFQmdZS0wyUC92enpUeHdjSEVoT1R1Ymh3NGNpbVpFRjlQWDFGUkpOY29zWEx5WThQRnhoVzFCUUVETm56c1RjM0p5blQ1OVN1SEJocWxhdHF2VHpvVmF0V2xrV3MvRGpUSnc0a2Z6NTg5T2pSdzhwbVFGSUp5Z3RXN1prNWNxVkhEMTZGQ2NuSnl3dExjbWZQeisrdnI3U3RPR3paODhDaUVTR0dyMTU4d1pQVDAvMDlQVFl1blVyMXRiV3VMbTVNWERnUUV4TlRkVWRucEJOZlB6NEVVdExTK3p0N1RsdzRJQjBJYTlJa1NMQVA4dE84dWJOaTZ1cmE3b3VmMEZCUVFRRkJVbjNseXhaSXBJWlFxYWFObTNLWDMvOUpkMnZWNjhlWm1abVVndldlZlBtOGZyMWEya0p1eWdtTHBJWjBwUnNRME5EWW1OamxSWjBTMGhJb0VxVktreVpNa1VORVdaUG5UdDNWdmdoOXpWMTY5Ymx5cFVyV1JpUklPUnMvdjcrVXJGWWVYRzZRb1VLVWFWS0ZlclhyNTl1dkxtNU9VV0tGSkhxTGdRR0J0S3VYVHZpNHVJNGZQZ3dEUm8wVUYzd0FrMmFORkc0SHhzYmk0dUxDN1ZyMTZaRGh3N01talVMTnpjM2hnd1p3cXhaczJqYXRLbWFJaFgrcmRUVVZLNWZ2ODdJa1NNelhQL2Vva1VMOHVYTHg0a1RKM0J5Y2tKYld4dHJhMnN1WGJva2pmSHg4YUZnd1lJMGI5NWNWYUVMWHhnNmRDaFJVVkdNSGoyYTRzV0w0K0xpd3ZEaHd4azdkaXc3ZCs1VWQzaENObkgxNmxWU1VsS2syamJQbno4SC9xbDFJMDltNk92ckV4MGRUV3BxcXZUWVlzV0swYUpGQzNidDJpVnRrOWZLRVlULzRuLy8rNTlVc3lza0pBUUxDd3MxUjZSZUdwL00rSnc4OC9vbEt5dXI3NjRQb1FsMGRIUytxVk5DUnNXUkJFSDRSOE9HRFJrK2ZEalZxbFdqV3JWcVZLbFM1YXN6SzlxMGFjUDI3ZHRadVhJbExpNHVKQ1ltNHVYbFJmdjI3WW1Nak5TWW1XVFpUV3BxS29NSEQrYlJvMGRjdVhKRm1sVmpZMk5ENzk2OTZkcTFLK2ZPbmN2VmZkOXpJNWxNeGkrLy9NTHc0Y016SEtPdnIwL0RoZzA1Zi80OENRa0o1TW1UaDVvMWEzTDI3RmxDUWtMUTFkWGw3dDI3REJvMENCMGQ4Uk5NSFJZdVhNaVJJMGNvWHJ5NFZDVFAwZEdSalJzMzR1WGxoYVdsSmVQSGoxZHpsRUoySUw4SUo3K2djUGZ1WFNDdHlDSWcxVWt5TURCUW1xaVF5V1RpT0JmK3Mram9hQUlDQW5qMDZKR1lpYUdFT01LRWYwMWJXNXVKRXlkK2RaeW1GUDRVaFAvQzNOejh1OWRxZCs3Y21lM2J0ek4yN0ZoTVRVMDVkZW9ValJvMUF0S1NzMXBhV3RLVWRrRTFVbE5UR1RWcUZIdjI3R0g5K3ZYVXFsVkxZWW5RK3ZYcmFkQ2dBUzFhdEdEZnZuMFp0dDRWc3Fkdm1hSFp0R2xUenB3NXc1VXJWMmpTcEltVXRMcDI3Wm8wVGYzeitseUM2cmk3dStQczdJeXVyaTQ3ZCs2a1lNR0NRTnJGR1M4dkwrcldyU3Y5cmhFSkRlSExaRVpBUUFCbVptYVltSmdBL3hRRUZaMUtoQi9sMUtsVEhEbHloR2ZQbmhFV0ZzYURCdzlJU0VpUUNzbE9uanlaME5CUURBME5BUlJtQTJrcWpTalY3T3ZyaTVXVkZhZFBuK2IyN2R0WVdWbmg1ZVdsN3JBRVFSQ1VTa2xKSVNnb2lMVnIxOUt6Ly9mZTJ3QUFDT1JKUkVGVVowOHNMUzNUamZIejg4UFoyVm02ZitMRUNTbVJBZkQ0OFdPZVBYdW1rbmlGTkRFeE1mejg4ODk0ZUhnd2ZQaHduSnljMG8zSmx5OGZSNDhlcFVDQkFyUnMyUkpuWitjTXU2QUlPVlBUcGszSm56Ky8xQ25EenM2T0d6ZHU0T0Rnd09IRGh5bFVxQkF0V3JSUWM1U2FKUzR1am9FREJ6Smh3Z1MwdGJYWnNtVkx1ditES2xXcXNILy9mblIwZEpnd1lRTDkrL2RQMS9KYTBCeUppWWxjdkhpUllzV0tVYVpNR1Y2K2ZNbk5temRwMkxDaE5FYisvc2lmUDcrNndoUnltYnQzNytMcDZjbURCdzhvWGJvMEJRb1V3TnJhbXJObnowb3pnNG9WSzhhQkF3YzRjT0FBYTlhc1VYaDhnUUlGME5mWFYwZm9hcU1STXpQeTVzMkxtWm1aUXZYNXlNaEloVDd3Z3FCcWh3NGRrdGE4WmVUR2pSc3Fpa1pRdCt2WHIrUHI2OHZGaXhlNWRPbVMxRGxKUzB1TGxpMWJTdVArL1BOUHBrK2Z6ckZqeDlEVjFhVlpzMmI0K2ZteGFORWlEaDQ4aUV3bTQ5T25Ueng3OW96dTNidXI2K1Zvbk92WHJ6TjQ4R0NDZzRNWk5td1lhOWV1elhCczZkS2w4ZmYzcDNYcjFpeGN1SkJ0MjdheGI5OCtoV1NVa0hQVnIxK2Z0Mi9mU2kwZEN4Y3VUT0hDaFhuMTZoVy8vLzQ3dzRjUEYxUFBWZWowNmRPTUhEbVNrSkFROHViTnk2NWR1N0MzdDFjNjFzN09qbVBIanRHdFd6ZDI3TmpCbVRObmNIVjF4ZEhSVWFGRnA1RDcrZnY3OCtuVEp5bnB0V25USnBLVGsybmZ2cjAwNXNtVEp3Q2kyTGJ3d3d3Yk5veFJvMFpKbnpmeUFxQ2ZKMS96NWNzbnRZYi84anppd1lNSHFnczJtOUNJYjlQNjlldW5xNFd4YmRzMkxseTRvTER0MXExYmpCbzFLdDNqbnoxN0psVXVGdjRSSHg4dlRYUEtURXhNak5RYldmaUhqNDhQUGo0KzZnNUR5Q2Jtelp2SDBhTkhrY2xrVksxYWxYNzkrdEc4ZVhPYU5XdEdnUUlGT0h2MkxPN3U3dEo3cG0zYnRpeGZ2cHl5WmN0U3IxNDlEaDgrVEw5Ky9WaS9majM3OXUwREVFVkFWZVRwMDZjMGJkcVVoSVFFWnMrZXpZd1pNNzc2bU9MRmkzUDU4bVhHangrUGo0OFAxYXRYVjBHa1FsYnk4UENRcnB3cEV4SVNRa3BLQ284ZlAxYjRyZEczYjEvcTFxMnJpaEExU2tCQUFQUG56NWVXZVZXdFdwVzllL2RTdFdyVlRCL1h1blZycmwrL1RxOWV2Zmpqano4WU9YSWtjK2JNb1dmUG5vd2ZQNTVTcFVxcElueEJ6ZVRmdGZYcTFlUHQyN2NzVzdZTVEwTkR0TFMwR0RWcUZOcmEydXpjdVpOOCtmSlJwVW9WaGNlbXBLUVFGeGVudEttQUlHUW1YNzU4M3pVK3MyVW04bnFQdVQxNW5ydGZIWEQ0OEdHbC80a0RCZ3hnd0lBQkN0disrdXN2dG0zYmxtNXNiR3lzU0dZb29hMnRyZEN6UFNQcjFxMVRRVFE1ejVvMWEramZ2MyttWTRZTkc2WlFDVnZJdlNaTW1FRHYzcjFwM3J3NWhRc1hscmEvZnYwYUN3c0xIajkrREVDalJvMXdkbmFtVFpzMjBwZ2pSNDdRcUZFanZMeTgyTDkvUHdrSkNlam82SWpXanlwaWJtN09ybDI3TURVMVRkZlZKRE1HQmdaczJMQ0I4UEJ3VWF3MUZ6aHg0c1JYdTN4cGEydHo1c3daenB3NUkyMnp0cllXeVl3ZjdQNzkrOWpZMkJBZkg0Kyt2ajdPenM1TW1UTGxtMmRYVktwVWlXdlhydUhoNGNHY09YTjQvZm8xZm41K3pKczNMNHNqRjdLTHo1TVpJMGFNSURJeWt2SGp4Mk5rWkNUTnZDdGN1REJyMXF6QndNQ0FPM2Z1NE9EZ2dMVzFOZS9ldlNNNk9sb3FGQ29JUDFwd2NERDM3OStYTHN6TGYwUDg4c3N2R0JnWW9LdXJ5OTY5ZThtVEo0L0N5b1RjS05jbk00b1hMLzdOWXp0MzdpeTZtWHdISFIyZGJ5cnVLZXFUS0tlbnAvZlZtUzI1UFpzcS9DT2prK0NpUll0aWIyOVBXRmdZRXlaTW9FNmRPdW5HbEN4WmttdlhydUhzN015aFE0Y3dNREJneVpJbGxDNWRPcXZEMW1qRmloV1RDc0ZsTkczOVc4aUxFQW81MjRrVEo5UWRndkQvS2xXcWhJZUhCNEdCZ2JpNHVGQ3laTW52Zmc0ZEhSM0dqQm1EbzZNajI3ZHZwMzM3OXFMUW93WnhkWFZsOU9qUldGbFowYXhaTXk1ZXZJaUxpd3NtSmlaRVIwY0QvOWZlM2VLMEVvVUJHUDRLTFUxYUFZWUY0SEVzQUVjVldOQ1ZCRjFWZzY1Q29HcVFMSUVkWUpBRUhBckJIa2hUQkxlRW0weTQ1Wll5ODNXZUowR1EwT1p3ZWc3UWwvbjUrNy9vT3pzNzhmRHdFUGYzOTlGdXQrUGc0S0R3YUc5WXhNYkdSblM3M1hoOGZJeVRrNU5ZWDErUG82T2oyTnZiaTRqM0MwM1BMbHk3dWJrWm85Rm9ycVBvTS9OTzZZL1pGWW1MM04zZC9lSklxcWNvOE56YzNNejkrSmVYbDU4Y1RqcFBUMC9SYURRK1BqODdPNXY3Rjl6VjFWWGgwVUxVeTJnMCt1ZlhiRzl2eDNnOGp2RjQvQXNqSWlMbXZsUE1jRGlNNFhDNDVOSHcyNjZ2cjhzZUFsL285L3ZSNy9jWGZwNU9wL1BsN1hoWlRjZkh4OUhyOWFMYjdjYnA2V25zNys5L2hPZWlVd0U2blU1TUpwT1B3LzQvLzkwSC8yc1dKbVlHZzBFTUJvT0lLTDRyMXUzdGJieSt2c1prTXFuTmhVREZERml5NzU3L0JnQkF1YmEydGlMaVBVenM3dTdPOVJnUmc3SzFXcTFhWGErbEZyZG1CUUFBQUZhSG1BRUFBQUNrSW1ZQUFBQUFxWWdaQUFBQVFDcGlCZ0FBQUpDS21BRUFBQUNrSW1ZQUFBQUFxWWdaQUFBQVFDcGlCZ0FBQUpDS21BRUFBQUNrSW1ZQUFBQUFxWWdaQUFBQVFDcGlCZ0FBQUpDS21BRUFBQUNrSW1ZQUFBQUFxWWdaQUFBQVFDcGlCZ0FBQUpDS21BRUFBQUNrSW1ZQUFBQUFxWWdaQUFBQVFDcGlCZ0FBQUpCS1pXTkd1OTJPOC9QemFEUWFLL3V4dHJZV3pXWnpLWE4zY1hGUit2ZVhjZTVtODJmdDhSM1dUQTUxK2RuWWFyWEtudXBLc2s5enNFOVpoSDFPV2F5OWNsUnJOSjljWGw3RzgvTnoyY05ZcW1hekdZZUhoei8rdk9adU1lYVA3N0ptY3FqTDY5VHI5Y29lUmlYVjVmVzNUNnZQUGwyZXVxeWY3UHQ4RlZsNzVXaE1wOU5wMllNQUFBQUFtRmRsVHpNQkFBQUFLQ0ptQUFBQUFLbUlHUUFBQUVBcVlnWUFBQUNRaXBnQkFBQUFwQ0ptQUFBQUFLbUlHUUFBQUVBcVlnWUFBQUNRaXBnQkFBQUFwQ0ptQUFBQUFLbUlHUUFBQUVBcVlnWUFBQUNRaXBnQkFBQUFwQ0ptQUFBQUFLbUlHUUFBQUVBcVlnWUFBQUNRaXBnQkFBQUFwQ0ptQUFBQUFLbUlHUUFBQUVBcVlnWUFBQUNRaXBnQkFBQUFwQ0ptQUFBQUFLbUlHUUFBQUVBcVlnWUFBQUNRaXBnQkFBQUFwQ0ptQUFBQUFLbUlHUUFBQUVBcVlnWUFBQUNRaXBnQkFBQUFwQ0ptQUFBQUFLbUlHUUFBQUVBcVlnWUFBQUNRaXBnQkFBQUFwQ0ptQUFBQUFLbThBVVVYOUkwYkdwdWZBQUFBQUVsRlRrU3VRbUNDIiwKCSJUaGVtZSIgOiAiIiwKCSJUeXBlIiA6ICJmbG93IiwKCSJVc2VySWQiIDogIjEyMDQwOTk1NDkiLAoJIlZlcnNpb24iIDogIjExIgp9Cg=="/>
    </extobj>
    <extobj name="ECB019B1-382A-4266-B25C-5B523AA43C14-2">
      <extobjdata type="ECB019B1-382A-4266-B25C-5B523AA43C14" data="ewoJIkZpbGVJZCIgOiAiMzgyNTg2Njg2NDA2IiwKCSJHcm91cElkIiA6ICIxMzg4OTU2MDc0IiwKCSJJbWFnZSIgOiAiaVZCT1J3MEtHZ29BQUFBTlNVaEVVZ0FBQTVFQUFBQjhDQVlBQUFEdzREUitBQUFBQVhOU1IwSUFyczRjNlFBQUlBQkpSRUZVZUp6czNYZFlGTmZYQi9Edkxrc0hJUWlLZ0dBRFFiR2dZb3dSYXl3eEVhTkdqQm8xMWtRVVd3eXhZS3dvSUNvWVJMRmhSVVUwZHNSQ0JMRWdVYkFpQWtvekZsRHBMR3g3LytBMzkyWFlwYW1KSmVmelBENFBPenM3TzR2Y25UbjNubnN1UUFnaGhCQkNDQ0dFRUVJSUlZUVFRZ2doaEJCQ0NDR0VFRUlJSVlRUVFnZ2hoQkJDQ0NHRUVFSUlJWVFRUWdnaGhCQkNDQ0dFRUVJSUlZUVFRZ2doaEJCQ0NDR0VFRUlJSVlRUVFnZ2hoQkJDQ0NHRUVFSUlJWVFRUWdnaGhCQkNDQ0dFRUVJSUlZUVFRZ2doaEJCQ0NDR0VFRUlJSVlRUVFnZ2hoQkJDQ0NHRUVFSUlJWVFRUWdnaGhCQkNDQ0dFRUVJSUlZUVFRZ2doaEJCQ0NDR0VFRUlJSVlRUVFnZ2hoQkJDQ0NHRUVFSUlJWVFRUWdnaGhCQkNDQ0dFRUVJSUlZUVFRZ2doaEJCQ0NDR0VFRUlJSVlRUVFnZ2hoQkJDQ0NHRUVFSUlJWVFRUWdnaGhCQkNDQ0dFRUVJSUlZUVFRZ2doaEJCQ0NDR0VFRUlJSVlRUVFnZ2hoQkJDQ0NHRUVFSUlJWVFRUWdnaGhCQkNDQ0dFRUVJSUlZUVFRZ2doaEJCQ0NDR0VFRUlJSVlRUVFnZ2hoQkJDQ0NHRUVFSUlJWVFRUWdnaGhCQkNDQ0dFRUVJSStlZ0ozdlVKcUdMYW9vV0psa0RQL0YyZkIvbTRGVXVsVDU0L3V2UHNYWi9INjZBMlF2NE5IM0licVN0cVUrVGZRRzJLRVBJNjNzZnZqdmN1aUxTd2FXZXVMaFQ0S2FDd2Y5Zm5RajV1QWlCRklzZFBXUTl1UG43WDUxSVgxRWJJditWRGJTTjFSVzJLL0Z1b1RSRkNYb2NBU0NrdGswejcrK0c5akhkOUxoelJ1ejZCeWtSQ2diVkNvT2dtZ01EMFhaOEwrYmdwQUZPUkVOWUFQcWlMT2JVUjhtLzVVTnRJWFZHYkl2OFdhbE9Fa05laEFFdzExRVd0QUZBUVdSTXRMUzFNK21FTXJKczNlOWVuUWo0eXlha1BzWFBQUHVRWEZyN3JVM2tqMUViSVArVmphU04xUlcySy9GUCtxMjFLWDA4UDQ3NGZTVzJLa05mMEtEMERPL2Z1dzh0WHVlLzZWSlM4dDBHa3Vyb0lYYnQwUnBmT25kNzFxWkNQek5WcmYySC93Y1BBQjM0eHB6WkMvaWtmU3h1cHEzK3JUVDEvL2h3QTBLQkJnN2R5dkl5TURGaGFXcjZWWTcydXNySXlxS21wUVUxTlRlbTVseTlmd3NqSXFOYkhVaWdVK091dnYrRG82TWkyRlJZV1FrOVA3NjJjNjd2d1gyMVRtcHFhLzFpYnVuLy9QclMwdE5Da1NSUGU5ckt5TXR5OWV4ZE5talRCSjU5ODh0YmY5M1dVbHBiaTFhdFhNRFY5czRGWnFWU0t1TGc0ZlBiWloyL3B6T291T3pzYmYvLzlOOXExYTFmdGZpOWZ2a1J5Y2pMYXRXc0hMUzJ0dDNvT04yN2NnTEd4Y1oyLzk1NC9mMTZuNzEyNVhBNmhVRmp0UG5YOWZxdXIrSVJiT0hqNHlIc1pSRmIvbXlHRUVFTElXelZ2M2p6TW16ZnZyUnhydzRZTkdESmtDRzdmdmwyci9SVUtCUTRjT1BCRy84NmRPNmQwM0w1OSt5STRPRmhwZTA1T0R2cjM3NDh0VzdiVStqTWRQMzRjUC8zMEUySmlZZ0FBVjY1Y1FiOSsvZkRzMmV2WGxKQklKQmcrZkRnMmI5N00yeDRTRW9JNWMrYTg5bkhKdTdObzBTSUVCUVVwYmMvSnljR2tTWk53NWNvVmxhK1RTQ1FvS0NpbzlsL2hXdzcycDArZmptblRwa0VzRnIvUmNVSkRRekY5K25SY3VIRGhMWjFaM1owOWV4WS8vdmhqamZzbEpDVEExZFVWVDU4K3hjeVpNeEVXRnZiV3pzSFYxUlg3OXUycjAydm16WnVIMGFOSEl6ZTNkc0hZOCtmUDRlVGtWTzN2T2p3OEhGOS8vVFdTa3BMcWRDNGZpL2QySkpJUVFnajVFRVZHUmxaN0Uvcnk1VXNBd0xGang2bzlqcE9UVTQwaktZTUdEY0t1WGJ2ZzVlV0YzYnQzMTlockxwUEo0T1BqQTVGSUJKR283cmNBRW9rRWRuWjIrT0tMTDJxMWYzaDRPT1J5T1Q3OTlOTmE3VjljWEl5QWdBQzBhdFVLbjMvK09jUmlNVmF0V29XeXNqS01IRG1TN2RlcVZTc0VCQVRnd0lFRFdMZHVIZHV1cjYrUHMyZlBLaDAzT2pvYUR4OCtoS2FtSm0vN3ZYdjNFQlVWVmF0ekkrK0dYQzdINDhmS1UwZ2xFZ21LaTR1Um1abkoyODZOOUw5NDhVTHBPWDE5ZlVSRVJNREh4NmZhOTlUVzFzYlBQLzljN1Q2OWV2V0NvYUZoYlQ0Q3BrMmJoc21USitQVXFWTVlPblJvclY2anlyZmZmb3VRa0JEczNyMGJQWHYyck5WcjFxNWRpME9IRHIzMmU5cloyV0hyMXExMWZwMUFVRjY3VTAxTkRUMTc5b1NYbHhkU1VsSllCMXBPVGs2VkFaMmFtaHFhTm0zNjJ1ZXN5ckJodzNEMjdGbDRlbnBpOWVyVk5lNS81c3daaU1WaXRHN2RtbTE3OGVJRmlvdUwyV05yYTJzWUdocGkwNlpOU3AxUkppWW1iMzBFOW4xRFFTUWhoQkR5Rm0zZXZGbnA1cldpMHRKU0FJQzN0M2UxeDJuZXZIbU5RYVNscFNXR0RoMks1T1Jrdkh6NUVzYkd4clU2eHpsejVtREVpQkhzY1VGQkFWYXVYSW5SbzBmRDNyN3FncG9lSGg3VmZyYktUcDQ4Q1FNREE1U1ZsZUd2di81U3VVK0xGaTNZelhoQVFBRHk4dkx3KysrL1F5QVF3Ti9mSDJwcWFpeFF6TS9QeCtMRmkyRnRiUTBBNk5DaEErYk9uY3VPcGFHaG9mSTlqaDgvRG5WMWRUZzdPOWZxdlBQejgzSGx5aFgwNzkrLzFwK1YvRE9LaW9yd3pUZmZxSHd1TXpPVGpWaFg1dWZuQno4L1A5NDJGeGNYL1BEREQyalNwQW1tVFp1R1ljT0dvWGZ2M3V6NXBVdVh3c2JHQnA5Ly9qbldyRmtEaVVTaTFBWWxFZ2x5YzNOaGEydkxDeUxEd3NMZzYrdGI1ZWVReStYdzhmR3BNb0R0MXEwYnZ2dnVPOHljT2JQS1kzRHYvK0xGQzN6KytlZFY3bU5vYUlpVEowK3kvY1ZpTVVhUEh2MWFIVWNOR3phczgyc0E4RHEwaGd3WkFqTXpNOTVJN0xadDJ4QWFHcXJ5dFZwYVdyaDA2VktkM3pNeU1oTEp5Y2xWUHQrb1VTTzhldlZLNVFnMlVCNzRjVUYrUkVRRWpJMk5jZVBHRFFEbHY5UGp4NDhqUER4YzZYWFBuajFEZEhRMGIxdGdZR0N0Tzg4K1ZCUkVFa0lJSVcvUi92MzdxMzErd29RSkFJRHQyN2ZYZUt3alI0N1UyR3ZPemRzWlBIaHdsZnZvNk9pb0hLSGpYajkvL254Y3UzWU5QWHIwZ0VRaVVkckh4TVFFRmhZV05aNXZSY25KeWV5R3JycjBOMzkvZjNUcjFnM0hqaDNEZ1FNSDRPcnFpcFl0VytMWXNXTUlEUTJGcjY4djJyUnBBd0RZdW5VckRBd01NSHo0Y0JRV0ZzTGEycG9GbEZWNStQQWhMbDY4aUNGRGh0UnFqcHhVS29XN3V6dmk0dUtncmEyTjd0MjcxK0ZUazdkTlIwY0hPM2JzVU5xK2NPRkNtSnVidzlYVmxiYzlKeWNIYytmT3hZOC8vcWcwZDdCKy9mcG8yTEFoR2pac0NJRkFBQ3NySzk2TnZwYVdGa3hNVERCOCtIRGs1K2ZqMEtGRE9IWHFGTzhZWjg2Y3dmejU4M250UVNLUlFDYVRRU0tSWU9uU3BUVm1CS2pTb0VFRFdGbFo4VHBGT0ptWm1kaTVjeWZHalJ1SHhvMGJBd0FPSERpQWtwSVMvUERERDByN1Z4NXhCNENmZnZvSk9qbzZTRXRMVTVwSFdsRlpXUmsyYnR5SWNlUEcxV3FrZGNDQUFTZ29LRkRhTHBmTEFRRGZmZmNkYjN1VEprMndkKzllT0RzN28zMzc5a3F2Mjdkdkg1NDhlVkxqKzZvU0dSbUo4UER3YWtjQVg3MTZoY1RFUkpYUDJkblpZZWpRb1lpTGk4TzllL2VncWFtSlpjdVdBUURzN2UwUkZCU0VGU3RXd05QVEU5YlcxbkJ4Y1dHdnpjakl3TXFWS3pGdjNyeHFmNzhmRXdvaUNTR0VrSDlBVWxJU1M2MnJLRDgvSHdCdzhlSkZwZWUwdExSNEJXVnNiR3d3ZHV4WTNqNVBuejdGc1dQSDBLdFhyeG9ES0k2NnVycks3UXFGQW12V3JNSFZxMWVocWFtSjVjdVg4NTduYm94SGpCZ0JkM2QzM25OLy8vMDNHNVdVU3FYSXlzcENiR3dzMU5UVTBLbFRKK3pZc1FPNnVycll2bjI3eXB2YUJ3OGV3TjNkSFJvYUdvaVBqNGVucHljKysrd3pqQjgvSGtWRlJkaTRjU01BcUx5cEhqUm9FQndkSGJGcDA2WWFQL3ZPblRzaEVBaVVmbzlWOGZiMlJseGNIUHIyN1VzQjVIdEFUVTBOYmRxMHdjMmJOMkZuWjhkR200Y1BIdzR6TXpQV3djQXBMQ3pFMUtsVDBiTm5UelJ2M3B5bFZhb2lsVXBaWmdCUTNoNDQ1dWJteU03T2hsUXE1WTNnSlNZbXd0emNIUHI2K2dDQTBhTkg0NnV2dm1KRnBRWU1HUEJhSTM2Y0lVT0dBQ2pQV0lpUGowZVhMbDBRSHgrUG5UdDN3c25KQ1E0T0RnQ0FDeGN1b0tDZ0FFT0dERUZxYWlyMDlQUnFIRFc4ZWZNbUprMmFoS0ZEaCtLWFgzNVJlWjVyMXF4QldGZ1k5UFgxV1lkWGRXYk9uS215NHlrakl3UEJ3Y0dZT0hFaUwwT0MrNzNaMmRuQjNOd2M5ZXJWNDcxdTE2NWRzTEd4d2VYTGwrSG01bGJsKzRhR2hpSTBOQlFtSmlZNGZmbzAyNjZ1cnY1YW81Z2NtVXdHWDE5Zk52S29vNk9qdEkrVmxSWDgvUHpRdlh0M1Zpekp4OGNIMmRuWnJ6MXkreUdpSUpJUVFnajVCK3pldlJ1blQ1OVdHVUFCVUNxdUk1RkkwS2hSSXh3OWVwUnRhOVdxRlZxMWFzWGJMelkyRnNlT0hVUC8vdjNSdDIvZjF6Ni8wdEpTTEZteUJKR1JrZERVMU1TYU5XdlFwVXNYOW54T1RnNm1UNStPa3BJU2pCczNUdW4xcDA2ZFlvRWVVSjR5ZXZ6NGNXaHBhV0gzN3QySWlJakFtREZqMEtKRkM1WHZuNU9UQTZBOEJUVS9QeCtXbHBaWXVYSWxIajU4aUtsVHA4TER3d01MRml6QWloVXIwS3BWSzZ4ZXZSbzJOallZUEhnd2poNDl5dExNcXBPY25JeFRwMDZoWHIxNnRhcmtHQlFVaE1PSEQ2TmR1M1pZc21SSmpmdVRmNGRZTE1iY3VYUFJ1blZyckZtekJtVmxaVGg3OWl6cTFhdUhQbjM2OFBZTkRRM0ZuajE3TUduU0pDeGR1aFFDZ1FCejVzeFJXZDNYMzk4Zi92Nyt2RzJkT3BWWGtyV3dzSUJjTHNlVEowL1k2QjlRWGhYVzF0YVdQVzdVcUJHdVhMbUNidDI2QVFEaTQrTXhhOWFzT24vR3RXdlhzbEZSdVZ3T0R3OFBSRVZGNGZEaHc5VytUaTZYNDlkZmYwVkpTUWsyYk5oUTdTaFkyN1p0TVhMa1NPemR1eGVQSHorR2w1Y1g3L2NTRVJHQnNMQXdkT3ZXVFdtRWMrWEtsWWlOalVWaFlTRWtFZ25MZk5pOWU3ZFNJQWdBZCs3Y1FYQndNTHAyN2NyN2ZYSFMwOU14WnN3WXJGcTFpcVhtS2hRS3BLV2xvV3ZYcm1qYXRHbVY4MUw5L1B6UXBrMGI5T25UUjJXUXAwcG1aaWJPbmoyTHNXUEg4b0xuZ29JQ2lNVmltSmlZQUNpZlA1MlNrb0pwMDZaQlEwTURVcWtVQUhEMTZsWDgrdXV2N0hVU2lRVERoZzFqajhWaU1VUWlFVysrZUVSRXhBZGRWYm9tRkVRU1FnZ2gvNUNtVFp2aTRNR0R0ZHAzMmJKbHVINzllbzM3bFpTVUFFQ3RiNTZxc21USkVzVEd4bUxUcGszSXlNakF6ei8vakY5Ly9SWE96czY0ZXZVcWxpOWZEbjE5Zld6ZXZGbGw3L3JvMGFQWlhMV2hRNGZpMjIrL3hhaFJveUFVQ3VIbDVRVk5UVTBNSHo0Y2E5YXN3Ymh4NDVUbWE1YVZsUUVvRHlLN2QrOE9lM3Q3MUt0WEQ2dFhyNGFlbmg2N3NSUUtoVkJUVTROQUlJQkFJR0EvQThDalI0L1ljVGpHeHNhb1g3OCtnUEpSRlM2dHJqb0toUUtyVjYvR2dRTUhZR3RyaS9YcjEzLzBSVEUrSkZwYVd2RDE5Y1dVS1ZQZzUrZUhSNDhlSVNNalE2bmFMbEIrYzgvOVRRd1lNQUFlSGg2SWpZMkZsNWVYMHFqbG1ERmo4T1dYWDdMSEZZT1dGaTFhUUUxTkRmZnUzV05CcEVRaXdhMWJ0M2dqWk8zYnQ4ZkdqUnZSdVhObkFPWHpsQ3NHR3hYNStQakF5Y2xKNVJJZEZRdkorUHI2SWpJeUV1N3U3ckN3c0VCMmRuYVZ2eHVoVUlqVnExZGowcVJKbURoeElnSURBOUd5WlV1ViszSUJ0WkdSRVg3Ly9YZE1talFKQVFFQk1EWTJ4dTNidDdGMDZWSllXVm5CMDlOVEtTVzNSWXNXa0VxbGVQandJZkx6ODlHeFkwY0E1Zk1CSzZlSE5tL2VuTFVmYmg1azVXVk9yS3lzMEtaTkd5eGR1aFNob2FFd05EUkVSa1lHeEdJeDdPenMwS2hSSTR3YU5Vcmw1MWkvZmoxc2JHeXFmRjRpa1dEZnZuMndzckpDang0OUFKUlhpOTJ3WVFNNmRlcUV0bTNic24zUG5EbURsU3RYd3RmWEY3MTY5VUszYnQzUXExY3ZIRGh3QUJzMmJHRDdqUjA3dGxaVEVDclMxdGF1MC80Zkdnb2lDU0dFa0g5SVNVa0pZbU5qYTdWdmRUZUtGWEh6ank1Y3VJQUhEeDVVdSsrbm4zNnFOSkxKbVRGakJtUXlHU3dzTE9EZzRBQURBd01zWExnUU8zZnVSRnBhR29ZUEg0NDVjK1pVV2F4R1cxdWIzU1FKQkFMbzZPakEyTmdZWldWbCtQdnZ2L0g5OTk5RElwSGd4SWtUdUhqeElqWnQyc1JiSjQ5TGdlTlNiWTJNakpDU2tvTHc4SEQ0K2ZteDBZS0tWUThqSXlOWkNxdWpveU5telpxRnJLd3MzbmxOblRvVmt5Wk53cWxUcHhBWEYxZXIrV21MRmkxQ2VIZzRIQndjc0c3ZHVvOTY5T0JEMWE1ZE83aTZ1bUw5K3ZYUTFkWEZ4bzBiWVdOam83U2ZUQ1pqLytlZmZ2b3A5dTNiaDJYTGxyRTB5b29hTkdqQUM3Z3EvcTFyYVduQnhzWUd0Mi9mWmdXV2J0KytEYkZZekJ1eGI5KytQUXdORGZIMDZWTUE1Zk11cXlyZzVPM3REUWNIaHlxZlZ5Z1U4UEx5UWxoWUdNYU5HOGNyZmxXZHBrMmJJaUFnQUQvOTlCT21UcDJLb0tDZ2FsUGRmL2poQnhnWkdXSDU4dVVZTjI0Y0ZpNWNpTVdMRjBOWFZ4ZS8vLzY3eXI5L2J2NWZTRWdJN3QrL2o5OSsrdzFBK1R6bFRaczJzWXdMc1ZpTXhZc1hzN1Q4b3FJaUFNRDU4K2V4ZVBGaUhENThtQVhsaXhZdGdvdUxDMWF1WEFrZkh4OUVSVVZCS0JTeXVaSzdkKzlHZG5aMm5aZmhFWWxFMkx0M0w2eXRyVmtReWExckdSY1h4d3NpcjEyN0JvRkF3SjVYVjFlSHI2OHZnb09EY2VqUUlXaHFhcUpidDI3NDdMUFBZR3BxV3F2dmFXMXRiWmlibTlmcG5EOUVGRVFTUWdnaC81Q25UNS9XK2dhSVMyZXRDVGVuc25MQmo0cmtjam5LeXNwZ2FHaFlaUkRKdlZkS1Nnb3VYYnFFYytmT1FTS1J3TmpZR00rZlAwZDRlRGh5Y25MZzRPQ0FaczJhMWJya3ZvYUdCbmJ2M2cycFZBcDFkWFYyY3p0eDRrUnMyclNKM1VCV0hJbmsrUG41d2NURWhLVUdBdVhWYnR1MWE0ZkZpeGZEenM0TzMzMzNIZmJ2MzQrWW1CaVcycmhvMFNJNE9EaGc2TkNoYU5DZ0FaNCtmUXB2YjIrMGJOa1M5ZXZYeDkyN2Q2czk1L0R3Y1BUdDJ4ZExseTZ0TXYyWXZGdlhyMS9IZ1FNSEFBQ21wcVpvMWFvVkNnc0xsUXBHM2I5L0gzSzVISC84OFFmYjFxdFhMOFRIeDBNa0V0V3BRSlNEZ3dPaW9xTFl2TnlvcUNnMGF0U0lsekxhdW5Wcm5EeDVrcDJiVUNoRVFrS0N5blZOeFdJeGtwT1RFUkVSd2R0dWJHeU1qaDA3SWlZbUJtRmhZUmcyYkJobXpKakJudGZYMTRlam95TXZFRzdidGkzTFNnREs1eGo2Ky90ajJyUnBDQW9LcXJaU0xBQTRPenZEME5BUTgrYk5nNXViRzdTMHRMQjE2OWJYQ240cVpseHdRUnVYNHNwMWVoMCtmQmh0MnJUaHBRYWJtcHBpenB3NVdMNThPVTZlUEluSXlFaDgrdW1uTURJeVlxL2R1M2N2bkp5Y2VIUEZxeU1VQ2lFUUNOQzFhMWVjT25VS2hZV0YwTlBUZzZXbEpRd05EUkVYRjRlSkV5Y0NLQS9hLy9yckw3UnUzWnE5SjJmOCtQRzRmdjA2REEwTk1YdjJiQURseFl4OGZIeXF6VktRU0NSbzE2NWRuZGJHL1ZCUkVFa0lJWVQ4US82SmRGWnV4T1AwNmRNcVIxZUE4cUk5czJiTnF2TDVvcUlpekprekJ6ZHYza1J1Ymk3czdlM1JyMTgvckZ1M0RzYkd4aENMeFlpSmlVRlVWQlMyYjkrTzNOeGM5T3JWcTlZcG5nS0JnSTB3dG03ZEd2NysvbkJ6YzhQRml4ZFpDaG9YUkhKQjI2bFRwM0RseWhYZWFDVlFQbmRLUTBNRGVYbDVMSFdPdTBIbjVsdHFhMnZEeE1TRUJjd0JBUUVvS3l2RGloVXJFQkFRb0hSK0NvVUNodzRkWW1YNVo4NmNXZXZDTytUZjllTEZDL2o1K2VIVXFWUG8yN2N2K3ZidEMzZDNkNXcvZng3VzF0Wkt3UkpYS1ZWVkVMVnMyVEplRU9udjc4OUxXUlNMeFN4TkV3RDY5dTJMa0pBUUpDWW1vbVhMbGpoOStqUXJmTU1SQ0FRb0tpcENRa0lDdExXMUlSUUtzWGZ2WHZ6NTU1KzhEZ211YU0vSmt5ZDVIVUJsWldYNDlOTlAwYkZqUnpnNU9jSEh4d2UydHJaS2hiZEdqeDZOSjArZXNNcWwzQ2dzdDEvanhvM1J2bjE3QkFZRzFycmdWc3VXTFdGaVlzSkc4N2tPcXJkQlYxY1g2dXJxZVBYcUZSNDhlSUQ0K0hpVi95ZmZmUE1OenA4L0R5OHZMeFFYRi9PS2UwMllNQUVuVDU3RWloVXJjUERnd1NxeklqZ2xKU1VzTzZKNzkrNDRkdXdZTGw2OHlGS1cyN1p0aTJ2WHJrRW1rMEZOVFExMzc5NUZibTR1YnczYW1oZ1lHQ0F5TXJMSzV6MDlQWkdXbGxicjQzM0lLSWdraEJCQy9pSC9SRHByWW1JaVB2bmtreW9EUk9EL2UvK3Iya2RYVnhkdDJyUkJ6NTQ5MGJWclY5eS9meCtiTm0xQ1VsSVNtalJwZ3FaTm02SjU4K2JvMmJNbjFOVFVrSktTQWgwZEhWNGhuYnJvMEtFRGpodzVBblYxZGV6Y3VSTUZCUVdzMEkyR2hnWXlNakxnN2UyTlJvMGE4U3BrQXNDcVZhdll6N0d4c2RpL2Z6OFVDZ1VyZ0tMS2dBRURZR3hzakdiTm1pazlkK2ZPSGF4WnN3YTNidDFpMnlpQWZIK0pSQ0trcDZkajllclY2TjI3TjU0K2ZRcVJTSVFUSjA3QXo4OVBxUkxudEduVGNQWHFWUVFHQnJJVXhhcDg4ODAzU3V0RVZ0UzJiVnRZV0ZpdzBiQ2NuQnhlS21wcGFTbjI3OStQWGJ0MklUYzNseFZuQWNvN1QzYnUzTWtlUjBaRzRwZGZma0ZRVUJCdmJ1YjA2ZE41NzltblR4ODI0bFVYNDhhTnc0d1pNMnI4ekp5TWpBeE1uVG9WTDE2OGdLdXJLNEtEZ3pGejVreXNXclVLdlhyMXF0TjdsNVdWSVNrcENVQjVPakduUVlNR3lNbkpRVUJBQUJvM2JzeEdLU3RidEdnUnZ2MzJXd2lGUWw1RlpDMHRMY3lZTVFNTEZpekE3dDI3MlFoaVZZcUtpbGdxN3FlZmZncVJTSVNZbUJnV1JMWnMyUkxSMGRGNDlPZ1JXclJvd2RZWTdkbXpKenZHbFN0WDJDZ3dONTg2SWlJQ0xWdTJ4S0JCZzVDZm40OEJBd1pVZVE0RkJRVlZabjk4YkNpSS9BZEpwVktJeGVJYTUxWkVSa1pDTEJaajRNQ0JiK1Y5YzNKeVVGQlFVT3ZVbzlyZ2V2WXE5MElYRlJYaDVjdVhNRE16WStXdENYbmJ1SFh3cXZQeTVVdWxkSlIvUTJKaUlyUzF0WlVxNHFXbHBhRzB0RlNwd0VGOGZEenExYXVINXMyYi81dW5TZDZSdDUzT21wZVhoOXUzYjhQSnlhbmEvUW9MQ3dGQVpkVkV6dmp4NDluUG4zenlDYnAwNllLMHREU0VoNGNqSXlNRGNya2NZOGFNd2F4WnMybzlzbEdWZS9mdUlUUTBGQkVSRVNncks0T0xpd3NydUtHcHFZay8vL3dUeHNiR0dESmtDUGJ0MjhkZU4yellNTGk0dU1EQ3dnS0hEaDJDcGFVbEhCMGRrWmlZcURRWHNxSVdMVm9vVllYTnpjM0YwcVZMRVIwZGpYcjE2dUhubjMvR3JWdTNxbHcvazd3ZkRBd01zR3ZYTGdEbG5USmNhbWxzYkt6UzhodFNxUlIzN3R3QkFKdzllN2JHZ0VyVk9wR1ZqUnMzRHF0V3JVSjhmRHdHRGh3SU16TXo5bHh4Y1RIV3IxK1BBUU1HSUM4dlQrV1NQcHd6Wjg0QUtBK1l0bS9mWHUzMXlzWEZCY09HRFlOWUxHYlZSTGR2MzY3eUhzek56UTJabVpuNCt1dXZxLzJzRlNVbUpzTE56UTBsSlNWWXQyNGRQdnZzTTNUbzBBRnVibTV3ZDNmSGtpVkw4TlZYWDlYNmVGbFpXU3FMM0ppWm1lSDgrZlBJek15RXI2OXZsZGZ4b3FJaWxKYVdRaTZYNDhpUkkvaisrKy9aYy8zNjljT2VQWHZZY2tMVnljL1BaeDFuT2pvNnNMZTN4OVdyVjZGUUtDQVFDTmgzd3IxNzkxZ1FhV0Zod2Z1dWFObXlKUXZndDJ6WkFsMWRYWXdhTlFwNmVucDQrUEFoZEhWMXExMWFLQ2dvaUZXZS90aFJFRmxIQ29VQ0tTa3A3SUk2YmRvMDZPdnJ3OHZMQ3dCdytmSmxkTzdjR1NLUkNIRnhjWmcrZlRxQ2c0TjVrM2dyTzNIaUJISnpjMWtRV1ZoWXlFb0sxMFJMUzB2cFN5VTRPQmduVHB4QVZGVFU2M3hFbFFJQ0FuRGh3Z1ZlNlhtZ3ZCU3loNGNIVHA0OENSMGRIUnc5ZWhTalJvMmlnUElEbzZyQ1ljT0dEYUd2cjg5YlE2c3FHaG9hdkF0NVptWW1yemV5TGl3c0xIakhldjc4T1lZTUdRSlBUMDllYjJGRjRlSGhXTDU4T1lLRGc2dXNTZ2VVRjBXNGQrL2VhNTBYcDBlUEhyeDBPMDlQVDlqWTJMQWlBNXlOR3pmaTFxMWJDQWtKWVF1Y2w1U1V3TVBEQTBaR1J0aTFheGVyTUNtVHlWVCtucm5mNjdObnozaHpYMVQ1NUpOUFlHQmc4RWFmamJ4OWJ6dWQ5ZWpSbzVCS3Bid3k4cXJrNXVZQ1FJMkxoZWZrNU9EYXRXdXd0TFRFdUhIajJBMVlhV2twSGo1OFdLZU9HWWxFZ3RPblR5TXNMQXkvL2ZZYkdqUm93QjRuSmlaQ1YxY1hRNGNPaFl1TEM2eXNyRmhnb0ttcGlmNzkrNk4xNjlhNGVmTW1PMTVxYWlvY0hSM3g2TkVqUEhyMENOdTNiMGVuVHAxWThGblg2clQxNnRXRFdDekc2TkdqTVhueVpPanI2MWY3ZlJBWEY0ZlUxRlI4OWRWWDFZNzZrbjlIWVdFaFpzK2VqYUtpSWl4Y3VCQkxseTVGWm1ZbXI4UDg0c1dMS0N3c3hGZGZmWVdJaUFpNHVyclcrdStFNnl6UHlzckM3dDI3b2FtcENSY1hGd3dlUEJpYk4yL0cwNmRQOGVPUFAvSmU4OGtubjJEUG5qMndzN1BEOTk5L1grVnlObGV2WHNYWnMyY3hlZkprSEQ5K0hHNXVidGl5WlV1VjV5WVFDQ0FTaWFDbnB3ZHZiMitNSFRzV1M1WXNnWStQRHd2RTh2THk0T2JtaHBTVUZHemN1RkhscUxzcWYvenhCM3g4Zk5oOFpXN2RTUWNIQjZ4ZnZ4NXVibTVZdkhneHlzcktsRkozS3hPTHhkRFYxVVduVHAyd2Z2MTZBSUNYbHhlYlY5bWlSUXZFeGNYQjBkR3h5dEZOdVZ5T2xTdFhRazlQRDgyYk44ZUdEUnZRdFd0WDlua0VBZ0cyYk5sU1l5cTlYQzVIZW5vNjczMDZkZXFFaElRRTNMOS9IM1oyZHJ3Z3NuUG56a2hNVEZSYXZzakl5SWdkNDlDaFF6QTBOR1NQSHo1OENJVkNVVzJRV05PMSttTkNRV1FkL2ZISEgxaTllalcyYmR1R1ZxMWFRU2FUc1p2bDgrZlB3OTNkSFo2ZW5oZ3dZQUFTRXhPaHBhVlY1Mkh0MmJObjEycjlLK0QvcTlCVlZ0M2l1clZSWEZ5TTR1Smk5bGdzRmtNbWsvRWFUc1VBVmlhVDRlYk5td2dJQ01DbFM1Zmc1ZVZWNDgzTGYwbmJ0bTExaFVKaHU0U0VoR3NBYXRkRDhDOVNWZUhRM2QwZFptWm10VnJ2cXZKOG9uSGp4cUdvcUVqbFFzWmlzUmdhR2hwS1BaSmNJWkRqeDQvemVuclBuRGtEc1ZpTTFxMWJzMjB2WHJ6Zy9YMWFXMXZEME5BUW16WnRVaHIxTVRFeFlYK24wZEhSS250emEwc3NGcU54NDhaS2M3WlVtVGR2SGx4Y1hCQVNFb0pwMDZZQkFEWnQyb1RDd2tJRUJRWHgybWhzYkt6S1JaV25UNStPOGVQSFkvbnk1Ymh5NVVxMTc4ZnQrMS94dnJjcFRuRnhNUzVmdmx5cmZhc2J4UURLQThPZE8zZkMyTmk0eG5TejJnYVJseTlmeG9vVks5aDF6TkRRRUphV2xtamV2RG1hTjIrT0ZpMWFRRU5EZzNXRXFKS2NuQXlKUklLdFc3Y0NBSm8wYVlLc3JDeU1HVE1HaFlXRmFOeTRNWDc1NVJjNE96dnpicHBMU2tvZ0Vvbll6Ykt0clMwdmlEeDU4aVNPSERrQ29Qd2FVMWhZaUFzWExyQTVZQm9hR3J4Rnhtc2lGQXJybEk2Ym1KZ0lmMzkvdEd6Wmt0MW9mOHplNXphVmxKU0VCUXNXUUN3V1k5dTJiU3hkKytYTGx5eUlsRXFsMkx4NU14d2NIREJqeGd4RVJFUmd5NVl0bURsekp1OVl5Y25KU0U1T2hrS2hRSGg0T0tLam81R1ptWWxuejU1Qm9WRGd4WXNYRUl2RmJBM1dZOGVPSVRzN0cwS2hFTHQyN2NLQ0JRdDR4N096czBOZVhoNGVQSGlnTXMzeHhvMGJtRHQzTGh3Y0hEQnAwaVQwNk5FREV5ZE9oTHU3Ty96OC9Hcjg3TmJXMXZEMDlNVDgrZlBoNXVZR1QwOVBKQ1VsWWZIaXhaQklKRmkvZm4ydFVsaExTMHZoNWVXRmt5ZFB3c0xDQW12WHJsWEtpT25Rb1FQOC9Qd3djK1pNckZpeEFnWUdCcngwWDZDODNjcGtNa3lmUGgwM2J0eEFWRlFVYjA2aG01c2IwdFBUVVZCUXdEcHB1SlRkK1BoNHhNVEVZUExreWV3NnZHUEhEdHk0Y1FOVGJscC9BQUFnQUVsRVFWVGUzdDZ3dDdmSHQ5OStpMFdMRm1IbnpwM3NIcUkyMSt6TXpFeUl4V0plUjdLam95TzJidDJLSzFldXdNN09EcGFXbGxpelpnMDZkdXlJNDhlUEEwQ2QxOXJsNW0xeWZ4UDE2OWRIYm00dXhHSXhURTFOOGVyVnEybzdzejhtRkVUV2tiT3pNNDRlUFlxNWMrZnllcGN6TXpPeGRPbFNPRHM3c3krUnYvNzZDeDA3ZGxSNUkxMFRKeWNuVEowNnRkcDl1QnZUeXVSeWViVkI1TVNKRTZ1Y1BEMW16Qmc0T3pzak9EaFk1WG80WEpsckFCZzhlREJyZkZLcEZFNU9UdGk0Y1NObXo1Nk44ZVBISXpBd3NGYVZCdjhMMU5UVWpBVUN3U1VIQjRkVXVWeStWU2dVSGxNb0ZIOG5KQ1FVQUhpOUlidTNiTXlZTVd5K0FmYzMzS3BWcXlvcnZCMDVjZ1F4TVRFd05UVkZodzRkbEo2ZlBIbXlVZ2ZIczJmUE1IRGdRTFpXVmtWY0laREtJaUlpWUd4c3pEcFdEQTBOY2Z6NGNZU0hoeXZ0Kyt6Wk0xWW9neE1ZR01oTFYxSTFLZjd3NGNONDh1UUpwazZkV21XNlRXWm1KbHNUcnpvTEZ5NUVhbW9xZ1BLMkdCMGR6VzU2dVZRWUxoMnJRNGNPY0hkM1I1czJiZGdOT09lbm4zN2lQZTdXclJ0N1hXWGZmZmRkamVmMXNma1EyaFJRL2pjNWYvNzhXdTNMM1lTb29sQW9zR3paTXVUbTVzTER3NlBHQ3FMUG5qMkRscFpXamV1VU9Uczc0OHN2djBSR1JnYlMwdEtRbHBhRzFOUlVYTDkrSFVlT0hJRkNvWUN0clMzMjd0MnI5Tm96Wjg1Z3g0NGRTRXBLZ3JhMk5nWVBIb3pCZ3dlalhidDJrTXZsNk5hdEcvcjM3dzhuSnllVjE2U2lvcUpxejIvR2pCbHNHUkpQVDA4Y1BYb1VEZzRPbURadDJodW4xOWJHMzMvL0RRRC9pVkw5d1B2YnBwNC9mNDd4NDhlalk4ZU9XTDU4T1F3TkRkbG9UOFdNbHcwYk5pQTVPUm5idDIrSHNiRXg2OFQ3L1BQUGVmTm5RME5EY2ZMa1NiUm8wUUxtNXVhd3NyS0NzN016TEMwdHNYRGhRblR1M0JrTEZ5NEVVTjZSc1hMbFNreWFOQW1OR2pYQzh1WExvYTJ0alZtelp2SCtwcytlUFF1WlRNWXJ5Z01BdTNidHd1Ky8vdzRiR3h2NCt2cENKQkxCenM0T0hoNGVXTFJvVWEwS2FRRkE3OTY5RVJBUWdEbHo1bURZc0dHc0dKYVBqNC9LTlZ4VkVZbEVrRWdrY0hSMGhMZTNkNVdaSzQ2T2p2RHo4ME53Y0RCdktaT0FnQUNjUG4wYVQ1NDhRYk5teldCblo0ZVdMVnNpT0RnWUdSa1pTRTlQUjBaR0JvcUtpbUJtWmdaVFUxUFdLWlNjbkF4N2UzdWtwcVppMTY1ZDdQNzJ6ei8vUkdCZ0lQcjI3Y3V5SzJiTW1BRnZiMjlzM3J3WnJxNnV0ZnBzQU5pMXYrSjgwN1p0MjhMWDE1ZXR5eWtVQ2xsRzArblRwOUc0Y1dQWTJkblZlT3k4dkR3Y1BYb1VYM3p4QlN3dExkR2xTeGNNR0RBQVgzNzVKV2JObW9WMTY5YXgrZHFQSHo5R2FXa3Bnb0tDMEs5ZnY3YzZ0ZXg5UTBGa0hZbEVJbmg2ZXVMdTNidlExZFZsMi9YMDlEQjQ4R0EybWxCWVdJanIxNitqZmZ2MlNqZUhRSGt3eGhWYitQdnZ2MUZTVW9Ld3NEQVdkQmtZR05UWWsxRXhPRDEvL2p4THA1TktwWkJLcFd5aFpzNkdEUnZRdm4xN1BIcjBDSTBhTmVMZFdFdWxVdXpkdTVmMVhvOGZQNTYzUHRHV0xWdHc2ZElsN05peGcyM1QwdEpDY25JeWdQOWZUTFpEaHc0SURBeEVZR0FncGYrb0lCQUltcXVwcWExU0tCUUxCUUxCOVE0ZE9zVEo1ZklFQUpjU0VoTGVhVGt2ZFhWMXBmK3ordlhySzQxNHBLU2tZT1hLbGJoOSt6WkdqeDZOcVZPbnFyd1JQSGp3SUM1Y3VNRGJ4cVZwKy9yNklpZ29pUGNjMTdOY1VWeGNITzdkdXdkTlRVMHNXN1lNQUdCdmI0K2dvQ0NzV0xFQ25wNmVzTGEyWnV0WEFlWEZBbGF1WElsNTgrWXB6Vk5VNWZyMTYvRHk4a0xuenAxNW95QVZWVjZndWpycDZlblEwOVBEOE9IRDJUWnVqbGZGcW5NSER4N0U0OGVQQVpRWFA2azgwbEg1cGx0SFI0ZFhHcDJVZTUvYkZQQjIwbGtWQ2dWYlE2MXIxNjQxcHBnVkZoWWlQajYrMXVsdDZ1cnFiT1N4b3VMaVlpUWxKVlZaRWZIWnMyY1FDQVJZc0dBQkJnd1l3THNtQ29WQ2VIcDZWdnUrZCsvZXJYRlVQejQrSHY3Ky9raExTOE9HRFJzUUZ4ZUhjZVBHb1d2WHJwZzVjeVpyRXpWMW5sYUZxeURMTFFOUStmeDBkWFhSb0VHRE9oLzNRL2ErdGFrR0RScGcyN1p0c0xXMVpmL0g5Ky9mQi9EL3k5UnMyYklGdTNidHd2ang0OW4wb1duVHBpRTZPaG96Wjg3RTJyVnIyVDNQbkRsenNHREJBcFYvTDl4VUhJVkNnUzFidGlBb0tBZ2pSb3hnUWMvejU4OFJGQlNFek14TUxGNjhHQVlHQmlnckswTndjREJhdDI2dEZKQllXMXRqd0lBQm1EOS9QbThVZnVEQWdiQ3lza0xyMXEyeGZmdDI5bmVvaWxRcVJWeGNISTRkTzRheXNqSTI5YVNzckF5WExsMUNyMTY5cXMwVTRKU1VsTURkM1IwQ2dRQkNvVkRsTlpkaloyY0hIeDhmeUdReUZCUVVRRTlQRDdxNnVoZzJiQmo2OU9uRGltSUZCQVFnS1NrSnpaczNSL2Z1M2RHc1dUTllXbHBpeTVZdDJMNTlPMzc0NFFla3A2ZGp5NVl0Nk51M0x6SXpNMkZ1Ymc2UlNJUXJWNjVnNGNLRmFOS2tDYStqYmZqdzRiaDY5V3FWMSsvYzNGeElKQktsMGNrVEowN0F3c0tDTnlxcm9hR2hNbXNqUFQwZGQrL2VWZXFzVmZVN2UvNzhPVnhjWE5Dc1dUT01IVHNXWm1abTJMRmpCM0p5Y3RDblR4K2wxM0NkVG52MjdJR0ppUWtGa2FUY2l4Y3ZzSGp4WXZiNCtQSGplUERnQWRUVTFMQm8wU0lBNVY5T1U2Wk1RWEp5TW1ReUdmTHk4bkR1M0RrQTVYTlBjbk56MGFKRkM5aloyZkVxemdIbEZlaTR0YkdlUFh1bVZONjVzb3B6Mkt5c3JGZzY0Y1dMRjVHV2xvWXhZOFlBS0I5QkNROFA1MzFodG0zYmxyY0dVWEZ4TWV0cEZvdkZMSmpreUdReUtCUUszbnVXbFpXeFJXU3pzckpZQVBMSko1OWc0Y0tGeU0vUGgwd21vM2xhbGZ4dmdyY2VnQjRLaGFLN1VDZ3NVQ2dVengwY0hHNEpCSUlkK2ZuNVoxSlNVbXFlaVBndkU0dkYyTEpsQy9iczJRTWJHeHZzMmJPbjJvNE9KeWNucFluNXVibTVtRHQzTG9ZT0hhbzBUL2pXclZ0c1RnVUFWcUtkRzNsVU5YZkV5c29LZm41KzZONjlPN3NaOWZIeFFYWjJkcTE2WjlQUzB1RHU3ZzQxTlRYRXg4Y3JWY25qT2tjcWoxeEtwVkoyczE5VVZJVHM3R3pFeHNheTl6UTNONGV0clMyeXNyTHcrZWVmczJDNmYvLytPSGp3SUJ3Y0hHQnVicTdVenFwVFVGQ0FsSlFVbGM5VnJtYjVYL00rdGFtWEwxK3lpbjlaV1Zrb0tDakFzV1BIYXZWYXJoZWYyNStya0xwOCtYS2NPWE1HMXRiV1N0ZU5ZOGVPNGR5NWMyallzQ0gwOVBRZ0VBZ1FGUldGdkx5OGF0T2IxNjVkeTJ0dnRTV1JTTmlOOHFoUm85aDFwaVkrUGo3UTFkV0ZqbzRPMU5UVWNPdldMU1FrSkdEQ2hBa3E5NWRLcFpnOGVUSnUzYnFGSGoxNndNdkxDNmFtcHVqU3BRdSsvZlpiN05peEErbnA2VWhLU2tKK2ZqNVNVMU5ybFNsUUdiZE13dXpacytIbzZNZ3lFUjQ4ZUlCNzkrN3hzbS8rUzk2bk5nV1VCeldCZ1lIUTA5TkRTVWtKRGh3NEFHdHJhMmhvYUdET25EbUlpb3FDaTRzTEwwTkxTMHNMZ1lHQm1EeDVNcVpObTRZaFE0YkExZFcxeG9Ecjc3Ly94c1NKRTNIejVrMU1uanlaTnc5eXlwUXBMQzE2eElnUkNBc0xnNStmSDU0K2ZhcVVOZ3NBbjMzMkdSc0Y0MnpldkJraWtRaGFXbHE0Y09FQ0VoSVNlQlZmcFZJcEhqNThpSVNFQlB6MTExK0lqWTFsYWVFelpzekFOOTk4Zy9qNGVHemZ2aDJlbnA3dzlQU0VyYTB0V3JWcUJSc2JHMWhZV01ERXhBUldWbGE4NEpTclVQbzZUcDA2cGZMN3BQSTFVeTZYdzh2TEM0Y09IWUt6c3pPbVQ1K085UFIwZlAvOTk1ZzBhUkp5Y25MZzZPZ0l1VnlPRlN0V3dNaklDSUdCZ2J6N1JJRkFnTFZyMTdMSGp4OC94cnAxNjZDdnJ3K1JTTVE2ZXlzRzdJY1BIMFpLU2dxbVRadUd4NDhmNDl0dnY2MzI4M0RYeksxYnQyTGJ0bTI4NTY1ZXZRcWcvUHY3enAwN2tNdmxtRFJwRWlaTW1JQTdkKzVnOSs3ZE9IZnVITWFPSGNzNm1MVzF0Zkg0OFdQRXhNUkFWMWNYcWFtcEtDNHUvdWpUV2ltSXJBTjFkWFYyd1FIS2kzVGs1ZVhCeXNxS3QxMVhWeGNoSVNGbzJyUXA5dS9mejdaN2VucmkwcVZMYkJ0M0V6cG56aHprNXVheTlOSEpreWZqeG8wYnVIMzdkclhudzkzZ0F2eEtkTm5aMlhqNThpWDc0cnQ0OFNMQ3c4TnJYZXdtTGk2dXlubHdnd1lOVXJuZDNkMWQ1WFlYRnhmOCt1dXZ0WHJmLzVJS04vMENoVUpSRDBBOWdVRFFBc0JRZlgzOVp3NE9EcUV5bVd4SFdWbFp1bGdzTGtwTFN4TlhmYlMzNCs3ZHV3Z0pDUUVBcGNKTzNEelh2THc4eko0OUd5NHVMalZXU3pVMU5WVWFYZVBXZG12V3JKblNjMXcxU1U1MGREUzdLR2hvYUxCenVucjFLdTl2U2lLUllOaXdZZXl4V0N5R1NDVGlGUjZKaUloUUdtV0lpNHZEM0xseklaRkkwS2xUSjZ4ZHU1WjN3UTBORFlXUGp3OWNYVjFoWUdEQVN3RXZMQ3prcGRsa1pHVGc4dVhMdkJIUmhJUUVyRnUzRG1GaFlXeGJWbFlXZkgxOVdTR3VpcTVmdjg2YmMxdzVNTHh5NVVxTjh5TC95OTZYTnBXVmxRVnZiMi9ldHNxUGE4THRQMnpZTUp3OWV4Wm56cHhCeDQ0ZHNXYk5HcVcvNDNyMTZpRXVMbzdYd2FlbnA0ZlJvMGRYdS9aWjc5NjlsVkx2YXFOaVFGeVhBbXAzNzk1bFZUT0I4dEgzYjcvOVZ1V2NmcUE4MDJiQ2hBa3dNakxpelljR3lrZWY1cytmajVDUUVLeFpzd1pDb1pDdGMxbFh3NFlOdzhPSEQzSHg0a1Zla1IwZEhSMzA2ZE1Idi96eVM1MlArYkY0WDlvVUp6SXlFbzhlUFlLV2xoYmF0R21EK2ZQblkrblNwVWhJU01EUFAvK3NzanFvdWJrNXRtM2Joc1dMRitQa3laTVlPSEJnalVHa2dZRUJTa3RMNGUvdnp6cjJLNW8wYVJJYmlkUFQwNE9hbWhxKyt1cXJXdi85UlVkSEl6RXhFUUJZZWlzWG9KMDdkdzRlSGg2UVNDUUFBRXRMU3pnN082TnYzNzY4anRkdTNicWhXN2R1eU1qSXdPblRwM0hseWhVY08zYU1YU2V0cmExWjRhcUJBd2ZXS21Xek9yVWREQkNMeGNqT3pzYTRjZVBnNXVZR2dVQ0FKazJhWVAzNjlmRDA5SVJRS01UMzMzOFBvVkFJRHc4UFdGaFkxRGpTWDc5K2ZVUkZSYkhsTnVyVnE0ZVJJMGZ5NWpKZXZud1pGaFlXR0RWcUZDUVNpVklCcE5kaFptYUcvdjM3WThpUUlYQndjSUN2cnkvMjdkc0hVMU5UTEZteWhIYy8zTGR2WHh3L2ZweDFKSWhFSXZUcTFldU5mKy92T3dvaTY2QmV2WHBzOU83SWtTTUlDUW1CcnE0dWhFSWhVbE5Uc1dqUkloZ2JHK1A0OGVOSVMwdFR1dGhuWjJmWGVvN2dsMTkrcWJSZTBkU3BVekZzMkRCMmMzem8wQ0ZlOE1vcEt5dmozUXh6WHlxMXZlQTdPanF5WWdaQStZVDJJMGVPWU9MRWlUQTJOdWJ0S3hhTDhkMTMzMkhXckZrcUsyZSt6eW10Q3JrQ21pSkZpM2J0MmdrVUNvVkFKQkpCb1ZBSVVIN0JGQUJnai8vM3V4TW9GQXJ1T2ZhOG1wcWEwdjRBSUJRS0t4NkxmVXRXSEJHdUdDaHdQd3NFZ29ZQTNFUWkwV1NSU0pTb3JhMTkyOERBSUVFdWwwZmZ2bjI3ZGhNb1hrTnFhaW9MbExoNUpqazVPZkQxOWNYWnMyZlJxMWN2L1BycnI3eDFzS3F6WmNzV0JBY0hxM3pPM2QxZFpXR2RpcnAxNjRaZXZYcmh3SUVEdk1XZ3g0NGRxM0srYm5VcXA5c21KeWRqK3ZUcDZOZXZIMmJObW9WcDA2YkJ6YzBOeTVZdGc0Nk9Edno5L1hIMDZGSE1uajBibzBlUFZqcWVnWUVCSWlJaUFKVDN4RFp2M2h5elo4K0d0clkydTNnNU96dmorUEhqT0gvK1BIdGRXRmdZbkp5YzBLdFhMNlZVMzdWcjF5SWxKWVdscVZjTTVMVzF0ZEc3ZDI5MjdJa1RKNkpQbno3c3BtbmF0R2sxenBGN0hWd2JhZCsrUGJpLy9ZcnRCR0IvODVYYkNxQ2lIWEUvVjJ4UDdMMVV0SjJLeDFleGZ3T3VMYjFQYmFwdDI3Wks2OWE5aWJLeU1qUnAwZ1NEQnc5VytSM2VzMmRQWExseWhTMHBwVkFvcXYzZUZZbEV0WjZIcFVwTlBmeFYyYmx6SjJReUdiczVycXBReGxkZmZjWFdpYXRwR1pOUm8wWmg1TWlSTmFheFZoelZxRXhEUTRQTmYvczNVSnQ2ZldGaFlXeXBCczdpeFlzaEZvdGhaV1ZWNWVzYU5XcUVvS0FnWkdSa1ZMc2ZVRDZpVlJzVkE4WmZmdmxGcWVQVnpjMk4vYTFYdG1mUG5pcVAyN3QzYjR3Yk53NldscFp3Y0hEZ0ZabFR4ZExTRWxPbVRNR1VLVk5RVWxLQ2xKUVVwS1Nrb0gzNzlpd052VTJiTm5XYWt2RW1kSFIwc0c3ZE9xWHRIVHAwd0tGRGgzamJLby9RVmtWTFN3dHhjWEZRS0JTUXkrVXF2d2VYTEZtQ2pJd01WdkR4YlJTWkV3cUZiQm9OQUl3Y09SSjkrdlJCdTNidGxPNWZtamR2anBNblQ3N3hlMzVvS0lpc28vejhmS3hidHc0blQ1N0ViNy85aGhNblRxQzB0QlRaMmRrWU9YSWt2THk4MktUdW5Kd2MzdHAxNmVucGI5U1E3OTI3eHd2VUtvNitWRlJZV01pYm04SUZCTFV0OEtPbHBjV2JlN1YyN1Zwa1ptYkMzdDVlWmQ2K3VybzZSQ0lSZTAxV1ZoYlUxZFZyUGRuN1hSRUEwQklKeHFxcHFWa0R2QXNyQlArN1NuRVhxNHJQL2U5aXpEdFVoWXRheFFzeWV5d1FDRlFPMjZtNlVGZTRTR3NCY0FEUVhpZ1VmcWVtcHZhc2ZmdjI5eVV5eFkwaXFhTDZ1NmJYNE96c3pGS0J1UG0wQnc0Y1lHdW9YYmx5cGRwMHNhMWJ0N0plTnlNakl3d2ZQcnhPNjFiZHZIa1QvdjcrN010WlhWMGR2cjYrQ0E0T3hxRkRoNkNwcVlsdTNicmhzODgrZzZtcGFhMFdadGZXMWxaWkZNUGEyaG9CQVFGd2RIUms1NzV3NFVJTUh6NGNXbHBhRUFxRjJMcDFhNVZMOHdnRUF0YWhJaEtKb0ttcHlldGdLU2dvUUdwcUttYlBuZzFOVFUyV21qNWh3Z1NJeFdLa3BLUW96VWQ1K3ZRcFhGMWRXYm54MzMvL0hmYjI5Z0NBMWF0WDgvWlZVMU9Eb2FFaHl6N2dBdHEzaldzalFxR1F0WkhLSTZUVnRSVnV1MEQxWFg3bHpaWGJEbTliNVJkOENHM3FiZERRME1EUW9VTnIzSStyY1BvK1UxTlRxN0V6VTA5UHIwNmY0MDBya2YvYnFFMjltY29mdTdiM0dRS0JvTVlBOG5WeEZZWXI0a1lxNjBvb0ZOWllWTEVxMnRyYS8yckErRzhUQ0FSVmZuL282ZW5WZVNXRXVqSTNOLy9QRk5tcUxRb2k2eUF1TGc3ejU4K0hVQ2pFK3ZYcjBhVkxGNXc0Y1FMR3hzWll2bnc1UER3OE1ILytmTXlhTlF0bVptYVlPSEVpN3R5NWcrN2R1Nk9vcUFnWkdSbThZalVWdlhqeEFxdFdyWUsrdmo0ck84M05wZVNJeFdLVjgxaSsrT0lMM3FobGZuNCtML1dBRytHcFM1WFkwYU5ISXkwdGpiMnZtcHFheXBIR0kwZU9vSDc5K3J3YmVqOC9Qeng0OEFCSGp4NTk3eS93UXFGUXBGQW9xaHJDVVpwb0poQUlWRTArVTFUeHZBSmdGOXZxY3o5VkhiUlNqeXNBYllGQVlBQkFROFdwL1NPNmQrL09ncU1OR3piQXdjRUJYYnQyUlhSME5PN2N1UU5YVjFla3BhVWhORFNVTjdLd2UvZHUzTDkvdjA0TDdwcWJtMlAvL3Yyb1g3OCtiL3Y0OGVOeC9mcDFHQm9hWXZiczJRREtnMXNmSDU5cXkzNUxKQkswYTljT1c3WnNVZm04bzZNakNnc0xFUmNYaDZpb0tDUWtKRUJmWHgrR2hvWklURXpFeXBVcjBibHpaOWphMnFKcDA2WjFhai9SMGRFcWwzV29PSCtzWXZHcjB0SlM1T2JtOGpJVnVDSmR3Y0hCU2tXSUpCSUpkdS9lemRLUE9ZR0JnU29yNWI0SkFZVHFDb1ZDQzFYLzBWWDV4MWhGZTFINU9sVnRCMUJLNjYzNG9NNkwwYjRQYllvUWFsT0VrSThCQlpGMVlHVmxCU2NuSjh5Y09ST0dob2JZdFdzWE9uVG9nTTZkTzBOTFN3cytQajdJek14a3ZWME5HemJFMWF0WDBiMTdkNVkreEkwczVPZm5JeW9xQ2pFeE1ZaU5qWVZZTE1icDA2Zng0NDgvb3Fpb0NJNk9qcnlKMWtCNTViNSsvZnJ4U2k0RFVFcVJ6YzNONVpVL3IrdElKQURNbno4ZnhjWEZXTEJnQWV6dDdURjU4bVJNbno0ZEV5Wk00TjJrR2hnWXdNek1ERStlUEFGUVB0cDY0Y0lGL1BycnIrOTlBS2tBVUNLUmJkTlJWMHNCb09BdXVES1pqUHVaYlJNSUJBcXBWTXArNXY1VmZLN3lOdTVucVZTcUVBcUZqZFRVMUpTR2k2b3FpUEsvMzUxWW9WRGNCM0FMd0JXNVhINDFJU0Vob1lsdCs1NFFDS3FlN1BRV2NiMmFpWW1KS0NvcXd1VEprMkZ2YjQvbzZHaTBiTmtTSTBhTVFGUlVGRUpEUTNrcG94a1pHWmcwYVJMMDlmV3JyVHJIVVNnVWVQWHFGVHc4UEdxc1BNbFJ0VlJIUlo2ZW5xd2pwTExqeDQ5ai8vNzllUERnQWZUMTlkR2pSdzk0ZTN1amMrZk9FQXFGZVBqd0ljNmZQNCtZbUJpRWhJUkFvVkJVdWRSSlpiTm56NGFPams2TmN5RVNFeE5aQ2hRM1YvVHg0OGY0ODg4LzJUNE9EZzZReVdSUVYxZm5GZlZhdW5RcE9uZnV6QW9sUEh2MkRHdlhybFZLQ1g1VENnQWxVdGsyWFEyMTVQODloRUFnVU1oa3Nzb2RKNG9LUDZ0c0x4WDNyOWcyS20rcnZEL1h0aW9lWHlnVUtoUUtoWmxBSURpcmRNN3ZlWnNpLzIzVXBnZ2hId3NLSXV0QVIwY0hvMGVQUms1T0RxNWR1d1ovZjM5TW1USUZlbnA2ckdwaXhaR1JMbDI2SURJeUVuUG56c1dmZi80Skl5TWpOdHgrOWVwVkxGbXlCQm9hR3REUTBJQ05qUTEyN05nQlRVMU5IRGh3QUQxNjlGQ3FDcmR5NVVyWTJ0cFdXeTFPTHBmajJiTm42Tnk1TTl2R0ZWeW96YzA4eDk3ZUhydDM3MForZmo3YzNkM1J2SGx6U0NRU1dGbFo4ZFpiQXNxRDYxdTNiZ0VBTm03Y2lJWU5HNzVXbGJ4L20wQW9RS2xVa0pwMEp6N3FuMzR2QndjSFZwV2xoZ3N5RkFwRnRrS2hPS3BRS1BaS3BkSlVpVVNTbTVTVVZIVXQ3cmRBTHBmajBhTkhMQzJ5NHRwYlFQbjhSbXRyYTlqYjIwTXFsZUxtelp0c3JpQzNYbGZGRkdxT3Q3YzNieW1acWhRWEZ5dk5mN3B5NVFxYmc4d0ZSeEVSRVdqWnNpVUdEUnFFL1B4OGxRczdjd29LQ3FwTWI3RzF0Y1hubjMrT3VYUG5vbTNidHBnOWV6YjI3Tm1EbUpnWU5HblNCTTJhTmNQdzRjTXhlZkprRkJRVUlDa3BxZFpwVXgwN2RrUjhmRHorK3V1dmF2ZFRVMU5qeFlXZVAzOE9vVkNJd01CQTlyeGNMbWRMNnFpcnEvTUtCYTFjdVJKV1ZsWnNXMVZWVzkrVVFDaEFtVXlROGlEK24yOGpkZVhnNEZERS9mdyt0aWxDVktFMlJRajVXRkFRV1FlVnEwSUM1YVdhTjIvZXpCNWJXMXV6NnF2OSsvZkgwYU5IOGNjZmYrRE1tVFA0K3V1djJYeXZsaTFiWXZIaXhlamR1emQrKyswMzVPYm1zc0lZcjE2OWdwR1JFUW9MQzVVbXRKZVdsdkxtVW1scGFmR0NRNjZzY01WUmtOTFM4aXJjZFJtSmZQbnlKVFp0Mm9UT25Uc2pKeWVIcFNXbXBLVEEwTkFRUVBsTmNLZE9uV0JqWTROang0NGhPam9hWjgrZXhiSmx5K29Vc1A0WFZiZ1FLd1FDUVFtQWZMbGNma2NnRUFRVkZCUWMvN2VYK0JDTHhiaDY5U29yblYyeElNQzVjK2NRRlJXRmdJQUFBRUJNVEF4S1NrcFk4WXZpNG1JQXlzVnJBR0RCZ2dXMUhvbXNyR1hMbHZEeDhRRlFIc1RxNnVwaTFLaFIwTlBUdzhPSEQ2R3JxNHRObXpaVmVjeWdvS0FxMDJtdHJhM1phTDFDb2NDbm4zNkt0TFEwSkNVbDRkU3BVOGpMeTRPYW1ob2lJeU9ocjYrUFRwMDZJVE16czhiUHdlSEtubGRWN0lacmsxd0JsazZkT2lFdUxvNDlIeHNiQzFkWFY1WExtaERWM3JjMjliNUxURXlFdHJhMjBscHNhV2xwS0MwdFZTcE5IeDhmajNyMTZpbXRKVWsrWHRTbVBoNlptWm1ReVdSVnJyMllsNWVIZ29JQ1dGaFkxT3A0bnA2ZWNISnlZdmNCbkx0MzcyTEhqaDN3OXZabTk3dXhzYkU0ZS9Zc1BEdzgzdXhEa1BjT0JaRjEwTDE3ZDBSRVJPRGd3WVBZc1dNSHRtN2R5bEpKeThyS2VJdmNBdVZ6cnF5c3JPRHQ3UTJaVE1aYmZOekt5a3JsSk8rblQ1K2lxS2dJbHBhV0dERmlCSjQrZmNwNzN0L2ZILzcrL3V6eDRzV0xlV212M0xJZ0ZjK0RXd3FrcWdXalZYbng0Z1ZFSWhGdTM3N05XNzRqSkNRRW9hR2hBTXFEaHRPblQ2TmR1M2FReVdSWXVIQWh1blRwb3JRMklPRVRDQVJRS0JTRkFLNExCSUpyQ29YaWhrd21pNzExNjlhamQzVk9KU1VsK09tbm4vRDk5OThEK1AvQ092SHg4Zmp0dDk4d2RPaFFWa2x0MjdadHNMYTJabVgzQ3dzTG9hR2hvYktUNG9jZmZxaFZpZXZTMGxMZXVxVkFlWEVlYnBIZ1E0Y093ZERRa0QxKytQQWhGQXBGdFhNdXVSSFM2bHk4ZUJGcWFtcm8wYU1IdnZ2dU96WnAvOW16WjNqeTVNa2JGU3FaTVdOR2xYT2dEeHc0VU8wYWZkejZxOXpvYmw1ZUh2cy9BY3JiOU42OWUzSGd3QUVBdEU3ays5aW0zbmVlbnA2d3NiSEJiNy85eHR1K2NlTkczTHAxQ3lFaElXd3BoSktTRW5oNGVNREl5QWk3ZHUxaXdZVk1KbU1kSWhWeDN3ZlBuajJyc1IxKzhza250SmJ3ZTRqYVZPMHBGQXAyWC9TNjZ0ZXZ6OHMyNGNqbGNtUmtaT0Rldlh0SVRFekVGMTk4Z1hidDJ0WDUrTDYrdmlnb0tLaXlzdmtmZi95QmpSczM0dlRwMHpVdWdRS1VYenNiTjI2c0ZFUStmLzRja1pHUmtNdmxMSWpNek14RVpHU2tVaEQ1VC83ZXlMK0Rnc2c2NE5hcTI3Tm5EMXEwYUFFVEV4TldkR1RObWpVb0tDamdyWGtsRkFveGJOZ3dyRjI3Rm82T2pxeVNZbldTazVNQmdLWGh1Ymk0VkprYXFtcE5wTE5uejhMUTBKQVhvTDVPRUdsdGJZMm9LSDYyVGNlT0hmSGJiNzhwcGROYVcxdERWMWVYQlpLY3VMZzR0R3ZYcms3dis3RlRLQlJwQUhiTFpMSlRVcWswN2Q2OWV5OEFxSzREL2kvSnk4dERTVW1KMG9Vak9qb2E2OWF0ZzRPREErdElPSC8rUE83ZHU4ZGI4THlvcUVobEtpdFF2cEIzNWZSblZialJ6TG9vTGk3Rzh1WExrWjJkRGFGUWlQcjE2eU0zTnhkaXNSaW1wcVo0OWVwVmpRdjkrdnI2SWlzckMwRDVTTDJabVJsYjROM2EyaHFwcWFtd3NyS3FjUlQvOGVQSFdMMTZOVzdldk1uS3QyZGtaRlNaMHBxUmtWSHQ4YmcxTTdrZ1ZrZEhoM2NCWHJGaUJUcDE2cVNVenR1c1diTnFqL3N4ZWgvYjFJZHMzcng1Y0hGeFFVaElDS3ZXdkduVEpoUVdGaUlvS0lnMzF6MDJOcFlWZ0twbyt2VHBHRDkrUEpZdlgxN2oycWJjdnVUOVFXMnFibVF5R1h4OGZGUldhYTBOaVVRQ096czdmUEhGRjBoSlNjSEpreWVSbVptSnJLd3NaR1ptUWl3V1F5QVF3TkxTRWkxYXRIaXRJTEttOHo5OCtERDY5T2xUcXdDeXNydDM3Mkxmdm4wQS9uOSsvK0xGaTlsM1JVWkdCb3FMaTNuWHNLbFRwNkpodzRadjdmZEczZzBLSXV1b1ljT0dXTEZpQlRadjNneG5aMmYwNzk4ZnhzYkdDQWtKd2FwVnEzaUxwbVpsWmJFNVRkZXZYOGVGQ3hkVVZqaXQ2TUtGQzJqZXZEbnExYXNIb0x5WHBhWWJZYzZqUjQ5dzdkbzFqQjA3bHJlZDZ3bXVtRnIzN05renhNYkdzc2NWRjZxdXFLeXNEUG41K1d6OXdEdDM3cUM0dUJpdlhyM0N5NWN2TVhQbVRLeFlzUUpGUlVXOEJlRmxNaGxtelpxRjhlUEhWN21ZOUg5SmFXbnBDMDFOelo3eDhmR1g4WjVkak5QVDB3RkFhV1M4ZWZQbWFOeTRNWDcrK1dlb3E2c2pMUzBOUzVjdVJZY09IWGlML09ibjUxY1pSTTZhTlV0cFBhVTNrWmVYaDZOSGorS0xMNzZBcGFVbHVuVHBnZ0VEQnVETEw3L0VyRm16c0c3ZE9zVEd4bUwvL3YxNC9QZ3hTa3RMRVJRVWhINzkrcUZwMDZaS3h6dDY5Q2hldkhpQnRMUTA5dS8rL2ZzSURRMWxnZHk2ZGV1VWVsdkx5c3B3K2ZKbFJFVkY0ZEdqUnhDTHhiaHo1dzV2WHVlSkV5ZDRhMFJXVk5Qb1RGNWVIb1JDSVhSMWRURnk1RWg4ODgwM3ZDVkV2TDI5MGJScFU5YWhzMmpSSXRTclY2L2ErZElmbS9lNVRYMklGaTVjaU5UVVZBRGxveC9SMGRGc2FSb3VmWHp1M0xrQXl0ZDhjM2QzUjVzMmJiQjE2MWJlY1g3NjZTZmU0MjdkdXJIWFZmYmRkOSs5N1k5QjNnQzFxVGN6Wjg0Y1h2WkpRVUVCVnE1Y2lkR2pSN09paXFwNGVIaXc2VnpBODBZQUFCV1ZTVVJCVkJKcWFtcTRlUEVpTEN3czRPam9pT1RrWkhZZnhkWGNLQ2twcVRGd21qNTlPa2FPVkYzWEtDVWxCVC8vL0RON0xKVktXUmJjNE1HRGxmYlgxdFptMDdSVWtjbGtyQ09ZeTB3b0xpNW1RV1JaV1JrVUNnV3ZzN2hpOXN6YitMMlJkNE9DeURvU0NBVG8xYXNYZXZic2lYMzc5bUhObWpVQWdBWU5HdkNXSm5qNThpWGMzTnhRVUZDQTVjdVhZOE9HRFZpd1lBSFdybDJyVkYyMXRMUVVBb0VBcGFXbGlJeU1aT3ZFMWRXMmJkc2dFQWg0YWJOQStUeEpZMk5qWGc5eVZGU1Uwa2hqUlNOSGprUjZlanJrY2ptMHRiWFpmTGZvNkdna0pTVkJXMXNiVXFrVWMrZk94YVZMbHpCKy9IaUVob2JDM2QwZG16ZHZSbnA2T3NSaThUKyticytINHQ2OWU0VUEzcnRDQ2tENWlMRklKRklhS1RjM04yZGY3RStmUHNYczJiTWhFb213ZE9sUzN0L1N2WHYzcWx3VGErN2N1ZFZlQkRqRnhjV1lOR2xTbFJWOVMwcEs4UHo1YzdpNHVLQlpzMllZTzNZc3pNek1zR1BIRHVUazVLQlBuejVLcitIV2M5cXpadzlNVEV4VUJwRkFlVWROL2ZyMTBiRmpSOTcyckt3czNMOS9IMTI3ZGxWNXZ1N3U3dERSMFVIZnZuM1JwMDhmZE83Y21kZFI0K3JxK3RycHJNK2ZQNGVSa1JFRUFnRjBkWFY1UVRyWFVWTlVWSVQwOUhTVWxKUkFYVjBkQnc4ZXhQRGh3NnVjOC9LeGVaL2IxSWNvUFQwZGVucDZ2T3NITjdxd2ZQbHl0dTNnd1lONC9QZ3hBRUJmWDU4VmgrSlVic002T2pxOGRZZkorNHZhMU5zamw4c3hmLzU4WEx0MkRUMTY5T0RWR2VDWW1KZ296VUZzMnJRcHdzTENBSlIvMTRlRWhNREV4SVJYdEZHaFVFQXNGdU96eno3akZWRUV5alBQZ29LQ0lKRkk4UHo1YzBSSFJ3TW92NGFMeFdLRWhZVkJRME1EQXdjT1pOdVBIVHVHenAwN28zMzc5a2hOVGNYNTgrY3hZc1FJbG1iTzFUV1FTcVc4b250Y09ydXRyUzNXcmwwTEFQanp6ejh4ZCs1Y3JGNjltbzB1aG9XRklUQXdrTzNENGE1bGIrUDNSdDROQ2lMclNLRlFJREV4RVljT0hjS0pFeWRnYW1xS0VTTkc0UERodzVneVpRcCsrdWtuZE8zYUZiLzg4Z3V5czdQaDQrT0RYcjE2d2M3T0R1UEhqMmVwTzRNR0RjTGV2WHRSV2xxS3YvNzZDNzE3OThiT25UdFJXbHJLbTFPNGFkTW1wVFhpVkltSWlFQjRlRGdHRGh3SU16TXpyRjY5R2tLaEVIbDVlYmgwNlJKdjVBZ0FCZzBheEZ2UVZpd1c4eGEwM3I1OU85VFYxWGtwQmgwN2RvU3JxeXY2OSsrUHk1Y3ZZK25TcFNncks4TzZkZXZnNU9RRUd4c2J6SjgvSDBPSERvVklKSUtHaHNaYlQ3c2diOStaTTJmUXVYTm41T2ZuNCtyVnE4alB6NGRZTEdZZEI5ZXVYY1A4K2ZOUldscUtnSUFBaElTRVFDYVRzYXJFZCs3YzRhVXhWMlJoWVZIbFNQcXBVNmZZZk1vYk4yNEFVRjZ1QmlnUDV1N2N1UU81WEk1Smt5Wmh3b1FKdUhQbkRuYnYzbzF6NTg1aDdOaXhiSEZsYlcxdFBINzhHREV4TWREVjFXV0ZwaXFlUStYNWhhL0QwTkFRMjdkdmg2MnRiWlZwT0ttcHFXd2tSOVZ6bFczZHVoVWFHaG9vTEN6RUgzLzhnYTVkdXlJbUpnWStQajRRaThYc0gzY1JEd3NMWXpjYkhEOC9QL2o1K2IzUlp5TWZMNmxVeXBhYktpb3FRbloyTm1KalkxbmxZWE56YzlqYTJpSXJLd3VmZi80NUxseTRBS0M4U056Qmd3Zmg0T0FBYzNOejVPYm0xdm85Q3dvS3Fxd2UvRitmeTBzK1RncUZBbXZXck1IVnExZWhxYW5KNjRRQnlvTXZpVVNDRVNORzhHcE8xRlg3OXUyVk1zOXljM1BaUFdONmVqcGJta29xbGJLbHFyZ2xyWXFMaXpGbHloUTBidHdZdnI2KzBOWFZSV2xwS1pLU2t2RGd3UVA4L3Z2dnZJSjVnWUdCMkxsekozc2NFQkNBZ0lBQUdCZ1lJQ0lpQWtWRlJUQTFOY1hNbVROUlVGREFPcFJhdEdpQkgzLzhrWDF2Y01VWjM5WHZqYnc5RkVUV3dmbno1K0h0N1kwWEwxN0F4TVNFalRSb2FXbGgxS2hST0hMa0NJeU1qREJ4NGtSb2FtcGk3ZHExTEwydGFkT20yTFp0RzM3KytXZnMzTGtUWGJwMHdibHo1d0FBZG5aMm1EeDVNclpzMllJZmZ2Z0JKaVltN0QwSERScFVaYUdhSDMvOGtmMzh4eDkvb0VHREJ2amxsMThBbEtjZlhidDJEVUtoRUxhMnRxeGFKRWRiVzV1M1pFSGxPV21xS20xV3BLNnVqaTVkdW1ER2pCbHNCTFpmdjM3UTFOVEUrdlhyOGZUcFU4eVlNYVBLTkVmeWZzak96c2FUSjA4d2VmSms1T2Jtc2hRWEN3c0xkT3ZXRFFCdzdOZ3hxS21wWWVQR2pXalRwZzBPSERpQW1KZ1l5T1Z5R0JvYVlzS0VDYSsxcEV0OGZEd09IejRNb1B5aU1uYnNXS1ZlVlFBd016TkQvLzc5TVdUSUVEZzRPTURYMXhmNzl1MkRxYWtwbGl4WmdrR0RCckY5Ky9idGkrUEhqMlBtekprQXl1YzVjcDA0SEMwdExjeWVQYnZPNS92cTFTdGVOZGlhUmxnaklpSllMM0JscXRKWkl5TWprWlNVQkpGSUJIdDdlOHlhTlF0RlJVVm8yclFwNnRXcjkzL3QzWGxRMWRYL3gvSFh2WUFrQ2k3UlpFV2tYRXR6L1NIaTFwUUxrMlZqYUtLTzVwQ0JOUlU2SnJhWU9xSVdPdDljME1tdlNHWnFLaVV1bzJCbTVmWlRFRGZNYk9nWEpBaFNmbi9GWUQrUVJaVGwvdjVnN21lNGNrRVJCWmZuWStiTzhQbmN6M0k0TStmZWV6N25uUGRiN3U3dTh2RHdVS3RXcmVUaDRWSGpGUjhmcjVVclYrcnMyYk4yZVdJQm02S2lJb1dGaFJuYk9UazVTazVPMXRpeFk0MTlQLy84czVZdFcyYjNnT0xQUC8vVWtpVkw5SzkvL2F2R05VK2RPbVVYNE9yYWp1SFJvMGV2dXk0U3VGZGN1WEpGOCtiTjA0RURCK1RxNnFxbFM1ZmF6VDdMeTh2VGxDbFRkUG55WlllenpuNzU1UmNqNzdZdHRWVmFXcHFSZnN0a01obmZ6ZGZqNysrdlk4ZU9TWkxSc2JNRjFybDA2WkxDdzhPVmxaV2xkZXZXS1RFeFVldlhyOWZtelp1MWFORWloWWFHS2pRMFZBc1dMRERXMmc4ZlBsemR1M2RYUmthR1ltSmk5UExMTDJ2Z3dJRnExcXlaRGgwNlpKZTlvSG9BU0J0YnRQWEV4TVFha2NjYldtOW9HblFpNjZGcjE2NTY3cm5uTkdqUUlQWHYzOStJNUNoVi9WZ2RQWHEweXN2TDljb3JyK2pWVjErdE1ZWEhZckZvMDZaTlNrNU9scCtmWDQzMVVnc1hMclFiM3QrOWUzZWQ1YkU5VWJhZCs4Y2ZmeGhyS1ZldFdpV3A2Z3Y5MnVsRmpoSzB1N201MlYzdmV2Zno5L2VYdjc5L2pXTUdEaHlvZ1FNSDFua2QzRGtlZXVnaGJkaXdRZDdlM2pLYnpVcEtTcExWYXJYN2dKODFhNVpLU2txTU5YblZnK3JVcG4zNzlvcUxpek9tbERveWUvWnN6Wnc1VTVMcVhEZHBOcHYxOGNjZkc5dmp4NDlYUUVDQWV2YnNXZU04aThWU1o3dVpQSG15RVN6a1pyejU1cHMzZEp3dGRVZDkyRVo0eldhelhadDE5R1hzeU9qUm85VzNiMTg2a0tpVmJjUkFxbG96WmJGWUZCNGVydWJObXhzUEpRTURBN1ZyMXk2Nzc2ZHQyN2JwMldlZjFlREJnNDNSU1p1b3FDaGxaR1FZSS9MVnY4T2FOMit1SVVPR0dOZWVOR21TQWdJQ2pLQndreWRQcmpVTkRuQTNtamR2bm80ZlA2NlltQmpsNU9Ub3ZmZmUwNHdaTXhRWUdLaGp4NDdwazA4K2tidTd1MWF2WHUwdzkvRDI3ZHVOQVFiYnJKUHZ2dnRPUC83NG82U3EzNXA3OXV4cFVCblQwdEwwMFVjZjZkS2xTNHFKaWRGVFR6MmwwNmRQR3pOa09uWHFwT2pvYUUyYk5rM2p4bzNUOE9IREZSd2NMQjhmSC9uNCtCaDV3WDE4Zkl5STZiWXl4OGZIMTVyVzY4aVJJMXF3WUlIRDl4cGFiMmdhZENMcm9WMjdkdGZOYytQczdGd2psMlIxTFZ1MjFOQ2hReDIrWnpLWmJqcS9ZdHUyYmRXMmJWdUgxd1RxVW4wTm5hTVJhRGMzdDNybkszUjFkYjJoYU1RM0UzVG5zY2NlcTdOemVqZXIvbUNxdmp3OFBJeTBLNEFqSnBQSmVCams3T3dzVjFkWHU0Qk5oWVdGeXN6TVZIaDR1RnhkWFkzcDJLR2hvU290TFZWR1JvWmRubUtwYWsxVldGaVlNVHF3WXNVS1k1Uis4ZUxGZHNjNk9UbXBkZXZXeG1lRHJVTUwzQ3VtVHAycWlvb0tlWGw1eWRmWFY2MWF0ZExzMmJQMTFWZGZLVHM3VzJQR2pOSDA2ZE5yalZvL2YvNTh6WjgvWDFKVkFMVXRXN2JVQ0R4ek05SE1iUW9MQy9YMjIyK3JzTEJRRXlkT1ZGWldsckt5c3BTYW1pcXIxYXFFaEFUajJBa1RKbWpuenAxS1NFaXdXKzVrNnpEKzlkZGZPbnIwcUpIK1M2cEs1MUhiNzlpNlVuSTF0TjdRTk9oRUFnQUFIVDU4V01uSnlUWDJCd2NIRzMrWGw1Y2JhNHF2WExtaS9QeDh1N1hNdHBRZjY5YXRxN0dldjZ5c1RCczNidFRYWDM5dHR6ODZPbHE5ZXZXNlpmOEgwRlJzYlNFakkwTkhqaHpSdm4zN1ZGWldKazlQVCtYbTVtclBuajNLeTh1VHI2K3ZmSHg4YWczNGR1blNKYU5EVjFGUm9ZS0NnZ2JuVTdWYXJjckp5ZEZycjcybXRMUTB4Y1hGNmRGSEh6WHVaN1ZhdFhIalJ1UDRyS3dzZmZEQkIrclhyNThSdlQwMU5WVi8vLzIzM056Y2RQejRjZTNZc1VQUjBkSEdPYllPc0NPT2NzcmEzS3A2UStPaUV3a0F3SDB1UER4Y2JtNXVkdXVISGZudHQ5K01LYXUybkhBWExselF3WU1IaldOOGZYMVZVVkVoRnhjWHpaMDcxOWcvZi81ODllblRSOE9HRFRQT2o0cUtNdForQVhlejR1SmlUWjgrWFdmT25GRitmcjY2ZGV1bW9VT0hhdG15WmZMMDlGUnBhYW1Ta3BKMDZOQWhyVjI3VnZuNStSbzhlTEJkNUZXYjZtdVN2L3p5UzIzZHVsWFIwZEVPZzgvVnBxeXNUS21wcVVwSlNWRmFXcHJ5OHZJVUZoYW0xMTkvWGMyYk4xZVhMbDMweFJkZlNLcUtHTDVreVJKdDNiclZPTi8yc0toNitxOE5HemJJMzk5Zm1abVpHakZpaEhKemN6Vno1a3pqNFZGOGZIeXRVOVQzN2R2bmNLYmVyYXczTkM0NmtRQUEzT2Y4L1B4MCt2UnBwYVNrMUhtY2s1T1RrZFlqTnpkWFpyUFpiaVNpc3JMU3lJL3M0dUppbDg5dTRjS0ZldUtKSjR4OXRVVnRCZTVHTFZxMFVQZnUzVFZvMENBTkdEQkFhV2xwaW9tSlVYcDZ1dHEzYjY4T0hUcklZckZvMEtCQmNuSnlVa1pHaHR6YzNJd1lGamFGaFlYNjVwdHZGQlFVcE5qWVdJMGFOVXI3OSs5WFNFaUlvcU9qMWE1ZHV4c3F6OEdEQnpWejVreDVlWG5KWkRLcGE5ZXVXcjkrdmN4bXMrYk9uYXN6Wjg1b3lKQWhrcXBHQ1Nzcks0MXRxU3BxZjNVWkdSbmF2MysvSWlNampiWDY0ZUhoR2pkdW5OTFMwaVRKN3Z4cjFmYXc2RmJWR3hvZm5VZ0FBR0JFOGE1dEpNRTJIYzBXT0twMzc5NDZlZktrOGY3eDQ4Y1ZGaFpXN3pYVXdMMGlKQ1RFK0x0Tm16YnExNitmc3JPenRXZlBIdVhrNUtpeXNsTEJ3Y0dhTm0xYXJVSFFvcUtpVkZ4Y3JPRGdZTVhHeHNyVDAxT3JWNjlXU0VpSUlpSWl0SHIxNmhzcVM2OWV2YlJwMHlZOS9mVFRSblRXNm5FSUxCYUxrU3Jqd0lFRDJyeDVzNUg3WEZLTklIUWJOMjZVcDZlbkFnSUNqRTZrazVPVHZMeThkT0hDQlQzNTVKT2FNV09HbkoyZFZWbFpxZERRVUUyYU5NbklVcENXbHFidDI3YzdqSVZ3SytvTmpZOU9KQUFBa0ZRVjRLSjZFSS9xNHVMaTlObG5uOVY2Ym5GeHNTUVpxWjJ1emNsYVdscXEyTmhZeGNYRlNTSlBKTzVOZVhsNU9uSGloTHk5dlRWeDRrUzV1N3RMcW5vSWMrN2NPWWRCRUcxT25EaWhoSVFFaFlTRXFFMmJOc1orVDA5UHJWcTFxdGE4eEk1NGVucmFCYzY2VnN1V0xZMVpCYi8vL3Jza0dkdFN6Y0NNRm90RlhicDBjUmpjcG0vZnZ0cThlYk94L2M4Ly8waVNldmJzYWVSeDd0Njl1OGFNR1ZOcmVScFNiMmdhZENJQkFMZ1BYYmh3UVlzWEw5YVpNMmUwYWRNbVNWVzVJMnViMHBxVGsxUG45WXFLaWlSVi9UaVZxaUk3VjQ5b0hoa1pxZDY5ZSt2RkYxKzBPOCtXaHc2NEZ5UW5KeXN5TXRKSTBkRzZkV3Q1ZTN2TFlySElZckdvWThlT2F0YXNtVjBuMFdiMzd0MTY0b2tuSEthVDh2THlrdFN3Nkt6Vm5UNTkybmpJVTE1ZXJzckt5aG9QZmFTcTlabGR1M2JWcUZHakhFWndmL2ZkZDVXVWxPVHdIbE9uVG5XNGY4V0tGVFh5UWplazN0QTA2RVFDQUhBZnVIcjFxcEtUazNYbzBDRmxaV1dwdExSVXFhbXB4blF6U2ZyMjIyOXI1REMydVh6NWNwM1hMeWdva05sc1Zvc1dMVFIrL0hpTkhEblNiaVRrMDA4L1ZZY09IZlRDQ3k5SWt1Yk1tU01QRHc5akc3Z1hCQVlHYXRpd1ljckp5VkYyZHJheXM3T1ZtWm1wVTZkT2FlZk9uYkphcmVyY3ViTmlZMk5ybkJzVUZLUlJvMGJKMWRYVkx1ZXFJeGN2WGxSNmVycmR2bXRUOE5TbFk4ZU9ldi85OXlWVnJaK01pNHVya1pmWTI5dGJ3Y0hCZXVhWlp4UVJFZUh3T3VIaDRYcmpqVGVNN1lLQ0FzMlpNMGNQUC95d3pwMDdwNkNnSUwzMDBrdDI1emlLcnRxUWVrUFRvQk1KQU1COW9LU2tSQjkrK0tIYzNOejAvUFBQS3lBZ1FIMzY5TEZiQXhrV0ZuYlQwMWx6YzNQVnRtMWJtVXdtdFdqUndwaldLc240UVZ4Y1hLeno1OC9yOHVYTGNuRngwZGF0V3pWbXpCaTdmTFhBM2M3RnhjVVlRYXV1cEtSRTZlbnB0ZVk3N05Hanh3M2ZZOHVXTGRxeVpjc05IWHR0VUp0eDQ4YXB0TFRVbUw1Ni92eDVXYTFXOWVqUnc2NXNCUVVGeXN2THEzTWRvcTN0V3ExV0pTWW1hdW5TcGZMMDlOVG5uMyt1bEpRVVJVUkVxS2lvU08rODg0NlJVa1NTdzA3eXpkWWJtZ2FkU0FBQTdnT3RXN2ZXMnJWcjFibHo1MXJYVm1WbVppb3hNYkhXOTY2MVpzMGFOV3ZXVEVWRlJkcXhZNGNHREJpZ3BLUWtMVnEwU0tXbHBjYkxOa1Z0MjdadGR1a0xKR241OHVWYXZueDVBLzg3b0dsRlJVWFYrWkNsTm1WbFpkZE5yZVBJMkxGak5YTGtTTHQ5aFlXRmV1dXR0eVJWclVzOGVmS2tyRmFyZnYzMVYzWHAwc1U0N3RyNzJhYVVSMFJFcUgvLy9qS1pUQ292TDlmMzMzOHZTZXJmdjcvRE1wU1VsT2pVcVZQNjZhZWZ0SGZ2WGwyOGVGRkJRVUdhTW1XS0huamdBUVVFQk1oaXNTZ3lNbEtCZ1lIeTgvTlQ3OTY5Tld6WU1DUEtiR1BYRzI0ZE9wRUFBTndudW5YclZ1ZjdQL3p3Z3c0ZlB1endQVWZUV1E4Y09LRDA5SFE1T3p1clc3ZHVtalp0bW9xTGk5V2hRd2Q1ZUhqSTNkMWRIaDRlYXRXcWxUdzhQR3E4NHVQanRYTGxTcDA5ZTVhb2k3aXJEUmt5Ukg1K2Z2VStMeUVoNGFidTkrQ0RENnBUcDA1MisvTHo4NDIvcjE2OXFsbXpaa21xaXFJYUdCaFk2N1Y4ZlgwMWNlSkV4Y2ZIYSsvZXZaS3FBdXM4OHNnam1qTm5UcTB6QmE1ZXZhckl5RWc5L3ZqakdqMTZ0RWFNR0ZGanpXTDc5dTIxWnMwYXBhU2thTmV1WFVwTVROU0VDUk9NOXh1NzNuRHJtSzUvU09OcTMvbS9Cc2xrL2NhdGVmTjJiNzhScWs1UGRtenFJdUVlazM0MlExK3UzNmlDd3NKOFdmVktkdHJQLzkzVVphb1AyZ2h1dDd1OWpkUVhiYXBoS2lvcVpEYWJhMFJ6dkJFbEpTVzZlREZQanovdWZSdEtkdWU0WDl0VUszZVBkcE5lRDZaTk5RR3IxYXEvL3ZwZnlTcDV0UEpRaXhZdGI4dDlLaW9xNU9Ua2RGdXVEZWxjZHJiV3JOK29pLy84WDc0cUs4ZG5wLy95ZlZPWHllYU9IWW04ZkxsVS8xNjFXaVlIK1dTQWhyQldWcXJzT2d2Vzd3YTBFZHd1OTBvYnFTL2FGRzZYKzdWTlhTb3NwRTBCRFdDMVdsVldWdGJVeFhEb2p1dEVWbFpVNUppZHpQOWpsVXF2bHQxL0g3aG9WUCtwcktpb08yYjlIWWcyZ2taMFY3YVIrcUpOb1JIUnBnRGNqUCtVbVV6bm1yb1ExZDF4MDFrbG1iMThuclk0bTEwZWJPcUM0TjVtZGpiOWN5N3RUSWFreXVzZWZHZWhqYUJSM01WdHBMNW9VMmdVdENrQU4rTSsrdXd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RTQy93ZHRVKzljTkwxQmVBQUFBQUJKUlU1RXJrSmdnZz09IiwKCSJUaGVtZSIgOiAiIiwKCSJUeXBlIiA6ICJmbG93IiwKCSJVc2VySWQiIDogIjEyMDQwOTk1NDkiLAoJIlZlcnNpb24iIDogIjUiCn0K"/>
    </extobj>
    <extobj name="ECB019B1-382A-4266-B25C-5B523AA43C14-3">
      <extobjdata type="ECB019B1-382A-4266-B25C-5B523AA43C14" data="ewoJIkZpbGVJZCIgOiAiMzgyNjMwMjQ0MDY0IiwKCSJHcm91cElkIiA6ICIxMzg4OTU2MDc0IiwKCSJJbWFnZSIgOiAiaVZCT1J3MEtHZ29BQUFBTlNVaEVVZ0FBQkUwQUFBRktDQVlBQUFEb29xRStBQUFBQVhOU1IwSUFyczRjNlFBQUlBQkpSRUZVZUp6czNYZDhWRlg2eC9Idm5aa2tKQVFTa0JLbGw0aVVBRUZGUlN3SXlsb1dGQlZZTEtqb3FnZ2lJT2lDZGNXQ29JajBwUWtvU0JFV1dHVHBDa3VURXBvVUNUMVJTdWdKcE0yOXZ6K1N1YjlNY2tNTkpNSFArL1hpNWN5OWQrNmNHZWZKbVhudU9jK1J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b0hJejhib0NURzZyVnFSQVk0S21XMysxQTRaV1NrckxuanozYjl1VjNPd282WWcyWGkxakxPOFFqTGhmeGVHN0VHQzRYTVhaK3hCa3VWMEdNc3dLWE5LbGN1WDVsRmJIR3l0Qk4rZDBXRkdyN2RkWm9zM2Z2aHIzNTNaQ0NxbHoxdXVVRFBNWUVZZzJYaVZqTEEvUjl5Q1BFWXk2SU1lUVJZdXdjaURQa2tRSVhaNTc4YmtBT1JWUlpobTR5WkVTRUJBZkw3WEhuZDR0UWlIalR2VHFibkN6VHNvcW9pQ3BMS2pEQlZ0QUVTT1Y5c1JZY0hDd1BzWWFMUUt6bE1mbytYQWJpOFFJUVk3Z014TmdGSXM1d0dRcHluQlc4cEVtbWtPQmdkWHY5TmRXcVdTTy9tNEpDWk91MkhSbzA3Rjg2Y2VwVWZqZWwwQWdKRGxhblYvK3UrblhyNUhkVFVJZ1FhMWNHZlI4dUJmRjQ0WWd4WEFwaTdPSVFaN2dVQlRuT0NtelN4TzF4cTFiTkdycTk0UzM1M1JRVU1nRUJBZm5kaEVMRjdYR3JabzFJWWcwWGpWakxlL1I5dUZURTQ0VWh4bkNwaUxFTFI1emhVaFhVT0hQbGR3TUFBQUFBQUFBS0lwSW1BQUFBQUFBQURraWFBQUFBQUFBQU9DQnBBZ0FBQUFBQTRJQ2tDUUFBQUFBQWdBT1NKZ0FBQUFBQUFBNUltZ0FBQUFBQUFEZ2dhUUlBQUFBQUFPQ0FwQWtBQUFBQUFJQURraVlBQUFBQUFBQU9TSm9BQUFBQUFBQTRJR2tDQUFBQUFBRGdnS1FKQUFBQUFBQ0FBNUltQUFBQUFBQUFEa2lhQUFBQUFBQUFPQ0JwVWtoOS9QSEhXcnAwYVk3dHYvNzZxM3IwNkNIVE5PMXRxMWV2VnA4K2ZhNWEyeVpPbktqTm16Zm4ySjZRa0tBQkF3WW9MaTd1cXJVRkFBQUFBSUJMUmRLa2tGcTJiSm4yN3QyYlkvdmh3NGUxZVBGaXY2VEpnUU1IdEhqeDRoekhKaVVsYWZQbXplZjk1L1E4eWNuSmF0bXlwWll0VzVaajMzZmZmZWVZTkprMWE1YSsvZlpiblR4NThtSmZMZ0FBQUFBQVY1MG52eHR3SmJWdjMxNWJ0bXpSN05temRjTU5OemdlMDc5L2YwMmFORWw5Ky9aVnMyYk5ybklMenkwcEtVbEZpeFk5NzNHLy92cXJKazJhSkVrNmRPaVFKT245OTkrWFlSaVNwUDM3OSt2TW1UTjY1NTEzN01lOCt1cXJPbno0c0Y1ODhjWHpucjl4NDhZYU9IQ2dIbnZzTVQzNjZLTnEzNzY5VE5OVVhGeWN6cHc1YzhHdlorYk1tYXBhdGFwcTE2NTl3WThCQUFBQUFDQy9YTk5KazhMc2xWZGUwZUhEaHpWOSt2VHpIdXYxZXUza1JVcEtpaVRwekpremR0SWtOVFZWbG1YNUpUZ3N5MUowZExUV3JWdW4rUGg0dFdqUlFzT0dEVlBEaGcwbFNTKzg4SUlxVktpZ0R6LzgwSDdNMmJObmxaYVdka212WjkyNmRZcUxpOU9kZDk2cEdUTm01SHBjK2ZMbGRldXR0MTdTY3dBQUFBQUFrSmRJbWhSUWE5YXNVZm55NWYyMnBhZW55K3YxMnZlOVhxOVNVbEowMDAwMzZjc3Z2NVFrTFZteVJHKysrYWI2OWVzbmp5ZmpmKyswYWRNMGRPaFErNWpjK0pJc2x5SWhJVUVuVHB5dzI1bVFrS0RZMkZoNVBCNVZybHhaRXlaTWtDUXRYNzVjeTVjdnovVThEei84TUVrVEFBQUFBRUNCUU5La0VCazZkS2pHalJ0bjN4ODhlTEFHRHg2c3NMQXd6WnMzVDBsSlNZcUlpRkNYTGwxMCt2UnBPd2xTdlhwMXZmenl5M1pTSXp3ODNPKzhsbVZKa2x5dVN5OXg4ODAzMzloVGhDUnAzTGh4R2pkdW5NTEN3dFMzYjE4dFc3Wk1yVnUzVnBzMmJYSTlSNGNPSFJRVUZIVEpiUUFBQUFBQUlDK1JOTGxFVHo3NXBIYnYzcTBWSzFabzVzeVptang1c3VMajQxV21UQms5OWRSVGpzbUJoSVFFRFI4K1hNdVdMZE9KRXlkMC9mWFg2NUZISHRGenp6MW5qd3BwMjdhdGR1N2NLVW1LaTR2VHpUZmZMRW5xMUttVEhubmtFVVZGUlNrMk5sYkRody9YWC8vNlY5MXp6ejBLREF6VXp6Ly9yTGZlZXN0K3JvRURCK1o0L3M4Ly8xeFNSaEZabDh1bDU1NTdUcExzS1RmLy9PYy9GUndjTENtamVPenUzYnZWdG0xYlNWTFhybDNQK1g2OCt1cXJldTY1NTVTU2txSldyVnJweFJkZjFHT1BQU1pKNnR5NXM4TER3L1hhYTY4cE5EUlVXN2R1VmExYXRYS2N3elJOQlFRRW5QTjVBQUFBQUFDNFdraWFYS1loUTRab3pwdzVhdGl3b1c2NDRRYXRXTEZDbjMvK3VZb1dMYXBISG5uRVBpNHVMazRkT25SUVFrS0M3cmpqRHBVdlgxNHhNVEVhTm15WVltTmo5ZGxubjBtU21qZHZydWpvYUUyWk1rV2hvYUY2NktHSEpFazFhOVpVMWFwVlZiVnFWVzNhdEVtU1ZMVnFWVFZwMGtTU3RIRGhRa2taeFZaelN6d3NYNzVjSDMvOHNTVEo0L0dvUllzV2txVFkyRmp0M2J0WER6LzhzRUpEUXlWSmt5Wk5Vbmg0dUI1ODhFRkp5cldRcmsvUm9rVlZ0R2hSclZ5NVV1bnA2U3BhdEtoS2xTcWxiZHUyYWRldVhmcmdndzhVR2hxcURSczJxRU9IRHVyZHU3ZGF0V3JsZDQ3VTFGUUZCZ1plNERzUEFBQUFBTUNWUmRMa01xMWF0VXBUcDA1VnlaSWxKVW5UcDAvWHh4OS9yRW1USnZrbFRkNTU1eDBsSkNUbzAwOC8xUU1QUENBcG8vWkh0MjdkdEdEQkFqMzY2S082L2ZiYjlmenp6MHVTcGt5Wm92RHdjTC9SSXo2K0JNbkJnd2UxY3VWSzNYSEhIZmErQXdjTzVKbzBTVWhJc0c5N1BCNjFhOWRPVWtiaUp6UTBWQys5OUpJOXBXZmh3b1dxVUtHQ2ZZd2szWGZmZmFwZXZmbzUzNC81OCtkTGt2Nzk3MzhySlNWRnp6Ly92TDcvL250VnJWcFZVc1kwbnBJbFM5ckptS3pTMHRKSW1nQUFBQUFBQ2d5U0pnNlNrNU4xNU1pUkhOdXZ1KzQ2aFlTRStHM3IzTG16blRDUnBCWXRXbWpnd0lINjdiZmZaSnFtWEM2WHRtelpvczJiTit2ZWUrKzFFeVpTUnVMaXFhZWUwdkxseS9Yenp6L3I5dHR2UDIvYnRtelpva09IRGlra0pFU3JWNi9XakJrek5IVG9VSHQvMXRWdXN2T3RySk5WUWtLQ3BrMmJwZ2NmZlBDOGhXQjc5dXhwMzA1TlRaWGtYencyS1NsSkN4Y3VsTWZqVWVuU3BUVjgrSEFkTzNaTTNicDFreVJ0M2JwVnk1WXRVNjlldlJRYkd5dkRNRlNuVGgxSkdWTnp2RjR2U1JNQUFBQUFRSUZCMGlSVDFoLy9HemR1Vk1lT0hYTWM4OGtubjZoNTgrWisyMnJYcnUxMzMrUHhLQ0lpUXJHeHNUcHo1b3hDUTBQdDZUUm56cHpSa0NGRC9JNC9lZktrcEl6cE94ZGkvUGp4dXZYV1c3VnIxeTYxYk5sU2h3OGYxai8rOFE5MTd0eFpVc2Iwbk55S3FTNWN1TkJ2NU1ycDA2ZlZ2WHQzdVZ3dXZmamlpK2Q5N2pWcjFpZ21Ka1pCUVVIYXVIR2pwSXhFa3MrVUtWTlVybHc1blQ1OVduZmVlYWVlZU9JSnZmWFdXNnBVcVpLZWVPSUpmZjMxMTRxTWpOU2pqejZxTjk5OFUzRnhjWm8wYVpJOEhvK2RoQ0ZwQWdBQUFBQW9LSzdwcEludkI3anZCN2tUMytnTFh3RlVTWXFNakZUZnZuMXpIQnNWRlpWalc5R2lSWE5zSzFLa2lLVC9YNVhHdDJyTkw3LzhvbDkrK2VXYzdUaVgyTmhZTFZxMFNIMzY5TEVMdlhidDJsVnQyN2JWOXUzYkpXVk1vY21OYVpwKzk3ZHMyYUlEQnc3b2l5KytVS2xTcGZ6MjNYTExMVXBNVE5RdnYveWloZzBiU3BLT0hEbWlNV1BHU01wNDNTMWF0RkNEQmcwa1pTUi92djMyVzczMDBrdjI4c0pObWpUUjhPSERWYTllUFMxWnNrUnIxcXpSNk5HajVYYTc5ZnJycjZ0MTY5YWFObTJhMnJadGEvOC9ZdlVjQUFBQUFFQkJjVTBuVFh5aklQYnYzNi9LbFNzN0h2UEhIMzlJa3NxVUtXTnZLMW15cEpvMWE1Wm43ZkJONmVuU3BZdWVmZmJaU3o3UGhBa1RWS3BVS1RWdDJ0Uk9tcmpkYnBVdlgxN3g4ZkdLakl6VVcyKzlKWS9ISTlNMDljSUxMNmhEaHc2NjY2NjdKRW5idDIvWER6LzhZQzh0Zk1jZGQyak9uRGwrQ1NPZmpoMDdhc0NBQWVyUm80ZCsvdmxuU2RKRER6MWtGNmJOYnV6WXNiSXNTMy85NjEvdHBJa2tOV2pRUUVlUEhsVy9mdjNVcWxVcjFhOWZYNUpVcFVvVnRXelpVaU5Hak5ERER6OXNKNDFJbWdBQUFBQUFDb3ByT21sU3UzWnRMVml3UUhQbnp0WGRkOStkWS8reFk4ZTBidDA2RlM5ZVhGV3FWTGxpN1lpTWpKUWtyVisvL3FLU0psNnYxKzkrdFdyVlZLdFdMY2NwTExmZGRwdSsvLzU3Ky82eFk4Y2tTZlhxMWJOSHlFUkZSZW5KSjUvMGU1enZQWEN5YTljdXBhV2xhZGFzV1k3N2l4UXBZdGRvcVZDaGd2Nys5Nzg3anJ6cDNyMjdEaDA2cExWcjErckpKNTlVYW1xcVVsSlNsSlNVcERObnptajA2TkY2NG9rbkpKRTB3WVU1ZWZLa2loVXJaaWNBblJ3N2Rrd3paODdVWC83eUYxMS8vZlZYckMxSGpoeFI2ZEtsN2Z1N2QrKzJDeDlmaUlTRUJCVXJWb3pQUGdxdC9JakhiZHUyS1RnNE9NY0ZrYjE3OXlvbEpVVTFhdFR3Mng0VEU2UGl4WXVyV3JWcWwvM2NRR0Z5OU9oUnBhV2xLU0lpSXRkakRoMDZKRWtxVzdac2puMjdkdTNLTlc1Mjc5NnRzTEF3djZuYVFFSHp5eSsvYVBiczJmcm9vNDl5N1B2cXE2OVVzMlpOdi9JTEgzLzhzZTY3N3o2L2hUWUtrN2k0T0YxLy9mVnl1OTA1OWgwOGVGREhqeDlYelpvMTg2RmxoZHMxblRSNThNRUhOV3pZTU0yZlAxODFhOWJVVTA4OVpYK0FqaDQ5cWw2OWVpazFOVlZQUC8yMDR3Y3JyelJzMkZDbFNwWFNzbVhMTkhmdVhMK1ZZeXpMMG9JRkMvd0t4RXBTZUhpNEVoSVNsSlNVWkNjaVdyVnE1VGdxcEV1WEx2cmYvLzduK055dnYvNjY0L1pCZ3dhcFVhTkcycjU5dStOVUpDbGpkWi8wOVBSYzkxOTMzWFYydXg5KytPRmM2NUU4OE1BRENnc0wwdzAzM0tEdzhIQVZMMTVjWVdGaEtsNjh1T2JNbWFNVksxYllmNnljWGgvK0hPTGk0bFN5WkVtRmhJUm93NFlOZXVtbGwvVDk5OStyV3JWcSt2MzMzM1htekJsNzlhWXVYYnFvYU5HaU9Xb0VaWFhreUJFTkhqeFl0V3JWMHZYWFg2LzA5SFFsSmlaZWNIdkN3OE1sWmNSb1NrcUtQZTB1cTRTRUJEM3l5Q1BxMHFXTDJyVnJwMlhMbHVtTk45N1FSeDk5bE91b3JLeThYcSs2ZE9taTVPUmtUWmt5NVlyK0hRSXVSa0dOUjUrUFAvNVlOOTU0bzk1Nzd6Mi83Y09HRGRPbVRaczBjZUpFbFNoUlFwSjA5dXhadmZQT095cFpzcVRHang5djF6RHplcjJPVTJNREF3UGw4WGgwNk5BaG5UMTc5cHp0S2xHaWhNTEN3aTc0ZFFCWHlxcFZxN1I3OTI2L1ZROGxhY0NBQVlxTmpmVzdzSmFRa0tEUTBGQzdYL1A5bUJ3OGVMRGZZMy81NVJlOSt1cXJHamh3b0JvM2JwempPYnQxNjZZU0pVcG83Tml4ZWYxeWdEd1RIeCt2eFlzWE95Wk5WcTFhcFlDQUFMK2t5VTgvL2FUcTFhdm5TSnJzMmJQbmd2cXQ2dFdyNS9nOU0zYnNXSzFkdTlidUo1T1RrL1hKSjUvbytlZWZ6OU1MOTVabDZjVVhYOVF0dDl5aVBuMzY1TmcvZXZSb3paNDlXNnRXcmNxejUveXp1S2FUSnFWS2xWS3ZYcjMwd1FjZmFPREFnUm8zYnB5cVZLbWk1T1JrN2R5NVUrbnA2WXFPanI2Z0lxaVhJeUFnUU8rKys2NjZkKyt1ZDk1NVIxT21URkZrWktUUzB0SzBmdjE2eGNYRjVVaWFOR3pZVVBQbnoxZUhEaDFVcDA0ZDFhdFhUMy85NjE4ZHo5KzFhMWUvMTNEeTVFbTkrKzY3S2x1MnJIYnYzcTNISDM4OHh3ODRYNEEyYmRwVVRaczJkVHp2Z0FFRDlPOS8vOXVlbm5NdVRqOG9mZHExYTVlakUvZXBWNitlZ29PRDdXSzUyVmNuZ3IrNmRlc1dkYmxjOVRaczJQQ0xwUFQ4Yms5ZVNVOVAxOHN2djZ6YXRXdnI4ODgvbDJWWk1rMVRsbVVwTlRWVlBYdjIxTm16WnpWbHloUkowbSsvL1hiUmNidGh3d2E5L1BMTEYzU3N5K1hTbWpWclpGbVczbnp6VFptbXFTKy8vRExIQ2xQVHAwK1hKRHQrR3pWcXBEcDE2dWl6eno1VGRIVDBlYStvangwN1Z0dTNiMWVMRmkyMGRPblM4N2FyVXFWS0Z6V0tCVmNXOFhoMTQvRkN2UDMyMjJyZHVyVW1UcHlvMTE1N1RaSTBmUGh3SlNZbWFzU0lFWDR4dkhyMWFydUllbGFkT25YUzg4OC9yNDgrK2tnclY2NDg1L1A1anNXVlU3OSsvWWRNMC94NTA2Wk5TZm5kbG9KczFxeFptamR2bmlUbCtwMUx5cWloMTd4NWMvWHMyVk50MnJRNTV6bkhqUnVueU1oSU5XclVTSlpsMllzWFNCbWp1ZzRjT0tBV0xWcll0ZnV5S2xLa3lEbS9HNkxnaUlxS3FtcFpWdWlXTFZzMjVYZGJyb1pCZ3diWm82c09IanlvbjMvKzJTN1hJRW1KaVluNnozLytvODJiTjB1U2F0U29vV2VlZVVaOSsvYTlvTDVvd29RSjJyVnJsL3IzNzIvL2hqcHg0b1RmY3h3N2RrekxseS9YMnJWck5YYnNXSlV0VzFiYnRtMjdxQmtKVHovOXRMcDA2ZUszYmZQbXpUcHk1TWdGcmNpS2kzTk5KMDBrNlpGSEhsSEZpaFUxWWNJRWJkeTRVWnMyYlZKd2NMQnExYXFsNXMyYjYvSEhIMWRBUU1BVmIwZmp4bzAxZXZSb2pSbzFTaHMzYnRUMjdkdFZwa3daMWFoUnczR1o0TzdkdSt2czJiTmF2MzY5RGg0OHFGdHV1U1hYYy91R0oxdVdwV1hMbHRtRlhVZU1HS0cxYTlmcXZmZmVVMkppb2w1OTlWWGRjTU1OVit3MVhvcGl4WXBKa243OTlWZEovclZsa0pQYjdTNWxHTWJ5Nk9qb1hhWnBqbks1WExNc3kvcDl3NFlOcHlWNXozdUNBc3JqOGFobno1N3ExcTJiSms2YzZEZHM4SXN2dnRDK2ZmdjB6VGZmeU8xMmErUEdqVXBKU2RGdHQ5MTJTYzgxY09CQXYrazAyUzFac2tTalI0K1dsTEdxVnJWcTFUUjY5R2dOSFRyVS9oRW1aWFNxa3laTjBzTVBQMndYVW5hNzNmcmdndzgwZi83OGN6NkhKSzFjdVZMRGh3K1hKTTJmUDEvejU4L1A5VmpmcUsvbm5udk84VWNlOGdmeGVIWGo4Vng2OSs2dFhidDJTY29vZXI1MDZWSXRXN1pNVXNZVWdxSkZpK3JOTjkrVWxGRnJxMmZQbm9xS2l0S29VYVA4enZQS0s2LzQzVy9jdUxIOXVPemF0bTE3M25iaDhybGNyamt1bCt0Zy9mcjF4M3E5M2g5TTA5eno2NisvbnRJMWxLak1DeDk4OElHT0hEbWlMNzc0UWlFaElYcjAwVWN2NjN3Yk4yN1VxbFdyTkhqd1lMbGNMcDA0Y2NMeEl0dVFJVU1jUjVtUlVDdzgzRzczWFM2WDY1dm82T2l0bG1VTmRibGM4NUtTa2c3dDJMRWpTWko1M2hNVU1zbkp5VHB6NW95a2pQNGlMUzNOdmk5bC9KN0t1czIzV0lYdk85dDc3NzJuK1BoNHUyOWF2WHExT25ic3FObXpaOXUvczNiczJPRjN6dXh1dU9FR0RSdzRVQysvL0xJNmRlcWtNV1BHcUV5Wk1qbSs0NldtcG1yWXNHRzY2NjY3N01VM2ZMS3Y0Q3BsZkovMGVEeU9aU2x3ZWE3NXBJa2sxYTFiVi8zNjljdlRjMDZkT2pYWGZlUEdqWFBjWHFkT0hYMzExVmNYZFA1U3BVcGQwTEZuenB6UnVuWHJ0SDc5ZWkxWXNFQkhqeDdWNDQ4L3JrNmRPcWxJa1NKcTJyU3BxbFdycGo1OStxaEZpeGE2K2VhYmRjc3R0Nmh4NDhhNVR0M0pldTdrNUdUZGYvLzk1enl1VmF0V2V2WFZWeS9vZFVrWnc2cGRMcGRDUTBNVkdCaW9nd2NQYXQ2OGVTcFhycHdxVmFwMHdlZjVNek1NbzVyYjdmN1VzcXplaG1Hc2E5Q2d3UnJUTkRkSVdyNWh3NGE5K2QyK1MzSFBQZmVvZCsvZXV2ZmVlN1Z2M3o1N2U5MjZkZFdvVVNON1R2VlBQLzBrU1ZxK2ZIbU9xOERWcTFkWFVGQ1E0dVBqN2FzSXk1WXQwNEVEQit3aDlGV3JWajFuOG5EcjFxMSs5MTk1NVJWdDNyeFpZOGFNVVdSa3BEMnFaTUtFQ1RwMTZwUisvUEZIKytwZVZ1UEhqL2U3Mzd0M2IzdkUxK2JObTlXalJ3OVZyRmhSKy9mdlY5dTJiWE5OaHF4Y3VWSzlldlZTUUVDQUhudnNzVnpiamZ4RFBGNjllTXpOdm4zN0ZCb2E2bGUzYTlLa1NaTGtOeVI3NnRTcGlvK1BsNVNSdEkrT2p2WTdUL2JSWkNFaElhcFFvY0lGdFFGWFZJVEw1ZnFIWVJqZEpXMklqbzVlSldtVFlSZ3IxcTlmdjEyU2xjL3R5M2VCZ1lIcTE2K2Zubm5tR1UyYk5rMlBQUEtJUEo1TC81by9hTkFnM1hISEhicmpqanQwNHNRSnpaOC9YNk5HalpMSDQ1RmxXZXJTcFl0cTE2NmQ2NGl4YzlWUVFjRmtHRVl0d3pBR1c1WjFQQ1FrWkhYOSt2WFhXNWExTVMwdGJlbldyVnNQNW5mN0xwWnYrcVd2UnFUdmZyZHUzZXpwMEczYnR0VmRkOTNsZDFIcy92dnYxMk9QUFhiT2tWalorNHBMVWFkT0hmWHUzVnZ2dnZ1dTFxNWRxeVpObXFoMTY5WUtDZ3F5ejMvNjlHa05HelpNRFJvMDhCdUZjdmJzMlJ4VGdGSlNValJuemh3MWJ0eFl4NDhmdHk4a1pIWDA2RkZabHFXWW1CakhOa1ZGUlYzVzM0MXJHZTlLSVplYW1xbytmZnFvUW9VS2V1S0pKOVN5WlV0N0hyZFA1Y3FWTldyVUtLMWR1MWF6WjgvV3NtWEw5TVFUVDF6dzBPano4Ulc2dlZCSGpoelI4dVhMN1NXUVBSNlBvcUtpMUtOSGp6ejVJL1JuWVZtV0RNTUlsWFNQWlZsM3UxeXUwNVpsSFk2T2p0NWtHTVkzcDA2ZG1oOGJHM3YrdGF3TGdBa1RKbWoxNnRXU3BNV0xGK3YwNmRPU3BFOCsrY1Nlc3JWeTVVcTkrZWFibWpkdm5rcVZLcVhGaXhmYmo5KzVjNmRLbFNxbEZpMWFhTmV1WFg1VHludy9uSHhER05lc1dhT1NKVXZtMnBhZE8zZjYzWGU1WFByMDAwL1ZybDA3ZmZqaGgyclFvSUdTazVNMVljSUVGU2xTUkwxNzkvWTdmdXpZc1RKTlV4MDZkUERiWHJkdVhVa1pCU25mZU9NTlZhaFFRZi82MTc4MGQrNWM5ZTNiVjZkUG4xYjM3dDN0Z3JCcGFXa2FOMjZjaGc4ZnJuTGx5bW5Rb0VFcVg3NzhCYjZqdU5xSXh5c2ZqK25wNlhiaDhxU2tKQjA1Y2tTclY2KzJpMWVXSzFkT045MTBrK0xpNG5Ubm5YZmFDWjNtelp0cjZ0U3BpbzZPVnJseTVSeW5FdVRtOU9uVGlvMk5kZHhuV1gvNjMrbFhWV2FNQlVwcUtLbWhaVmxKbVRHMnd6VE43NUtTa21iRnhzYWV5dTkyNXFmdzhIQU5HVEpFcFV1WHZxd2ZQdlBtemRQbXpaczFlZkprU1JtalNSWXNXS0NaTTJjcUxDeE1xMWF0MHFsVHAvVFVVMC9aaXczZzJwQVpaeVVrL1VYU0E0WmhuQ3BTcE1paHpFVGxoSmlZbUNVcUJLTlBVbEpTMUtoUkk3OXR2dnM5ZS9iVVF3ODlKSy9YcTcvOTdXOHFXN2FzWDcvdzBrc3ZLVEl5VWlkT25IQ2NabVpaMWprTG4xK01oeDU2U0pVcVZWTHQyclYxOHVSSnRXdlhUaDA2ZEZDclZxMXlmY3dmZi95aHA1OStXcjE2OWZJYi9iVnc0VUtkT25WS0RSbzAwTWlSSXpWMzd0eGN6NUhibE5wRml4YmxxQ0dHRENSTkNxbi8vdmUvOXUwZmYvenhnZ3BJM25MTExYN1RmSHdyMXVTMU9YUG1uSE8vYndTTmI4cEIxb3dxTGs2V0wrMkdaVm5GSlJVM0RLTzZwRmJGaWhVN0ZCMGRQY1hyOVg2VG1wcTZMems1T1dudjNyM0orZGZhM0VWRVJPakdHMitVbEpFczhOVUtxVnk1c3YzSHUzVHAwbHE4ZUxFT0hUcWt2bjM3MnN1Q0p5UWtxSG56NXVyWXNhTmF0bXhwbjNQSGpoMXExNjZkaGc0ZHF0dHV1MDFyMTY2VkpIMysrZWZuYkV2MlZhdWtqQytpZmZ2MjFlKy8vNjVTcFVxcFk4ZU9Ta2xKVVdob2FJNTZRYk5telpMWDYzVXNCTHQ1ODJhOSt1cXJxbDY5dWdZTkdxUml4WXFwZGV2V2tqSnFDSzFjdVZJOWV2U1FhWm9hTUdDQVhlK29WNjllOWxRMkZGekU0NVdOeDhURVJIWHMyTkcrdjMvL2ZxMVlzY0tPSVNtalZzcUFBUU0wYmRvMGUxdGNYSno2OSsrdnp6NzdMTWY1MTYxYnA0U0VCUHQrOWtUSXlwVXJ6MXZYQkZlSFlSalovLzhVbFZURk1Jd3FicmY3TDhXS0ZUc1dIUjM5Yjh1eXhoaUc4ZHVSSTBjUzQrTGl6bDNKOXhwVXNXTEZ5M3I4OGVQSDFiOS9mejM3N0xPcVhMbXl0bS9mcmhrelpxaDc5KzZhTTJlT0RoMDZwSFhyMXNubGNtbmx5cFYyUWNtYU5XdnFMMy81UzE2OEJPU3pMSEhta2hRdUtkd3dqQnFTMmtkSFI4ZExHcHVlbmo3Rk5NMzRsSlNVcElKNFFTQWdJRUQ5Ky9lWGxKSDBpNCtQMXllZmZDSkp1dkhHRy9YQ0N5OW85KzdkNXozUDAwOC9yYTVkdStxNzc3N1Q3Tm16SldYVVFVbFBUN2VuYVBvS2huZnUzRmtCQVFHcVVLRkNqb1ROdWZpbTJZU0ZoYWxPblRvYU9IQ2c3cjc3Ym52cWQzWmZmZldWRWhNVC9RcklXcFpsejNRd0RFT2RPM2ZXYzg4OWwrT3hvMGFOMHBJbFMvVGRkOTg1bnB2dm1ya2phWElOS0t3cmJuZzhuaXMyQk13eUxSVUpzS3BGUjBlYnBtbWFobUZZa2l5WHkyV21wNmRiaG1GWUxwZkxOQXpEU2s5UHozcmJOQXpETWd6RGNydmRabHBhbW4yc3krV3lVbE5UN2R1R1lWaHBhV21tMiswMlhTNlhsWnljYlBsdXU5MXU2K3paczZiYjdiWmNMcGNWR0Job25qeDUwbks3M1ZaUVVKQ1prSkJnQlFZR21oNlB4d29NRExTMmJ0MXE2aUxuWjJkTk5HWDlJdW03YlJoR1dVbWRQUjdQU3g2UFoxdHdjUERtRWlWS0xKVzBOaVltWnVQbHY4dDU1Lzc3NzlmOTk5K3ZvMGVQNnMwMzM3US9Gd2NPSEZDOWV2WFVzbVZMcGFlbjJ6K09EaDgrYkQvMnlKRWprblRCeTVoT25UclZienJBL1Buek5XdldMSHZWZ0owN2Q5cFgyYk9LaW9wU1ZGU1V4bzhmcjlXclY2dDgrZklYZGNWYWttclZxcVcvLy8zdmF0T21qZC95M0sxYnQxWmtaS1E2ZGVxa3JsMjdTc3FJai9mZmYxOHRXclM0cU9lNDJpelRVcURickJJZEhXMTZ2VjdMRnorR1lmakZseVJsalQ5ZlhQbGlMUE4ram0xWll6SnIzUGx1dTF3dUt5VWx4Y3g4ck9WMnU2MmtwQ1FySUNEQWprVzMyMjBsSmlhYWJyZmI4bmc4VmtKQ2d1Vnl1YXdpUllxWWdZR0JWbkJ3c0xWdTNUcExsMUVqZ1hqTWNDWGpNU3dzeko0SzE2bFRKMVdyVmsxZHUzWlZjSEN3UFhLeVJZc1dtajE3dGhZdFdtU2ZjOXEwYWJycnJydlVwRWtUZS9TSno1ZGZmcW5ZMkZqN05hYW4vLzlISURnNFdQZmRkNTk5N2c0ZE9xaHAwNloya2MzWFhudXQ0QzBWYmxvSzlGalZjK3Y3ZkgyZDErczFzOGRoMXI3TkYzZHV0OXQwNnZkOHR6MGVqK21Mdjl6NlBWOWZkNlg2dlN3eFZsTFNDNUtlTVF4alIrblNwYmVVS2xYcWY0WmhySTZKaVZtYlIrOXdnYk54NDBhL3VqdlBQUFBNUlJXVHpHN0praVU2ZHV5WUprK2VySWtUSnlvMU5WV1ZLbFhTazA4K3FZRURCMnJyMXEzYXRtMmJicnJwSm52cTNvWU5HM1QwNk5FL1JkSWtzOCtySEIwZGZiZGhHSmFaTVd6YXlocFgyZU10ZTB4bHhwRzkzK1Z5MmQ4bkRjT3dVbEpTTEkvSFkyYnY0M3o5bXErUHk5Ni9CUWNIbTRjT0hiSThIbzhWRWhKaWJ0MjYxVkpHZmEwTEhobHlBWDFaT1VudmVEeWVicEsyQkFZR2JxcFhyOTRLbDh1MU9pWW01c0xtVTE0RkxwZExUWm8wMGVuVHAzWGd3QUY1UEI0MWFkTEU3NWdubjN6eW5IVjNzcFllcUZXcmx2M2VqQjgvWGhFUkVmWjA3WDM3OW1uYXRHbHExcXlad3NMQ0ZCNGU3cmd5bTgrSkV5ZjhwblZYckZqUlhxbW5lL2Z1ZXV5eHh6Unc0RURIMVg2V0xWdW1oUXNYNnRWWFgvVmJHR0RSb2tWKzAzSEtsaTNydUlSNHNXTEZaQmlHdmZvZExoeEpFMXlUREVsQkh0ZXpobUZFdXQxdVdabC83UzNMc2pLVFRMNmV3TXI4c214SmtzZmpzWHkzTGN1eVBCNlBNcjkwU3BLVnVheXlmYnJNSXNLV0pBVUhCOXZIU1ZKSVNJaDluR21hS2xZc04zWjdBQUFnQUVsRVFWU3NtQ1ZKaG1GWUVSRVJmc2RHUjBmYno1dE5xdjYvd3pNdHl3cDBHcFZ6bmkrU1JTUkZTNm92NlhIRE1CTHExNi8vVzVyWFdwMlViaFdZSVQ3TGxpM1RKNTk4b3JKbHkrcWYvL3ludW5YcnBzcVZLNnRQbno2S2lZbFJkSFMwOXUzYnArdXV1ODZ2eG9MdmRybHk1UzdwZVJNU0V2enFKa1JHUnVZNjVlek1tVE1hUFhxMG1qVnJwb2lJQ0gzNzdiZTY4ODQ3L1k1SlRVMlZaVmwrMnl0VXFLRHZ2LzllYnJkYkw3endncjA5UGo1ZXExZXYxdkxseTdWaXhRcWxwcWJxNXB0dmxtbWFpb21KMFljZmZxaUpFeWVxVHAwNnV2SEdHMVdoUWdWZGYvMzE5dExkZVRVODlISVlrb0lEUGUwTXc2aWRPZGZkL214YmxpVzMyNTMxYyswWGIwNzNUZFAweGFFa0tUQXcwTzk4eWhaM2tsU2tTQkcvZUFvTkRiV1BsU1RUTksyUWtCQTdsalBuMnZ1ZDl4d3hLTU13a2pOUGFDb2pIaTNMc2t4Smp1dXNYMkk4cmljZXp4MlBobUhZVjk0OEhvK0Nnb0w4cnNTZFBuMWF1M2J0VXRldVhSVVVGR1FYZ24zaGhSZVVuSnlzMk5oWWU2cVJ6OEdEQjlXeFkwZTFiOTllVWtZZGh6cDE2a2hTamxwb2JyZGI0ZUhoOXBkTnAxcEcrYzB3RENQWTQrcGdHRVlsdDl1ZHRldXpZekV6MlNIbEVvZStmdElYTDVreDZCaC9sbVhaL2FMazNPOWxpYnVMNmZmU0RjTXdNK01zdDllcXpEYjQvZGN3akFCSmRRekRxR01ZeHFPU2prUkhSKzlOVGJmV0ZxUVl5eXRseTViVk04ODhJeW5qaXJyVE10a1gwMWMwYnR4WWI3enhoa3FVS0tGZmZ2bEZjK2JNVWJkdTNlVHhlTlM5ZTNkOTg4MDMycmh4bzc3NjZpdTdpUFBUVHorZE55K21FREFrRlEzMHREWU1vNzRrdisrSXZ1K1hobUZrNzZkeXhGajI3NWNCQVFGMmtBVUZCZm5GU21ZZlp6ODJzNVpGanY3TnNpeVZLVlBHZm14bXphWWNjWlo1YklvazB6QU1yeVRIVlJpY3ZtOW1pYk1RWlV5VHU5WGxjclZWUnB4dFRrbnpiamxUZ0VvMEwxbXlST25wNmZKNFBQcnh4eDkxMzMzMzJkTnRUcDA2cFFNSER1VDZXRjhCV0VtS2pvNVdkSFMwRWhNVE5YandZRDN6ekROMkFuMzE2dFdhTm0yYVdyWnNhVjhFV0x0MnJSNTg4RUhIOHg0NWNrUkRodzZWbERIVjlQNzc3N2VUSm1YS2xOSFRUeit0VWFOR3FYWHIxdlppSDFMR2FNcytmZm9vTWpMU2J4UkpXbHFhaGd3Wm9vaUlDQjA4V09oS3p4UWFKRTF3elhJWlJvQmxXY0ZHQnQvbXJEMkFmZHV5TE1mdGhuK1A0YmpkOTlqTWpzVHZHSWZuemZVNURhZmVLWnRMbWNhVU9UL1YxK1lpa2tJTnd3Z3pMTE5BWENJMVRWTzllL2ZXL1BuejlkQkRENmwzNzk3YXRtMmJKS2xObXphNjc3NzcxTE5uVDFXc1dGRTlldlRRN3QyN3RXWExGdnZ4MjdkdlYxaFlXSzQvMHViTm02Y3hZOGJva1VjZWtTUy9RcEhTLzA4VHk1NzhrS1NKRXlmYXhZa1BIejRzcjllckw3LzhVdFdxVmRQWXNXTXZ1S2FKcnc3RTBxVkx0WFhyVnUzY3VWTmJ0bXl4cHdYVXFsVkxMNzMwa2g1NDRBRzdia2xjWEp4Ky92bG5yVnk1VXZQbno5ZU1HVFBzODVVcVZVcFRwMDVWOGVMRkwrQWR2aHFzUU10U2NKYlBtVTl1dHk4MDVuTGRsL1h4MmM2VlcrejUzYzcrR0owbkJyUHZ1cFJZekh4ZXgzaVVGRmdRYWxrV2xuaDBzblRwVXExWXNTTEhkdDhQU3QvNWZlZE9TVW5SaVJNbi9FYkYrQW95angwN1ZpTkdqUEE3VDFwYW1pWk1tS0NKRXlmNmJSODZkR2lPVlEzeWp5WHBrdnErQXRudlhVNmZsM2s3VUJreEZpNlpnWVoxN2MwRmpvaUlzRWVXWlAvTVNySi9NRjZvTW1YSzZKbG5udEh4NDhjMVlNQUFQZkRBQTNiTVdKYWw2ZE9uNi9iYmJ6L3ZDbkhYTWxNS01LN0E5OHNMNmVNdU5xNXppN0ZMN2NPeVBFZld2aXpZc3F4UVNXRnl1UUlMVXNtVEJRc1dxSGp4NGpwejVveUdEeCt1QlFzVzJOTjJsaTFicHZYcjErZjYyR1BIanVYWU5uYnNXSG05WG51VVNXNnlsMFJJVFUyMTMvUEl5RWk3MXBmVEttenQyN2RYVUZDUUlpTWpsWmFXWm04UERRMVYrL2J0MWFCQkE3K1lIajkrdlBidjM2K1BQLzQ0eDNkUzVCMlNKcmdtV1pMT3BIckhGSEZydDl2dE5pekxjbG1XWldTOUxjbHd1Vnd1eTdJYzkxdVdaYmd5THMvWXQzMlBzeXpMWlJpR3ZjK3lMRmZtWXczTHNseks3S2g4NTNLNVhQWjJ5N0pjTHBmTFBrL21zUjVsKzFFcFNaWmxlUXpEc0o5WEdmTktYM0U0enZGOU1ETG1nS2RhbHJWWDBoNUp2M3E5M2ltYk5tMWFYYmw2M2RzVllEemorTUNyeU9WeUtUSXlVczJhTlZQVHBrMjFZOGNPTFYyNlZMMTc5MVpFUklTcVY2K3ViNy85VmhVcVZKREw1ZExNbVRNMVk4WU1IVDkrWENWS2xOQ2FOV3Y4bGwzYnZIbXpsaTVkYW5kSU0yZk9WTTJhTmUyT3AzdjM3bjVUWTVZdlg2NGxTNWJvblhmZXlkRzJyRmV4Zi9qaEI0MGRPMVp6NTg2MTZ6cDRQSjZMcW1teWZmdDJUWmd3UVpHUmthcFFvWUs5b3BXdmVITlNVcEoyN05oaEgrL3JkQzNMMHI1OSszVDgrSEdkUFh0V1VWRlJCU1poa2hGcjZlT0tCcmozWkkwWHAzakxIa2RaNHlDM3gyVEdqaDByMmU4N1BTWXo5bko3akh6dFZKWjR0Q3pMTGVjWWRHZU5kVWwyVEp1bUdlWnl1Zjd1OEJqSDl5cDdQRnFXdGRVMHpjbWJObTFhWGZtbSt2ZktNUDUyMmY5RExsTmhpY2ZzdW5idHFwQ1FFTC9sa1oxczI3Yk5ub0xqVzlFblBqNWVTNVlzc1krSmpvNlcxK3RWUUVDQTNuLy9mWHY3aHg5K3FJWU5HOXBYRHc4ZE9xUXZ2L3pTTG1wZUVGaVdyTFBwNlNPS3VJMWR1ZlY5dnY3S05FMi8vazJTWVpxbVUxL20xM2RsaTYzcy9hSzlQL3UrclBIdWNybGNwbWw2c3Y5d3kyeWpPMnVmYVJqR1c4NnZOV2VjWlo0djNUVE4vWVpoN0xFc2E3dHBtdE0zYmRxME9DUEdyTWZ6OE8wdUZOTFMwcFE1R3VpaStPby85T3paMDk2MmF0VXF4Y2ZINi9ISEgvZTdRcCthbXFvelo4NzRiU3RXck5nMVdWRFNrblEyTlgxaXNNZjQxTzEyRy9LUEc3OFk4L1ZydnMrOHNueG56TjcvWlkyWHJIMU81bmI3ZnRidmhGbGkwdW14dnVmSThWc3Y4N3RsMWhpTGt2U3d3M0dPNzBGbW5DVmJsclhic3F3OUxwZHJXM3A2K3ZqTm16ZHZ6dXpMQ3NUUW85allXSzFZc1VJdFdyVFEvUG56TlhUb1VEM3p6RE9hTW1XS3BJeWsvYmxXRXMyZTFQL3h4eC8xelRmZnFFT0hEaGVVTkJ3MmJKaUNnb0xrOVhyMTMvLys5NXdMWnlRbUp2cU5Fcm43N3JzVkZ4ZG5MMXQ4OU9oUnhjYkdxbUhEaHZacmt6SnE3bTNldkZsTm1qVEpjYkZoN2RxMWR0RjFuN1MwTkhtOTNoekhObXZXVEI5KytPRjVYOU9mR1VrVFhKTU1sNkZVcnhINzI2OGJmanIvMFFXYUwxa2lTVVpVVkZTbGdJQ0FWNlR6ZG1heUxPdUlaVmt6VGRPY2FGblczak5uemlRbUp5Y254c1hGRmJqaWsvZmZmNzlTVWxJVUd4dXJmdjM2NmNDQkEvcjY2Ni85T3BDelo4K3FhTkdpdXYzMjIyV2FwaFl2WHF3Nzc3eFQyN2R2MTF0di9mOTM2ZzgrK0VCNzkrNjFmMkI5K3VtbmV1Q0JCL1RqanovS01BeTFiTm5Tcnc3UTBhTkg5Yi8vL1UvTm16Yy9aeHNYTGx5b0cyKzhVZGRkZDkwbHY4NE9IVHJveFJkZlZGcGFtaG8xYXFRdFc3Ymt1R3Fkbkp6c1dPOG5PVGxaN2R1M1ArOVM0VmViNFRLVWJucDJiOXhZNkdNdE45bXZsdHYvclZPblRxWEF3TUMvU3hjZmoyNjNPekVoSVlGNHZNUjR6TzdtbTI5V1RFeU1YV0EyTjI2MzIxNW0rUERodzNLNVhQWXdhU2xqcE0wMzMzd2pLYU9Rb0svQXJaVHhJN0pTcFVyMnR0eFcxY2xYTGtPcFh2Zk9RdDczK2ZWN0RSbzBzRDlRNTBsSW5wQTB4N0tzNzlMVDAzOXp1VnluRXhJU0VuLy8vZmNDRjJOWDA2bFRweTY2dU9PMGFkTzBlUEZpOWVuVFI4SEJ3ZHF4WTRkKy8vMTNPeW55OWRkZjYrdXZ2L1o3VFBhVnNud0ZOSzgxaHN0UW11bmVzM1BUTlJWanp5b3phWElCZmRsQnk3SytzeXhyaHFUNDVPVGswd1cxc1BtLy92VXZWYXhZVVhYcjF0WDgrZk5Wdm54NWpSOC9YdVhLbGRQMDZkUDEzWGZmMlN0RU9jbTZBbzlwbXBvNWM2YWFOV3Vtdi8vZC8xcEp5WklsZGUrOTl5b21Ka2FHWWRpakZ4Y3VYS2k0dURoNVBCNWRmLzMxZmpWU3NsdStmTGw2OWVxVjYvNXZ2LzFXMzM3N2JZN3RyVnUzdG9zMlorZjFlcFdjbkt3V0xWcjRGWTNOYnVUSWtYNVRrZUNNcEVraGxacWFxdjM3OTZ0OCtmSTVsc0xDTmNWdkxxckg0L0ZiMmlWTEoyWVpobkZXMGluVE5MY1loakhpOU9uVHN3dGlSWE1uM2JwMXkxSEYzRGRYMUtkLy8vNXEwcVNKeXBZdHEzcjE2bW55NU1tS2o0K1hZUmk2Nzc3NzdPUGF0Mit2eU1oSXVWd3V0V3ZYVG1GaFlaSXlmb3lGaFlYSk5FMDdjeTlsSkNNc3kvS3JkV0FZaGtKRFErMzdlL2JzMGQ2OWUzTWtMRkpUVTNNa1BRNGRPaVRUTlAyMmg0U0U2TkZISDgxUnRQbkREei9NOGVQd25udnUwY3N2djV6ajlaOXIrVGxjVVZhMi85b0NBZ0w4Wm00VGoxY25IblBUcVZNblNjcTFPS3V2TU4veTVjc2xaWXprV3JObWpiMS85ZXJWNnRpeG96MmREdm5Hc2RhSmxXWGFUYWF6bG1XZGxyVExzcXpSSjArZW5MWjc5KzZUVjZ1UkJaMXZXczZ4WThjdWFrV2R4TVJFOWV2WFQ0WmhhTml3WVhyMzNYZGxXWmFxVmF1bWtTTkg2dTY3Nzg3eG1CNDllcWhjdVhKNjQ0MDM3RzIrV0VlQjVCZGpwbW1hV2V2ZVpPbkxURWxuSlowMFRYTzFZUmdqWTJKaTVxa2d6Yi9KUlh4OHZCWXRXdVJYSkZuS3FERW5aYXdHNXlzUUxrblRwMC9YOHVYTDljVVhYOWpIamh3NVVtWEtaSlI3Y2JsY0dqUm9rTnh1ZDQ3dmNwR1JrZnJvbzQ5MDExMTNxWHYzN25aLytjTVBQMXh3ZTIrNTVSYS9CTDdQMmJObjFiMTdkN1ZxMWNvdmllOVR0bXhaTzJHU3ZXYVh6MzMzM2FlNzdyb3IxK2VlTUdIQ0JiZnp6NHlrU1NHMWYvOSt0V25UUnFOR2piS3ZtdUhQSmZQS1dxS2tkWVpoL0dKWjFucXYxN3Q2MDZaTmUvSzdiUmRyNU1pUk9uMzZ0RjU0NFFYZGV1dXQ2dGF0bTcxdjFxeFpHakZpaE4rdyt5ZWZmRkx2dlBPTzl1N2RxNlpObS9vTjIvZXROcE4xbW9zazdkNjlXeFVyVnRUY3VYTWRoeURlZSsrOTl1MklpQWkvcGJNWExGZ2dLZU1LZkZhcHFhazVsbTA3ZHV5WUxNdnkyMTY2ZEdrOSt1aWo1MzhqVUdnUmoxY3ZIcy9sOWRkZlY1czJiUnozVFo0OE9jZlY4YXlTa3BJa3laNHVkUExrU2I4aHpNbkp5WDVYSm5PN0lvc3J3emU5VGRJR1Nhc2xyVlhHNmxQYlZCQUtBaFVndTNidDByZmZmcXQzM25sSHYvLyt1eDUrT01mTWkxeUZob1lxS2lwS3BVcVZVcVZLbFZTbFNoVlZxbFJKRlNwVVVHaG9xTUxDd2pSOStuUnQzcnhadlhyMVVrQkFnSUtDZ2hRYUdxcGl4WXJwbzQ4K1VvY09IUnl2ZktQZ3k0eXo0NFpoK0dKc1kwcEt5disyYnQxYXFDcU1saTVkV2pmZWVLTWVlK3d4elowN044Zis3SVcrLy9PZi95Z2lJa0pSVVZIMnR1ejlSV0Jnb0pZc1dlS1luUEJOT2QyeVpZdG16WnJsMkthNmRldm1HaGZYWFhlZDQwaG0zM05WcUZCQnQ5MTJtK05qY1hXUU5DbGcxcXhabzhURVJMOXRvYUdocWxldm5uMTFUSkk5VERvbUpzWnYyZE5TcFVyNUJUeXVUWmsxRVNaNHZkNGYwOVBUOTI3ZHV2V29wTFR6UGE2Z0NnOFAxNy8rOVM4ZE8zWk1EUm8wVU1tU0plVnl1ZlQ3Nzc5ci9QanhldUtKSjN3cm5raktTRjcwNjlkUEowK2VkQ3lpNVdUbnpwMnFYNysrcEl3ckJrN0RIS1dNWWNsWmkwbGFscVU1Yythb2R1M2Fma3VqU2hteG1mM0gzQ3V2dkNLdjE2dVJJMGVldDAzdnYvKysvdm5QZi9wdFMwNU8xc0NCQXpWa3lKQWMyMUV3RVk5WEx4NnppbytQVjc5Ky9iUng0MGI3OGZ2Mzc4OTFpczcrL2Z2UDJTWmYzK3NiMVJJU0V1SlhXNlZQbno2NjVaWmJjaXlybW5YWlIxd1psbVVkTmd4am9tbWFzeVQ5bHBhV2RtVHIxcTJNSjNld2ZmdDJUWjQ4V1hYcjFsVnNiS3hTVTFOMTAwMDNYZFE1Um8wYWxldStwS1FrRFIwNlZQWHExVlBtQ2pHMjRzV0xLeTR1VGg5ODhJRW1UWnAwU2JWVWtIOU0wOXpoY3JuR21LYTV3T1Z5eGNYRXhCelhSUzRMWGxBRUJnWnErUERoT1ViamI5MjYxYTg0ZUhZMzMzeHpqbTExNnRUUnVISGpKR1hFeHQ2OWUzTjkvS0pGaS95bXFXWFZvMGVQY3lZVDE2MWJkMEcxdVpBL1NKb1VNRjk4OFlWMjd0enB0NjFxMWFvYU9YS2tCZzBhWkcvelpUUi8rT0VIZXlqeWtTTkgxS0JCQXcwY09QRHFOUmhYVlVwS3l0R2dvS0I3WTJKaVZxZ1EveWh6OHNJTEw4Z3dESDN4eFJlYU1HR0MyclJwbzhtVEo2dDgrZkwyaWhZK2d3Y1Axc21UR2FPd2h3d1pvaUZEaHVRNkpGL0ttREt6YmRzMlBmLzg4L2JWNUJvMWFqZ2VtNzNZNUxwMTZ4UVhGNWVqSUZoZWVQMzExM01NbVd6WHJwM2F0bTFyWDZIM2VlMjExL0w4K1hGNWlNY01WeXNlVTFOVHRXTEZDdjM4ODgvYXMyZVBrcE9UdFdYTEZyOFkrczkvL3FORml4WTVuc3RwS2Rhc1RwNDhLWmZMcGFKRmkrcHZmL3ViSG4zMFViL243OXUzcjZwVXFXSlBxWHYzM1hkVnZIanhpNjYvZ290am11WmpxYW1wQzdkdTNacDQvcVAvdkpLU2twU2NuS3lsUzVmcWxsdHVVWjgrZlRSdTNEZ0ZCUVdwWHIxNmwzVE9nd2NQYXR1MmJkcXlaWXYyN2R1bi92MzdhL1RvMFVwTVRIU3NWeElRRUtEZXZYdnJ4UmRmMUlnUkkzTDhyVURCNUhLNWxudTkzZ1liTjI2TXllKzI1Q1duS1dKVnFsU3g2MWI1L1B2Zi85YnMyYk5WdFdwVm5UeDVVcjE2OWZJcllweDF5bWIyMGNVK1o4NmMwVjEzM2FVdVhicmttTTU2UHFtcHFSb3dZSUMrKys0NzllM2JsNlJKQVVYU3BJRDUvdnZ2N2RzTEZpelEyMisvclNlZmZGTGg0ZUdhUG4yNnZTODJObFp0MnJSUm56NTk3T2s1UFhyMG9KRFBOUzd6UzZOekNydVFLMVdxbEhyMDZLRm5uMzFXblR0M3R1ZVZ0bW5UUnFtcHFmYlZnb2tUSjJyQ2hBbHExS2lSb3FLaU5HTEVDTDM5OXR2NjlOTlAvYTRvK09vWEdJYWgvLzczdndvTkRWWGp4bzAxYjk2OGkyclh6Smt6SmNseExtbDZlbnFPcTlxblQ1K1cxK3ZOc2IxVXFWSTVyakJjZDkxMTl2eGFINWZMcFJJbFN1VFlmakZMUnVMcUlCNnZianllT1hOR1BYdjJWRWhJaU82Ly8zNDFiZHBVRFJzMjlFdlFkT3pZOFpLbjV4dytmRmdsUzVhVVlSZ3FXclNvMzZvK3ZoVjNrcEtTdEcvZlBwMDllMVlCQVFHYU9uV3Fubnp5U2FZaVhFRWJObXo0ZDM2M29URDQ4Y2NmSlVsTm1qVFJwNTkrcXFTa0pFMlpNa1hObXpmMyt5eWZ6OHFWS3pWdTNEajk5dHR2ZGpLMFhMbHlhdGl3b1RadjNxd0pFeWFvUTRjT0tsKyt2UDJZOVBSMHV3NUdkSFMwSG52c01ZMGZQMTVObXpaVnJWcTE4dkJWNGtwWXYzNTlBYXhxZldVRUJ3ZmJJL0tQSFR1bUVTTkdhUGJzMmVyUm80Y2VmdmhoZGV2V1RaOTg4b2s2ZCs2czVzMmI1Nmhma3BkU1UxUDF4eDkvYU9mT25Rb05EZFY3NzcybnBrMmI1dm56L1BycnIrZHRCODZQYitFRjFHKy8vYVlQUHZoQUxWdTJWSXNXTFRSaXhBaS8vYjYxdzJmTm1xVmZmdmxGVXNZY2NhL1hxeEVqUnFoaXhZcjJzb2hBWVhEeTVFbjk5Tk5QR2pkdW5QYnQyNmNXTFZySTdYWnI2dFNwbWp0M3JxWlBuNjZSSTBkcTh1VEpxbGV2bnZyMTY2Y2lSWW9vSVNGQlAvendnNTU2NmlsOThza24yckJoZy9idDI2ZVltSXdMSmtXS0ZORzRjZVAwMTcvKzFmNXhaWnFtYnIzMVZzZDJtS2JwTi9VZ05EUlV0OTU2cTk4Mm4rVGtaTDM4OHN1TzU4bSsvWkZISHNsUnUySDc5dTA1aWs2bXA2ZHI5KzdkV3Jac21kLzI4MTBsQi9KU1FZekg4UEJ3alJrelJqZmRkRk91U2NSZHUzYmxpSjJzKzdJYk5XcVVBZ01EbFppWXFCa3pacWhSbzBiNjMvLytwODgvLzF6SnljbjJQNjgzb3diM3RHblRORzNhTkw5emZQWFZWL3JxcTY4dTRGMEZycHhtelpwcHo1NDlkZzBpMzBvY3I3enl5a1dkSnpRMFZBRUJBV3JidHExcTE2NnQyclZyMjFmZE8zWHFwRXFWS3FsRGh3NzY5dHR2VmFSSUVaMDRjVUs3ZHUzeXEvL1RwVXNYeGNmSFUvY0hCYzZ1WGJ1MGZ2MTZyVml4UWl0V3JGQ2xTcFUwZlBod05XalFRSkkwZE9oUVRaZ3dRWjk5OXBrR0RCaWdlKys5VncwYU5OQ3VYYnZzaTJoT2ZKLzFZY09HYWV6WXNlZHN3NHdaTXhRYUdxb3RXN1lvTVRGUnQ5NTZxLzc1ejMvYVJXZnoyb1ZNRjhmNWtUUXBnSTRmUDY2dVhidnF4aHR2MUQvKzhRK2xwcWJtV05yUU42UTVQajdlbm9lZGxKUWswelFWR3h2TFBGSVVHbDZ2VjUwN2Q5YWFOV3RrV1pZYU4yNnNqejc2U0xWcjE1YVVzV3podG0zYjlQNzc3MnY1OHVWcTBxU0pQdnp3US9zcTl0dHZ2NjJ3c0RDTkdUTkdZOGVPMVEwMzNLRC8vdmUvQ2c0T1ZvY09IZVIydXhVU0VxS1hYbnJKZms3ZnFnQk9acytlN1RkSzVLMjMzcEpwT2hlS0R3ME56WFVxUUhaWks5UDcvUGpqanpubXZwWXRXMWJyMTYvWCt2WHIvYmI3RXFYQWxWVFE0N0ZPblRybmJQKzhlZk8wZE9sU3gzMU9pY2ZGaXhkcng0NGQ4bmc4cWxPbmp0NTQ0dzBsSlNXcFNwVXFLbDY4dUlvVks2Yml4WXNyTEN4TXhZc1h6L0Z2NXN5WkdqSmtpSGJ1M0tuSXlNaHp2N25BRlZTaVJBbjE3TmxUVXNZSXNMVnIxNnAvLy80cVc3YXMzM0dCZ1lFYU5XcFVqdEdNUGxGUlVYN1R3YlBxMjdldkVoSVNGQkFRb1BuejUrdlhYMysxWXlmckNLOWl4WXJsR3ROQWZscTBhSkYrK09FSE5XclVTQU1IRHRUdHQ5L3V0OS9sY3FsOSsvWnExYXFWWnN5WW9RVUxGcWhtelpxNjg4NDdIUytlWFFyZkJZTUdEUnBvOE9EQnV1MjIyeHkvSSthVlBuMzY2STQ3N3NoMS94TlBQSEhGbmh0WFVPV2I2dDlidVdhOVArbzJiR3l0WEwzRytyTkpTMHV6T25Ub1lEVnYzdHc2Y3VSSXJzZnQzTG5UYXRDZ2diVisvWHA3MjV0dnZtbTkvdnJyVjZPWkJkYksxV3VzV3hzM3RTclhySCs4OGszMTd6My9KKzdQcTNMMXVyZjdZdTJucGYvTDEvOXY0OGFOczhhTkcyZjk4Y2NmdVI2emF0VXFhOHlZTVpacG1vNzdmL3JwSnlzaEljRnhYM0p5Y3A2MEUvK1BXTXRiQmFudis3UEZZM3A2ZXE2djQzeE9uanhwYmRteUpZOWJkUEdJeC9NclNERjJOWndyZm5IeGlMRUxVOURqek92MTVuY1RycWprNUdRclBUMDl2NXR4eVFweW5ESFNwSUNaTld1V1ltSmlWTDkrZlh0S1RrUkVoRnEzYnUyM3lvWnZwTW13WWNQc1FrZWJOMi9PdFpnZVVKQTkrK3l6NXozbXR0dHVPK2R5YS9mY2MwK3UrODVWbEJLQXZ6OWJQRjdPblBYaXhZdmJvM0NBZ2lTdnJvb0QxNUlyT2FLaklDaG8vZXUxaEtSSkFYUGRkZGVwY2VQR2tqS0swbTNmdmwybFM1ZFd1M2J0L0lwcEhUdDJUS3RYcjFibHlwVjEvZlhYUzVJT0hEaHd6Zjh4QUFBQUFBRGdhaUZwVXNBMGJ0eFlOV3JVc0s4UXZQRENDeXBac3FTQ2c0UDEvUFBQMjhmRnhzWnE0c1NKZXZEQkIrM1ZjN0x1QndBQUFBQUFsNGVrU1FIejZhZWZhcytlUFJvOWVyU2tqQ3JQdDk1NnE1WXNXYUwrL2Z2YngvbVdQM3pycmJjVUVCRGdkNDVKa3lhcGVQSGlWNi9SQUFBQUFBQmNnMGlhRkRDMzNYYWJac3lZb2NPSER5c3BLVW1KaVltcVg3KytJaU1qOWQ1Nzc5bkgvZjc3NytyVHA0K2VlKzQ1VmF0V3plOGMyWmN3QlFBQUFBQUFGNCtrU1FGenp6MzNLRHc4WE9QSGoxZHdjTENLRmkycUJnMGE2T3paczM1RlhuMUxDbGVvVUNGSDhkZkV4RVNGaDRkZjFYWURBQUFBQUhDdElXbFN3QVFHQnVycHA1L1c4T0hEVmJ4NGNUM3d3QU1LQ2dwU28wYU5ISTkvNDQwM2Ntd3JVcVNJbGk5ZmZxV2JDZ0FBQUFEQU5ZMmtTUUgwMUZOUGFlYk1tVHB3NElDYU4yOHVTZnJwcDUvOGp0bXpaNCtlZi81NURSbzBTRkZSVVg3N0RNTzRhbTBGQUFBQUFPQmF4ZnEwQmRDdVhidDA4T0JCZVR3ZTllalJRMU9uVHBYSDQxR3hZc1hzZjc2NkpjSEJ3WDdiaXhVcnB0RFEwSHgrQlFBQUFBQUFGSDZNTkNsZzR1TGk5T2FiYjZwS2xTb2FNR0NBK3ZidHE4OCsrMHhmZi8yMW9xS2lkTk5OTnlrOFBGeEZpeGJWUC83eER4MDRjRUR4OGZFeVRWTmVyMWZwNmVsS1MwdFQwYUpGMWJKbHkveCtPUUFBQUFBQUZGb2tUUXFZTGwyNnlMSXM5ZS9mWHhFUkVSb3dZSUIyN05paHVYUG5hdVBHalpvelo0NU9uejZ0MU5SVVdaYVY2M2xlZlBIRnE5aHFBQUFBQUFDdVBTUk5DcGpYWG50TnRXclZVa1JFaEwydFJvMGFPVmJJY1dKWmx2M1A1V0xtRlFBQUFBQUFsNE9rU1FGejMzMzNYZkpqRGNPZ0NDd0FBQUFBQUhtRTRRZ0FBQUFBQUFBT1NKb0FBQUFBQUFBNElHa0NBQUFBQUFEZ2dLUUpBQUFBQUFDQUE1SW1BQUFBQUFBQURraWFBQUFBQUFBQU9DQnBBZ0FBQUFBQTRJQ2tDUUFBQUFBQWdBT1NKZ0FBQUFBQUFBNUltZ0FBQUFBQUFEZ2dhUUlBQUFBQUFPQ0FwQWtBQUFBQUFJQURraVlBQUFBQUFBQU9TSm9BQUFBQUFBQTRJR2tDQUFBQUFBRGd3SlBmRGNpTk45MnJyZHQyNUhjelVNaHMzYlpEYVdscCtkMk1Rc1diN3RXMkhUc1ZGQlNVMzAxQklVS3NYUm4wZmJnVXhPT0ZJOFp3S1lpeGkwT2M0VklVNURncnNFbVRzOG5KR2pUc1h3b0lDTWp2cHFBUVNVdEwwNm5UcC9PN0dZWEsyZVJrRFI4MVJvRUJnZm5kRkJRaXhOcVZRZCtIUzBFOFhqaGlESmVDR0xzNHhCa3VSVUdPc3dLWE5FbTF6RDhDRGVNUDA3S0tuRGgxS3IrYmc4TEtzZzZsV3RZZitkMk1nc3cwck1NdVpjVGF5Vk1GOHc5VWZqSzlwZ3pMNjVKaHlKTExkTG1aemVpSVdNc1Q5SDNJRThSanJvZ3g1QWxpN0p5SU0rU0pBaGhuUm40M3dJR3JZdlhhTjdrOEFXWHl1eUVvdkx5R21YQmcyNmF0a3N6OGJrc0JScXlkUTJpZzFTYkE3ZXBnV1phVmJscGpFbE9OeWZuZHBvS0lXTXN6eENNdUcvRjRUc1FZTGhzeGRsN0VHUzViUVl5emdwZzBBWUI4VjY5ZXZVRXVsNnVUSkptbU9Yamp4bzJkODd0TkFBQUFBSzR1eHBzREFBQUFBQUE0SUdrQ0FBQUFBQURnZ0tRSkFBQUFBQUNBQTVJbUFBQUFBQUFBRGtpYUFBQUFBQUFBT0NCcEFnQUFBQUFBNElDa0NRQUFBQUFBZ0FPU0pnQUFBQUFBQUE1SW1nQUFBQUFBQURnZ2FRSUFBQUFBQU9DQXBBa0FBQUFBQUlBRGtpWUFBQUFBQUFBT1NKb0FBQUFBQUFBNElHa0NBQUFBQUFEZ2dLUUpBQUFBQUFDQUE1SW1BQUFBQUFBQURraWFBQUFBQUFBQU9DQnBBZ0FBQUFBQTRJQ2tDUUFBQUFBQWdBT1NKZ0FBQUFBQUFBNUltZ0FBQUFBQUFEZ2dhUUlBQUFBQUFPQ0FwQWtBQUFBQUFJQURraVlBQUFBQUFBQU9TSm9BQUFBQUFBQTRJR2tDQUFBQUFBRGdnS1FKQUFBQUFBQ0FBNUltQUFBQUFBQUFEa2lhQUFBQUFBQUFPQ0JwQWdBQUFBQUE0SUNrQ1FBQUFBQUFnQU9TSmdBQUFBQUFBQTVJbWdBQUFBQUFBRGdnYVFJQUFBQUFBT0NBcEFrQUFBQUFBSUFEa2lZQUFBQUFBQUFPU0pvQUFBQUFBQUE0SUdrQ0FBQUFBQURnZ0tRSkFBQUFBQUNBQTVJbUFBQUFBQUFBRGtpYUFBQUFBQUFBT0NCcEFnQUFBQUFBNE1DVDN3M0F0YUZHalJyRjNHNTMwZnh1QjVDSFFyTGVybFdyVmtTK3RRVElSNEdCZ2NrYk5tdzRrZC90QUFBQXlBOUdmamNBaFYrdFdyVWlnb0tDUHBOMFQzNjNCY2hESlNVVmx5VERNRTVabG5Vc245c0Q1SmVkeWNuSkwyM2J0bTFmZmpjRUFBRGdhbU9rQ1M1YllHQmdCY013N3BKVU9iL2JBdVFWeTdJa1NZWmhTRkp4d3pDSzUydURnUHhUTmlnbzZFWkpKRTBBQU1DZkRra1RYRGJUTk4yR1liZ2twVmlXOWJacG1xdnl1MDFBSG9nMkRPTmpTUjVnMVM0QUFDQUFTVVJCVkFHV1pmV1VGSlBmRFFLdUpyZmJYZHN3akk4a2xYQzVYTzc4Ymc4QUFFQitJR21DUEdNWWhtVVl4dllOR3phUU5FR2hGeDBkSFdRWVJvcGxXWWFrclRFeE1YeXU4YWRTdDI1ZHVkM3VsTXpSVmdBQUFIOUtySjREQUFBQUFBRGdnS1FKQUFBQUFBQ0FBNUltQUFBQUFBQUFEa2lhQUFBQUFBQUFPQ0JwQWdBQUFBQUE0SUNrQ1FBQUFBQUFnQU9TSmdBQUFBQUFBQTVJbWdBQUFBQUFBRGdnYVFJQUFBQUFBT0NBcEFrQUFBQUFBSUFEa2lZQUFBQUFBQUFPU0pvQUFBQUFBQUE0SUdrQ0FBQUFBQURnZ0tRSkFBQUFBQUNBQTVJbUFBQUFBQUFBRGtpYUFBQUFBQUFBT0NCcEFnQUFBQUFBNElDa0NRQUFBQUFBZ0FPU0pnQUFBQUFBQUE1SW1nQUFBQUFBQURnZ2FRSUFBQUFBQU9DQXBBa0FBQUFBQUlBRFQzNDNBSVhMelRmZkhHS2FadW1zMnl6TGlwRGtzU3pMa0ZRbU9qcTZVdGI5Wjg2Y09iWmp4NDdUVjdPZHdNV29XN2R1VWJmYlhTcnJOc013SWl6TGNodUc0WklVa2Yxem5aS1NjblRyMXEySlY3V2h3QlZ5S1gvYmlRRUFBUEJuUU5JRUZ5VTlQYjJPMisxZW5YV2JZUmhaNzQ3TC9waVFrSkJta2haZDRhWUJsOHpsY3RVekRHTjU5dTFaUHR2ZlovdWNLeWdvNkY1SlAxLzUxZ0ZYM3FYOGJTY0dBQURBbndIVGMzQlJObTdjdU40MHpkMFhlcnhsV1FkY0x0ZlNLOWttNEhKdDJMRGhsNHY4WE8rTmlZbFpjU1hiQkZ4Tkd6ZHVYRzlaVnV5Rkh2OS83ZDE3Zk0vMS8vL3grL3U5WVVNV2hpV3hRazZWS0llVUNxR1NxVXZGSno3ZlNvV1FROEluaDB3UlJVZ3RwNXdXSnBIbEVFWk9PVGVINWJBWllzNm5XV1pqcC9mNy9mcjlNWHY5OXJiM2ptU2JidGZMeGVXeTkrdjEzT3YxZU8veWZMMjgzNC9YOC9sNEdvWnhrbXNBQUFEOEc1QTBRVzdaSkUyWEpNTXdaQmhHaGdZM2JQOXAxNjVkS2JjdlBDQlBjdHV2NTBpaVgrTk9Zak1NSTBESytiMWRYQU1BQU9CZmdLUUpjczFpc1N5UmRPWEc2UW8zdEpGaEdGY053d2k1ZlpFQmVXZXhXSllZaGhHZmczNGRiN2ZiVjl6RzBJRGJ3bWF6TFJiM2RnQUFBQ2NrVFpCcmhtR2NrYlF0dTNZV2kyVy9wTVAvZkVUQXpidmVyM2Zsb09rdW04MFc5VS9IQTl4dThmSHhGOFc5SFFBQXdBbEpFK1JhV0ZoWW5HRVlXNHpyNDdUVEQrTk8rOWxJRlJZZkgzODJmNklFY2ljc0xDek9ZckdFWnRldkxSYkxIK0hoNFpmeUowcmdueE1WRlpYRXZSMEFBTUFaU1JQa2hkMHdqSDJTL3M2c2djVmlzVWtLUFhMa1NOTHRDd3U0S1hhNzNmNm54V0xKZEhsc2k4V1NZQmpHYmxITEFYY21Jd2YzOWdSeGJ3Y0FBUDhpSkUyUUp3NkhZNmVrRTVudE53d2p5VEFNVnMxQm9YTDlLZnVGTEpwY3NkdnRPN0xZRHhScTJkM2JKVjNoM2c0QUFQNU5TSm9nVC9idTNYdktNSXcvMHdvR3BsOVY0WHFod0FOaFlXSE1lVWVoc25mdjNtT1M5bWJXcngwT3gvN3JiWUE3VW5iM2RvZkRzWjk3T3dBQStEY2hhWUk4Y3pnY1AyYXgrNXZiRmdod2F3Vm10c05pc1V5OW5ZRUErU0dyZXp2WEFBQUErTGNoYVlJOHM5bHM2d3pET0o5KzIvVlJKcGN1WDc2OE9ML2lBbTVHWEZ4Y1NDYjkrbUpjWE55eS9Jb0x1RjJ1Mzl2UHBkK1dkbS9uR2dBQUFQODJKRTJRWitIaDRjbVNGcVlONDA1blJWUlVWR0kraEFUY3RPc0ZMbDMxNnlVVXY4Uy9RWGg0ZUxMRllwbnI2dDdPTlFBQUFQNXRTSnJncHRqdDlsbVNFdEplRzRhUlpMRllGdVpqU01CTnU5NnYweWYrRWczRG1KZGY4UUMzbThQaG1DYnU3UUFBQUNSTmNIUGMzTnhPR29aeHlHS3g2UHBUeWI5c050dWgvSTRMdUJuWCsvWFJ0SDV0R01aQm04MzJWMzdIQmR3dWJtNXVwN20zQXdBQWtEVEJUZnI3NzcvakpHMDFycE4wTUpzbFc0RUM3M3EvM3BXdVgrOUxTVW01bk45eEFiZkxybDI3a3NXOUhRQUFnS1FKYms1VVZGU2l3K0VJdFZnc2lSYUx4ZUZ3T1BiczI3ZnY3L3lPQzdnWlVWRlJpWVpoN0pLVWJMRlliSVpoN0lxTWpJekw3N2lBMjhqR3ZSMEFBSUNrQ1c0Qnd6QkNKWjJRbE9Sd09OYm1kenpBcldDMzJ6ZGJMSllMa21MdGR2dm0vSTRIdU4yNHR3TUFBQUMzU0wxNjlSYlZyMTgvSXIvakFHNmxldlhxcmE1WHI5Nk8vSTREeUMvYzJ3RUF3TDlkaHZVRTRWckZxZy9kVjdTSWU5WDhqcU9nS2xIRWFDR3A5TlVVeTZMOGpxV2dTa3BLT25iMldNVHgvSTRqUGZwMTFqeUxHTTliWlNsNk5VVkw4enVXZ3FvZzl1dmM0QnJJR3ZmMjdCWDJhd0FBQUdTTnBFa08rUG8rNmlzUFk1WXNxcG5mc1JSZ0ZobUdaTEVZK1IxSUFYWkNDWllPVVZGaFVma2RpRVMvemhuaitqMlNmcDJGQXRXdmM0TnJJRWU0dDJldjBGNERBQUFnZSs3NUhVQ2g0Q0ZmV1ZUVElvdFBjVTlQdWJtNzVYZEVLRVRzTnJzU0VoUGxNQXdQZWNoWFVzSDRZRTIveGswb3NQMDZON2dHY0JQdWlHc0FBQUJraTZSSkxoVDM5RlMvM2oxVnUxYU4vQTRGaFVoNFJLUytuVHhObDY5Y3llOVFYS0pmSXk4S2VyL09EYTRCNU1XZGRBMEFBSURNa1RUSkJUZDNOOVd1VlVPTkd6NmUzNkdna0NsU3BFaCtoNUFwK2pYeXFpRDM2OXpnR2tCZTNTblhBQUFBeUJ4TERnTUFBQUFBQUxoQTBnUUFBQUFBQU1BRmtpWUFBQUFBQUFBdWtEUUJBQUFBQUFCd2dhUUpBQUFBQUFDQUN5Uk5BQUFBQUFBQVhDQnBBZ0FBQUFBQTRBSkpFd0FBQUFBQUFCZEltZ0FBQUFBQUFMaEEwZ1FBQUFBQUFNQUZraVlBQUFBQUFBQXVrRFFCQUFBQUFBQndnYVFKQUFBQUFBQ0FDeVJOQUFBQUFBQUFYQ0JwQWdBQUFBQUE0QUpKRXdBQUFBQUFBQmRJbWdBQUFBQUFBTGhBMGdRQUFBQUFBTUFGa2lZQUFBQUFBQUF1a0RRQkFBQUFBQUJ3Z2FRSkFBQUFBQUNBQ3lSTkFBQUFBQUFBWENCcEFnQUFBQUFBNEFKSkV3QUFBQUFBQUJkSW1nQUFBQUFBQUxoQTBnUUFBQUFBQU1BRmtpWUFBQUFBQUFBdWtEUUJBQUFBQUFCd2dhVEpIYzVtc3lrK1BqN2JkdXZXcmRPS0ZTdHVRMFNwTGwyNnBGT25UdDIyOCtIT0Voc2JLNGZEa1dXYm1KZ1l6Wm8xUzJmUG5yMWw1N1haYkxmc1dFQm1MbCsrbkcyYjhQQnd6Wm8xUzRaaDNOSnpwNlNrS0RvNm1yNE9BQUJ3SFVtVFFzZ3dEQjArZk5oODNiTm5UMzM4OGNmbTY2MWJ0NW9mZUVORFEvWE1NODlvNzk2OVdSNXorZkxsV3JSb2tmazZQajVlbHk5Znp0Ry94TVJFcDkrYk8zZHV0aC9rcDArZnJtN2R1bVhaSmo0K1huRnhjVm4rUzBsSnlmSVlLRHhPblRxbGE5ZXVTWkxDd3NMVW9FRUQvZlhYWDVLa00yZk82TWlSSTJiYlBuMzZxRmV2WGxrZTcrTEZpd29JQ05DSkV5Y2twU1k4Y3Rxbk0vdlMycWxUcHl6UCsrV1hYK3F4eHg3TDFmdE9ZN1Bac3UzdmFmOVErQnc2ZE1qOGVlYk1tV3Jac3FYNWV1L2V2V2FmUzB4TVZNdVdMVFZ6NXN3c2p4Y1dGcWFBZ0FEWjdYYno5M0xhdDdOS3BPL2V2VnV0VzdmV3ZuMzdidWJ0L2lNR0RScWtBUU1HT0NWMGR1ellvWDc5K2puZEh3QUFBRzRsOS93T0FMa1hIQnlzc1dQSGFzYU1HYXBkdTdic2RydjV3WG50MnJVYU9IQ2dQdi84Y3ozLy9QT0tpSWlRaDRlSGF0ZXVuYXR6ZlBqaGg5cTllM2VPMm5idjNsM3Z2ZmVlSkduRmloV2FNR0dDVHA0OHFVR0RCdVh1amQzQXo4OVBzYkd4V2JaNS92bm45ZmpqajJlNjM4ZkhSMDg4OGNSTnhZRi9uczFtVTdkdTNWU25UaDJOR1ROR2htSEk0WERJTUF3bEp5ZHI0TUNCU2toSTBFOC8vU1FwOVF0b1dwL0xxYkN3c0d3VGRXbXNWcXRDUTBPZHRzWEZ4ZW5Ja1NOcTNMaHhyczZiM3Q2OWV4VVZGWlZodTd1N3V6dzlQZFcvZi84Y0hXZkhqaDF5ZCtmMlhWaEVSVVdwWThlT0dqQmdnRHAwNkNDSHcySGVzMCtkT3FWZXZYcXBWYXRXR2pKa2lDSWpJK1Z3T0hLZGZBc01ETlMwYWROeTFMWkJnd2FhTW1XS0pDa2hJVUVIRHg1VTFhcFZWYXBVS2FkMml4WXRVbmg0ZUxiSGUvUE5OK1hyNjV1cmVITXJKaVpHYTlldVZhTkdqWno2L3Brelo3Ung0MFoxN05qeEh6MC9BQUQ0OStKVGR5SGs1K2VuSlV1V3FILy8vbHE0Y0tHNS9lVEprL3IwMDAvbDUrZW41NTkvWHBLMGMrZE9QZmJZWTNuNmd0VzBhVk4xNzk0OXl6WTllL1owZXQyK2ZYdnQzYnRYaXhZdFVzbVNKZFdyVnk5OThza25XcmR1blZNN204MG1tODJtSjU5OE1zTXhSNDRjcVdiTm11bXJyNzdTMHFWTHRXYk5HbzBmUDk3Y3YzUG5UczJjT1ZOZmZQR0ZGaTllckpFalI4ckx5MHRGaXhaMU9zN2x5NWZWdUhGamtpYUZnTHU3dXdZT0hLaCsvZm9wS0NoSXRXclZNdmVOR3pkT3g0OGYxK3pacytYbTVxWS8vL3hUU1VsSmF0U29VWjdPTlhIaVJKVXJWeTdUL2V2WHI5ZU1HVE15YlAvenp6OGxwWDdoekt2VnExY3JPRGhZVXVySWdDSkZpc2pOelUzRml4Zlg0TUdESlVsZmYvMjFTcFlzS1VucTI3ZXZXclpzcVRadDJraVNObTNhcE1EQXdEeWZIL25EMTlkWGI3enhoc2FQSDYrSEhuckkzSjZXRVBUeDhWRy9mdjBrU2J0MjdWS0pFaVZVcDA2ZFhKL0gyOXRiMzN6elRaWnR2dnZ1T3lVbko1dXZUNXc0b2ZmZWUwOWZmLzIxbWpadDZ0UTJPanBhSjArZXpQUlk4Zkh4T25Ub2tGNTg4Y1YvUEdueTY2Ky95bTYzNi9YWFg4OVJlOE13dEd6Wk1yM3d3Z3NxVXFUSVB4b2JBQUM0czVFMEtZVGMzZDMxK2VlZjY4Q0JBeXBSb29TNXZXVEprbXJYcnAwNWZTQStQbDY3ZHUzU280OCtxdW5UcDJjNFR1dldyYlZqeHc1SnFVL3JFaElTdEdqUkl0MXp6ejJTSkM4dkw5V29VU1BiV0c0MGJOZ3duVGx6UmdzV0xOQXJyN3lpdG0zYnFuNzkrazV0VnExYXBjT0hEN3VjNnBCMnp2cjE2MnYzN3QxeWQzZDMrb0tjTm95OVhyMTZhdEdpaFpvMGFhSStmZnFvWGJ0MlRzZDU5ZFZYVmFsU3BTempSOEh4ekRQUGFNaVFJWHIyMldkMS9QaHhjL3Nqanp5aUprMmFxR3JWcXBLa0RSczJTSksyYk5taWJkdTJPUjJqV3JWcUtsYXNtRTZmUHEzejU4OUxTazAwbkR4NVVsNWVYcEtrQng1NFFCVXJWc3cwanN5ZXJHL2V2RmxTNm5XMWFkTW1wMzFQUFBGRWpoS1QvZnYzVi8vKy9aV1VsS1FtVFpwbzhPREI4dlB6azVTYXJKR2toeDkrV0hmZmZiY2t5YzNOVFQ0K1BxcFhyNTRrdVJ5bGdzS2hkKy9ldXVlZWUxU2pSZzJ6MzFxdFZqMzU1Sk42K2VXWDVlbnBLU20xSDVRcVZVcXpaOC9PY0l5bVRac3FNakpTeWNuSlpoSnY4ZUxGWnNMWTNkMDkyM3QycVZLbEZCMGRuYU9ZMzMvLy9TejM3OW16SjljanZ2TENack5wL3Z6NXFsS2xpcDU2NnFrYy9jN2t5Wk0xWThZTUhUbHl4RXhJQVFBQTVBVkprMExtMHFWTDh2ZjNOMTh2VzdaTWh3NGRrcHVibXo3NTVCTkpVcjkrL2RTMWExY2RQbnhZZHJ0ZHNiR3grdTIzM3lTbFBqbThmUG15cWxXcnBscTFhbW4wNk5GT3h4ODllclQ1b2ZUOCtmTVp2aHplS1AwVHl6UkZpeGJWdUhIamRQSGlSVldxVk1sbDR1TFFvVU02ZGVxVVhubmxsUnk5NzZTa0pQUG45UFBaclZhcjdybm5uZ3pGUGhNU0VuVDgrSEc5ODg0N09Ubys4dGVjT1hQTUJONjZkZXZNdWgyalJvMVM4ZUxGSlVuYnRtMVQvLzc5RlJJU0ltOXZiNmZSUzRjUEg1YTN0N2Y4L1B6MDExOS9hZVBHamVhKytmUG5TMHF0Z3lLbDF2a3BVNlpNcHJHa3J4ZVVYdG94aHd3WmttSGYyclZyelVUSHpmcmpqei9Na1NZMm0wMG5UcHpRMXExYkpVbEhqeDY5SmVmQTdUVnMyRERGeE1SSVNxMDVkZXJVS1YyOWVsVjkrL2FWSkVWRVJLaFpzMlo2N0xISEZCNGVyc3FWSzV2MzdHdlhydW4wNmRPcVhMbXlxbGF0cW5IanhqblZKUG55eXkvbDRlR2hOOTk4VTBsSlNkbmVzeTljdUNDcnRYQ1ZNMXV4WW9YT256K3ZZY09HNVNqMmxTdFhhc2FNR2FwY3ViSzZkdTE2R3lJRUFBQjNNcEltaFV5UklrWDA0SU1QbXEvMzdkdW4yTmhZVmFsU3hXbDdpUklsRkJRVXBQdnZ2MTgvL3ZpanVmM3p6ei9YbGkxYnpHMjdkdTJTbEpwb3VYejVzbGw4c0V1WEx0cTllM2UyeFFEVEY0Rk5yM1RwMGlwZHVyVDI3Tm1qbjMvK09jUCtBd2NPNlBMbHl4bzZkR2lHZmJWcjEzYWFueDRmSDY4bVRacGtHa09sU3BVeXJNUVRHUmtwd3pCVXMyYk5MT05Id2VEajQyUDIzNVNVRkMxZXZGaFM2clNHdEdSRXVYTGx0RzdkT3AwL2YxNWZmdm1sbm52dU9VbXBpY0RXclZ1clI0OGVUcU9OSWlNajFiRmpSMDJhTkVtTkdqWFN6cDA3SlVsanhvekpNcGEwV2hQcC9mbm5uN3B3NFlKNjlPaWhGaTFhbU52bnpwMnJKVXVXT0kzNGtsS2Z3SHQ1ZWVtQkJ4N0k3WjlDdzRZTk0zOU9TVW5ScWxXcnRIcjFha25LZHNVZ0ZFd1BQUENBdkwyOUphVVdLTjYyYlp1S0ZTdm1kTTh1WDc2OGdvS0NKRW16WnMweSszMUlTSWdHRHg2c2I3LzlWcFVxVlZLelpzMGtTVUZCUVJvM2JweFozMmJxMUtuNisrKy9uWXFDdTVLU2twSmg1RjlCbHBpWXFLbFRwMHBTanFZc2JkbXlSWjkrK3FsS2x5N3ROTlVOQUFBZ3IwaWFGREtsU3BWUzc5NjlKVW0vL1BLTGdvS0NWS0pFQ1ZtdFZ2MzExMS82NUpOUDVPM3RyV1hMbGlrcUtpckRCOGFMRnkrYTAyK3k4OElMTCtqVFR6OTEydGE5ZTNlOSt1cXI1aGZXbjMvKzJmemd2MkhEQm5OS2hNVmlVZnYyN1pXU2ttS09Ha2hPVGphSGtWZXVYRm1WSzFmT3NCSklXRmhZaGllSm5wNmVUalVtdG0zYnBtKy8vZFo4WGFOR2pRdzFVM2J0MnFXNzc3NWI5OTkvZjQ3ZUsvSlh5NVl0MWJKbFMxMjZkRW45Ky9jM3A3cWNQSGxTZGV2V1ZidDI3V1N6MmRTK2ZYdEpxVS9MMDF5OGVGR1NjdHl2Rnk1YzZEUTlaL1hxMVZxNmRLa0NBZ0lrcFk0MFNSdjFraVl0aWZQY2M4K3BTcFVxNXZhclY2L3EzbnZ2elZBelljU0lFVHAzN3B6NjlPbWpEaDA2NUNpdU5LdFdyVEsvTURkdjNsd2RPM1kwcDBBRUJ3ZHI1TWlSdVRvZTh0L2JiNzh0U2RxL2Y3OCsrdWdqbFN4WlVuYTdYWWNPSFZLM2J0MzA4TU1QNjhTSkUyWWg0QXNYTHBoOTRNS0ZDN0pZTFBMeDhjbjJQRDQrUHZyMTExK2R0azJjT0ZGdWJtNzY0SU1QSktWT00wdElTTGlWYis4ZjljTVBQK2pjdVhNNWFydHExU3I1Ky92TDA5TlRreWRQZHJwV0FRQUE4b3FrU1NGMDVjb1ZUWmd3UWIvKytxdUdEUnVtNWN1WEt5a3BTUmN2WHRRYmI3eWhMNzc0UWpObnpwUzN0N2VpbzZNVkV4TmpUa2M0ZnZ5NEhuNzQ0VHlmT3p3OFhNOCsrNno1K3RWWFh6Vi8vdVdYWHhRYUdpcWJ6U2FIdzZIMjdkdXJZY09HYXRpd29jNmRPNmRPblRxcGJkdTI2dHk1czd5OHZMUng0MGFOSERsUzgrZlBONS9DdnZ6eXk3cnJycnVjenVubTV1WTBULy9HdWc1MTY5YlZyRm16RkJzYmE5YXQrT09QUDlTd1ljTkNOd3o5MzJ6VHBrMGFOV3FVS2xTb29NOCsrMHo5K3ZXVHI2K3ZSbzRjcVQxNzlxaGV2WG82ZnZ5NHlwWXQ2MVR6Sk8zbmUrKzlOMC9ualk2T2RxcGpVcjE2ZFZXdlh0MThmZVhLRlhPcXhLRkRoNXkraUIwNmRFalZxbFhMY014cDA2WnB5SkFoR2pObWpMWnUzYW9SSTBhb1ZLbFNPbnIwcUhidjNtMk9adG01YzZlU2s1TlZwa3daV1N5V1BNV1Bnczl1dHlzb0tFaVRKazFTMjdadDVlM3RyWG56NXVudXUrL1dlKys5Wnk2WmU5ZGRkeWsyTmxaUlVWRm1NdnJFaVJPcVVLRkNubGRMT243OHVOemMzTXpYT2EwSllyRllsSktTWWs0cmNpWDkwdHlHWWR5eVpJelZhcFdIaDRlT0h6K3V3TUJBV2EzV2JFZFpMVjY4Mkp5NkZ4QVE0SFFOQXdBQTNBeVNKb1ZNYUdpb0JnMGFKS3ZWcW0rKytVYU5HemZXOHVYTDVlM3RyUkVqUm1qbzBLRWFOR2lRK3ZidHE0b1ZLK3JkZDkvVi92Mzc5ZlRUVCt2cTFhczZjZUpFcGsrK0wxMjZwTkdqUit1dXUrNlNZUmhhdVhLbCtXVXhUV0ppb3NhUEg1OWhoWWJubm50T1gzLzl0YVRVSjRQcFI0SklVb1VLRmRTM2IxOEZCQVFvT0RoWUgzMzBrVXFVS0tHWW1CaW5HaVV4TVRFWmtpYlpxVnUzcnF4V3F6WnYzcXcyYmRvb05qWldZV0ZoTHFmK29PQnhPQndhTW1TSVZxOWVyUmRmZkZGRGhneFJSRVNFSktsRGh3NXEzcnk1Qmc0Y3FNcVZLMnZBZ0FFNmV2U285dS9mYi83K3dZTUg1ZVhsbFduU0pDUWtSRE5uenRSTEw3MGtTUmxXMzhocUphZWdvQ0F0WDc1Y2lZbUpLbFdxbExadjM2NldMVnRLU3IxZW9xS2lYRjVQM3Q3ZW1qeDVzcVpNbWFJWk0yYW9ZOGVPR2p0MnJBNGZQdXgwYmZ6MjIyL2F1SEdqYXRTb29UZmVlRU5TYWsyWHRPaytLU2twT25Ma2lFSkNRaVJsWHFRV0JkZUZDeGZVcDA4ZkhUMTZWRDE3OXRTYmI3NnA2ZE9ueTgzTlRTTkhqdFFERHp5Z3NXUEg2dlBQUDFlVEprMFVFQkNnL2Z2M3ExV3JWcEpTNjUya1gwM3FSbE9uVHRYaHc0ZFZvMFlOblR0M0xrTS9UcXM3ZGVQMnNtWExhdW5TcFJtT2w1YlFjM2QzMThHREI4MVJNdG01ZE9tU1dyZHVuYU8yMlhuZ2dRYzBmLzU4ZmZMSko3SmFyWHI5OWRlMVlNR0NMSDhuSkNSRTFhcFYwNFFKRTdJczlBd0FBSkJiSkUwS21TcFZxcWhwMDZicTA2ZVA3cjc3YnYzd3d3K3FYNysrR2pac0tBOFBENDBaTTBZblQ1NDBuNFpYcUZCQjI3ZHYxOU5QUDIzV0wwbGI4dkxLbFN2YXVIR2pObS9lckIwN2RpZ3hNVkdyVnExU3QyN2RkUFhxVlRWbzBNQmMyU1BOWjU5OXBsYXRXcWx4NDhaTzI3T2FHckZ3NFVLdFdiTkczYnQzMXkrLy9LTEF3RUJWcVZMRkhIS2QvZ25xbWpWclpCaUcwKy9IeDhjN2ZlQy9zZVpFcVZLbDFMQmhRNjFaczBadDJyVFJtalZyNU83dXJ1Yk5tK2ZvYjRyOFpiVmFWYjE2ZFQzMzNITnEwYUtGSWlNajlmdnZ2MnZJa0NIeThmRlJ0V3JWTkhmdVhOMTMzMzJ5V3ExYXNtU0pnb09EOWZmZmY2dDA2ZElLRFExMXFuV3diOTgrL2Y3NzcyYmgxaVZMbHFoV3JWcEtTVW1SSkROaGwyYkxsaTFhdjM2OXl5UmJ5WklsdFdEQkFqVm8wRUNQUC82NDVzK2ZyMEdEQnNuZDNWMXIxNjZWcEF6WFF2cjMxYU5IRDFXdlhsM0Rody9YbVRObjVPZm5KejgvUDNQMW5JOC8vampENmpuanhvMHpqNUdZbUtqMTY5ZWJ4VDFkMVZ0QndWYTJiRm5WcmwxYm4zMzJtYXBYcjY0MWE5Ym82dFdyWnVIdWQ5NTVSODJhTlRPbkVxNWJ0ODZjSG5ibHloVWRPblRJVE5UWmJEWnQyN1pObXpadE12dDNZR0Nnbm52dU9WMjdkazNseTVjM2k4dW1tVE5uanR6YzNKenFSRWxTc1dMRlhNYWJObVd5YU5HaXV2ZmVlMTJ1dkpibXlKRWordUtMTHlSSkhoNGVabUx5WnBVdlgxNmhvYUU2Y09DQS9QMzluUXJmcGhjYUdtb3V3ZDJ5WlVzTkh6NWNIaDRldHlRR0FBQ0FOQ1JOQ3BuaXhZdXJVNmRPaW82TzFoOS8vS0dKRXllcWE5ZXVLbG15cEk0Y09TSkpUaDhhR3pkdXJIWHIxcWwvLy81YXYzNjl5cFFwbzlxMWEwdVN0bS9mcnVIRGg2dG8wYUlxV3JTb0huendRYzJlUFZ2RmloWFRnZ1VMOU13enoyUjRjamhxMUNqVnJGa3pWMDhVbXpadHF2RHdjSFh0MmxVTkdqVFE0TUdEVmFsU0paZnh1dm9nNytIaG9mSGp4NXV2ZCs3Y2FSYXNUZlBpaXkvSzM5OWZ4NDRkMDQ4Ly9xaFdyVnBsS002SmdxdGx5NVpLU2tyU2tTTkhOSGJzV0owOGVWTGZmUE9OVXkyRGhJUUVsU2hSUW8wYk41YkQ0ZEM2ZGV2MDVKTlA2dURCZy9yZi8vNW50aHMrZkxpaW9xTE1LVitqUjQ5V3ExYXR0R0xGQ2xrc0ZyVnIxODVwdXNLbFM1ZTBlZlBtVFB2MHE2KytxcWVmZmxwbHk1YlY1TW1UdFg3OWVyVnMyVkpMbGl6Und3OC9yTXFWSzJmNzN1clZxMmZHa3hrZkh4Kzk5TkpMK3QvLy9tZXVHSFJqVFpQZHUzZHJ5WklsVERzclpOSkdFWVdIaCt2enp6L1hJNDg4b2padDJwajNRQ2wxeEpYVmF0VVRUenloRlN0V0tDb3FTZ2NPSEpEZGJqZW4xTVRHeHBwSmtiUXBseXRYcmxUWnNtWDEyV2VmNmQ1Nzc4M1FqME5DUXVUbTVwYmplM1phMHNUTHkwc2xTcFF3bDd2T1RzbVNKVFBVd0xvWmFUV00vUHo4ekFLNWFjNmZQNi9Ka3lkcjJiSmw1cmJYWG51TmhBa0FBUGhIa0RRcFpMWnYzKzcwQlZGS3JaOHdiZG8wODNYMTZ0WE4xWEZhdDI1dFBwbGZ2WHExWG5ycEpmTUxWNDBhTmVUdjc2L216WnRyMkxCaHVuejVzcG0wK1B2dnYxV21UQm5GeDhjN2pmd3dERU5KU1VsT0JWdzlQRHd5Rk1KTXo4ZkhSLzcrL3VyWXNhTm16WnFsMHFWTFM1TE9uajJyWXNXS1pidTZnYnU3dXhvMWFtUytUaitQUGsyclZxMDBaY29VOWUzYlYyZlBudFZYWDMyVjVURlJzUFRyMXkvRGNybzNQaG4vNnF1djFLeFpNMVdvVUVGMTY5YlZnZ1VMZFByMGFWa3NGcWRSUlcrOTlaYXFWNjh1cTlXcWpoMDdtblZ1TGwyNkpDOHZMemtjRGwyN2RzMXNuNWlZS01Nd25QcTB4V0l4KzJYdjNyM05laU9QUFBLSUFnTUQ1ZUhob1lNSEQycjQ4T0U1ZW4vWkpVd2txVmF0V3RsKzZheGZ2MzZoV3ZrRXFVbUlHNmR3YmRteVJWdTJiSEhhdG1IREJ0MTExMTE2NXBsbjVPSGhvUjkvL0ZFSER4NlVyNit2cWxhdEtpazFVZEtuVHgrMWF0Vks2OWF0MDdoeDQ4eitIUk1UbzdKbHl5b3hNZEVjVlNXbEpoOXU3TjlGaWhUSk5NRncvdng1V2EzV0xKZmx2aDNjM2Qwei9GOG5TUk1tVE5DQ0JRdk11bGtWS2xUSU1CMFVBQURnVmlKcFVzZzgvZlRUQ2drSjBjS0ZDelY3OW14Tm56N2RuQnFUbkp5c3pwMDc2NUZISGpIYk4yalFRRldxVk5HWFgzNHB1OTN1Vk0raFNwVXFMbGNYT0hmdW5LNWV2YXJLbFN1clE0Y09HVll1bURoeG9pWk9uR2krOXZmM3p6Q05KODJVS1ZNMFo4NGNwMjFwdzhwVFVsSmt0OXN6ekxVdlhyeTQxcXhaaytuZklHMlo0OVdyVnlzbUprWXZ2L3l5S2xXcXBMZmVla3VqUjQ5V216WnQ1T3ZybStudm8rRDUvdnZ2RlJjWHAzZmVlVWNOR2pSUXYzNzl6SDFMbHk3VjFLbFRuZW82dlA3NjZ4bzZkS2lpb3FMVW9rVUxwNlJFV2wrTWpJeDBPc2ZSbzBkVnVYSmxyVnk1MG1WeUluMkI0L1Nya0tRdjBQckJCeCtvYTlldUdqcDBxS3BVcWFJWFhuamhKdC81LzdkdDI3WU0xMXB5Y3JJaUlpSVVIQnpzdEwxdTNicDVXczRZdDUrWGw1ZENRa0lVR1JtcDNyMTdhK0RBZ1U3TFZvOFlNVUtuVDU4MlI4YVZLRkZDTDd6d2doWXZYaXk3M2U2VU9MQllMSHJ6elRkZG51ZXZ2LzdTODg4L3I5R2pSMnY1OHVVWjlxZnYzeSs5OUZLbUNicDkrL2FwWXNXS1dTYkM4MU94WXNYVXBFa1Q5ZW5UUjFXcVZNbHdiYVFYSFIydG4zNzZTWDUrZnFwVXFkSnRqQklBQU54SlNKb1VNa1dMRnBYTlp0UGN1WE5WclZvMWxTdFh6dnpDT0c3Y09NWEZ4WmxEK2FYVXVncXZ2dnFxeG84ZnJ3WU5HcmhjNmVOR2h3OGZsaVJ6R2svNzl1MzE4c3N2dTJ4NzQyaUFHelZ0MmxRVktsVElzRDA2T2xwVHBreFI4K2JOMWFSSkU2ZDk3dTd1U2toSVVHaG9xQ0lpSXBTWW1LaUJBd2ZxNU1tVE9uWHFsRGxLNEtlZmZwS3ZyNitLRkNtaStQaDRMVml3UUZhclZSczNibFJVVkJTSmswTGs3cnZ2MXJScDB4UVRFNlA2OWV1clRKa3lzbHF0T25QbWpINzQ0UWU5OXRwclRrdXV0bXpaVW1QSGpsVnNiS3orODUvLzVPZ2NodzhmMXFPUFBpb3A5YnFZTzNldXkzYUxGaTNTMXExYlhlNTc3TEhIVkt0V0xVVkVST2lERHo3STg0b21ONHFKaVZGd2NIQ0cwUWVKaVluYXZIbXp0bS9mN3JUOW80OCtJbWxTU0Znc0ZwVXBVMFlCQVFIeTlQUlU3ZHExelh2MmhnMGJ0SG56Wm4zMTFWZE9VNjVlZSswMUJRY0h5OFBESTlPRWRIcng4ZkU2YythTWF0ZXVyUXNYTHVpaGh4N1M0TUdEWGJZZG5oSjExQUFBRERkSlJFRlVNV0pFcHNleDJXdzZjT0JBamxmWXlRODlldlRJY2RzTEZ5NW94b3daS2xxMHFOUC9pd0FBQUxsQjBxUVFxbENoZ2thT0hLbHAwNmJKejg5UHJWdTNscmUzdDRLQ2dqUjY5R2lWTDEvZWJIdnExQ25ObmoxYmtyUnIxeTV0MkxEQjZZbWpLeHMyYkZEVnFsVlZxbFFwU2FtRkROTXYrWnRUaVltSldyNTh1VjU4OFVXblpZN2o0dUxVcTFjdlNkS3hZOGYwOHNzdlp4aHRFaDBkclE4Ly9GRGUzdDZxVjYrZXlwUXBvMGNmZlZSVnFsVFJzV1BITkdIQ0JFMmZQbDNlM3Q2S2k0dFR6NTQ5RlI4ZnI2Q2dJQTBhTkVqdnYvKytwa3laUXVLa0VIbm5uWGRrc1ZnMGJ0dzR6Wmt6UngwNmROQ0NCUXRVcVZJbHM3K2tDUWdJVUd4c3JDVHB1KysrMDNmZmZaZHBZVXNwZGNwQlJFU0VPbmZ1ckt0WHIwcFNwbjA2cTZrMHdjSEJpb2lJa01WaTBaUXBVMVM5ZW5VekVaTWJhVXV6TGxteVJMTm16ZEtWSzFmTXdyTHAzVmpUQklXVDFXcVZ2NysvcGs2ZHFyZmZmbHYxNnRWVDgrYk5GUkFRb05kZWUwM05talV6MnlZbko1dlRDeE1URTgxcGgxbjUvZmZmWmJWYVZiZHVYVzNZc0VHZW5wNlo5bTlQVDArbjE5V3JWOWVtVFp0VXJGZ3hoWVNFNk5xMWEyclFvTUZOdnVPQzRmVHAwNUxFYWpvQUFPQ21rRFFwaEN3V2k1bzFhNlpubjMxVzgrZlBOMWZiS0YrK3ZNcVdMV3UyaTRtSlVhOWV2UlFYRjZjUkkwYm91KysrMCtEQmd6VisvUGdNSzM0a0pTWEpZckVvS1NsSjY5YXQwMXR2dlpYbitLNWR1eWFIdzZGT25UcnA5T25UYXR1MnJibHYwNlpOR2pObWpDNWN1S0FQUC94UWE5ZXVWZS9ldmRXNGNXUDE3ZHRYMWF0WGw1VDZ4WFhUcGsxbVFjejAwcStrRUJVVnBZOCsra2lYTDEvV2pCa3o1T3ZycTRDQUFMMzc3cnQ2NjYyM3pKb3RLUGk4dmIwMVlNQUF2Zm5tbStyVnE1ZlpyenQwNktEazVHU3pCa05RVUpEbXpKbWpKazJhNk9HSEg5YlVxVlAxOGNjZmEvVG8wVTUxR3BLU2tpU2xYaStyVnExU3laSWw5ZFJUVDVuTDkrYld1blhyTkdyVUtOV3FWVXZEaHcvWHdJRUQxYVZMRjdWcjEwNnZ2ZmFhYXRTb29ZWU5HNnBvMGFLWkhtUHUzTGxhdFdxVk9YWG82TkdqYXR5NGNZYlJWcmp6MUt4WlV4TW1UTkR1M2J2VnQyOWY3ZG16UjFhclZYWHExSkhOWnBPN3U3dHNOcHVHREJtaVBYdjJxRnUzYnRxL2Y3L216Sm1qdSs2NlMrKysrNjdUOGRLbUtWb3NGcTFjdVZLTkdqWEtVeDBTcTlXcTRzV0x5K0Z3YU83Y3VTcFNwSWhhdEdpaEhUdDJPRTJUYytYR2xjN3lROXIxbHBZTVRTOXRpVzVHWlFFQWdKdEIwcVFRTWd4REVSRVIrdm5ubjdWOCtYTDUrUGlvUTRjT1dyeDRzYnAyN2FyMzMzOWZUWm8wMFlBQkEzVHg0a1dOR1ROR3pabzFVNjFhdGRTNWMyZDk4TUVINnR5NXM5cTJiYXQ1OCtZcEtTbEpPM2Z1VlBQbXpSVVlHS2lrcENTMWFkUEdQTitVS1ZNMGRlclVITVZtdDl2TmVpU2VucDZhTjIrZXlwVXJwK0RnWVAzODg4K0tpSWhRcFVxVk5HblNKRDMyMkdQNjczLy9xeFVyVm1qaXhJbDY0NDAzMUs1ZE8zWHYzbDNlM3Q0dUV5YnB6WjgvWHovKytLTjhmSHpNaEltVVdvOWkyclJwNnRHamh3WU1HS0MrZmZ2cS8vN3YvL0w0MThidEVoc2JxdzBiTmlnd01GREhqeCtYbjUrZjNOemN0SERoUXExY3VWS0xGeS9XOTk5L3J3VUxGcWh1M2JvYU8zYXNQRHc4RkIwZHJaOS8vbG1kT25YU3FGR2pGQllXcHVQSGoydlBuajJTVWdzVkJ3WUdxbTNidHVab0ZJZkRrZW5UZElmRDRUUVZTSkptejU2dGdJQUFWYXhZVVJNblRsVFpzbVUxYjk0OFRaa3lSWXNXTFZKd2NMQktsaXlwKys2N1Q5N2UzaG82ZEtpS0ZTdG1UcmxJVGs1V21USmx6T2s4Nzd6empwNTg4a2s5OU5CRHNscXRXcjkrdmN2YURKblZOSkZTcDc3bHBNQXNDb1pUcDA1cDVjcVZDZ29La3QxdVY3ZHUzYlI3OTI1OSt1bW5XckZpaFVhTkdxV0JBd2RxejU0OTZ0aXhvN3AyN2FxRWhBUjE2ZEpGa3laTjByNTkrelI4K0hCTm16Wk5Eb2RENjlldlY5bXlaUlVXRnFhdFc3YzZGYjhPRFEzTnNuKzdHbmt4YWRJa1JVWkdxbjM3OXZMeTh0TDk5OS92c2hCcmVpZFBuc3l3a3RudGxwWm9Iejkrdk1MRHc4MWFMSmN1WFZKd2NMREtsU3VuQng5OE1EOURCQUFBaFJ4SmswSm03ZHExK3ZMTEwzWHAwaVdWSzFkT1BYcjBVSWNPSGVUaDRhR09IVHZxbDE5K1Vaa3laZlR1dSsrcVdMRmlHajkrdkpvMmJTcEp1di8rK3pWanhneDk5TkZIQ2d3TVZPUEdqZlhiYjc5SlNsMjVvMHVYTHZyKysrLzE5dHR2cTF5NWN1WTUyN1p0NjVSRVNhOWJ0MjVPcjkzYzNQVFFRdytaaGZxV0xGbGlGcUc5NTU1NzFMOS9mNzN5eWl0T0l3SmVmUEZGUGYzMDA1bzBhWkorK3Vrbk9Sd08rZnY3Wi91M0tGR2loSjU4OGtuNSsvdG5XRjc0M252dlZXQmdvS1pQbis1VS9CWUZqOTF1VjY5ZXZSUWFHaXJETVBUVVUwOXB4SWdScWxPbmppVHB2Ly85cnlJaUl1VHY3Njh0Vzdhb1diTm0rdlRUVDgwKzlQSEhIOHZMeTBzelo4N1VyRm16VkxGaVJhMWF0VXFlbnA1Njk5MTM1ZWJtcHVMRmk2dExseTdtT1MwV2l5WlBudXd5bm1YTGxtbm56cDNtNjYrKytrcno1ODlYN2RxMU5YNzhlSE0wbDZlbnB6Nzg4RU4xNmRKRlc3ZHUxYjU5K3hRVkZhVno1ODdweXBVclNreE1sTTFtazVSYXArYy8vL21QdW5idHFwNDllMlk0WjJCZ29GbEw2RWJidDIvUFVOTkVrbng5ZlVtYUZBSW5UcHhRdjM3OWRPellNWGw0ZUtodDI3YnEzTG16V2V0cDI3WnRzdGxzNnRTcGt5NWV2S2ozMzMvZm5JN2w2ZW1weVpNbmE4aVFJZHEwYVpQV3JGbWp5TWhJSFR0MlRLVkxsMWJQbmoxMTdOZ3hQZjc0NDA1VGZHcldyS2tQUC96UVpUeXVWaFpMVEV6VXNtWExWTDU4ZVhYdjNsMVM2c2pGN09xcEhEcDBTTnUyYmN2WDVkMGZmUEJCRFJnd1FQUG56OWU4ZWZQTTBTOUZpaFJSblRwMTFLOWZQNWJvQmdBQStLZjUxbnowV2Q5YWRjOCswdkFwWTl1T1VDTS9uVDE3MWhneFlvU3hhZE1tdzJhenVXeVRrcEppZlBIRkY4YUpFeWRjN28rTGl6TkNRa0pjN25NNEhFWnljdkpOeFdpMzI4MmZFeElTaklrVEp4bzdkKzUwMnA2WjhQQndJeTR1N3FiT1g5QnMyeEZxTkhpcWhlRmI2OUcvZldzK21uVkJtZHVvSVBYcndNQkFJekF3MERoNzlteW1iYlp2MzI3TW5EblRjRGdjTHZkdjJMREJpSTZPZHJrdk1URXh6N0dkTzNmTytQcnJyMi9xR0hlaWd0cXZjK04yWEFNT2g4TVlOV3FVc1hUcFVpTStQajdUZG9HQmdjYVdMVnN5UGNhU0pVc3k3ZnUzb20rR2g0Y2JodzhmdnVuai9KdmNDZGNBQUFESUhpTk5DaGtmSHg4TkhUbzB5emJ1N3U1WkRxc3VXYktrV3JWcTVYS2Z4V0s1NmFVbTB6L1Y4L0R3VU8vZXZYUDh1K21YbGNXL1IyYkxxS2JYcUZFak5XclVLTlA5enp6elRLYjdzaW9TbTUwS0ZTcW9UNTgrZWY1OS9MdFpMQllOR2pRbzIzWlpYUU1XaXlYTFVSODMwNy9UY084RkFBQndqVEdyQUFBQUFBQUFMcEEwQVFBQUFBQUFjSUdrQ1FBQUFBQUFnQXNrVFFBQUFBQUFBRndnYVFJQUFBQUFBT0FDU1JNQUFBQUFBQUFYU0pvQUFBQUFBQUM0UU5JRUFBQUFBQURBQlpJbUFBQUFBQUFBTHBBMEFRQUFBQUFBY0lHa0NRQUFBQUFBZ0Fza1RRQUFBQUFBQUZ3Z2FRSUFBQUFBQU9BQ1NSTUFBQUFBQUFBWFNKb0FBQUFBQUFDNFFOSUVBQUFBQUFEQUJaSW1BQUFBQUFBQUxwQTBBUUFBQUFBQWNJR2tDUUFBQUFBQWdBc2tUUUFBQUFBQUFGd2dhUUlBQUFBQUFPQUNTUk1BQUFBQUFBQVhTSm9BQUFBQUFBQzRRTklFQUFBQUFBREFCWkltQUFBQUFBQUFMcEEwQVFBQUFBQUFjSUdrQ1FBQUFBQUFnQXZ1K1IxQVlXSzMyUlVlRVpuZllhQ1FDWStJVkVwS1NuNkhrU242TmZLaW9QZnIzT0FhUUY3Y1NkY0FBQURJSEVtVFhFaElUTlMzazZlcFNKRWkrUjBLQ3BHVWxCUmRpWXZMN3pBeVJiOUdYaFQwZnAwYlhBUElpenZwR2dBQUFKa2phWklEeVliamJGR0w1YXpETUR3dVg3bVMzK0dnc0RLTTg4bUdjVGEvdzBoRHY4WXRVY0Q2ZFc1d0RlQ1dLTVRYQUFBQXlKNGx2d01vSkt5VnE5V3BhWFV2VWo2L0EwSGhaYmM0b2s5RzdBMlg1TWp2V0s2algrT21GY0IrblJ0Y0E3aHBoZndh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lEQzZQOEJPTHRONGM2dythMEFBQUFBU1VWT1JLNUNZSUk9IiwKCSJUaGVtZSIgOiAiIiwKCSJUeXBlIiA6ICJmbG93IiwKCSJVc2VySWQiIDogIjEyMDQwOTk1NDkiLAoJIlZlcnNpb24iIDogIjUiCn0K"/>
    </extobj>
  </extobjs>
</s:customData>
</file>

<file path=customXml/itemProps1.xml><?xml version="1.0" encoding="utf-8"?>
<ds:datastoreItem xmlns:ds="http://schemas.openxmlformats.org/officeDocument/2006/customXml" ds:itemID="{96D2C64F-9F0B-43C1-B651-3F4D8D7696A3}">
  <ds:schemaRefs>
    <ds:schemaRef ds:uri="http://www.wps.cn/officeDocument/2013/wpsCustomData"/>
  </ds:schemaRefs>
</ds:datastoreItem>
</file>

<file path=docProps/app.xml><?xml version="1.0" encoding="utf-8"?>
<Properties xmlns="http://schemas.openxmlformats.org/officeDocument/2006/extended-properties" xmlns:vt="http://schemas.openxmlformats.org/officeDocument/2006/docPropsVTypes">
  <TotalTime>958</TotalTime>
  <Words>1703</Words>
  <Application>Microsoft Office PowerPoint</Application>
  <PresentationFormat>宽屏</PresentationFormat>
  <Paragraphs>244</Paragraphs>
  <Slides>20</Slides>
  <Notes>15</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20</vt:i4>
      </vt:variant>
    </vt:vector>
  </HeadingPairs>
  <TitlesOfParts>
    <vt:vector size="32" baseType="lpstr">
      <vt:lpstr>-apple-system</vt:lpstr>
      <vt:lpstr>inherit</vt:lpstr>
      <vt:lpstr>Menlo</vt:lpstr>
      <vt:lpstr>quote-cjk-patch</vt:lpstr>
      <vt:lpstr>DengXian</vt:lpstr>
      <vt:lpstr>思源黑体 CN Heavy</vt:lpstr>
      <vt:lpstr>微软雅黑</vt:lpstr>
      <vt:lpstr>Arial</vt:lpstr>
      <vt:lpstr>Cambria Math</vt:lpstr>
      <vt:lpstr>Impact</vt:lpstr>
      <vt:lpstr>Times New Roman</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Microsoft Office 用户</dc:creator>
  <cp:lastModifiedBy>永兴 曾</cp:lastModifiedBy>
  <cp:revision>873</cp:revision>
  <dcterms:created xsi:type="dcterms:W3CDTF">2018-06-17T04:53:00Z</dcterms:created>
  <dcterms:modified xsi:type="dcterms:W3CDTF">2025-10-31T09:09:09Z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7973D90D5183457FA92E5CD6FEF3AFBE_13</vt:lpwstr>
  </property>
  <property fmtid="{D5CDD505-2E9C-101B-9397-08002B2CF9AE}" pid="3" name="KSOProductBuildVer">
    <vt:lpwstr>2052-12.1.0.20305</vt:lpwstr>
  </property>
</Properties>
</file>